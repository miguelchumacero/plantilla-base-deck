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3"/>
    <p:sldMasterId id="214748365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Lst>
  <p:sldSz cy="5143500" cx="9144000"/>
  <p:notesSz cx="5143500" cy="9144000"/>
  <p:embeddedFontLst>
    <p:embeddedFont>
      <p:font typeface="Montserrat SemiBold"/>
      <p:regular r:id="rId47"/>
      <p:bold r:id="rId48"/>
      <p:italic r:id="rId49"/>
      <p:boldItalic r:id="rId50"/>
    </p:embeddedFont>
    <p:embeddedFont>
      <p:font typeface="Montserrat"/>
      <p:regular r:id="rId51"/>
      <p:bold r:id="rId52"/>
      <p:italic r:id="rId53"/>
      <p:boldItalic r:id="rId54"/>
    </p:embeddedFont>
    <p:embeddedFont>
      <p:font typeface="Montserrat Black"/>
      <p:bold r:id="rId55"/>
      <p:boldItalic r:id="rId56"/>
    </p:embeddedFont>
    <p:embeddedFont>
      <p:font typeface="Montserrat Medium"/>
      <p:regular r:id="rId57"/>
      <p:bold r:id="rId58"/>
      <p:italic r:id="rId59"/>
      <p:boldItalic r:id="rId60"/>
    </p:embeddedFont>
    <p:embeddedFont>
      <p:font typeface="Montserrat ExtraBold"/>
      <p:bold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MontserratSemiBold-bold.fntdata"/><Relationship Id="rId47" Type="http://schemas.openxmlformats.org/officeDocument/2006/relationships/font" Target="fonts/MontserratSemiBold-regular.fntdata"/><Relationship Id="rId49" Type="http://schemas.openxmlformats.org/officeDocument/2006/relationships/font" Target="fonts/MontserratSemi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font" Target="fonts/MontserratExtraBold-boldItalic.fntdata"/><Relationship Id="rId61" Type="http://schemas.openxmlformats.org/officeDocument/2006/relationships/font" Target="fonts/MontserratExtraBold-bold.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MontserratMedium-boldItalic.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regular.fntdata"/><Relationship Id="rId50" Type="http://schemas.openxmlformats.org/officeDocument/2006/relationships/font" Target="fonts/MontserratSemiBold-boldItalic.fntdata"/><Relationship Id="rId53" Type="http://schemas.openxmlformats.org/officeDocument/2006/relationships/font" Target="fonts/Montserrat-italic.fntdata"/><Relationship Id="rId52" Type="http://schemas.openxmlformats.org/officeDocument/2006/relationships/font" Target="fonts/Montserrat-bold.fntdata"/><Relationship Id="rId11" Type="http://schemas.openxmlformats.org/officeDocument/2006/relationships/slide" Target="slides/slide6.xml"/><Relationship Id="rId55" Type="http://schemas.openxmlformats.org/officeDocument/2006/relationships/font" Target="fonts/MontserratBlack-bold.fntdata"/><Relationship Id="rId10" Type="http://schemas.openxmlformats.org/officeDocument/2006/relationships/slide" Target="slides/slide5.xml"/><Relationship Id="rId54" Type="http://schemas.openxmlformats.org/officeDocument/2006/relationships/font" Target="fonts/Montserrat-boldItalic.fntdata"/><Relationship Id="rId13" Type="http://schemas.openxmlformats.org/officeDocument/2006/relationships/slide" Target="slides/slide8.xml"/><Relationship Id="rId57" Type="http://schemas.openxmlformats.org/officeDocument/2006/relationships/font" Target="fonts/MontserratMedium-regular.fntdata"/><Relationship Id="rId12" Type="http://schemas.openxmlformats.org/officeDocument/2006/relationships/slide" Target="slides/slide7.xml"/><Relationship Id="rId56" Type="http://schemas.openxmlformats.org/officeDocument/2006/relationships/font" Target="fonts/MontserratBlack-boldItalic.fntdata"/><Relationship Id="rId15" Type="http://schemas.openxmlformats.org/officeDocument/2006/relationships/slide" Target="slides/slide10.xml"/><Relationship Id="rId59" Type="http://schemas.openxmlformats.org/officeDocument/2006/relationships/font" Target="fonts/MontserratMedium-italic.fntdata"/><Relationship Id="rId14" Type="http://schemas.openxmlformats.org/officeDocument/2006/relationships/slide" Target="slides/slide9.xml"/><Relationship Id="rId58" Type="http://schemas.openxmlformats.org/officeDocument/2006/relationships/font" Target="fonts/MontserratMedium-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27" name="Google Shape;2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37" name="Google Shape;3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5: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2" name="Google Shape;62;p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p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2" name="Google Shape;82;p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 name="Google Shape;101;p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102" name="Google Shape;102;p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4" name="Google Shape;164;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8" name="Google Shape;208;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1: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8" name="Google Shape;218;p11: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19" name="Google Shape;219;p11: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 name="Google Shape;263;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4" name="Google Shape;264;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5" name="Google Shape;275;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2" name="Google Shape;302;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3" name="Google Shape;303;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3" name="Google Shape;31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4" name="Google Shape;31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7" name="Google Shape;337;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38" name="Google Shape;338;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8" name="Google Shape;348;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9" name="Google Shape;349;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fases con su entregable. Es la vista general; el detalle va en L09.</a:t>
            </a:r>
            <a:endParaRPr/>
          </a:p>
        </p:txBody>
      </p:sp>
      <p:sp>
        <p:nvSpPr>
          <p:cNvPr id="377" name="Google Shape;37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4" name="Google Shape;414;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25" name="Google Shape;42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 name="Google Shape;443;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44" name="Google Shape;444;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63" name="Google Shape;463;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fase. Actividades de NEO a la izquierda, requerimientos del cliente al centro, entregables abajo.</a:t>
            </a:r>
            <a:endParaRPr/>
          </a:p>
        </p:txBody>
      </p:sp>
      <p:sp>
        <p:nvSpPr>
          <p:cNvPr id="482" name="Google Shape;482;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01" name="Google Shape;501;p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15" name="Google Shape;515;p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552" name="Google Shape;552;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563" name="Google Shape;563;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2" name="Google Shape;602;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4" name="Google Shape;624;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4" name="Google Shape;634;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5" name="Google Shape;635;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3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p3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67" name="Google Shape;667;p3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p3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1" name="Google Shape;691;p3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92" name="Google Shape;692;p3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2" name="Google Shape;712;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3" name="Google Shape;713;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724" name="Google Shape;72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38: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38: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9" name="Shape 789"/>
        <p:cNvGrpSpPr/>
        <p:nvPr/>
      </p:nvGrpSpPr>
      <p:grpSpPr>
        <a:xfrm>
          <a:off x="0" y="0"/>
          <a:ext cx="0" cy="0"/>
          <a:chOff x="0" y="0"/>
          <a:chExt cx="0" cy="0"/>
        </a:xfrm>
      </p:grpSpPr>
      <p:sp>
        <p:nvSpPr>
          <p:cNvPr id="790" name="Google Shape;79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1" name="Google Shape;791;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
        <p:nvSpPr>
          <p:cNvPr id="792" name="Google Shape;792;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0" name="Shape 840"/>
        <p:cNvGrpSpPr/>
        <p:nvPr/>
      </p:nvGrpSpPr>
      <p:grpSpPr>
        <a:xfrm>
          <a:off x="0" y="0"/>
          <a:ext cx="0" cy="0"/>
          <a:chOff x="0" y="0"/>
          <a:chExt cx="0" cy="0"/>
        </a:xfrm>
      </p:grpSpPr>
      <p:sp>
        <p:nvSpPr>
          <p:cNvPr id="841" name="Google Shape;841;p4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2" name="Google Shape;842;p4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43" name="Google Shape;843;p4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1" name="Shape 891"/>
        <p:cNvGrpSpPr/>
        <p:nvPr/>
      </p:nvGrpSpPr>
      <p:grpSpPr>
        <a:xfrm>
          <a:off x="0" y="0"/>
          <a:ext cx="0" cy="0"/>
          <a:chOff x="0" y="0"/>
          <a:chExt cx="0" cy="0"/>
        </a:xfrm>
      </p:grpSpPr>
      <p:sp>
        <p:nvSpPr>
          <p:cNvPr id="892" name="Google Shape;892;p4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3" name="Google Shape;893;p4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94" name="Google Shape;894;p4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4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7" name="Google Shape;907;p4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08" name="Google Shape;908;p4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4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5" name="Google Shape;935;p4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6" name="Google Shape;936;p4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2"/>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2"/>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p4"/>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p4"/>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p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p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4.png"/><Relationship Id="rId5" Type="http://schemas.openxmlformats.org/officeDocument/2006/relationships/hyperlink" Target="https://drive.google.com/file/d/1MVORiIC4Gprw2QDZSfgB-XOQ6L9SAd6v/view" TargetMode="External"/><Relationship Id="rId6" Type="http://schemas.openxmlformats.org/officeDocument/2006/relationships/image" Target="../media/image8.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g"/><Relationship Id="rId4" Type="http://schemas.openxmlformats.org/officeDocument/2006/relationships/image" Target="../media/image6.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12.png"/></Relationships>
</file>

<file path=ppt/slides/_rels/slide6.xml.rels><?xml version="1.0" encoding="UTF-8" standalone="yes"?><Relationships xmlns="http://schemas.openxmlformats.org/package/2006/relationships"><Relationship Id="rId40" Type="http://schemas.openxmlformats.org/officeDocument/2006/relationships/image" Target="../media/image42.png"/><Relationship Id="rId20" Type="http://schemas.openxmlformats.org/officeDocument/2006/relationships/image" Target="../media/image25.png"/><Relationship Id="rId42" Type="http://schemas.openxmlformats.org/officeDocument/2006/relationships/image" Target="../media/image52.png"/><Relationship Id="rId41" Type="http://schemas.openxmlformats.org/officeDocument/2006/relationships/image" Target="../media/image47.png"/><Relationship Id="rId22" Type="http://schemas.openxmlformats.org/officeDocument/2006/relationships/image" Target="../media/image27.png"/><Relationship Id="rId44" Type="http://schemas.openxmlformats.org/officeDocument/2006/relationships/image" Target="../media/image51.png"/><Relationship Id="rId21" Type="http://schemas.openxmlformats.org/officeDocument/2006/relationships/image" Target="../media/image31.png"/><Relationship Id="rId43" Type="http://schemas.openxmlformats.org/officeDocument/2006/relationships/image" Target="../media/image48.png"/><Relationship Id="rId24" Type="http://schemas.openxmlformats.org/officeDocument/2006/relationships/image" Target="../media/image17.png"/><Relationship Id="rId23" Type="http://schemas.openxmlformats.org/officeDocument/2006/relationships/image" Target="../media/image32.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6.png"/><Relationship Id="rId9" Type="http://schemas.openxmlformats.org/officeDocument/2006/relationships/image" Target="../media/image19.png"/><Relationship Id="rId26" Type="http://schemas.openxmlformats.org/officeDocument/2006/relationships/image" Target="../media/image33.png"/><Relationship Id="rId25" Type="http://schemas.openxmlformats.org/officeDocument/2006/relationships/image" Target="../media/image30.png"/><Relationship Id="rId28" Type="http://schemas.openxmlformats.org/officeDocument/2006/relationships/image" Target="../media/image49.png"/><Relationship Id="rId27" Type="http://schemas.openxmlformats.org/officeDocument/2006/relationships/image" Target="../media/image36.png"/><Relationship Id="rId5" Type="http://schemas.openxmlformats.org/officeDocument/2006/relationships/image" Target="../media/image14.png"/><Relationship Id="rId6" Type="http://schemas.openxmlformats.org/officeDocument/2006/relationships/image" Target="../media/image13.png"/><Relationship Id="rId29" Type="http://schemas.openxmlformats.org/officeDocument/2006/relationships/image" Target="../media/image38.png"/><Relationship Id="rId7" Type="http://schemas.openxmlformats.org/officeDocument/2006/relationships/image" Target="../media/image21.png"/><Relationship Id="rId8" Type="http://schemas.openxmlformats.org/officeDocument/2006/relationships/image" Target="../media/image18.png"/><Relationship Id="rId31" Type="http://schemas.openxmlformats.org/officeDocument/2006/relationships/image" Target="../media/image41.png"/><Relationship Id="rId30" Type="http://schemas.openxmlformats.org/officeDocument/2006/relationships/image" Target="../media/image39.png"/><Relationship Id="rId11" Type="http://schemas.openxmlformats.org/officeDocument/2006/relationships/image" Target="../media/image24.png"/><Relationship Id="rId33" Type="http://schemas.openxmlformats.org/officeDocument/2006/relationships/image" Target="../media/image43.png"/><Relationship Id="rId10" Type="http://schemas.openxmlformats.org/officeDocument/2006/relationships/image" Target="../media/image40.png"/><Relationship Id="rId32" Type="http://schemas.openxmlformats.org/officeDocument/2006/relationships/image" Target="../media/image37.png"/><Relationship Id="rId13" Type="http://schemas.openxmlformats.org/officeDocument/2006/relationships/image" Target="../media/image20.png"/><Relationship Id="rId35" Type="http://schemas.openxmlformats.org/officeDocument/2006/relationships/image" Target="../media/image55.png"/><Relationship Id="rId12" Type="http://schemas.openxmlformats.org/officeDocument/2006/relationships/image" Target="../media/image16.png"/><Relationship Id="rId34" Type="http://schemas.openxmlformats.org/officeDocument/2006/relationships/image" Target="../media/image44.png"/><Relationship Id="rId15" Type="http://schemas.openxmlformats.org/officeDocument/2006/relationships/image" Target="../media/image35.png"/><Relationship Id="rId37" Type="http://schemas.openxmlformats.org/officeDocument/2006/relationships/image" Target="../media/image34.png"/><Relationship Id="rId14" Type="http://schemas.openxmlformats.org/officeDocument/2006/relationships/image" Target="../media/image22.png"/><Relationship Id="rId36" Type="http://schemas.openxmlformats.org/officeDocument/2006/relationships/image" Target="../media/image46.png"/><Relationship Id="rId17" Type="http://schemas.openxmlformats.org/officeDocument/2006/relationships/image" Target="../media/image26.png"/><Relationship Id="rId39" Type="http://schemas.openxmlformats.org/officeDocument/2006/relationships/image" Target="../media/image45.png"/><Relationship Id="rId16" Type="http://schemas.openxmlformats.org/officeDocument/2006/relationships/image" Target="../media/image23.png"/><Relationship Id="rId38" Type="http://schemas.openxmlformats.org/officeDocument/2006/relationships/image" Target="../media/image50.png"/><Relationship Id="rId19" Type="http://schemas.openxmlformats.org/officeDocument/2006/relationships/image" Target="../media/image29.png"/><Relationship Id="rId18" Type="http://schemas.openxmlformats.org/officeDocument/2006/relationships/image" Target="../media/image2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3.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3.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3.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3.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5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8.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3.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3.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jpg"/><Relationship Id="rId4" Type="http://schemas.openxmlformats.org/officeDocument/2006/relationships/image" Target="../media/image6.png"/><Relationship Id="rId5" Type="http://schemas.openxmlformats.org/officeDocument/2006/relationships/image" Target="../media/image5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jpg"/><Relationship Id="rId4" Type="http://schemas.openxmlformats.org/officeDocument/2006/relationships/image" Target="../media/image6.png"/><Relationship Id="rId5" Type="http://schemas.openxmlformats.org/officeDocument/2006/relationships/image" Target="../media/image6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3.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8.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jpg"/><Relationship Id="rId4" Type="http://schemas.openxmlformats.org/officeDocument/2006/relationships/image" Target="../media/image6.png"/><Relationship Id="rId9" Type="http://schemas.openxmlformats.org/officeDocument/2006/relationships/image" Target="../media/image62.png"/><Relationship Id="rId5" Type="http://schemas.openxmlformats.org/officeDocument/2006/relationships/image" Target="../media/image61.png"/><Relationship Id="rId6" Type="http://schemas.openxmlformats.org/officeDocument/2006/relationships/image" Target="../media/image68.jpg"/><Relationship Id="rId7" Type="http://schemas.openxmlformats.org/officeDocument/2006/relationships/image" Target="../media/image73.png"/><Relationship Id="rId8" Type="http://schemas.openxmlformats.org/officeDocument/2006/relationships/image" Target="../media/image66.jpg"/><Relationship Id="rId11" Type="http://schemas.openxmlformats.org/officeDocument/2006/relationships/image" Target="../media/image70.png"/><Relationship Id="rId10" Type="http://schemas.openxmlformats.org/officeDocument/2006/relationships/image" Target="../media/image6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5.jpg"/><Relationship Id="rId4" Type="http://schemas.openxmlformats.org/officeDocument/2006/relationships/image" Target="../media/image66.jpg"/><Relationship Id="rId5" Type="http://schemas.openxmlformats.org/officeDocument/2006/relationships/image" Target="../media/image77.jpg"/><Relationship Id="rId6" Type="http://schemas.openxmlformats.org/officeDocument/2006/relationships/image" Target="../media/image67.jpg"/><Relationship Id="rId7" Type="http://schemas.openxmlformats.org/officeDocument/2006/relationships/image" Target="../media/image68.jpg"/><Relationship Id="rId8" Type="http://schemas.openxmlformats.org/officeDocument/2006/relationships/image" Target="../media/image92.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jpg"/><Relationship Id="rId4" Type="http://schemas.openxmlformats.org/officeDocument/2006/relationships/image" Target="../media/image69.png"/><Relationship Id="rId9" Type="http://schemas.openxmlformats.org/officeDocument/2006/relationships/image" Target="../media/image79.jpg"/><Relationship Id="rId5" Type="http://schemas.openxmlformats.org/officeDocument/2006/relationships/image" Target="../media/image76.jpg"/><Relationship Id="rId6" Type="http://schemas.openxmlformats.org/officeDocument/2006/relationships/image" Target="../media/image75.jpg"/><Relationship Id="rId7" Type="http://schemas.openxmlformats.org/officeDocument/2006/relationships/image" Target="../media/image72.jpg"/><Relationship Id="rId8" Type="http://schemas.openxmlformats.org/officeDocument/2006/relationships/image" Target="../media/image74.jpg"/><Relationship Id="rId11" Type="http://schemas.openxmlformats.org/officeDocument/2006/relationships/image" Target="../media/image78.jpg"/><Relationship Id="rId10" Type="http://schemas.openxmlformats.org/officeDocument/2006/relationships/image" Target="../media/image73.png"/><Relationship Id="rId13" Type="http://schemas.openxmlformats.org/officeDocument/2006/relationships/image" Target="../media/image83.png"/><Relationship Id="rId12" Type="http://schemas.openxmlformats.org/officeDocument/2006/relationships/image" Target="../media/image62.png"/><Relationship Id="rId15" Type="http://schemas.openxmlformats.org/officeDocument/2006/relationships/image" Target="../media/image3.png"/><Relationship Id="rId14" Type="http://schemas.openxmlformats.org/officeDocument/2006/relationships/image" Target="../media/image7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jpg"/><Relationship Id="rId4" Type="http://schemas.openxmlformats.org/officeDocument/2006/relationships/image" Target="../media/image8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82.png"/><Relationship Id="rId4" Type="http://schemas.openxmlformats.org/officeDocument/2006/relationships/image" Target="../media/image84.png"/><Relationship Id="rId9" Type="http://schemas.openxmlformats.org/officeDocument/2006/relationships/image" Target="../media/image87.png"/><Relationship Id="rId5" Type="http://schemas.openxmlformats.org/officeDocument/2006/relationships/image" Target="../media/image90.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hyperlink" Target="https://www.linkedin.com/company/neo-consulting/" TargetMode="External"/><Relationship Id="rId11" Type="http://schemas.openxmlformats.org/officeDocument/2006/relationships/image" Target="../media/image93.png"/><Relationship Id="rId10" Type="http://schemas.openxmlformats.org/officeDocument/2006/relationships/hyperlink" Target="https://www.youtube.com/c/neoconsulting" TargetMode="External"/><Relationship Id="rId13" Type="http://schemas.openxmlformats.org/officeDocument/2006/relationships/image" Target="../media/image88.png"/><Relationship Id="rId12" Type="http://schemas.openxmlformats.org/officeDocument/2006/relationships/hyperlink" Target="https://www.facebook.com/neoconsulting/" TargetMode="External"/><Relationship Id="rId15" Type="http://schemas.openxmlformats.org/officeDocument/2006/relationships/image" Target="../media/image91.png"/><Relationship Id="rId14" Type="http://schemas.openxmlformats.org/officeDocument/2006/relationships/hyperlink" Target="https://www.instagram.com/neo_digita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_cover.png" id="29" name="Google Shape;29;p6"/>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30" name="Google Shape;30;p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1" name="Google Shape;31;p6"/>
          <p:cNvSpPr txBox="1"/>
          <p:nvPr/>
        </p:nvSpPr>
        <p:spPr>
          <a:xfrm>
            <a:off x="0" y="1975104"/>
            <a:ext cx="91440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Montserrat Black"/>
              <a:buNone/>
            </a:pPr>
            <a:r>
              <a:rPr b="1" i="0" lang="en-US" sz="4100" u="none" cap="none" strike="noStrike">
                <a:solidFill>
                  <a:srgbClr val="FFFFFF"/>
                </a:solidFill>
                <a:latin typeface="Montserrat Black"/>
                <a:ea typeface="Montserrat Black"/>
                <a:cs typeface="Montserrat Black"/>
                <a:sym typeface="Montserrat Black"/>
              </a:rPr>
              <a:t>Neo Consulting</a:t>
            </a:r>
            <a:endParaRPr b="0" i="0" sz="4100" u="none" cap="none" strike="noStrike">
              <a:solidFill>
                <a:schemeClr val="dk1"/>
              </a:solidFill>
              <a:latin typeface="Calibri"/>
              <a:ea typeface="Calibri"/>
              <a:cs typeface="Calibri"/>
              <a:sym typeface="Calibri"/>
            </a:endParaRPr>
          </a:p>
        </p:txBody>
      </p:sp>
      <p:sp>
        <p:nvSpPr>
          <p:cNvPr id="32" name="Google Shape;32;p6"/>
          <p:cNvSpPr txBox="1"/>
          <p:nvPr/>
        </p:nvSpPr>
        <p:spPr>
          <a:xfrm>
            <a:off x="1289304" y="2971800"/>
            <a:ext cx="656539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E99FE"/>
              </a:buClr>
              <a:buSzPts val="1400"/>
              <a:buFont typeface="Montserrat Medium"/>
              <a:buNone/>
            </a:pPr>
            <a:r>
              <a:rPr b="0" i="0" lang="en-US" sz="1400" u="none" cap="none" strike="noStrike">
                <a:solidFill>
                  <a:srgbClr val="7E99FE"/>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chemeClr val="dk1"/>
              </a:solidFill>
              <a:latin typeface="Calibri"/>
              <a:ea typeface="Calibri"/>
              <a:cs typeface="Calibri"/>
              <a:sym typeface="Calibri"/>
            </a:endParaRPr>
          </a:p>
        </p:txBody>
      </p:sp>
      <p:sp>
        <p:nvSpPr>
          <p:cNvPr id="33" name="Google Shape;33;p6"/>
          <p:cNvSpPr txBox="1"/>
          <p:nvPr/>
        </p:nvSpPr>
        <p:spPr>
          <a:xfrm>
            <a:off x="0" y="4599432"/>
            <a:ext cx="914400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8" name="Shape 38"/>
        <p:cNvGrpSpPr/>
        <p:nvPr/>
      </p:nvGrpSpPr>
      <p:grpSpPr>
        <a:xfrm>
          <a:off x="0" y="0"/>
          <a:ext cx="0" cy="0"/>
          <a:chOff x="0" y="0"/>
          <a:chExt cx="0" cy="0"/>
        </a:xfrm>
      </p:grpSpPr>
      <p:pic>
        <p:nvPicPr>
          <p:cNvPr descr="bg_cover.png" id="39" name="Google Shape;39;p7"/>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40" name="Google Shape;40;p7"/>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1" name="Google Shape;41;p7"/>
          <p:cNvSpPr txBox="1"/>
          <p:nvPr/>
        </p:nvSpPr>
        <p:spPr>
          <a:xfrm>
            <a:off x="571500" y="181051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PROPUESTA</a:t>
            </a:r>
            <a:endParaRPr b="0" i="0" sz="1200" u="none" cap="none" strike="noStrike">
              <a:solidFill>
                <a:schemeClr val="dk1"/>
              </a:solidFill>
              <a:latin typeface="Calibri"/>
              <a:ea typeface="Calibri"/>
              <a:cs typeface="Calibri"/>
              <a:sym typeface="Calibri"/>
            </a:endParaRPr>
          </a:p>
        </p:txBody>
      </p:sp>
      <p:sp>
        <p:nvSpPr>
          <p:cNvPr id="42" name="Google Shape;42;p7"/>
          <p:cNvSpPr txBox="1"/>
          <p:nvPr/>
        </p:nvSpPr>
        <p:spPr>
          <a:xfrm>
            <a:off x="571500" y="2157984"/>
            <a:ext cx="8001000" cy="1188720"/>
          </a:xfrm>
          <a:prstGeom prst="rect">
            <a:avLst/>
          </a:prstGeom>
          <a:noFill/>
          <a:ln>
            <a:noFill/>
          </a:ln>
        </p:spPr>
        <p:txBody>
          <a:bodyPr anchorCtr="0" anchor="ctr" bIns="0" lIns="0" spcFirstLastPara="1" rIns="0" wrap="square" tIns="0">
            <a:noAutofit/>
          </a:bodyPr>
          <a:lstStyle/>
          <a:p>
            <a:pPr indent="0" lvl="0" marL="0" marR="0" rtl="0" algn="l">
              <a:lnSpc>
                <a:spcPct val="106000"/>
              </a:lnSpc>
              <a:spcBef>
                <a:spcPts val="0"/>
              </a:spcBef>
              <a:spcAft>
                <a:spcPts val="0"/>
              </a:spcAft>
              <a:buClr>
                <a:srgbClr val="FFFFFF"/>
              </a:buClr>
              <a:buSzPts val="3600"/>
              <a:buFont typeface="Montserrat ExtraBold"/>
              <a:buNone/>
            </a:pPr>
            <a:r>
              <a:rPr b="1" i="0" lang="en-US" sz="3600" u="none" cap="none" strike="noStrike">
                <a:solidFill>
                  <a:srgbClr val="FFFFFF"/>
                </a:solidFill>
                <a:latin typeface="Montserrat ExtraBold"/>
                <a:ea typeface="Montserrat ExtraBold"/>
                <a:cs typeface="Montserrat ExtraBold"/>
                <a:sym typeface="Montserrat ExtraBold"/>
              </a:rPr>
              <a:t>Nombre del servicio</a:t>
            </a:r>
            <a:endParaRPr b="0" i="0" sz="3600" u="none" cap="none" strike="noStrike">
              <a:solidFill>
                <a:schemeClr val="dk1"/>
              </a:solidFill>
              <a:latin typeface="Calibri"/>
              <a:ea typeface="Calibri"/>
              <a:cs typeface="Calibri"/>
              <a:sym typeface="Calibri"/>
            </a:endParaRPr>
          </a:p>
          <a:p>
            <a:pPr indent="0" lvl="0" marL="0" marR="0" rtl="0" algn="l">
              <a:lnSpc>
                <a:spcPct val="106000"/>
              </a:lnSpc>
              <a:spcBef>
                <a:spcPts val="0"/>
              </a:spcBef>
              <a:spcAft>
                <a:spcPts val="0"/>
              </a:spcAft>
              <a:buClr>
                <a:srgbClr val="7E99FE"/>
              </a:buClr>
              <a:buSzPts val="3600"/>
              <a:buFont typeface="Montserrat Black"/>
              <a:buNone/>
            </a:pPr>
            <a:r>
              <a:rPr b="1" i="1" lang="en-US" sz="3600" u="none" cap="none" strike="noStrike">
                <a:solidFill>
                  <a:srgbClr val="7E99FE"/>
                </a:solidFill>
                <a:latin typeface="Montserrat Black"/>
                <a:ea typeface="Montserrat Black"/>
                <a:cs typeface="Montserrat Black"/>
                <a:sym typeface="Montserrat Black"/>
              </a:rPr>
              <a:t>Área o alcance</a:t>
            </a:r>
            <a:endParaRPr b="0" i="0" sz="3600" u="none" cap="none" strike="noStrike">
              <a:solidFill>
                <a:schemeClr val="dk1"/>
              </a:solidFill>
              <a:latin typeface="Calibri"/>
              <a:ea typeface="Calibri"/>
              <a:cs typeface="Calibri"/>
              <a:sym typeface="Calibri"/>
            </a:endParaRPr>
          </a:p>
        </p:txBody>
      </p:sp>
      <p:sp>
        <p:nvSpPr>
          <p:cNvPr id="43" name="Google Shape;43;p7"/>
          <p:cNvSpPr txBox="1"/>
          <p:nvPr/>
        </p:nvSpPr>
        <p:spPr>
          <a:xfrm>
            <a:off x="571500" y="3675888"/>
            <a:ext cx="5486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300" u="none" cap="none" strike="noStrike">
              <a:solidFill>
                <a:schemeClr val="dk1"/>
              </a:solidFill>
              <a:latin typeface="Calibri"/>
              <a:ea typeface="Calibri"/>
              <a:cs typeface="Calibri"/>
              <a:sym typeface="Calibri"/>
            </a:endParaRPr>
          </a:p>
        </p:txBody>
      </p:sp>
      <p:sp>
        <p:nvSpPr>
          <p:cNvPr id="44" name="Google Shape;44;p7"/>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 name="Shape 48"/>
        <p:cNvGrpSpPr/>
        <p:nvPr/>
      </p:nvGrpSpPr>
      <p:grpSpPr>
        <a:xfrm>
          <a:off x="0" y="0"/>
          <a:ext cx="0" cy="0"/>
          <a:chOff x="0" y="0"/>
          <a:chExt cx="0" cy="0"/>
        </a:xfrm>
      </p:grpSpPr>
      <p:pic>
        <p:nvPicPr>
          <p:cNvPr descr="preencoded.png" id="49" name="Google Shape;49;p8"/>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50" name="Google Shape;50;p8"/>
          <p:cNvPicPr preferRelativeResize="0"/>
          <p:nvPr/>
        </p:nvPicPr>
        <p:blipFill rotWithShape="1">
          <a:blip r:embed="rId4">
            <a:alphaModFix/>
          </a:blip>
          <a:srcRect b="0" l="0" r="0" t="0"/>
          <a:stretch/>
        </p:blipFill>
        <p:spPr>
          <a:xfrm>
            <a:off x="581025" y="2205038"/>
            <a:ext cx="4062412" cy="1662113"/>
          </a:xfrm>
          <a:prstGeom prst="rect">
            <a:avLst/>
          </a:prstGeom>
          <a:noFill/>
          <a:ln>
            <a:noFill/>
          </a:ln>
        </p:spPr>
      </p:pic>
      <p:pic>
        <p:nvPicPr>
          <p:cNvPr descr="preencoded.png" id="51" name="Google Shape;51;p8">
            <a:hlinkClick r:id="rId5"/>
          </p:cNvPr>
          <p:cNvPicPr preferRelativeResize="0"/>
          <p:nvPr/>
        </p:nvPicPr>
        <p:blipFill rotWithShape="1">
          <a:blip r:embed="rId6">
            <a:alphaModFix/>
          </a:blip>
          <a:srcRect b="0" l="0" r="0" t="0"/>
          <a:stretch/>
        </p:blipFill>
        <p:spPr>
          <a:xfrm>
            <a:off x="5200650" y="1357325"/>
            <a:ext cx="3371851" cy="2562249"/>
          </a:xfrm>
          <a:prstGeom prst="rect">
            <a:avLst/>
          </a:prstGeom>
          <a:noFill/>
          <a:ln>
            <a:noFill/>
          </a:ln>
          <a:effectLst>
            <a:outerShdw blurRad="171450" rotWithShape="0" algn="bl" dir="1920000" dist="76200">
              <a:srgbClr val="000000">
                <a:alpha val="7059"/>
              </a:srgbClr>
            </a:outerShdw>
          </a:effectLst>
        </p:spPr>
      </p:pic>
      <p:pic>
        <p:nvPicPr>
          <p:cNvPr descr="preencoded.png" id="52" name="Google Shape;52;p8"/>
          <p:cNvPicPr preferRelativeResize="0"/>
          <p:nvPr/>
        </p:nvPicPr>
        <p:blipFill rotWithShape="1">
          <a:blip r:embed="rId7">
            <a:alphaModFix/>
          </a:blip>
          <a:srcRect b="0" l="0" r="0" t="0"/>
          <a:stretch/>
        </p:blipFill>
        <p:spPr>
          <a:xfrm>
            <a:off x="571500" y="399119"/>
            <a:ext cx="1228470" cy="244749"/>
          </a:xfrm>
          <a:prstGeom prst="rect">
            <a:avLst/>
          </a:prstGeom>
          <a:noFill/>
          <a:ln>
            <a:noFill/>
          </a:ln>
        </p:spPr>
      </p:pic>
      <p:sp>
        <p:nvSpPr>
          <p:cNvPr id="53" name="Google Shape;53;p8"/>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54" name="Google Shape;54;p8"/>
          <p:cNvSpPr/>
          <p:nvPr/>
        </p:nvSpPr>
        <p:spPr>
          <a:xfrm>
            <a:off x="581025" y="2205038"/>
            <a:ext cx="4086300" cy="1371600"/>
          </a:xfrm>
          <a:prstGeom prst="rect">
            <a:avLst/>
          </a:prstGeom>
          <a:noFill/>
          <a:ln>
            <a:noFill/>
          </a:ln>
        </p:spPr>
        <p:txBody>
          <a:bodyPr anchorCtr="0" anchor="t" bIns="0" lIns="0" spcFirstLastPara="1" rIns="0" wrap="square" tIns="0">
            <a:noAutofit/>
          </a:bodyPr>
          <a:lstStyle/>
          <a:p>
            <a:pPr indent="0" lvl="0" marL="0" marR="0" rtl="0" algn="l">
              <a:lnSpc>
                <a:spcPct val="88166"/>
              </a:lnSpc>
              <a:spcBef>
                <a:spcPts val="0"/>
              </a:spcBef>
              <a:spcAft>
                <a:spcPts val="0"/>
              </a:spcAft>
              <a:buClr>
                <a:schemeClr val="lt1"/>
              </a:buClr>
              <a:buSzPts val="900"/>
              <a:buFont typeface="Montserrat ExtraBold"/>
              <a:buNone/>
            </a:pPr>
            <a:r>
              <a:rPr b="1" i="0" lang="en-US" sz="900" u="none" cap="none" strike="noStrike">
                <a:solidFill>
                  <a:srgbClr val="2B5BFC"/>
                </a:solidFill>
                <a:latin typeface="Montserrat ExtraBold"/>
                <a:ea typeface="Montserrat ExtraBold"/>
                <a:cs typeface="Montserrat ExtraBold"/>
                <a:sym typeface="Montserrat ExtraBold"/>
              </a:rPr>
              <a:t>MODELOS FRONTERA &amp; AGENTES </a:t>
            </a:r>
            <a:endParaRPr b="0" i="0" sz="900" u="none" cap="none" strike="noStrike">
              <a:solidFill>
                <a:srgbClr val="2B5BFC"/>
              </a:solidFill>
              <a:latin typeface="Calibri"/>
              <a:ea typeface="Calibri"/>
              <a:cs typeface="Calibri"/>
              <a:sym typeface="Calibri"/>
            </a:endParaRPr>
          </a:p>
          <a:p>
            <a:pPr indent="0" lvl="0" marL="0" marR="0" rtl="0" algn="l">
              <a:lnSpc>
                <a:spcPct val="105833"/>
              </a:lnSpc>
              <a:spcBef>
                <a:spcPts val="0"/>
              </a:spcBef>
              <a:spcAft>
                <a:spcPts val="0"/>
              </a:spcAft>
              <a:buClr>
                <a:srgbClr val="000000"/>
              </a:buClr>
              <a:buSzPts val="1200"/>
              <a:buFont typeface="Montserrat Medium"/>
              <a:buNone/>
            </a:pPr>
            <a:r>
              <a:t/>
            </a:r>
            <a:endParaRPr b="0" i="0" sz="1200" u="none" cap="none" strike="noStrike">
              <a:solidFill>
                <a:srgbClr val="000000"/>
              </a:solidFill>
              <a:latin typeface="Montserrat Medium"/>
              <a:ea typeface="Montserrat Medium"/>
              <a:cs typeface="Montserrat Medium"/>
              <a:sym typeface="Montserrat Medium"/>
            </a:endParaRPr>
          </a:p>
          <a:p>
            <a:pPr indent="0" lvl="0" marL="0" marR="0" rtl="0" algn="l">
              <a:lnSpc>
                <a:spcPct val="105833"/>
              </a:lnSpc>
              <a:spcBef>
                <a:spcPts val="0"/>
              </a:spcBef>
              <a:spcAft>
                <a:spcPts val="0"/>
              </a:spcAft>
              <a:buClr>
                <a:srgbClr val="000000"/>
              </a:buClr>
              <a:buSzPts val="1200"/>
              <a:buFont typeface="Montserrat Medium"/>
              <a:buNone/>
            </a:pPr>
            <a:r>
              <a:rPr b="0" i="0" lang="en-US" sz="1200" u="none" cap="none" strike="noStrike">
                <a:solidFill>
                  <a:srgbClr val="000000"/>
                </a:solidFill>
                <a:latin typeface="Montserrat Medium"/>
                <a:ea typeface="Montserrat Medium"/>
                <a:cs typeface="Montserrat Medium"/>
                <a:sym typeface="Montserrat Medium"/>
              </a:rPr>
              <a:t>Llevando la IA de la experimentación a la producción real. Construimos flujos de trabajo autónomos, agentes cognitivos y modelos especializados para resolver problemas complejos de negocio con optimización constante.</a:t>
            </a:r>
            <a:endParaRPr b="0" i="0" sz="1200" u="none" cap="none" strike="noStrike">
              <a:solidFill>
                <a:srgbClr val="000033"/>
              </a:solidFill>
              <a:latin typeface="Calibri"/>
              <a:ea typeface="Calibri"/>
              <a:cs typeface="Calibri"/>
              <a:sym typeface="Calibri"/>
            </a:endParaRPr>
          </a:p>
        </p:txBody>
      </p:sp>
      <p:sp>
        <p:nvSpPr>
          <p:cNvPr id="55" name="Google Shape;55;p8"/>
          <p:cNvSpPr/>
          <p:nvPr/>
        </p:nvSpPr>
        <p:spPr>
          <a:xfrm>
            <a:off x="790575" y="3705938"/>
            <a:ext cx="4010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D5BFF"/>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Nos ubicamos en: Calle Río de la Plata 167, San Isidro </a:t>
            </a:r>
            <a:endParaRPr b="0" i="0" sz="1100" u="none" cap="none" strike="noStrike">
              <a:solidFill>
                <a:srgbClr val="000033"/>
              </a:solidFill>
              <a:latin typeface="Calibri"/>
              <a:ea typeface="Calibri"/>
              <a:cs typeface="Calibri"/>
              <a:sym typeface="Calibri"/>
            </a:endParaRPr>
          </a:p>
        </p:txBody>
      </p:sp>
      <p:sp>
        <p:nvSpPr>
          <p:cNvPr id="56" name="Google Shape;56;p8"/>
          <p:cNvSpPr/>
          <p:nvPr/>
        </p:nvSpPr>
        <p:spPr>
          <a:xfrm>
            <a:off x="571500" y="1357313"/>
            <a:ext cx="1109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INNOVACIÓN </a:t>
            </a:r>
            <a:endParaRPr b="0" i="0" sz="1100" u="none" cap="none" strike="noStrike">
              <a:solidFill>
                <a:srgbClr val="000033"/>
              </a:solidFill>
              <a:latin typeface="Calibri"/>
              <a:ea typeface="Calibri"/>
              <a:cs typeface="Calibri"/>
              <a:sym typeface="Calibri"/>
            </a:endParaRPr>
          </a:p>
        </p:txBody>
      </p:sp>
      <p:sp>
        <p:nvSpPr>
          <p:cNvPr id="57" name="Google Shape;57;p8"/>
          <p:cNvSpPr/>
          <p:nvPr/>
        </p:nvSpPr>
        <p:spPr>
          <a:xfrm>
            <a:off x="571500" y="1647825"/>
            <a:ext cx="16956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NEO</a:t>
            </a:r>
            <a:r>
              <a:rPr b="1" i="1" lang="en-US" sz="2100" u="none" cap="none" strike="noStrike">
                <a:solidFill>
                  <a:srgbClr val="000033"/>
                </a:solidFill>
                <a:latin typeface="Montserrat Black"/>
                <a:ea typeface="Montserrat Black"/>
                <a:cs typeface="Montserrat Black"/>
                <a:sym typeface="Montserrat Black"/>
              </a:rPr>
              <a:t> </a:t>
            </a:r>
            <a:r>
              <a:rPr b="1" i="1" lang="en-US" sz="2100" u="none" cap="none" strike="noStrike">
                <a:solidFill>
                  <a:srgbClr val="2B5BFC"/>
                </a:solidFill>
                <a:latin typeface="Montserrat Black"/>
                <a:ea typeface="Montserrat Black"/>
                <a:cs typeface="Montserrat Black"/>
                <a:sym typeface="Montserrat Black"/>
              </a:rPr>
              <a:t>AI Lab</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58" name="Google Shape;58;p8"/>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3" name="Shape 63"/>
        <p:cNvGrpSpPr/>
        <p:nvPr/>
      </p:nvGrpSpPr>
      <p:grpSpPr>
        <a:xfrm>
          <a:off x="0" y="0"/>
          <a:ext cx="0" cy="0"/>
          <a:chOff x="0" y="0"/>
          <a:chExt cx="0" cy="0"/>
        </a:xfrm>
      </p:grpSpPr>
      <p:pic>
        <p:nvPicPr>
          <p:cNvPr descr="preencoded.png" id="64" name="Google Shape;64;p9"/>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65" name="Google Shape;65;p9"/>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6" name="Google Shape;66;p9"/>
          <p:cNvPicPr preferRelativeResize="0"/>
          <p:nvPr/>
        </p:nvPicPr>
        <p:blipFill rotWithShape="1">
          <a:blip r:embed="rId5">
            <a:alphaModFix/>
          </a:blip>
          <a:srcRect b="0" l="0" r="0" t="0"/>
          <a:stretch/>
        </p:blipFill>
        <p:spPr>
          <a:xfrm>
            <a:off x="485775" y="2562225"/>
            <a:ext cx="8172451" cy="1576387"/>
          </a:xfrm>
          <a:prstGeom prst="rect">
            <a:avLst/>
          </a:prstGeom>
          <a:noFill/>
          <a:ln>
            <a:noFill/>
          </a:ln>
        </p:spPr>
      </p:pic>
      <p:sp>
        <p:nvSpPr>
          <p:cNvPr id="67" name="Google Shape;67;p9"/>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8" name="Google Shape;68;p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9" name="Google Shape;69;p9"/>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70" name="Google Shape;70;p9"/>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71" name="Google Shape;71;p9"/>
          <p:cNvSpPr/>
          <p:nvPr/>
        </p:nvSpPr>
        <p:spPr>
          <a:xfrm>
            <a:off x="723900" y="2771775"/>
            <a:ext cx="7287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72" name="Google Shape;72;p9"/>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73" name="Google Shape;73;p9"/>
          <p:cNvSpPr/>
          <p:nvPr/>
        </p:nvSpPr>
        <p:spPr>
          <a:xfrm>
            <a:off x="2762250" y="2771775"/>
            <a:ext cx="1066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74" name="Google Shape;74;p9"/>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75" name="Google Shape;75;p9"/>
          <p:cNvSpPr/>
          <p:nvPr/>
        </p:nvSpPr>
        <p:spPr>
          <a:xfrm>
            <a:off x="4800600" y="2771775"/>
            <a:ext cx="9525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6" name="Google Shape;76;p9"/>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77" name="Google Shape;77;p9"/>
          <p:cNvSpPr/>
          <p:nvPr/>
        </p:nvSpPr>
        <p:spPr>
          <a:xfrm>
            <a:off x="6838950" y="2771775"/>
            <a:ext cx="1081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8" name="Google Shape;78;p9"/>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3" name="Shape 83"/>
        <p:cNvGrpSpPr/>
        <p:nvPr/>
      </p:nvGrpSpPr>
      <p:grpSpPr>
        <a:xfrm>
          <a:off x="0" y="0"/>
          <a:ext cx="0" cy="0"/>
          <a:chOff x="0" y="0"/>
          <a:chExt cx="0" cy="0"/>
        </a:xfrm>
      </p:grpSpPr>
      <p:pic>
        <p:nvPicPr>
          <p:cNvPr descr="preencoded.png" id="84" name="Google Shape;84;p10"/>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5" name="Google Shape;85;p10"/>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86" name="Google Shape;86;p10"/>
          <p:cNvPicPr preferRelativeResize="0"/>
          <p:nvPr/>
        </p:nvPicPr>
        <p:blipFill rotWithShape="1">
          <a:blip r:embed="rId5">
            <a:alphaModFix/>
          </a:blip>
          <a:srcRect b="0" l="0" r="0" t="0"/>
          <a:stretch/>
        </p:blipFill>
        <p:spPr>
          <a:xfrm>
            <a:off x="1896363" y="2321613"/>
            <a:ext cx="2712792" cy="971509"/>
          </a:xfrm>
          <a:prstGeom prst="rect">
            <a:avLst/>
          </a:prstGeom>
          <a:noFill/>
          <a:ln>
            <a:noFill/>
          </a:ln>
        </p:spPr>
      </p:pic>
      <p:pic>
        <p:nvPicPr>
          <p:cNvPr descr="preencoded.png" id="87" name="Google Shape;87;p10"/>
          <p:cNvPicPr preferRelativeResize="0"/>
          <p:nvPr/>
        </p:nvPicPr>
        <p:blipFill rotWithShape="1">
          <a:blip r:embed="rId5">
            <a:alphaModFix/>
          </a:blip>
          <a:srcRect b="0" l="0" r="0" t="0"/>
          <a:stretch/>
        </p:blipFill>
        <p:spPr>
          <a:xfrm>
            <a:off x="4534849" y="2321613"/>
            <a:ext cx="2712792" cy="971509"/>
          </a:xfrm>
          <a:prstGeom prst="rect">
            <a:avLst/>
          </a:prstGeom>
          <a:noFill/>
          <a:ln>
            <a:noFill/>
          </a:ln>
        </p:spPr>
      </p:pic>
      <p:pic>
        <p:nvPicPr>
          <p:cNvPr descr="preencoded.png" id="88" name="Google Shape;88;p10"/>
          <p:cNvPicPr preferRelativeResize="0"/>
          <p:nvPr/>
        </p:nvPicPr>
        <p:blipFill rotWithShape="1">
          <a:blip r:embed="rId5">
            <a:alphaModFix/>
          </a:blip>
          <a:srcRect b="0" l="0" r="0" t="0"/>
          <a:stretch/>
        </p:blipFill>
        <p:spPr>
          <a:xfrm>
            <a:off x="1896363" y="3213490"/>
            <a:ext cx="2712792" cy="971509"/>
          </a:xfrm>
          <a:prstGeom prst="rect">
            <a:avLst/>
          </a:prstGeom>
          <a:noFill/>
          <a:ln>
            <a:noFill/>
          </a:ln>
        </p:spPr>
      </p:pic>
      <p:pic>
        <p:nvPicPr>
          <p:cNvPr descr="preencoded.png" id="89" name="Google Shape;89;p10"/>
          <p:cNvPicPr preferRelativeResize="0"/>
          <p:nvPr/>
        </p:nvPicPr>
        <p:blipFill rotWithShape="1">
          <a:blip r:embed="rId5">
            <a:alphaModFix/>
          </a:blip>
          <a:srcRect b="0" l="0" r="0" t="0"/>
          <a:stretch/>
        </p:blipFill>
        <p:spPr>
          <a:xfrm>
            <a:off x="4534849" y="3213490"/>
            <a:ext cx="2712792" cy="971509"/>
          </a:xfrm>
          <a:prstGeom prst="rect">
            <a:avLst/>
          </a:prstGeom>
          <a:noFill/>
          <a:ln>
            <a:noFill/>
          </a:ln>
        </p:spPr>
      </p:pic>
      <p:sp>
        <p:nvSpPr>
          <p:cNvPr id="90" name="Google Shape;90;p10"/>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1" name="Google Shape;91;p10"/>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92" name="Google Shape;92;p10"/>
          <p:cNvSpPr/>
          <p:nvPr/>
        </p:nvSpPr>
        <p:spPr>
          <a:xfrm>
            <a:off x="571500" y="1085850"/>
            <a:ext cx="45912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partners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93" name="Google Shape;93;p10"/>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94" name="Google Shape;94;p10"/>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B5BFC"/>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95" name="Google Shape;95;p10"/>
          <p:cNvPicPr preferRelativeResize="0"/>
          <p:nvPr/>
        </p:nvPicPr>
        <p:blipFill rotWithShape="1">
          <a:blip r:embed="rId6">
            <a:alphaModFix/>
          </a:blip>
          <a:srcRect b="0" l="0" r="0" t="0"/>
          <a:stretch/>
        </p:blipFill>
        <p:spPr>
          <a:xfrm>
            <a:off x="2239304" y="2409215"/>
            <a:ext cx="2026927" cy="716700"/>
          </a:xfrm>
          <a:prstGeom prst="rect">
            <a:avLst/>
          </a:prstGeom>
          <a:noFill/>
          <a:ln>
            <a:noFill/>
          </a:ln>
        </p:spPr>
      </p:pic>
      <p:pic>
        <p:nvPicPr>
          <p:cNvPr id="96" name="Google Shape;96;p10"/>
          <p:cNvPicPr preferRelativeResize="0"/>
          <p:nvPr/>
        </p:nvPicPr>
        <p:blipFill rotWithShape="1">
          <a:blip r:embed="rId7">
            <a:alphaModFix/>
          </a:blip>
          <a:srcRect b="0" l="0" r="0" t="0"/>
          <a:stretch/>
        </p:blipFill>
        <p:spPr>
          <a:xfrm>
            <a:off x="2166391" y="3304477"/>
            <a:ext cx="2223933" cy="716701"/>
          </a:xfrm>
          <a:prstGeom prst="rect">
            <a:avLst/>
          </a:prstGeom>
          <a:noFill/>
          <a:ln>
            <a:noFill/>
          </a:ln>
        </p:spPr>
      </p:pic>
      <p:pic>
        <p:nvPicPr>
          <p:cNvPr descr="preencoded.png" id="97" name="Google Shape;97;p10"/>
          <p:cNvPicPr preferRelativeResize="0"/>
          <p:nvPr/>
        </p:nvPicPr>
        <p:blipFill rotWithShape="1">
          <a:blip r:embed="rId8">
            <a:alphaModFix/>
          </a:blip>
          <a:srcRect b="0" l="0" r="0" t="0"/>
          <a:stretch/>
        </p:blipFill>
        <p:spPr>
          <a:xfrm>
            <a:off x="5475486" y="2351794"/>
            <a:ext cx="831543" cy="831543"/>
          </a:xfrm>
          <a:prstGeom prst="rect">
            <a:avLst/>
          </a:prstGeom>
          <a:noFill/>
          <a:ln>
            <a:noFill/>
          </a:ln>
        </p:spPr>
      </p:pic>
      <p:pic>
        <p:nvPicPr>
          <p:cNvPr id="98" name="Google Shape;98;p10"/>
          <p:cNvPicPr preferRelativeResize="0"/>
          <p:nvPr/>
        </p:nvPicPr>
        <p:blipFill rotWithShape="1">
          <a:blip r:embed="rId9">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03" name="Shape 103"/>
        <p:cNvGrpSpPr/>
        <p:nvPr/>
      </p:nvGrpSpPr>
      <p:grpSpPr>
        <a:xfrm>
          <a:off x="0" y="0"/>
          <a:ext cx="0" cy="0"/>
          <a:chOff x="0" y="0"/>
          <a:chExt cx="0" cy="0"/>
        </a:xfrm>
      </p:grpSpPr>
      <p:pic>
        <p:nvPicPr>
          <p:cNvPr descr="preencoded.png" id="104" name="Google Shape;104;p1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105" name="Google Shape;105;p11"/>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106" name="Google Shape;106;p11"/>
          <p:cNvPicPr preferRelativeResize="0"/>
          <p:nvPr/>
        </p:nvPicPr>
        <p:blipFill rotWithShape="1">
          <a:blip r:embed="rId5">
            <a:alphaModFix/>
          </a:blip>
          <a:srcRect b="0" l="0" r="0" t="0"/>
          <a:stretch/>
        </p:blipFill>
        <p:spPr>
          <a:xfrm>
            <a:off x="490538" y="1604963"/>
            <a:ext cx="2771775" cy="1452562"/>
          </a:xfrm>
          <a:prstGeom prst="rect">
            <a:avLst/>
          </a:prstGeom>
          <a:noFill/>
          <a:ln>
            <a:noFill/>
          </a:ln>
        </p:spPr>
      </p:pic>
      <p:pic>
        <p:nvPicPr>
          <p:cNvPr descr="preencoded.png" id="107" name="Google Shape;107;p11"/>
          <p:cNvPicPr preferRelativeResize="0"/>
          <p:nvPr/>
        </p:nvPicPr>
        <p:blipFill rotWithShape="1">
          <a:blip r:embed="rId5">
            <a:alphaModFix/>
          </a:blip>
          <a:srcRect b="0" l="0" r="0" t="0"/>
          <a:stretch/>
        </p:blipFill>
        <p:spPr>
          <a:xfrm>
            <a:off x="3186113" y="1604963"/>
            <a:ext cx="2771775" cy="1452562"/>
          </a:xfrm>
          <a:prstGeom prst="rect">
            <a:avLst/>
          </a:prstGeom>
          <a:noFill/>
          <a:ln>
            <a:noFill/>
          </a:ln>
        </p:spPr>
      </p:pic>
      <p:pic>
        <p:nvPicPr>
          <p:cNvPr descr="preencoded.png" id="108" name="Google Shape;108;p11"/>
          <p:cNvPicPr preferRelativeResize="0"/>
          <p:nvPr/>
        </p:nvPicPr>
        <p:blipFill rotWithShape="1">
          <a:blip r:embed="rId6">
            <a:alphaModFix/>
          </a:blip>
          <a:srcRect b="0" l="0" r="0" t="0"/>
          <a:stretch/>
        </p:blipFill>
        <p:spPr>
          <a:xfrm>
            <a:off x="5881688" y="1604963"/>
            <a:ext cx="2776538" cy="1452562"/>
          </a:xfrm>
          <a:prstGeom prst="rect">
            <a:avLst/>
          </a:prstGeom>
          <a:noFill/>
          <a:ln>
            <a:noFill/>
          </a:ln>
        </p:spPr>
      </p:pic>
      <p:pic>
        <p:nvPicPr>
          <p:cNvPr descr="preencoded.png" id="109" name="Google Shape;109;p11"/>
          <p:cNvPicPr preferRelativeResize="0"/>
          <p:nvPr/>
        </p:nvPicPr>
        <p:blipFill rotWithShape="1">
          <a:blip r:embed="rId5">
            <a:alphaModFix/>
          </a:blip>
          <a:srcRect b="0" l="0" r="0" t="0"/>
          <a:stretch/>
        </p:blipFill>
        <p:spPr>
          <a:xfrm>
            <a:off x="490538" y="3086100"/>
            <a:ext cx="2771775" cy="1452563"/>
          </a:xfrm>
          <a:prstGeom prst="rect">
            <a:avLst/>
          </a:prstGeom>
          <a:noFill/>
          <a:ln>
            <a:noFill/>
          </a:ln>
        </p:spPr>
      </p:pic>
      <p:pic>
        <p:nvPicPr>
          <p:cNvPr descr="preencoded.png" id="110" name="Google Shape;110;p11"/>
          <p:cNvPicPr preferRelativeResize="0"/>
          <p:nvPr/>
        </p:nvPicPr>
        <p:blipFill rotWithShape="1">
          <a:blip r:embed="rId5">
            <a:alphaModFix/>
          </a:blip>
          <a:srcRect b="0" l="0" r="0" t="0"/>
          <a:stretch/>
        </p:blipFill>
        <p:spPr>
          <a:xfrm>
            <a:off x="3186113" y="3086100"/>
            <a:ext cx="2771775" cy="1452563"/>
          </a:xfrm>
          <a:prstGeom prst="rect">
            <a:avLst/>
          </a:prstGeom>
          <a:noFill/>
          <a:ln>
            <a:noFill/>
          </a:ln>
        </p:spPr>
      </p:pic>
      <p:pic>
        <p:nvPicPr>
          <p:cNvPr descr="preencoded.png" id="111" name="Google Shape;111;p11"/>
          <p:cNvPicPr preferRelativeResize="0"/>
          <p:nvPr/>
        </p:nvPicPr>
        <p:blipFill rotWithShape="1">
          <a:blip r:embed="rId6">
            <a:alphaModFix/>
          </a:blip>
          <a:srcRect b="0" l="0" r="0" t="0"/>
          <a:stretch/>
        </p:blipFill>
        <p:spPr>
          <a:xfrm>
            <a:off x="5881688" y="3086100"/>
            <a:ext cx="2776538" cy="1452563"/>
          </a:xfrm>
          <a:prstGeom prst="rect">
            <a:avLst/>
          </a:prstGeom>
          <a:noFill/>
          <a:ln>
            <a:noFill/>
          </a:ln>
        </p:spPr>
      </p:pic>
      <p:sp>
        <p:nvSpPr>
          <p:cNvPr id="112" name="Google Shape;112;p11"/>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113" name="Google Shape;113;p1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14" name="Google Shape;114;p11"/>
          <p:cNvSpPr/>
          <p:nvPr/>
        </p:nvSpPr>
        <p:spPr>
          <a:xfrm>
            <a:off x="3143250" y="1052513"/>
            <a:ext cx="43767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15" name="Google Shape;115;p11"/>
          <p:cNvSpPr/>
          <p:nvPr/>
        </p:nvSpPr>
        <p:spPr>
          <a:xfrm>
            <a:off x="671513" y="1038225"/>
            <a:ext cx="1794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16" name="Google Shape;116;p11"/>
          <p:cNvSpPr/>
          <p:nvPr/>
        </p:nvSpPr>
        <p:spPr>
          <a:xfrm>
            <a:off x="671513" y="1214438"/>
            <a:ext cx="24147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Clientes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17" name="Google Shape;117;p11"/>
          <p:cNvSpPr/>
          <p:nvPr/>
        </p:nvSpPr>
        <p:spPr>
          <a:xfrm>
            <a:off x="690563"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18" name="Google Shape;118;p11"/>
          <p:cNvSpPr/>
          <p:nvPr/>
        </p:nvSpPr>
        <p:spPr>
          <a:xfrm>
            <a:off x="3386138"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19" name="Google Shape;119;p11"/>
          <p:cNvSpPr/>
          <p:nvPr/>
        </p:nvSpPr>
        <p:spPr>
          <a:xfrm>
            <a:off x="6081713" y="1738313"/>
            <a:ext cx="25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20" name="Google Shape;120;p11"/>
          <p:cNvSpPr/>
          <p:nvPr/>
        </p:nvSpPr>
        <p:spPr>
          <a:xfrm>
            <a:off x="690563"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21" name="Google Shape;121;p11"/>
          <p:cNvSpPr/>
          <p:nvPr/>
        </p:nvSpPr>
        <p:spPr>
          <a:xfrm>
            <a:off x="3386138"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22" name="Google Shape;122;p11"/>
          <p:cNvSpPr/>
          <p:nvPr/>
        </p:nvSpPr>
        <p:spPr>
          <a:xfrm>
            <a:off x="6019850" y="3221925"/>
            <a:ext cx="2500200" cy="1452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23" name="Google Shape;123;p11"/>
          <p:cNvPicPr preferRelativeResize="0"/>
          <p:nvPr/>
        </p:nvPicPr>
        <p:blipFill rotWithShape="1">
          <a:blip r:embed="rId7">
            <a:alphaModFix/>
          </a:blip>
          <a:srcRect b="0" l="0" r="0" t="0"/>
          <a:stretch/>
        </p:blipFill>
        <p:spPr>
          <a:xfrm>
            <a:off x="865204" y="2043472"/>
            <a:ext cx="535765" cy="136724"/>
          </a:xfrm>
          <a:prstGeom prst="rect">
            <a:avLst/>
          </a:prstGeom>
          <a:noFill/>
          <a:ln>
            <a:noFill/>
          </a:ln>
        </p:spPr>
      </p:pic>
      <p:pic>
        <p:nvPicPr>
          <p:cNvPr id="124" name="Google Shape;124;p11"/>
          <p:cNvPicPr preferRelativeResize="0"/>
          <p:nvPr/>
        </p:nvPicPr>
        <p:blipFill rotWithShape="1">
          <a:blip r:embed="rId8">
            <a:alphaModFix/>
          </a:blip>
          <a:srcRect b="0" l="0" r="0" t="0"/>
          <a:stretch/>
        </p:blipFill>
        <p:spPr>
          <a:xfrm>
            <a:off x="1515203" y="2026763"/>
            <a:ext cx="520563" cy="163738"/>
          </a:xfrm>
          <a:prstGeom prst="rect">
            <a:avLst/>
          </a:prstGeom>
          <a:noFill/>
          <a:ln>
            <a:noFill/>
          </a:ln>
        </p:spPr>
      </p:pic>
      <p:pic>
        <p:nvPicPr>
          <p:cNvPr id="125" name="Google Shape;125;p11"/>
          <p:cNvPicPr preferRelativeResize="0"/>
          <p:nvPr/>
        </p:nvPicPr>
        <p:blipFill rotWithShape="1">
          <a:blip r:embed="rId9">
            <a:alphaModFix/>
          </a:blip>
          <a:srcRect b="0" l="0" r="0" t="0"/>
          <a:stretch/>
        </p:blipFill>
        <p:spPr>
          <a:xfrm>
            <a:off x="881767" y="2269021"/>
            <a:ext cx="634855" cy="331903"/>
          </a:xfrm>
          <a:prstGeom prst="rect">
            <a:avLst/>
          </a:prstGeom>
          <a:noFill/>
          <a:ln>
            <a:noFill/>
          </a:ln>
        </p:spPr>
      </p:pic>
      <p:pic>
        <p:nvPicPr>
          <p:cNvPr id="126" name="Google Shape;126;p11"/>
          <p:cNvPicPr preferRelativeResize="0"/>
          <p:nvPr/>
        </p:nvPicPr>
        <p:blipFill rotWithShape="1">
          <a:blip r:embed="rId10">
            <a:alphaModFix/>
          </a:blip>
          <a:srcRect b="0" l="0" r="0" t="0"/>
          <a:stretch/>
        </p:blipFill>
        <p:spPr>
          <a:xfrm>
            <a:off x="2150005" y="1995375"/>
            <a:ext cx="727248" cy="226505"/>
          </a:xfrm>
          <a:prstGeom prst="rect">
            <a:avLst/>
          </a:prstGeom>
          <a:noFill/>
          <a:ln>
            <a:noFill/>
          </a:ln>
        </p:spPr>
      </p:pic>
      <p:pic>
        <p:nvPicPr>
          <p:cNvPr id="127" name="Google Shape;127;p11"/>
          <p:cNvPicPr preferRelativeResize="0"/>
          <p:nvPr/>
        </p:nvPicPr>
        <p:blipFill rotWithShape="1">
          <a:blip r:embed="rId11">
            <a:alphaModFix/>
          </a:blip>
          <a:srcRect b="0" l="0" r="0" t="0"/>
          <a:stretch/>
        </p:blipFill>
        <p:spPr>
          <a:xfrm>
            <a:off x="1622104" y="2308271"/>
            <a:ext cx="425080" cy="226507"/>
          </a:xfrm>
          <a:prstGeom prst="rect">
            <a:avLst/>
          </a:prstGeom>
          <a:noFill/>
          <a:ln>
            <a:noFill/>
          </a:ln>
        </p:spPr>
      </p:pic>
      <p:pic>
        <p:nvPicPr>
          <p:cNvPr id="128" name="Google Shape;128;p11"/>
          <p:cNvPicPr preferRelativeResize="0"/>
          <p:nvPr/>
        </p:nvPicPr>
        <p:blipFill rotWithShape="1">
          <a:blip r:embed="rId12">
            <a:alphaModFix/>
          </a:blip>
          <a:srcRect b="0" l="0" r="0" t="0"/>
          <a:stretch/>
        </p:blipFill>
        <p:spPr>
          <a:xfrm>
            <a:off x="2152672" y="2330112"/>
            <a:ext cx="734991" cy="253373"/>
          </a:xfrm>
          <a:prstGeom prst="rect">
            <a:avLst/>
          </a:prstGeom>
          <a:noFill/>
          <a:ln>
            <a:noFill/>
          </a:ln>
        </p:spPr>
      </p:pic>
      <p:pic>
        <p:nvPicPr>
          <p:cNvPr id="129" name="Google Shape;129;p11"/>
          <p:cNvPicPr preferRelativeResize="0"/>
          <p:nvPr/>
        </p:nvPicPr>
        <p:blipFill rotWithShape="1">
          <a:blip r:embed="rId13">
            <a:alphaModFix/>
          </a:blip>
          <a:srcRect b="37814" l="2268" r="3232" t="40187"/>
          <a:stretch/>
        </p:blipFill>
        <p:spPr>
          <a:xfrm>
            <a:off x="895026" y="2641418"/>
            <a:ext cx="843625" cy="196382"/>
          </a:xfrm>
          <a:prstGeom prst="rect">
            <a:avLst/>
          </a:prstGeom>
          <a:noFill/>
          <a:ln>
            <a:noFill/>
          </a:ln>
        </p:spPr>
      </p:pic>
      <p:pic>
        <p:nvPicPr>
          <p:cNvPr id="130" name="Google Shape;130;p11"/>
          <p:cNvPicPr preferRelativeResize="0"/>
          <p:nvPr/>
        </p:nvPicPr>
        <p:blipFill rotWithShape="1">
          <a:blip r:embed="rId14">
            <a:alphaModFix/>
          </a:blip>
          <a:srcRect b="0" l="0" r="0" t="0"/>
          <a:stretch/>
        </p:blipFill>
        <p:spPr>
          <a:xfrm>
            <a:off x="1912875" y="2641418"/>
            <a:ext cx="964368" cy="163734"/>
          </a:xfrm>
          <a:prstGeom prst="rect">
            <a:avLst/>
          </a:prstGeom>
          <a:noFill/>
          <a:ln>
            <a:noFill/>
          </a:ln>
        </p:spPr>
      </p:pic>
      <p:pic>
        <p:nvPicPr>
          <p:cNvPr id="131" name="Google Shape;131;p11"/>
          <p:cNvPicPr preferRelativeResize="0"/>
          <p:nvPr/>
        </p:nvPicPr>
        <p:blipFill rotWithShape="1">
          <a:blip r:embed="rId15">
            <a:alphaModFix/>
          </a:blip>
          <a:srcRect b="0" l="0" r="0" t="0"/>
          <a:stretch/>
        </p:blipFill>
        <p:spPr>
          <a:xfrm>
            <a:off x="3474250" y="2002262"/>
            <a:ext cx="714419" cy="279042"/>
          </a:xfrm>
          <a:prstGeom prst="rect">
            <a:avLst/>
          </a:prstGeom>
          <a:noFill/>
          <a:ln>
            <a:noFill/>
          </a:ln>
        </p:spPr>
      </p:pic>
      <p:pic>
        <p:nvPicPr>
          <p:cNvPr id="132" name="Google Shape;132;p11"/>
          <p:cNvPicPr preferRelativeResize="0"/>
          <p:nvPr/>
        </p:nvPicPr>
        <p:blipFill rotWithShape="1">
          <a:blip r:embed="rId16">
            <a:alphaModFix/>
          </a:blip>
          <a:srcRect b="0" l="0" r="0" t="0"/>
          <a:stretch/>
        </p:blipFill>
        <p:spPr>
          <a:xfrm>
            <a:off x="4299885" y="1994602"/>
            <a:ext cx="714419" cy="265799"/>
          </a:xfrm>
          <a:prstGeom prst="rect">
            <a:avLst/>
          </a:prstGeom>
          <a:noFill/>
          <a:ln>
            <a:noFill/>
          </a:ln>
        </p:spPr>
      </p:pic>
      <p:pic>
        <p:nvPicPr>
          <p:cNvPr id="133" name="Google Shape;133;p11"/>
          <p:cNvPicPr preferRelativeResize="0"/>
          <p:nvPr/>
        </p:nvPicPr>
        <p:blipFill rotWithShape="1">
          <a:blip r:embed="rId17">
            <a:alphaModFix/>
          </a:blip>
          <a:srcRect b="0" l="0" r="0" t="0"/>
          <a:stretch/>
        </p:blipFill>
        <p:spPr>
          <a:xfrm>
            <a:off x="5098812" y="1981026"/>
            <a:ext cx="557165" cy="292948"/>
          </a:xfrm>
          <a:prstGeom prst="rect">
            <a:avLst/>
          </a:prstGeom>
          <a:noFill/>
          <a:ln>
            <a:noFill/>
          </a:ln>
        </p:spPr>
      </p:pic>
      <p:pic>
        <p:nvPicPr>
          <p:cNvPr id="134" name="Google Shape;134;p11"/>
          <p:cNvPicPr preferRelativeResize="0"/>
          <p:nvPr/>
        </p:nvPicPr>
        <p:blipFill rotWithShape="1">
          <a:blip r:embed="rId18">
            <a:alphaModFix/>
          </a:blip>
          <a:srcRect b="0" l="0" r="0" t="0"/>
          <a:stretch/>
        </p:blipFill>
        <p:spPr>
          <a:xfrm>
            <a:off x="3492622" y="2346739"/>
            <a:ext cx="1072874" cy="170100"/>
          </a:xfrm>
          <a:prstGeom prst="rect">
            <a:avLst/>
          </a:prstGeom>
          <a:noFill/>
          <a:ln>
            <a:noFill/>
          </a:ln>
        </p:spPr>
      </p:pic>
      <p:pic>
        <p:nvPicPr>
          <p:cNvPr id="135" name="Google Shape;135;p11"/>
          <p:cNvPicPr preferRelativeResize="0"/>
          <p:nvPr/>
        </p:nvPicPr>
        <p:blipFill rotWithShape="1">
          <a:blip r:embed="rId19">
            <a:alphaModFix/>
          </a:blip>
          <a:srcRect b="0" l="0" r="0" t="0"/>
          <a:stretch/>
        </p:blipFill>
        <p:spPr>
          <a:xfrm>
            <a:off x="4697245" y="2319724"/>
            <a:ext cx="972554" cy="224129"/>
          </a:xfrm>
          <a:prstGeom prst="rect">
            <a:avLst/>
          </a:prstGeom>
          <a:noFill/>
          <a:ln>
            <a:noFill/>
          </a:ln>
        </p:spPr>
      </p:pic>
      <p:pic>
        <p:nvPicPr>
          <p:cNvPr id="136" name="Google Shape;136;p11"/>
          <p:cNvPicPr preferRelativeResize="0"/>
          <p:nvPr/>
        </p:nvPicPr>
        <p:blipFill rotWithShape="1">
          <a:blip r:embed="rId20">
            <a:alphaModFix/>
          </a:blip>
          <a:srcRect b="0" l="0" r="0" t="0"/>
          <a:stretch/>
        </p:blipFill>
        <p:spPr>
          <a:xfrm>
            <a:off x="4646432" y="2631481"/>
            <a:ext cx="792442" cy="142989"/>
          </a:xfrm>
          <a:prstGeom prst="rect">
            <a:avLst/>
          </a:prstGeom>
          <a:noFill/>
          <a:ln>
            <a:noFill/>
          </a:ln>
        </p:spPr>
      </p:pic>
      <p:pic>
        <p:nvPicPr>
          <p:cNvPr id="137" name="Google Shape;137;p11"/>
          <p:cNvPicPr preferRelativeResize="0"/>
          <p:nvPr/>
        </p:nvPicPr>
        <p:blipFill rotWithShape="1">
          <a:blip r:embed="rId21">
            <a:alphaModFix/>
          </a:blip>
          <a:srcRect b="0" l="0" r="0" t="0"/>
          <a:stretch/>
        </p:blipFill>
        <p:spPr>
          <a:xfrm>
            <a:off x="3492640" y="2590918"/>
            <a:ext cx="979774" cy="224128"/>
          </a:xfrm>
          <a:prstGeom prst="rect">
            <a:avLst/>
          </a:prstGeom>
          <a:noFill/>
          <a:ln>
            <a:noFill/>
          </a:ln>
        </p:spPr>
      </p:pic>
      <p:pic>
        <p:nvPicPr>
          <p:cNvPr id="138" name="Google Shape;138;p11"/>
          <p:cNvPicPr preferRelativeResize="0"/>
          <p:nvPr/>
        </p:nvPicPr>
        <p:blipFill rotWithShape="1">
          <a:blip r:embed="rId22">
            <a:alphaModFix/>
          </a:blip>
          <a:srcRect b="10" l="23542" r="22953" t="-10"/>
          <a:stretch/>
        </p:blipFill>
        <p:spPr>
          <a:xfrm>
            <a:off x="7827175" y="1994599"/>
            <a:ext cx="464548" cy="488376"/>
          </a:xfrm>
          <a:prstGeom prst="rect">
            <a:avLst/>
          </a:prstGeom>
          <a:noFill/>
          <a:ln>
            <a:noFill/>
          </a:ln>
        </p:spPr>
      </p:pic>
      <p:pic>
        <p:nvPicPr>
          <p:cNvPr id="139" name="Google Shape;139;p11"/>
          <p:cNvPicPr preferRelativeResize="0"/>
          <p:nvPr/>
        </p:nvPicPr>
        <p:blipFill rotWithShape="1">
          <a:blip r:embed="rId23">
            <a:alphaModFix/>
          </a:blip>
          <a:srcRect b="0" l="0" r="0" t="0"/>
          <a:stretch/>
        </p:blipFill>
        <p:spPr>
          <a:xfrm>
            <a:off x="6788042" y="2017794"/>
            <a:ext cx="763434" cy="217698"/>
          </a:xfrm>
          <a:prstGeom prst="rect">
            <a:avLst/>
          </a:prstGeom>
          <a:noFill/>
          <a:ln>
            <a:noFill/>
          </a:ln>
        </p:spPr>
      </p:pic>
      <p:pic>
        <p:nvPicPr>
          <p:cNvPr id="140" name="Google Shape;140;p11"/>
          <p:cNvPicPr preferRelativeResize="0"/>
          <p:nvPr/>
        </p:nvPicPr>
        <p:blipFill rotWithShape="1">
          <a:blip r:embed="rId24">
            <a:alphaModFix/>
          </a:blip>
          <a:srcRect b="0" l="0" r="0" t="0"/>
          <a:stretch/>
        </p:blipFill>
        <p:spPr>
          <a:xfrm>
            <a:off x="7731050" y="2580662"/>
            <a:ext cx="691638" cy="125360"/>
          </a:xfrm>
          <a:prstGeom prst="rect">
            <a:avLst/>
          </a:prstGeom>
          <a:noFill/>
          <a:ln>
            <a:noFill/>
          </a:ln>
        </p:spPr>
      </p:pic>
      <p:pic>
        <p:nvPicPr>
          <p:cNvPr id="141" name="Google Shape;141;p11"/>
          <p:cNvPicPr preferRelativeResize="0"/>
          <p:nvPr/>
        </p:nvPicPr>
        <p:blipFill rotWithShape="1">
          <a:blip r:embed="rId25">
            <a:alphaModFix/>
          </a:blip>
          <a:srcRect b="21388" l="6969" r="7939" t="16018"/>
          <a:stretch/>
        </p:blipFill>
        <p:spPr>
          <a:xfrm>
            <a:off x="6203376" y="2408361"/>
            <a:ext cx="434714" cy="319749"/>
          </a:xfrm>
          <a:prstGeom prst="rect">
            <a:avLst/>
          </a:prstGeom>
          <a:noFill/>
          <a:ln>
            <a:noFill/>
          </a:ln>
        </p:spPr>
      </p:pic>
      <p:pic>
        <p:nvPicPr>
          <p:cNvPr id="142" name="Google Shape;142;p11"/>
          <p:cNvPicPr preferRelativeResize="0"/>
          <p:nvPr/>
        </p:nvPicPr>
        <p:blipFill rotWithShape="1">
          <a:blip r:embed="rId26">
            <a:alphaModFix/>
          </a:blip>
          <a:srcRect b="0" l="0" r="0" t="0"/>
          <a:stretch/>
        </p:blipFill>
        <p:spPr>
          <a:xfrm>
            <a:off x="6794393" y="2288506"/>
            <a:ext cx="750742" cy="141962"/>
          </a:xfrm>
          <a:prstGeom prst="rect">
            <a:avLst/>
          </a:prstGeom>
          <a:noFill/>
          <a:ln>
            <a:noFill/>
          </a:ln>
        </p:spPr>
      </p:pic>
      <p:pic>
        <p:nvPicPr>
          <p:cNvPr id="143" name="Google Shape;143;p11"/>
          <p:cNvPicPr preferRelativeResize="0"/>
          <p:nvPr/>
        </p:nvPicPr>
        <p:blipFill rotWithShape="1">
          <a:blip r:embed="rId27">
            <a:alphaModFix/>
          </a:blip>
          <a:srcRect b="8537" l="3901" r="4515" t="8254"/>
          <a:stretch/>
        </p:blipFill>
        <p:spPr>
          <a:xfrm>
            <a:off x="6228735" y="1995375"/>
            <a:ext cx="384006" cy="348849"/>
          </a:xfrm>
          <a:prstGeom prst="rect">
            <a:avLst/>
          </a:prstGeom>
          <a:noFill/>
          <a:ln>
            <a:noFill/>
          </a:ln>
        </p:spPr>
      </p:pic>
      <p:pic>
        <p:nvPicPr>
          <p:cNvPr id="144" name="Google Shape;144;p11"/>
          <p:cNvPicPr preferRelativeResize="0"/>
          <p:nvPr/>
        </p:nvPicPr>
        <p:blipFill rotWithShape="1">
          <a:blip r:embed="rId28">
            <a:alphaModFix/>
          </a:blip>
          <a:srcRect b="37573" l="0" r="0" t="37834"/>
          <a:stretch/>
        </p:blipFill>
        <p:spPr>
          <a:xfrm>
            <a:off x="6744998" y="2537192"/>
            <a:ext cx="849538" cy="208922"/>
          </a:xfrm>
          <a:prstGeom prst="rect">
            <a:avLst/>
          </a:prstGeom>
          <a:noFill/>
          <a:ln>
            <a:noFill/>
          </a:ln>
        </p:spPr>
      </p:pic>
      <p:pic>
        <p:nvPicPr>
          <p:cNvPr id="145" name="Google Shape;145;p11"/>
          <p:cNvPicPr preferRelativeResize="0"/>
          <p:nvPr/>
        </p:nvPicPr>
        <p:blipFill rotWithShape="1">
          <a:blip r:embed="rId29">
            <a:alphaModFix/>
          </a:blip>
          <a:srcRect b="0" l="0" r="0" t="0"/>
          <a:stretch/>
        </p:blipFill>
        <p:spPr>
          <a:xfrm>
            <a:off x="764101" y="3518325"/>
            <a:ext cx="763610" cy="276693"/>
          </a:xfrm>
          <a:prstGeom prst="rect">
            <a:avLst/>
          </a:prstGeom>
          <a:noFill/>
          <a:ln>
            <a:noFill/>
          </a:ln>
        </p:spPr>
      </p:pic>
      <p:pic>
        <p:nvPicPr>
          <p:cNvPr id="146" name="Google Shape;146;p11"/>
          <p:cNvPicPr preferRelativeResize="0"/>
          <p:nvPr/>
        </p:nvPicPr>
        <p:blipFill rotWithShape="1">
          <a:blip r:embed="rId30">
            <a:alphaModFix/>
          </a:blip>
          <a:srcRect b="0" l="0" r="0" t="0"/>
          <a:stretch/>
        </p:blipFill>
        <p:spPr>
          <a:xfrm>
            <a:off x="1662375" y="3523164"/>
            <a:ext cx="1086735" cy="265166"/>
          </a:xfrm>
          <a:prstGeom prst="rect">
            <a:avLst/>
          </a:prstGeom>
          <a:noFill/>
          <a:ln>
            <a:noFill/>
          </a:ln>
        </p:spPr>
      </p:pic>
      <p:pic>
        <p:nvPicPr>
          <p:cNvPr id="147" name="Google Shape;147;p11"/>
          <p:cNvPicPr preferRelativeResize="0"/>
          <p:nvPr/>
        </p:nvPicPr>
        <p:blipFill rotWithShape="1">
          <a:blip r:embed="rId31">
            <a:alphaModFix/>
          </a:blip>
          <a:srcRect b="0" l="0" r="0" t="0"/>
          <a:stretch/>
        </p:blipFill>
        <p:spPr>
          <a:xfrm>
            <a:off x="764101" y="3902836"/>
            <a:ext cx="1232892" cy="296665"/>
          </a:xfrm>
          <a:prstGeom prst="rect">
            <a:avLst/>
          </a:prstGeom>
          <a:noFill/>
          <a:ln>
            <a:noFill/>
          </a:ln>
        </p:spPr>
      </p:pic>
      <p:pic>
        <p:nvPicPr>
          <p:cNvPr id="148" name="Google Shape;148;p11"/>
          <p:cNvPicPr preferRelativeResize="0"/>
          <p:nvPr/>
        </p:nvPicPr>
        <p:blipFill rotWithShape="1">
          <a:blip r:embed="rId32">
            <a:alphaModFix/>
          </a:blip>
          <a:srcRect b="0" l="0" r="0" t="0"/>
          <a:stretch/>
        </p:blipFill>
        <p:spPr>
          <a:xfrm>
            <a:off x="2092126" y="3962305"/>
            <a:ext cx="838784" cy="177750"/>
          </a:xfrm>
          <a:prstGeom prst="rect">
            <a:avLst/>
          </a:prstGeom>
          <a:noFill/>
          <a:ln>
            <a:noFill/>
          </a:ln>
        </p:spPr>
      </p:pic>
      <p:pic>
        <p:nvPicPr>
          <p:cNvPr id="149" name="Google Shape;149;p11"/>
          <p:cNvPicPr preferRelativeResize="0"/>
          <p:nvPr/>
        </p:nvPicPr>
        <p:blipFill rotWithShape="1">
          <a:blip r:embed="rId33">
            <a:alphaModFix/>
          </a:blip>
          <a:srcRect b="0" l="0" r="0" t="0"/>
          <a:stretch/>
        </p:blipFill>
        <p:spPr>
          <a:xfrm>
            <a:off x="3419926" y="3492006"/>
            <a:ext cx="723469" cy="184973"/>
          </a:xfrm>
          <a:prstGeom prst="rect">
            <a:avLst/>
          </a:prstGeom>
          <a:noFill/>
          <a:ln>
            <a:noFill/>
          </a:ln>
        </p:spPr>
      </p:pic>
      <p:pic>
        <p:nvPicPr>
          <p:cNvPr id="150" name="Google Shape;150;p11"/>
          <p:cNvPicPr preferRelativeResize="0"/>
          <p:nvPr/>
        </p:nvPicPr>
        <p:blipFill rotWithShape="1">
          <a:blip r:embed="rId34">
            <a:alphaModFix/>
          </a:blip>
          <a:srcRect b="0" l="0" r="0" t="0"/>
          <a:stretch/>
        </p:blipFill>
        <p:spPr>
          <a:xfrm>
            <a:off x="4208060" y="3493173"/>
            <a:ext cx="732743" cy="182624"/>
          </a:xfrm>
          <a:prstGeom prst="rect">
            <a:avLst/>
          </a:prstGeom>
          <a:noFill/>
          <a:ln>
            <a:noFill/>
          </a:ln>
        </p:spPr>
      </p:pic>
      <p:pic>
        <p:nvPicPr>
          <p:cNvPr id="151" name="Google Shape;151;p11"/>
          <p:cNvPicPr preferRelativeResize="0"/>
          <p:nvPr/>
        </p:nvPicPr>
        <p:blipFill rotWithShape="1">
          <a:blip r:embed="rId35">
            <a:alphaModFix/>
          </a:blip>
          <a:srcRect b="0" l="0" r="0" t="0"/>
          <a:stretch/>
        </p:blipFill>
        <p:spPr>
          <a:xfrm>
            <a:off x="5013171" y="3461644"/>
            <a:ext cx="727654" cy="222564"/>
          </a:xfrm>
          <a:prstGeom prst="rect">
            <a:avLst/>
          </a:prstGeom>
          <a:noFill/>
          <a:ln>
            <a:noFill/>
          </a:ln>
        </p:spPr>
      </p:pic>
      <p:pic>
        <p:nvPicPr>
          <p:cNvPr id="152" name="Google Shape;152;p11"/>
          <p:cNvPicPr preferRelativeResize="0"/>
          <p:nvPr/>
        </p:nvPicPr>
        <p:blipFill rotWithShape="1">
          <a:blip r:embed="rId36">
            <a:alphaModFix/>
          </a:blip>
          <a:srcRect b="51161" l="-624" r="0" t="-784"/>
          <a:stretch/>
        </p:blipFill>
        <p:spPr>
          <a:xfrm>
            <a:off x="3413956" y="3758032"/>
            <a:ext cx="737490" cy="129287"/>
          </a:xfrm>
          <a:prstGeom prst="rect">
            <a:avLst/>
          </a:prstGeom>
          <a:noFill/>
          <a:ln>
            <a:noFill/>
          </a:ln>
        </p:spPr>
      </p:pic>
      <p:pic>
        <p:nvPicPr>
          <p:cNvPr id="153" name="Google Shape;153;p11"/>
          <p:cNvPicPr preferRelativeResize="0"/>
          <p:nvPr/>
        </p:nvPicPr>
        <p:blipFill rotWithShape="1">
          <a:blip r:embed="rId37">
            <a:alphaModFix/>
          </a:blip>
          <a:srcRect b="14613" l="5819" r="3123" t="19856"/>
          <a:stretch/>
        </p:blipFill>
        <p:spPr>
          <a:xfrm>
            <a:off x="4208050" y="3758020"/>
            <a:ext cx="782976" cy="173150"/>
          </a:xfrm>
          <a:prstGeom prst="rect">
            <a:avLst/>
          </a:prstGeom>
          <a:noFill/>
          <a:ln>
            <a:noFill/>
          </a:ln>
        </p:spPr>
      </p:pic>
      <p:pic>
        <p:nvPicPr>
          <p:cNvPr id="154" name="Google Shape;154;p11"/>
          <p:cNvPicPr preferRelativeResize="0"/>
          <p:nvPr/>
        </p:nvPicPr>
        <p:blipFill rotWithShape="1">
          <a:blip r:embed="rId38">
            <a:alphaModFix/>
          </a:blip>
          <a:srcRect b="20058" l="0" r="0" t="19196"/>
          <a:stretch/>
        </p:blipFill>
        <p:spPr>
          <a:xfrm>
            <a:off x="5094187" y="3740663"/>
            <a:ext cx="607815" cy="192976"/>
          </a:xfrm>
          <a:prstGeom prst="rect">
            <a:avLst/>
          </a:prstGeom>
          <a:noFill/>
          <a:ln>
            <a:noFill/>
          </a:ln>
        </p:spPr>
      </p:pic>
      <p:pic>
        <p:nvPicPr>
          <p:cNvPr id="155" name="Google Shape;155;p11"/>
          <p:cNvPicPr preferRelativeResize="0"/>
          <p:nvPr/>
        </p:nvPicPr>
        <p:blipFill rotWithShape="1">
          <a:blip r:embed="rId39">
            <a:alphaModFix/>
          </a:blip>
          <a:srcRect b="37764" l="0" r="0" t="38972"/>
          <a:stretch/>
        </p:blipFill>
        <p:spPr>
          <a:xfrm>
            <a:off x="3419923" y="4034743"/>
            <a:ext cx="623867" cy="145136"/>
          </a:xfrm>
          <a:prstGeom prst="rect">
            <a:avLst/>
          </a:prstGeom>
          <a:noFill/>
          <a:ln>
            <a:noFill/>
          </a:ln>
        </p:spPr>
      </p:pic>
      <p:pic>
        <p:nvPicPr>
          <p:cNvPr id="156" name="Google Shape;156;p11"/>
          <p:cNvPicPr preferRelativeResize="0"/>
          <p:nvPr/>
        </p:nvPicPr>
        <p:blipFill rotWithShape="1">
          <a:blip r:embed="rId40">
            <a:alphaModFix/>
          </a:blip>
          <a:srcRect b="22704" l="0" r="0" t="23084"/>
          <a:stretch/>
        </p:blipFill>
        <p:spPr>
          <a:xfrm>
            <a:off x="4217718" y="3990110"/>
            <a:ext cx="884829" cy="205309"/>
          </a:xfrm>
          <a:prstGeom prst="rect">
            <a:avLst/>
          </a:prstGeom>
          <a:noFill/>
          <a:ln>
            <a:noFill/>
          </a:ln>
        </p:spPr>
      </p:pic>
      <p:pic>
        <p:nvPicPr>
          <p:cNvPr id="157" name="Google Shape;157;p11"/>
          <p:cNvPicPr preferRelativeResize="0"/>
          <p:nvPr/>
        </p:nvPicPr>
        <p:blipFill rotWithShape="1">
          <a:blip r:embed="rId41">
            <a:alphaModFix/>
          </a:blip>
          <a:srcRect b="30771" l="25863" r="25163" t="30371"/>
          <a:stretch/>
        </p:blipFill>
        <p:spPr>
          <a:xfrm>
            <a:off x="6137474" y="3468879"/>
            <a:ext cx="971443" cy="223181"/>
          </a:xfrm>
          <a:prstGeom prst="rect">
            <a:avLst/>
          </a:prstGeom>
          <a:noFill/>
          <a:ln>
            <a:noFill/>
          </a:ln>
        </p:spPr>
      </p:pic>
      <p:pic>
        <p:nvPicPr>
          <p:cNvPr id="158" name="Google Shape;158;p11"/>
          <p:cNvPicPr preferRelativeResize="0"/>
          <p:nvPr/>
        </p:nvPicPr>
        <p:blipFill rotWithShape="1">
          <a:blip r:embed="rId42">
            <a:alphaModFix/>
          </a:blip>
          <a:srcRect b="20333" l="4272" r="5016" t="20161"/>
          <a:stretch/>
        </p:blipFill>
        <p:spPr>
          <a:xfrm>
            <a:off x="7292717" y="3476901"/>
            <a:ext cx="1043316" cy="207146"/>
          </a:xfrm>
          <a:prstGeom prst="rect">
            <a:avLst/>
          </a:prstGeom>
          <a:noFill/>
          <a:ln>
            <a:noFill/>
          </a:ln>
        </p:spPr>
      </p:pic>
      <p:pic>
        <p:nvPicPr>
          <p:cNvPr id="159" name="Google Shape;159;p11"/>
          <p:cNvPicPr preferRelativeResize="0"/>
          <p:nvPr/>
        </p:nvPicPr>
        <p:blipFill rotWithShape="1">
          <a:blip r:embed="rId43">
            <a:alphaModFix/>
          </a:blip>
          <a:srcRect b="18913" l="3908" r="3491" t="15983"/>
          <a:stretch/>
        </p:blipFill>
        <p:spPr>
          <a:xfrm>
            <a:off x="6134400" y="3814688"/>
            <a:ext cx="1141516" cy="242666"/>
          </a:xfrm>
          <a:prstGeom prst="rect">
            <a:avLst/>
          </a:prstGeom>
          <a:noFill/>
          <a:ln>
            <a:noFill/>
          </a:ln>
        </p:spPr>
      </p:pic>
      <p:pic>
        <p:nvPicPr>
          <p:cNvPr id="160" name="Google Shape;160;p11"/>
          <p:cNvPicPr preferRelativeResize="0"/>
          <p:nvPr/>
        </p:nvPicPr>
        <p:blipFill rotWithShape="1">
          <a:blip r:embed="rId44">
            <a:alphaModFix/>
          </a:blip>
          <a:srcRect b="0" l="0" r="0" t="0"/>
          <a:stretch/>
        </p:blipFill>
        <p:spPr>
          <a:xfrm>
            <a:off x="7328036" y="3771360"/>
            <a:ext cx="1077464" cy="32932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65" name="Shape 165"/>
        <p:cNvGrpSpPr/>
        <p:nvPr/>
      </p:nvGrpSpPr>
      <p:grpSpPr>
        <a:xfrm>
          <a:off x="0" y="0"/>
          <a:ext cx="0" cy="0"/>
          <a:chOff x="0" y="0"/>
          <a:chExt cx="0" cy="0"/>
        </a:xfrm>
      </p:grpSpPr>
      <p:sp>
        <p:nvSpPr>
          <p:cNvPr id="166" name="Google Shape;166;p12"/>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167" name="Google Shape;167;p12"/>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168" name="Google Shape;168;p12"/>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2"/>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chemeClr val="dk1"/>
              </a:solidFill>
              <a:latin typeface="Calibri"/>
              <a:ea typeface="Calibri"/>
              <a:cs typeface="Calibri"/>
              <a:sym typeface="Calibri"/>
            </a:endParaRPr>
          </a:p>
        </p:txBody>
      </p:sp>
      <p:sp>
        <p:nvSpPr>
          <p:cNvPr id="170" name="Google Shape;170;p12"/>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a:t>
            </a:r>
            <a:endParaRPr b="0" i="0" sz="1200" u="none" cap="none" strike="noStrike">
              <a:solidFill>
                <a:schemeClr val="dk1"/>
              </a:solidFill>
              <a:latin typeface="Calibri"/>
              <a:ea typeface="Calibri"/>
              <a:cs typeface="Calibri"/>
              <a:sym typeface="Calibri"/>
            </a:endParaRPr>
          </a:p>
        </p:txBody>
      </p:sp>
      <p:sp>
        <p:nvSpPr>
          <p:cNvPr id="171" name="Google Shape;171;p12"/>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2"/>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chemeClr val="dk1"/>
              </a:solidFill>
              <a:latin typeface="Calibri"/>
              <a:ea typeface="Calibri"/>
              <a:cs typeface="Calibri"/>
              <a:sym typeface="Calibri"/>
            </a:endParaRPr>
          </a:p>
        </p:txBody>
      </p:sp>
      <p:sp>
        <p:nvSpPr>
          <p:cNvPr id="173" name="Google Shape;173;p12"/>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chemeClr val="dk1"/>
              </a:solidFill>
              <a:latin typeface="Calibri"/>
              <a:ea typeface="Calibri"/>
              <a:cs typeface="Calibri"/>
              <a:sym typeface="Calibri"/>
            </a:endParaRPr>
          </a:p>
        </p:txBody>
      </p:sp>
      <p:sp>
        <p:nvSpPr>
          <p:cNvPr id="174" name="Google Shape;174;p12"/>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2"/>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chemeClr val="dk1"/>
              </a:solidFill>
              <a:latin typeface="Calibri"/>
              <a:ea typeface="Calibri"/>
              <a:cs typeface="Calibri"/>
              <a:sym typeface="Calibri"/>
            </a:endParaRPr>
          </a:p>
        </p:txBody>
      </p:sp>
      <p:sp>
        <p:nvSpPr>
          <p:cNvPr id="176" name="Google Shape;176;p12"/>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chemeClr val="dk1"/>
              </a:solidFill>
              <a:latin typeface="Calibri"/>
              <a:ea typeface="Calibri"/>
              <a:cs typeface="Calibri"/>
              <a:sym typeface="Calibri"/>
            </a:endParaRPr>
          </a:p>
        </p:txBody>
      </p:sp>
      <p:sp>
        <p:nvSpPr>
          <p:cNvPr id="177" name="Google Shape;177;p12"/>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2"/>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chemeClr val="dk1"/>
              </a:solidFill>
              <a:latin typeface="Calibri"/>
              <a:ea typeface="Calibri"/>
              <a:cs typeface="Calibri"/>
              <a:sym typeface="Calibri"/>
            </a:endParaRPr>
          </a:p>
        </p:txBody>
      </p:sp>
      <p:sp>
        <p:nvSpPr>
          <p:cNvPr id="179" name="Google Shape;179;p12"/>
          <p:cNvSpPr txBox="1"/>
          <p:nvPr/>
        </p:nvSpPr>
        <p:spPr>
          <a:xfrm>
            <a:off x="1193300" y="375205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Objetivo y Componentes</a:t>
            </a:r>
            <a:endParaRPr b="0" i="0" sz="1200" u="none" cap="none" strike="noStrike">
              <a:solidFill>
                <a:schemeClr val="dk1"/>
              </a:solidFill>
              <a:latin typeface="Calibri"/>
              <a:ea typeface="Calibri"/>
              <a:cs typeface="Calibri"/>
              <a:sym typeface="Calibri"/>
            </a:endParaRPr>
          </a:p>
        </p:txBody>
      </p:sp>
      <p:sp>
        <p:nvSpPr>
          <p:cNvPr id="180" name="Google Shape;180;p12"/>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12"/>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chemeClr val="dk1"/>
              </a:solidFill>
              <a:latin typeface="Calibri"/>
              <a:ea typeface="Calibri"/>
              <a:cs typeface="Calibri"/>
              <a:sym typeface="Calibri"/>
            </a:endParaRPr>
          </a:p>
        </p:txBody>
      </p:sp>
      <p:sp>
        <p:nvSpPr>
          <p:cNvPr id="182" name="Google Shape;182;p12"/>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chemeClr val="dk1"/>
              </a:solidFill>
              <a:latin typeface="Calibri"/>
              <a:ea typeface="Calibri"/>
              <a:cs typeface="Calibri"/>
              <a:sym typeface="Calibri"/>
            </a:endParaRPr>
          </a:p>
        </p:txBody>
      </p:sp>
      <p:sp>
        <p:nvSpPr>
          <p:cNvPr id="183" name="Google Shape;183;p12"/>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12"/>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chemeClr val="dk1"/>
              </a:solidFill>
              <a:latin typeface="Calibri"/>
              <a:ea typeface="Calibri"/>
              <a:cs typeface="Calibri"/>
              <a:sym typeface="Calibri"/>
            </a:endParaRPr>
          </a:p>
        </p:txBody>
      </p:sp>
      <p:sp>
        <p:nvSpPr>
          <p:cNvPr id="185" name="Google Shape;185;p12"/>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86" name="Google Shape;186;p12"/>
          <p:cNvSpPr/>
          <p:nvPr/>
        </p:nvSpPr>
        <p:spPr>
          <a:xfrm>
            <a:off x="3311650" y="3051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2"/>
          <p:cNvSpPr txBox="1"/>
          <p:nvPr/>
        </p:nvSpPr>
        <p:spPr>
          <a:xfrm>
            <a:off x="3494530" y="31430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chemeClr val="dk1"/>
              </a:solidFill>
              <a:latin typeface="Calibri"/>
              <a:ea typeface="Calibri"/>
              <a:cs typeface="Calibri"/>
              <a:sym typeface="Calibri"/>
            </a:endParaRPr>
          </a:p>
        </p:txBody>
      </p:sp>
      <p:sp>
        <p:nvSpPr>
          <p:cNvPr id="188" name="Google Shape;188;p12"/>
          <p:cNvSpPr txBox="1"/>
          <p:nvPr/>
        </p:nvSpPr>
        <p:spPr>
          <a:xfrm>
            <a:off x="3915154" y="31430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Cronograma</a:t>
            </a:r>
            <a:endParaRPr b="0" i="0" sz="1200" u="none" cap="none" strike="noStrike">
              <a:solidFill>
                <a:schemeClr val="dk1"/>
              </a:solidFill>
              <a:latin typeface="Calibri"/>
              <a:ea typeface="Calibri"/>
              <a:cs typeface="Calibri"/>
              <a:sym typeface="Calibri"/>
            </a:endParaRPr>
          </a:p>
        </p:txBody>
      </p:sp>
      <p:sp>
        <p:nvSpPr>
          <p:cNvPr id="189" name="Google Shape;189;p12"/>
          <p:cNvSpPr/>
          <p:nvPr/>
        </p:nvSpPr>
        <p:spPr>
          <a:xfrm>
            <a:off x="3325414" y="36605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12"/>
          <p:cNvSpPr txBox="1"/>
          <p:nvPr/>
        </p:nvSpPr>
        <p:spPr>
          <a:xfrm>
            <a:off x="3508294" y="37520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08</a:t>
            </a:r>
            <a:endParaRPr b="0" i="0" sz="1200" u="none" cap="none" strike="noStrike">
              <a:solidFill>
                <a:schemeClr val="dk1"/>
              </a:solidFill>
              <a:latin typeface="Calibri"/>
              <a:ea typeface="Calibri"/>
              <a:cs typeface="Calibri"/>
              <a:sym typeface="Calibri"/>
            </a:endParaRPr>
          </a:p>
        </p:txBody>
      </p:sp>
      <p:sp>
        <p:nvSpPr>
          <p:cNvPr id="191" name="Google Shape;191;p12"/>
          <p:cNvSpPr txBox="1"/>
          <p:nvPr/>
        </p:nvSpPr>
        <p:spPr>
          <a:xfrm>
            <a:off x="3928918" y="3752028"/>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chemeClr val="dk1"/>
              </a:solidFill>
              <a:latin typeface="Calibri"/>
              <a:ea typeface="Calibri"/>
              <a:cs typeface="Calibri"/>
              <a:sym typeface="Calibri"/>
            </a:endParaRPr>
          </a:p>
        </p:txBody>
      </p:sp>
      <p:sp>
        <p:nvSpPr>
          <p:cNvPr id="192" name="Google Shape;192;p12"/>
          <p:cNvSpPr/>
          <p:nvPr/>
        </p:nvSpPr>
        <p:spPr>
          <a:xfrm>
            <a:off x="6040453" y="239910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12"/>
          <p:cNvSpPr txBox="1"/>
          <p:nvPr/>
        </p:nvSpPr>
        <p:spPr>
          <a:xfrm>
            <a:off x="6223333" y="249054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194" name="Google Shape;194;p12"/>
          <p:cNvSpPr txBox="1"/>
          <p:nvPr/>
        </p:nvSpPr>
        <p:spPr>
          <a:xfrm>
            <a:off x="6643957" y="249054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Inversión</a:t>
            </a:r>
            <a:endParaRPr b="0" i="0" sz="1200" u="none" cap="none" strike="noStrike">
              <a:solidFill>
                <a:schemeClr val="dk1"/>
              </a:solidFill>
              <a:latin typeface="Calibri"/>
              <a:ea typeface="Calibri"/>
              <a:cs typeface="Calibri"/>
              <a:sym typeface="Calibri"/>
            </a:endParaRPr>
          </a:p>
        </p:txBody>
      </p:sp>
      <p:sp>
        <p:nvSpPr>
          <p:cNvPr id="195" name="Google Shape;195;p12"/>
          <p:cNvSpPr/>
          <p:nvPr/>
        </p:nvSpPr>
        <p:spPr>
          <a:xfrm>
            <a:off x="6040438" y="304825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12"/>
          <p:cNvSpPr txBox="1"/>
          <p:nvPr/>
        </p:nvSpPr>
        <p:spPr>
          <a:xfrm>
            <a:off x="6223318" y="313969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11</a:t>
            </a:r>
            <a:endParaRPr b="0" i="0" sz="1200" u="none" cap="none" strike="noStrike">
              <a:solidFill>
                <a:schemeClr val="dk1"/>
              </a:solidFill>
              <a:latin typeface="Calibri"/>
              <a:ea typeface="Calibri"/>
              <a:cs typeface="Calibri"/>
              <a:sym typeface="Calibri"/>
            </a:endParaRPr>
          </a:p>
        </p:txBody>
      </p:sp>
      <p:sp>
        <p:nvSpPr>
          <p:cNvPr id="197" name="Google Shape;197;p12"/>
          <p:cNvSpPr txBox="1"/>
          <p:nvPr/>
        </p:nvSpPr>
        <p:spPr>
          <a:xfrm>
            <a:off x="6643941" y="313969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equipo asignado</a:t>
            </a:r>
            <a:endParaRPr b="0" i="0" sz="1200" u="none" cap="none" strike="noStrike">
              <a:solidFill>
                <a:schemeClr val="dk1"/>
              </a:solidFill>
              <a:latin typeface="Calibri"/>
              <a:ea typeface="Calibri"/>
              <a:cs typeface="Calibri"/>
              <a:sym typeface="Calibri"/>
            </a:endParaRPr>
          </a:p>
        </p:txBody>
      </p:sp>
      <p:sp>
        <p:nvSpPr>
          <p:cNvPr id="198" name="Google Shape;198;p12"/>
          <p:cNvSpPr/>
          <p:nvPr/>
        </p:nvSpPr>
        <p:spPr>
          <a:xfrm>
            <a:off x="6040439" y="370389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12"/>
          <p:cNvSpPr txBox="1"/>
          <p:nvPr/>
        </p:nvSpPr>
        <p:spPr>
          <a:xfrm>
            <a:off x="6223319" y="379533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12</a:t>
            </a:r>
            <a:endParaRPr b="0" i="0" sz="1200" u="none" cap="none" strike="noStrike">
              <a:solidFill>
                <a:schemeClr val="dk1"/>
              </a:solidFill>
              <a:latin typeface="Calibri"/>
              <a:ea typeface="Calibri"/>
              <a:cs typeface="Calibri"/>
              <a:sym typeface="Calibri"/>
            </a:endParaRPr>
          </a:p>
        </p:txBody>
      </p:sp>
      <p:sp>
        <p:nvSpPr>
          <p:cNvPr id="200" name="Google Shape;200;p12"/>
          <p:cNvSpPr txBox="1"/>
          <p:nvPr/>
        </p:nvSpPr>
        <p:spPr>
          <a:xfrm>
            <a:off x="6643943" y="379533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¿Por qué NEO?</a:t>
            </a:r>
            <a:endParaRPr b="0" i="0" sz="1200" u="none" cap="none" strike="noStrike">
              <a:solidFill>
                <a:schemeClr val="dk1"/>
              </a:solidFill>
              <a:latin typeface="Calibri"/>
              <a:ea typeface="Calibri"/>
              <a:cs typeface="Calibri"/>
              <a:sym typeface="Calibri"/>
            </a:endParaRPr>
          </a:p>
        </p:txBody>
      </p:sp>
      <p:sp>
        <p:nvSpPr>
          <p:cNvPr id="201" name="Google Shape;201;p12"/>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02" name="Google Shape;202;p12"/>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12"/>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09</a:t>
            </a:r>
            <a:endParaRPr b="0" i="0" sz="1200" u="none" cap="none" strike="noStrike">
              <a:solidFill>
                <a:schemeClr val="dk1"/>
              </a:solidFill>
              <a:latin typeface="Calibri"/>
              <a:ea typeface="Calibri"/>
              <a:cs typeface="Calibri"/>
              <a:sym typeface="Calibri"/>
            </a:endParaRPr>
          </a:p>
        </p:txBody>
      </p:sp>
      <p:sp>
        <p:nvSpPr>
          <p:cNvPr id="204" name="Google Shape;204;p12"/>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del Impacto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09" name="Shape 209"/>
        <p:cNvGrpSpPr/>
        <p:nvPr/>
      </p:nvGrpSpPr>
      <p:grpSpPr>
        <a:xfrm>
          <a:off x="0" y="0"/>
          <a:ext cx="0" cy="0"/>
          <a:chOff x="0" y="0"/>
          <a:chExt cx="0" cy="0"/>
        </a:xfrm>
      </p:grpSpPr>
      <p:pic>
        <p:nvPicPr>
          <p:cNvPr descr="bg_divider.png" id="210" name="Google Shape;210;p1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11" name="Google Shape;211;p1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12" name="Google Shape;212;p1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01</a:t>
            </a:r>
            <a:endParaRPr b="0" i="0" sz="1200" u="none" cap="none" strike="noStrike">
              <a:solidFill>
                <a:schemeClr val="dk1"/>
              </a:solidFill>
              <a:latin typeface="Calibri"/>
              <a:ea typeface="Calibri"/>
              <a:cs typeface="Calibri"/>
              <a:sym typeface="Calibri"/>
            </a:endParaRPr>
          </a:p>
        </p:txBody>
      </p:sp>
      <p:sp>
        <p:nvSpPr>
          <p:cNvPr id="213" name="Google Shape;213;p1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Contexto</a:t>
            </a:r>
            <a:endParaRPr b="0" i="0" sz="4500" u="none" cap="none" strike="noStrike">
              <a:solidFill>
                <a:schemeClr val="dk1"/>
              </a:solidFill>
              <a:latin typeface="Calibri"/>
              <a:ea typeface="Calibri"/>
              <a:cs typeface="Calibri"/>
              <a:sym typeface="Calibri"/>
            </a:endParaRPr>
          </a:p>
        </p:txBody>
      </p:sp>
      <p:sp>
        <p:nvSpPr>
          <p:cNvPr id="214" name="Google Shape;214;p13"/>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215" name="Google Shape;215;p1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14"/>
          <p:cNvSpPr/>
          <p:nvPr/>
        </p:nvSpPr>
        <p:spPr>
          <a:xfrm>
            <a:off x="571500" y="1557746"/>
            <a:ext cx="80901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100" u="none" cap="none" strike="noStrike">
                <a:solidFill>
                  <a:srgbClr val="000033"/>
                </a:solidFill>
                <a:latin typeface="Montserrat"/>
                <a:ea typeface="Montserrat"/>
                <a:cs typeface="Montserrat"/>
                <a:sym typeface="Montserrat"/>
              </a:rPr>
              <a:t>Una línea de bajada que explica de qué trata el conjunto de tarjetas.</a:t>
            </a:r>
            <a:endParaRPr b="0" i="0" sz="1100" u="none" cap="none" strike="noStrike">
              <a:solidFill>
                <a:schemeClr val="dk1"/>
              </a:solidFill>
              <a:latin typeface="Montserrat"/>
              <a:ea typeface="Montserrat"/>
              <a:cs typeface="Montserrat"/>
              <a:sym typeface="Montserrat"/>
            </a:endParaRPr>
          </a:p>
        </p:txBody>
      </p:sp>
      <p:sp>
        <p:nvSpPr>
          <p:cNvPr id="222" name="Google Shape;222;p14"/>
          <p:cNvSpPr/>
          <p:nvPr/>
        </p:nvSpPr>
        <p:spPr>
          <a:xfrm>
            <a:off x="550300"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14"/>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24" name="Google Shape;224;p14"/>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25" name="Google Shape;225;p14"/>
          <p:cNvSpPr/>
          <p:nvPr/>
        </p:nvSpPr>
        <p:spPr>
          <a:xfrm>
            <a:off x="728570"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100" u="none" cap="none" strike="noStrike">
                <a:solidFill>
                  <a:srgbClr val="EEF3FF"/>
                </a:solidFill>
                <a:latin typeface="Montserrat"/>
                <a:ea typeface="Montserrat"/>
                <a:cs typeface="Montserrat"/>
                <a:sym typeface="Montserrat"/>
              </a:rPr>
              <a:t>xxxxx</a:t>
            </a:r>
            <a:endParaRPr b="0" i="0" sz="1100" u="none" cap="none" strike="noStrike">
              <a:solidFill>
                <a:srgbClr val="EEF3FF"/>
              </a:solidFill>
              <a:latin typeface="Montserrat"/>
              <a:ea typeface="Montserrat"/>
              <a:cs typeface="Montserrat"/>
              <a:sym typeface="Montserrat"/>
            </a:endParaRPr>
          </a:p>
        </p:txBody>
      </p:sp>
      <p:sp>
        <p:nvSpPr>
          <p:cNvPr id="226" name="Google Shape;226;p14"/>
          <p:cNvSpPr/>
          <p:nvPr/>
        </p:nvSpPr>
        <p:spPr>
          <a:xfrm>
            <a:off x="3389512"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14"/>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28" name="Google Shape;228;p14"/>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229" name="Google Shape;229;p14"/>
          <p:cNvSpPr/>
          <p:nvPr/>
        </p:nvSpPr>
        <p:spPr>
          <a:xfrm>
            <a:off x="3567820"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100" u="none" cap="none" strike="noStrike">
                <a:solidFill>
                  <a:srgbClr val="EEF3FF"/>
                </a:solidFill>
                <a:latin typeface="Montserrat"/>
                <a:ea typeface="Montserrat"/>
                <a:cs typeface="Montserrat"/>
                <a:sym typeface="Montserrat"/>
              </a:rPr>
              <a:t>xxxx</a:t>
            </a:r>
            <a:endParaRPr b="0" i="0" sz="1100" u="none" cap="none" strike="noStrike">
              <a:solidFill>
                <a:srgbClr val="EEF3FF"/>
              </a:solidFill>
              <a:latin typeface="Montserrat"/>
              <a:ea typeface="Montserrat"/>
              <a:cs typeface="Montserrat"/>
              <a:sym typeface="Montserrat"/>
            </a:endParaRPr>
          </a:p>
        </p:txBody>
      </p:sp>
      <p:sp>
        <p:nvSpPr>
          <p:cNvPr id="230" name="Google Shape;230;p14"/>
          <p:cNvSpPr/>
          <p:nvPr/>
        </p:nvSpPr>
        <p:spPr>
          <a:xfrm>
            <a:off x="6228724" y="1861989"/>
            <a:ext cx="2626800" cy="13374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14"/>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32" name="Google Shape;232;p14"/>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233" name="Google Shape;233;p14"/>
          <p:cNvSpPr/>
          <p:nvPr/>
        </p:nvSpPr>
        <p:spPr>
          <a:xfrm>
            <a:off x="6406994" y="2530307"/>
            <a:ext cx="2270100" cy="377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100" u="none" cap="none" strike="noStrike">
                <a:solidFill>
                  <a:srgbClr val="EEF3FF"/>
                </a:solidFill>
                <a:latin typeface="Montserrat"/>
                <a:ea typeface="Montserrat"/>
                <a:cs typeface="Montserrat"/>
                <a:sym typeface="Montserrat"/>
              </a:rPr>
              <a:t>xxx</a:t>
            </a:r>
            <a:endParaRPr b="0" i="0" sz="1100" u="none" cap="none" strike="noStrike">
              <a:solidFill>
                <a:srgbClr val="EEF3FF"/>
              </a:solidFill>
              <a:latin typeface="Montserrat"/>
              <a:ea typeface="Montserrat"/>
              <a:cs typeface="Montserrat"/>
              <a:sym typeface="Montserrat"/>
            </a:endParaRPr>
          </a:p>
        </p:txBody>
      </p:sp>
      <p:sp>
        <p:nvSpPr>
          <p:cNvPr id="234" name="Google Shape;234;p14"/>
          <p:cNvSpPr/>
          <p:nvPr/>
        </p:nvSpPr>
        <p:spPr>
          <a:xfrm>
            <a:off x="550275" y="3411026"/>
            <a:ext cx="41148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35" name="Google Shape;235;p14"/>
          <p:cNvCxnSpPr/>
          <p:nvPr/>
        </p:nvCxnSpPr>
        <p:spPr>
          <a:xfrm>
            <a:off x="550275"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36" name="Google Shape;236;p14"/>
          <p:cNvSpPr/>
          <p:nvPr/>
        </p:nvSpPr>
        <p:spPr>
          <a:xfrm>
            <a:off x="550275" y="3795666"/>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37" name="Google Shape;237;p14"/>
          <p:cNvSpPr/>
          <p:nvPr/>
        </p:nvSpPr>
        <p:spPr>
          <a:xfrm>
            <a:off x="550275"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38" name="Google Shape;238;p14"/>
          <p:cNvCxnSpPr/>
          <p:nvPr/>
        </p:nvCxnSpPr>
        <p:spPr>
          <a:xfrm>
            <a:off x="3389487"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39" name="Google Shape;239;p14"/>
          <p:cNvSpPr/>
          <p:nvPr/>
        </p:nvSpPr>
        <p:spPr>
          <a:xfrm>
            <a:off x="3389487" y="3795666"/>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40" name="Google Shape;240;p14"/>
          <p:cNvSpPr/>
          <p:nvPr/>
        </p:nvSpPr>
        <p:spPr>
          <a:xfrm>
            <a:off x="3389487"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41" name="Google Shape;241;p14"/>
          <p:cNvCxnSpPr/>
          <p:nvPr/>
        </p:nvCxnSpPr>
        <p:spPr>
          <a:xfrm>
            <a:off x="6228700" y="3654239"/>
            <a:ext cx="2626800" cy="0"/>
          </a:xfrm>
          <a:prstGeom prst="straightConnector1">
            <a:avLst/>
          </a:prstGeom>
          <a:noFill/>
          <a:ln cap="flat" cmpd="sng" w="9525">
            <a:solidFill>
              <a:srgbClr val="D9D7EC"/>
            </a:solidFill>
            <a:prstDash val="solid"/>
            <a:round/>
            <a:headEnd len="sm" w="sm" type="none"/>
            <a:tailEnd len="sm" w="sm" type="none"/>
          </a:ln>
        </p:spPr>
      </p:cxnSp>
      <p:sp>
        <p:nvSpPr>
          <p:cNvPr id="242" name="Google Shape;242;p14"/>
          <p:cNvSpPr/>
          <p:nvPr/>
        </p:nvSpPr>
        <p:spPr>
          <a:xfrm>
            <a:off x="6228700" y="3795666"/>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43" name="Google Shape;243;p14"/>
          <p:cNvSpPr/>
          <p:nvPr/>
        </p:nvSpPr>
        <p:spPr>
          <a:xfrm>
            <a:off x="6228700" y="4034926"/>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44" name="Google Shape;244;p1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45" name="Google Shape;245;p14"/>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46" name="Google Shape;246;p14"/>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51" name="Shape 251"/>
        <p:cNvGrpSpPr/>
        <p:nvPr/>
      </p:nvGrpSpPr>
      <p:grpSpPr>
        <a:xfrm>
          <a:off x="0" y="0"/>
          <a:ext cx="0" cy="0"/>
          <a:chOff x="0" y="0"/>
          <a:chExt cx="0" cy="0"/>
        </a:xfrm>
      </p:grpSpPr>
      <p:sp>
        <p:nvSpPr>
          <p:cNvPr id="252" name="Google Shape;252;p1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53" name="Google Shape;253;p1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254" name="Google Shape;254;p15"/>
          <p:cNvSpPr/>
          <p:nvPr/>
        </p:nvSpPr>
        <p:spPr>
          <a:xfrm>
            <a:off x="571525" y="1689338"/>
            <a:ext cx="2651700" cy="26517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5"/>
          <p:cNvSpPr txBox="1"/>
          <p:nvPr/>
        </p:nvSpPr>
        <p:spPr>
          <a:xfrm>
            <a:off x="809269" y="1940394"/>
            <a:ext cx="21945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56" name="Google Shape;256;p15"/>
          <p:cNvSpPr txBox="1"/>
          <p:nvPr/>
        </p:nvSpPr>
        <p:spPr>
          <a:xfrm>
            <a:off x="809275" y="2857499"/>
            <a:ext cx="2194500" cy="300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i="0" lang="en-US" sz="1700" u="none" cap="none" strike="noStrike">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57" name="Google Shape;257;p15"/>
          <p:cNvSpPr txBox="1"/>
          <p:nvPr/>
        </p:nvSpPr>
        <p:spPr>
          <a:xfrm>
            <a:off x="809275" y="3402191"/>
            <a:ext cx="2194500" cy="674400"/>
          </a:xfrm>
          <a:prstGeom prst="rect">
            <a:avLst/>
          </a:prstGeom>
          <a:noFill/>
          <a:ln>
            <a:noFill/>
          </a:ln>
        </p:spPr>
        <p:txBody>
          <a:bodyPr anchorCtr="0" anchor="ctr" bIns="0" lIns="0" spcFirstLastPara="1" rIns="0" wrap="square" tIns="0">
            <a:noAutofit/>
          </a:bodyPr>
          <a:lstStyle/>
          <a:p>
            <a:pPr indent="0" lvl="0" marL="0" marR="0" rtl="0" algn="l">
              <a:lnSpc>
                <a:spcPct val="128000"/>
              </a:lnSpc>
              <a:spcBef>
                <a:spcPts val="0"/>
              </a:spcBef>
              <a:spcAft>
                <a:spcPts val="0"/>
              </a:spcAft>
              <a:buClr>
                <a:srgbClr val="C5D5F7"/>
              </a:buClr>
              <a:buSzPts val="1050"/>
              <a:buFont typeface="Montserrat"/>
              <a:buNone/>
            </a:pPr>
            <a:r>
              <a:rPr b="0" i="0" lang="en-US" sz="1050" u="none" cap="none" strike="noStrike">
                <a:solidFill>
                  <a:srgbClr val="EEF3FF"/>
                </a:solidFill>
                <a:latin typeface="Montserrat"/>
                <a:ea typeface="Montserrat"/>
                <a:cs typeface="Montserrat"/>
                <a:sym typeface="Montserrat"/>
              </a:rPr>
              <a:t>xxxxx</a:t>
            </a:r>
            <a:endParaRPr b="0" i="0" sz="1050" u="none" cap="none" strike="noStrike">
              <a:solidFill>
                <a:srgbClr val="EEF3FF"/>
              </a:solidFill>
              <a:latin typeface="Montserrat"/>
              <a:ea typeface="Montserrat"/>
              <a:cs typeface="Montserrat"/>
              <a:sym typeface="Montserrat"/>
            </a:endParaRPr>
          </a:p>
          <a:p>
            <a:pPr indent="0" lvl="0" marL="0" marR="0" rtl="0" algn="l">
              <a:lnSpc>
                <a:spcPct val="128000"/>
              </a:lnSpc>
              <a:spcBef>
                <a:spcPts val="0"/>
              </a:spcBef>
              <a:spcAft>
                <a:spcPts val="0"/>
              </a:spcAft>
              <a:buClr>
                <a:srgbClr val="C5D5F7"/>
              </a:buClr>
              <a:buSzPts val="1050"/>
              <a:buFont typeface="Montserrat"/>
              <a:buNone/>
            </a:pPr>
            <a:r>
              <a:t/>
            </a:r>
            <a:endParaRPr b="0" i="0" sz="1050" u="none" cap="none" strike="noStrike">
              <a:solidFill>
                <a:srgbClr val="EEF3FF"/>
              </a:solidFill>
              <a:latin typeface="Montserrat"/>
              <a:ea typeface="Montserrat"/>
              <a:cs typeface="Montserrat"/>
              <a:sym typeface="Montserrat"/>
            </a:endParaRPr>
          </a:p>
        </p:txBody>
      </p:sp>
      <p:sp>
        <p:nvSpPr>
          <p:cNvPr id="258" name="Google Shape;258;p15"/>
          <p:cNvSpPr/>
          <p:nvPr/>
        </p:nvSpPr>
        <p:spPr>
          <a:xfrm>
            <a:off x="3406175" y="1689338"/>
            <a:ext cx="5166300" cy="26517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1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260" name="Google Shape;260;p15"/>
          <p:cNvSpPr/>
          <p:nvPr/>
        </p:nvSpPr>
        <p:spPr>
          <a:xfrm>
            <a:off x="3595725" y="1911583"/>
            <a:ext cx="4951800" cy="2118600"/>
          </a:xfrm>
          <a:prstGeom prst="rect">
            <a:avLst/>
          </a:prstGeom>
          <a:noFill/>
          <a:ln>
            <a:noFill/>
          </a:ln>
        </p:spPr>
        <p:txBody>
          <a:bodyPr anchorCtr="0" anchor="t" bIns="0" lIns="0" spcFirstLastPara="1" rIns="0" wrap="square" tIns="0">
            <a:noAutofit/>
          </a:bodyPr>
          <a:lstStyle/>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65" name="Shape 265"/>
        <p:cNvGrpSpPr/>
        <p:nvPr/>
      </p:nvGrpSpPr>
      <p:grpSpPr>
        <a:xfrm>
          <a:off x="0" y="0"/>
          <a:ext cx="0" cy="0"/>
          <a:chOff x="0" y="0"/>
          <a:chExt cx="0" cy="0"/>
        </a:xfrm>
      </p:grpSpPr>
      <p:pic>
        <p:nvPicPr>
          <p:cNvPr descr="bg_divider.png" id="266" name="Google Shape;266;p1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67" name="Google Shape;267;p1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68" name="Google Shape;268;p1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02</a:t>
            </a:r>
            <a:endParaRPr b="0" i="0" sz="1200" u="none" cap="none" strike="noStrike">
              <a:solidFill>
                <a:schemeClr val="dk1"/>
              </a:solidFill>
              <a:latin typeface="Calibri"/>
              <a:ea typeface="Calibri"/>
              <a:cs typeface="Calibri"/>
              <a:sym typeface="Calibri"/>
            </a:endParaRPr>
          </a:p>
        </p:txBody>
      </p:sp>
      <p:sp>
        <p:nvSpPr>
          <p:cNvPr id="269" name="Google Shape;269;p1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Diagnóstico</a:t>
            </a:r>
            <a:endParaRPr b="0" i="0" sz="4500" u="none" cap="none" strike="noStrike">
              <a:solidFill>
                <a:schemeClr val="dk1"/>
              </a:solidFill>
              <a:latin typeface="Calibri"/>
              <a:ea typeface="Calibri"/>
              <a:cs typeface="Calibri"/>
              <a:sym typeface="Calibri"/>
            </a:endParaRPr>
          </a:p>
        </p:txBody>
      </p:sp>
      <p:sp>
        <p:nvSpPr>
          <p:cNvPr id="270" name="Google Shape;270;p16"/>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271" name="Google Shape;271;p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76" name="Shape 276"/>
        <p:cNvGrpSpPr/>
        <p:nvPr/>
      </p:nvGrpSpPr>
      <p:grpSpPr>
        <a:xfrm>
          <a:off x="0" y="0"/>
          <a:ext cx="0" cy="0"/>
          <a:chOff x="0" y="0"/>
          <a:chExt cx="0" cy="0"/>
        </a:xfrm>
      </p:grpSpPr>
      <p:sp>
        <p:nvSpPr>
          <p:cNvPr id="277" name="Google Shape;277;p1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78" name="Google Shape;278;p17"/>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79" name="Google Shape;279;p17"/>
          <p:cNvSpPr/>
          <p:nvPr/>
        </p:nvSpPr>
        <p:spPr>
          <a:xfrm>
            <a:off x="571500"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7"/>
          <p:cNvSpPr txBox="1"/>
          <p:nvPr/>
        </p:nvSpPr>
        <p:spPr>
          <a:xfrm>
            <a:off x="756600"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81" name="Google Shape;281;p17"/>
          <p:cNvSpPr txBox="1"/>
          <p:nvPr/>
        </p:nvSpPr>
        <p:spPr>
          <a:xfrm>
            <a:off x="756600"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2" name="Google Shape;282;p17"/>
          <p:cNvSpPr/>
          <p:nvPr/>
        </p:nvSpPr>
        <p:spPr>
          <a:xfrm>
            <a:off x="756605"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7"/>
          <p:cNvSpPr txBox="1"/>
          <p:nvPr/>
        </p:nvSpPr>
        <p:spPr>
          <a:xfrm>
            <a:off x="756600" y="2693936"/>
            <a:ext cx="1529400" cy="155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84" name="Google Shape;284;p17"/>
          <p:cNvSpPr/>
          <p:nvPr/>
        </p:nvSpPr>
        <p:spPr>
          <a:xfrm>
            <a:off x="2637736"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17"/>
          <p:cNvSpPr txBox="1"/>
          <p:nvPr/>
        </p:nvSpPr>
        <p:spPr>
          <a:xfrm>
            <a:off x="2822836"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86" name="Google Shape;286;p17"/>
          <p:cNvSpPr txBox="1"/>
          <p:nvPr/>
        </p:nvSpPr>
        <p:spPr>
          <a:xfrm>
            <a:off x="2822836"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7" name="Google Shape;287;p17"/>
          <p:cNvSpPr/>
          <p:nvPr/>
        </p:nvSpPr>
        <p:spPr>
          <a:xfrm>
            <a:off x="2822839"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7"/>
          <p:cNvSpPr txBox="1"/>
          <p:nvPr/>
        </p:nvSpPr>
        <p:spPr>
          <a:xfrm>
            <a:off x="2822846" y="2693925"/>
            <a:ext cx="1581600" cy="1585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89" name="Google Shape;289;p17"/>
          <p:cNvSpPr/>
          <p:nvPr/>
        </p:nvSpPr>
        <p:spPr>
          <a:xfrm>
            <a:off x="4703971"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7"/>
          <p:cNvSpPr txBox="1"/>
          <p:nvPr/>
        </p:nvSpPr>
        <p:spPr>
          <a:xfrm>
            <a:off x="4889072"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91" name="Google Shape;291;p17"/>
          <p:cNvSpPr txBox="1"/>
          <p:nvPr/>
        </p:nvSpPr>
        <p:spPr>
          <a:xfrm>
            <a:off x="4889072"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92" name="Google Shape;292;p17"/>
          <p:cNvSpPr/>
          <p:nvPr/>
        </p:nvSpPr>
        <p:spPr>
          <a:xfrm>
            <a:off x="4889073"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17"/>
          <p:cNvSpPr txBox="1"/>
          <p:nvPr/>
        </p:nvSpPr>
        <p:spPr>
          <a:xfrm>
            <a:off x="4889050" y="2693925"/>
            <a:ext cx="1581600" cy="125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94" name="Google Shape;294;p17"/>
          <p:cNvSpPr/>
          <p:nvPr/>
        </p:nvSpPr>
        <p:spPr>
          <a:xfrm>
            <a:off x="6770207" y="1574825"/>
            <a:ext cx="1899600" cy="29232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17"/>
          <p:cNvSpPr txBox="1"/>
          <p:nvPr/>
        </p:nvSpPr>
        <p:spPr>
          <a:xfrm>
            <a:off x="6955306" y="1680885"/>
            <a:ext cx="1529400" cy="16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96" name="Google Shape;296;p17"/>
          <p:cNvSpPr txBox="1"/>
          <p:nvPr/>
        </p:nvSpPr>
        <p:spPr>
          <a:xfrm>
            <a:off x="6955306" y="1930543"/>
            <a:ext cx="1529400" cy="5475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97" name="Google Shape;297;p17"/>
          <p:cNvSpPr/>
          <p:nvPr/>
        </p:nvSpPr>
        <p:spPr>
          <a:xfrm>
            <a:off x="6955306" y="2597774"/>
            <a:ext cx="15294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17"/>
          <p:cNvSpPr txBox="1"/>
          <p:nvPr/>
        </p:nvSpPr>
        <p:spPr>
          <a:xfrm>
            <a:off x="6955300" y="2693925"/>
            <a:ext cx="1529400" cy="113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299" name="Google Shape;299;p1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04" name="Shape 304"/>
        <p:cNvGrpSpPr/>
        <p:nvPr/>
      </p:nvGrpSpPr>
      <p:grpSpPr>
        <a:xfrm>
          <a:off x="0" y="0"/>
          <a:ext cx="0" cy="0"/>
          <a:chOff x="0" y="0"/>
          <a:chExt cx="0" cy="0"/>
        </a:xfrm>
      </p:grpSpPr>
      <p:pic>
        <p:nvPicPr>
          <p:cNvPr descr="bg_divider.png" id="305" name="Google Shape;305;p1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06" name="Google Shape;306;p18"/>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07" name="Google Shape;307;p18"/>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03</a:t>
            </a:r>
            <a:endParaRPr b="0" i="0" sz="1200" u="none" cap="none" strike="noStrike">
              <a:solidFill>
                <a:schemeClr val="dk1"/>
              </a:solidFill>
              <a:latin typeface="Calibri"/>
              <a:ea typeface="Calibri"/>
              <a:cs typeface="Calibri"/>
              <a:sym typeface="Calibri"/>
            </a:endParaRPr>
          </a:p>
        </p:txBody>
      </p:sp>
      <p:sp>
        <p:nvSpPr>
          <p:cNvPr id="308" name="Google Shape;308;p18"/>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a:t>
            </a:r>
            <a:r>
              <a:rPr b="1" i="1" lang="en-US" sz="4500" u="none" cap="none" strike="noStrike">
                <a:solidFill>
                  <a:srgbClr val="7E99FE"/>
                </a:solidFill>
                <a:latin typeface="Montserrat Black"/>
                <a:ea typeface="Montserrat Black"/>
                <a:cs typeface="Montserrat Black"/>
                <a:sym typeface="Montserrat Black"/>
              </a:rPr>
              <a:t> reto</a:t>
            </a:r>
            <a:endParaRPr b="0" i="0" sz="4500" u="none" cap="none" strike="noStrike">
              <a:solidFill>
                <a:schemeClr val="dk1"/>
              </a:solidFill>
              <a:latin typeface="Calibri"/>
              <a:ea typeface="Calibri"/>
              <a:cs typeface="Calibri"/>
              <a:sym typeface="Calibri"/>
            </a:endParaRPr>
          </a:p>
        </p:txBody>
      </p:sp>
      <p:sp>
        <p:nvSpPr>
          <p:cNvPr id="309" name="Google Shape;309;p18"/>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310" name="Google Shape;310;p1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15" name="Shape 315"/>
        <p:cNvGrpSpPr/>
        <p:nvPr/>
      </p:nvGrpSpPr>
      <p:grpSpPr>
        <a:xfrm>
          <a:off x="0" y="0"/>
          <a:ext cx="0" cy="0"/>
          <a:chOff x="0" y="0"/>
          <a:chExt cx="0" cy="0"/>
        </a:xfrm>
      </p:grpSpPr>
      <p:sp>
        <p:nvSpPr>
          <p:cNvPr id="316" name="Google Shape;316;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317" name="Google Shape;317;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18" name="Google Shape;318;p19"/>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Resumen de lo que Neo tiene que solucionar y con qué lo hará.</a:t>
            </a:r>
            <a:endParaRPr b="0" i="0" sz="1100" u="none" cap="none" strike="noStrike">
              <a:solidFill>
                <a:schemeClr val="dk1"/>
              </a:solidFill>
              <a:latin typeface="Calibri"/>
              <a:ea typeface="Calibri"/>
              <a:cs typeface="Calibri"/>
              <a:sym typeface="Calibri"/>
            </a:endParaRPr>
          </a:p>
        </p:txBody>
      </p:sp>
      <p:sp>
        <p:nvSpPr>
          <p:cNvPr id="319" name="Google Shape;319;p19"/>
          <p:cNvSpPr/>
          <p:nvPr/>
        </p:nvSpPr>
        <p:spPr>
          <a:xfrm>
            <a:off x="571500" y="192024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19"/>
          <p:cNvSpPr/>
          <p:nvPr/>
        </p:nvSpPr>
        <p:spPr>
          <a:xfrm>
            <a:off x="772668" y="212140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19"/>
          <p:cNvSpPr txBox="1"/>
          <p:nvPr/>
        </p:nvSpPr>
        <p:spPr>
          <a:xfrm>
            <a:off x="772668" y="217627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22" name="Google Shape;322;p19"/>
          <p:cNvSpPr txBox="1"/>
          <p:nvPr/>
        </p:nvSpPr>
        <p:spPr>
          <a:xfrm>
            <a:off x="1229868" y="2048256"/>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23" name="Google Shape;323;p19"/>
          <p:cNvSpPr txBox="1"/>
          <p:nvPr/>
        </p:nvSpPr>
        <p:spPr>
          <a:xfrm>
            <a:off x="3625596" y="2048256"/>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24" name="Google Shape;324;p19"/>
          <p:cNvSpPr/>
          <p:nvPr/>
        </p:nvSpPr>
        <p:spPr>
          <a:xfrm>
            <a:off x="571500" y="276148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19"/>
          <p:cNvSpPr/>
          <p:nvPr/>
        </p:nvSpPr>
        <p:spPr>
          <a:xfrm>
            <a:off x="772668" y="296265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9"/>
          <p:cNvSpPr txBox="1"/>
          <p:nvPr/>
        </p:nvSpPr>
        <p:spPr>
          <a:xfrm>
            <a:off x="772668" y="301752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27" name="Google Shape;327;p19"/>
          <p:cNvSpPr txBox="1"/>
          <p:nvPr/>
        </p:nvSpPr>
        <p:spPr>
          <a:xfrm>
            <a:off x="1229868" y="2889504"/>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28" name="Google Shape;328;p19"/>
          <p:cNvSpPr txBox="1"/>
          <p:nvPr/>
        </p:nvSpPr>
        <p:spPr>
          <a:xfrm>
            <a:off x="3625596" y="2889504"/>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29" name="Google Shape;329;p19"/>
          <p:cNvSpPr/>
          <p:nvPr/>
        </p:nvSpPr>
        <p:spPr>
          <a:xfrm>
            <a:off x="571500" y="360273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19"/>
          <p:cNvSpPr/>
          <p:nvPr/>
        </p:nvSpPr>
        <p:spPr>
          <a:xfrm>
            <a:off x="772668" y="380390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19"/>
          <p:cNvSpPr txBox="1"/>
          <p:nvPr/>
        </p:nvSpPr>
        <p:spPr>
          <a:xfrm>
            <a:off x="772668" y="385876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32" name="Google Shape;332;p19"/>
          <p:cNvSpPr txBox="1"/>
          <p:nvPr/>
        </p:nvSpPr>
        <p:spPr>
          <a:xfrm>
            <a:off x="1229868" y="3730752"/>
            <a:ext cx="2231100" cy="512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33" name="Google Shape;333;p19"/>
          <p:cNvSpPr txBox="1"/>
          <p:nvPr/>
        </p:nvSpPr>
        <p:spPr>
          <a:xfrm>
            <a:off x="3625596" y="3730752"/>
            <a:ext cx="4718400" cy="512100"/>
          </a:xfrm>
          <a:prstGeom prst="rect">
            <a:avLst/>
          </a:prstGeom>
          <a:noFill/>
          <a:ln>
            <a:noFill/>
          </a:ln>
        </p:spPr>
        <p:txBody>
          <a:bodyPr anchorCtr="0" anchor="ctr"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34" name="Google Shape;334;p1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39" name="Shape 339"/>
        <p:cNvGrpSpPr/>
        <p:nvPr/>
      </p:nvGrpSpPr>
      <p:grpSpPr>
        <a:xfrm>
          <a:off x="0" y="0"/>
          <a:ext cx="0" cy="0"/>
          <a:chOff x="0" y="0"/>
          <a:chExt cx="0" cy="0"/>
        </a:xfrm>
      </p:grpSpPr>
      <p:pic>
        <p:nvPicPr>
          <p:cNvPr descr="bg_divider.png" id="340" name="Google Shape;340;p2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41" name="Google Shape;341;p2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42" name="Google Shape;342;p20"/>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04</a:t>
            </a:r>
            <a:endParaRPr b="0" i="0" sz="1200" u="none" cap="none" strike="noStrike">
              <a:solidFill>
                <a:schemeClr val="dk1"/>
              </a:solidFill>
              <a:latin typeface="Calibri"/>
              <a:ea typeface="Calibri"/>
              <a:cs typeface="Calibri"/>
              <a:sym typeface="Calibri"/>
            </a:endParaRPr>
          </a:p>
        </p:txBody>
      </p:sp>
      <p:sp>
        <p:nvSpPr>
          <p:cNvPr id="343" name="Google Shape;343;p20"/>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lt1"/>
              </a:buClr>
              <a:buSzPts val="4500"/>
              <a:buFont typeface="Montserrat ExtraBold"/>
              <a:buNone/>
            </a:pPr>
            <a:r>
              <a:rPr b="1" i="0" lang="en-US" sz="4500" u="none" cap="none" strike="noStrike">
                <a:solidFill>
                  <a:schemeClr val="lt1"/>
                </a:solidFill>
                <a:latin typeface="Montserrat ExtraBold"/>
                <a:ea typeface="Montserrat ExtraBold"/>
                <a:cs typeface="Montserrat ExtraBold"/>
                <a:sym typeface="Montserrat ExtraBold"/>
              </a:rPr>
              <a:t>Objetivo y </a:t>
            </a:r>
            <a:r>
              <a:rPr b="1" i="1" lang="en-US" sz="4500" u="none" cap="none" strike="noStrike">
                <a:solidFill>
                  <a:srgbClr val="7E99FE"/>
                </a:solidFill>
                <a:latin typeface="Montserrat ExtraBold"/>
                <a:ea typeface="Montserrat ExtraBold"/>
                <a:cs typeface="Montserrat ExtraBold"/>
                <a:sym typeface="Montserrat ExtraBold"/>
              </a:rPr>
              <a:t>componentes</a:t>
            </a:r>
            <a:endParaRPr b="1" i="0" sz="4500" u="none" cap="none" strike="noStrike">
              <a:solidFill>
                <a:schemeClr val="lt1"/>
              </a:solidFill>
              <a:latin typeface="Montserrat ExtraBold"/>
              <a:ea typeface="Montserrat ExtraBold"/>
              <a:cs typeface="Montserrat ExtraBold"/>
              <a:sym typeface="Montserrat ExtraBold"/>
            </a:endParaRPr>
          </a:p>
        </p:txBody>
      </p:sp>
      <p:sp>
        <p:nvSpPr>
          <p:cNvPr id="344" name="Google Shape;344;p20"/>
          <p:cNvSpPr txBox="1"/>
          <p:nvPr/>
        </p:nvSpPr>
        <p:spPr>
          <a:xfrm>
            <a:off x="571500" y="3017525"/>
            <a:ext cx="67374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345" name="Google Shape;345;p2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50" name="Shape 350"/>
        <p:cNvGrpSpPr/>
        <p:nvPr/>
      </p:nvGrpSpPr>
      <p:grpSpPr>
        <a:xfrm>
          <a:off x="0" y="0"/>
          <a:ext cx="0" cy="0"/>
          <a:chOff x="0" y="0"/>
          <a:chExt cx="0" cy="0"/>
        </a:xfrm>
      </p:grpSpPr>
      <p:sp>
        <p:nvSpPr>
          <p:cNvPr id="351" name="Google Shape;351;p21"/>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OBJETIVO Y COMPONENTES</a:t>
            </a:r>
            <a:endParaRPr b="0" i="0" sz="1100" u="none" cap="none" strike="noStrike">
              <a:solidFill>
                <a:schemeClr val="dk1"/>
              </a:solidFill>
              <a:latin typeface="Calibri"/>
              <a:ea typeface="Calibri"/>
              <a:cs typeface="Calibri"/>
              <a:sym typeface="Calibri"/>
            </a:endParaRPr>
          </a:p>
        </p:txBody>
      </p:sp>
      <p:sp>
        <p:nvSpPr>
          <p:cNvPr id="352" name="Google Shape;352;p21"/>
          <p:cNvSpPr txBox="1"/>
          <p:nvPr/>
        </p:nvSpPr>
        <p:spPr>
          <a:xfrm>
            <a:off x="571500" y="1370965"/>
            <a:ext cx="8001000" cy="35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a:p>
            <a:pPr indent="0" lvl="0" marL="0" marR="0" rtl="0" algn="l">
              <a:lnSpc>
                <a:spcPct val="100000"/>
              </a:lnSpc>
              <a:spcBef>
                <a:spcPts val="0"/>
              </a:spcBef>
              <a:spcAft>
                <a:spcPts val="0"/>
              </a:spcAft>
              <a:buClr>
                <a:srgbClr val="000033"/>
              </a:buClr>
              <a:buSzPts val="2100"/>
              <a:buFont typeface="Montserrat ExtraBold"/>
              <a:buNone/>
            </a:pPr>
            <a:r>
              <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53" name="Google Shape;353;p2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354" name="Google Shape;354;p21"/>
          <p:cNvSpPr/>
          <p:nvPr/>
        </p:nvSpPr>
        <p:spPr>
          <a:xfrm>
            <a:off x="571500" y="1819240"/>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b="0" i="0" sz="1000" u="none" cap="none" strike="noStrike">
              <a:solidFill>
                <a:srgbClr val="000033"/>
              </a:solidFill>
              <a:latin typeface="Montserrat"/>
              <a:ea typeface="Montserrat"/>
              <a:cs typeface="Montserrat"/>
              <a:sym typeface="Montserrat"/>
            </a:endParaRPr>
          </a:p>
        </p:txBody>
      </p:sp>
      <p:sp>
        <p:nvSpPr>
          <p:cNvPr id="355" name="Google Shape;355;p21"/>
          <p:cNvSpPr/>
          <p:nvPr/>
        </p:nvSpPr>
        <p:spPr>
          <a:xfrm>
            <a:off x="496500" y="2394475"/>
            <a:ext cx="4009800" cy="19254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21"/>
          <p:cNvSpPr/>
          <p:nvPr/>
        </p:nvSpPr>
        <p:spPr>
          <a:xfrm>
            <a:off x="674721" y="2553547"/>
            <a:ext cx="36534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X</a:t>
            </a:r>
            <a:endParaRPr b="1" i="0" sz="1000" u="none" cap="none" strike="noStrike">
              <a:solidFill>
                <a:srgbClr val="000033"/>
              </a:solidFill>
              <a:latin typeface="Montserrat"/>
              <a:ea typeface="Montserrat"/>
              <a:cs typeface="Montserrat"/>
              <a:sym typeface="Montserrat"/>
            </a:endParaRPr>
          </a:p>
        </p:txBody>
      </p:sp>
      <p:sp>
        <p:nvSpPr>
          <p:cNvPr id="357" name="Google Shape;357;p21"/>
          <p:cNvSpPr/>
          <p:nvPr/>
        </p:nvSpPr>
        <p:spPr>
          <a:xfrm>
            <a:off x="674721" y="2770459"/>
            <a:ext cx="3653400" cy="44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58" name="Google Shape;358;p21"/>
          <p:cNvSpPr/>
          <p:nvPr/>
        </p:nvSpPr>
        <p:spPr>
          <a:xfrm>
            <a:off x="682700" y="3123230"/>
            <a:ext cx="3740400" cy="9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359" name="Google Shape;359;p21"/>
          <p:cNvSpPr/>
          <p:nvPr/>
        </p:nvSpPr>
        <p:spPr>
          <a:xfrm>
            <a:off x="4670999" y="2394475"/>
            <a:ext cx="4009800" cy="19254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21"/>
          <p:cNvSpPr/>
          <p:nvPr/>
        </p:nvSpPr>
        <p:spPr>
          <a:xfrm>
            <a:off x="4849213" y="2553547"/>
            <a:ext cx="36534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X</a:t>
            </a:r>
            <a:endParaRPr b="1" i="0" sz="1000" u="none" cap="none" strike="noStrike">
              <a:solidFill>
                <a:srgbClr val="000033"/>
              </a:solidFill>
              <a:latin typeface="Montserrat"/>
              <a:ea typeface="Montserrat"/>
              <a:cs typeface="Montserrat"/>
              <a:sym typeface="Montserrat"/>
            </a:endParaRPr>
          </a:p>
        </p:txBody>
      </p:sp>
      <p:sp>
        <p:nvSpPr>
          <p:cNvPr id="361" name="Google Shape;361;p21"/>
          <p:cNvSpPr/>
          <p:nvPr/>
        </p:nvSpPr>
        <p:spPr>
          <a:xfrm>
            <a:off x="4849213" y="2770459"/>
            <a:ext cx="3653400" cy="44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62" name="Google Shape;362;p21"/>
          <p:cNvSpPr/>
          <p:nvPr/>
        </p:nvSpPr>
        <p:spPr>
          <a:xfrm>
            <a:off x="4849225" y="3123230"/>
            <a:ext cx="3653400" cy="1113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67" name="Shape 367"/>
        <p:cNvGrpSpPr/>
        <p:nvPr/>
      </p:nvGrpSpPr>
      <p:grpSpPr>
        <a:xfrm>
          <a:off x="0" y="0"/>
          <a:ext cx="0" cy="0"/>
          <a:chOff x="0" y="0"/>
          <a:chExt cx="0" cy="0"/>
        </a:xfrm>
      </p:grpSpPr>
      <p:pic>
        <p:nvPicPr>
          <p:cNvPr descr="bg_divider.png" id="368" name="Google Shape;368;p22"/>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69" name="Google Shape;369;p22"/>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70" name="Google Shape;370;p22"/>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05</a:t>
            </a:r>
            <a:endParaRPr b="0" i="0" sz="1200" u="none" cap="none" strike="noStrike">
              <a:solidFill>
                <a:schemeClr val="dk1"/>
              </a:solidFill>
              <a:latin typeface="Calibri"/>
              <a:ea typeface="Calibri"/>
              <a:cs typeface="Calibri"/>
              <a:sym typeface="Calibri"/>
            </a:endParaRPr>
          </a:p>
        </p:txBody>
      </p:sp>
      <p:sp>
        <p:nvSpPr>
          <p:cNvPr id="371" name="Google Shape;371;p22"/>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Proceso</a:t>
            </a:r>
            <a:r>
              <a:rPr b="1" i="1" lang="en-US" sz="4500" u="none" cap="none" strike="noStrike">
                <a:solidFill>
                  <a:srgbClr val="7E99FE"/>
                </a:solidFill>
                <a:latin typeface="Montserrat Black"/>
                <a:ea typeface="Montserrat Black"/>
                <a:cs typeface="Montserrat Black"/>
                <a:sym typeface="Montserrat Black"/>
              </a:rPr>
              <a:t> general</a:t>
            </a:r>
            <a:endParaRPr b="0" i="0" sz="4500" u="none" cap="none" strike="noStrike">
              <a:solidFill>
                <a:schemeClr val="dk1"/>
              </a:solidFill>
              <a:latin typeface="Calibri"/>
              <a:ea typeface="Calibri"/>
              <a:cs typeface="Calibri"/>
              <a:sym typeface="Calibri"/>
            </a:endParaRPr>
          </a:p>
        </p:txBody>
      </p:sp>
      <p:sp>
        <p:nvSpPr>
          <p:cNvPr id="372" name="Google Shape;372;p22"/>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fases, cada una con su entregable.</a:t>
            </a:r>
            <a:endParaRPr b="0" i="0" sz="1300" u="none" cap="none" strike="noStrike">
              <a:solidFill>
                <a:schemeClr val="dk1"/>
              </a:solidFill>
              <a:latin typeface="Calibri"/>
              <a:ea typeface="Calibri"/>
              <a:cs typeface="Calibri"/>
              <a:sym typeface="Calibri"/>
            </a:endParaRPr>
          </a:p>
        </p:txBody>
      </p:sp>
      <p:sp>
        <p:nvSpPr>
          <p:cNvPr id="373" name="Google Shape;373;p22"/>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78" name="Shape 378"/>
        <p:cNvGrpSpPr/>
        <p:nvPr/>
      </p:nvGrpSpPr>
      <p:grpSpPr>
        <a:xfrm>
          <a:off x="0" y="0"/>
          <a:ext cx="0" cy="0"/>
          <a:chOff x="0" y="0"/>
          <a:chExt cx="0" cy="0"/>
        </a:xfrm>
      </p:grpSpPr>
      <p:sp>
        <p:nvSpPr>
          <p:cNvPr id="379" name="Google Shape;379;p23"/>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380" name="Google Shape;380;p23"/>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381" name="Google Shape;381;p23"/>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Cada fase cierra con un entregable concreto y verificable.</a:t>
            </a:r>
            <a:endParaRPr b="0" i="0" sz="1100" u="none" cap="none" strike="noStrike">
              <a:solidFill>
                <a:schemeClr val="dk1"/>
              </a:solidFill>
              <a:latin typeface="Calibri"/>
              <a:ea typeface="Calibri"/>
              <a:cs typeface="Calibri"/>
              <a:sym typeface="Calibri"/>
            </a:endParaRPr>
          </a:p>
        </p:txBody>
      </p:sp>
      <p:sp>
        <p:nvSpPr>
          <p:cNvPr id="382" name="Google Shape;382;p23"/>
          <p:cNvSpPr/>
          <p:nvPr/>
        </p:nvSpPr>
        <p:spPr>
          <a:xfrm>
            <a:off x="57150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23"/>
          <p:cNvSpPr txBox="1"/>
          <p:nvPr/>
        </p:nvSpPr>
        <p:spPr>
          <a:xfrm>
            <a:off x="77266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1</a:t>
            </a:r>
            <a:endParaRPr b="0" i="0" sz="900" u="none" cap="none" strike="noStrike">
              <a:solidFill>
                <a:schemeClr val="dk1"/>
              </a:solidFill>
              <a:latin typeface="Calibri"/>
              <a:ea typeface="Calibri"/>
              <a:cs typeface="Calibri"/>
              <a:sym typeface="Calibri"/>
            </a:endParaRPr>
          </a:p>
        </p:txBody>
      </p:sp>
      <p:sp>
        <p:nvSpPr>
          <p:cNvPr id="384" name="Google Shape;384;p23"/>
          <p:cNvSpPr txBox="1"/>
          <p:nvPr/>
        </p:nvSpPr>
        <p:spPr>
          <a:xfrm>
            <a:off x="77266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385" name="Google Shape;385;p23"/>
          <p:cNvSpPr txBox="1"/>
          <p:nvPr/>
        </p:nvSpPr>
        <p:spPr>
          <a:xfrm>
            <a:off x="772675"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6" name="Google Shape;386;p23"/>
          <p:cNvSpPr/>
          <p:nvPr/>
        </p:nvSpPr>
        <p:spPr>
          <a:xfrm>
            <a:off x="261747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23"/>
          <p:cNvSpPr txBox="1"/>
          <p:nvPr/>
        </p:nvSpPr>
        <p:spPr>
          <a:xfrm>
            <a:off x="281863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2</a:t>
            </a:r>
            <a:endParaRPr b="0" i="0" sz="900" u="none" cap="none" strike="noStrike">
              <a:solidFill>
                <a:schemeClr val="dk1"/>
              </a:solidFill>
              <a:latin typeface="Calibri"/>
              <a:ea typeface="Calibri"/>
              <a:cs typeface="Calibri"/>
              <a:sym typeface="Calibri"/>
            </a:endParaRPr>
          </a:p>
        </p:txBody>
      </p:sp>
      <p:sp>
        <p:nvSpPr>
          <p:cNvPr id="388" name="Google Shape;388;p23"/>
          <p:cNvSpPr txBox="1"/>
          <p:nvPr/>
        </p:nvSpPr>
        <p:spPr>
          <a:xfrm>
            <a:off x="281863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389" name="Google Shape;389;p23"/>
          <p:cNvSpPr txBox="1"/>
          <p:nvPr/>
        </p:nvSpPr>
        <p:spPr>
          <a:xfrm>
            <a:off x="2818633"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90" name="Google Shape;390;p23"/>
          <p:cNvSpPr/>
          <p:nvPr/>
        </p:nvSpPr>
        <p:spPr>
          <a:xfrm>
            <a:off x="466344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23"/>
          <p:cNvSpPr txBox="1"/>
          <p:nvPr/>
        </p:nvSpPr>
        <p:spPr>
          <a:xfrm>
            <a:off x="486460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3</a:t>
            </a:r>
            <a:endParaRPr b="0" i="0" sz="900" u="none" cap="none" strike="noStrike">
              <a:solidFill>
                <a:schemeClr val="dk1"/>
              </a:solidFill>
              <a:latin typeface="Calibri"/>
              <a:ea typeface="Calibri"/>
              <a:cs typeface="Calibri"/>
              <a:sym typeface="Calibri"/>
            </a:endParaRPr>
          </a:p>
        </p:txBody>
      </p:sp>
      <p:sp>
        <p:nvSpPr>
          <p:cNvPr id="392" name="Google Shape;392;p23"/>
          <p:cNvSpPr txBox="1"/>
          <p:nvPr/>
        </p:nvSpPr>
        <p:spPr>
          <a:xfrm>
            <a:off x="486460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393" name="Google Shape;393;p23"/>
          <p:cNvSpPr txBox="1"/>
          <p:nvPr/>
        </p:nvSpPr>
        <p:spPr>
          <a:xfrm>
            <a:off x="4864604"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94" name="Google Shape;394;p23"/>
          <p:cNvSpPr/>
          <p:nvPr/>
        </p:nvSpPr>
        <p:spPr>
          <a:xfrm>
            <a:off x="6709410" y="2029968"/>
            <a:ext cx="1863090" cy="2395728"/>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23"/>
          <p:cNvSpPr txBox="1"/>
          <p:nvPr/>
        </p:nvSpPr>
        <p:spPr>
          <a:xfrm>
            <a:off x="6910578" y="22128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FASE 4</a:t>
            </a:r>
            <a:endParaRPr b="0" i="0" sz="900" u="none" cap="none" strike="noStrike">
              <a:solidFill>
                <a:schemeClr val="dk1"/>
              </a:solidFill>
              <a:latin typeface="Calibri"/>
              <a:ea typeface="Calibri"/>
              <a:cs typeface="Calibri"/>
              <a:sym typeface="Calibri"/>
            </a:endParaRPr>
          </a:p>
        </p:txBody>
      </p:sp>
      <p:sp>
        <p:nvSpPr>
          <p:cNvPr id="396" name="Google Shape;396;p23"/>
          <p:cNvSpPr txBox="1"/>
          <p:nvPr/>
        </p:nvSpPr>
        <p:spPr>
          <a:xfrm>
            <a:off x="6910578" y="2432304"/>
            <a:ext cx="1460754" cy="438912"/>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fase</a:t>
            </a:r>
            <a:endParaRPr b="0" i="0" sz="1200" u="none" cap="none" strike="noStrike">
              <a:solidFill>
                <a:schemeClr val="dk1"/>
              </a:solidFill>
              <a:latin typeface="Calibri"/>
              <a:ea typeface="Calibri"/>
              <a:cs typeface="Calibri"/>
              <a:sym typeface="Calibri"/>
            </a:endParaRPr>
          </a:p>
        </p:txBody>
      </p:sp>
      <p:sp>
        <p:nvSpPr>
          <p:cNvPr id="397" name="Google Shape;397;p23"/>
          <p:cNvSpPr txBox="1"/>
          <p:nvPr/>
        </p:nvSpPr>
        <p:spPr>
          <a:xfrm>
            <a:off x="6910575" y="2853871"/>
            <a:ext cx="1460700" cy="14394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98" name="Google Shape;398;p23"/>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399" name="Google Shape;399;p23"/>
          <p:cNvSpPr/>
          <p:nvPr/>
        </p:nvSpPr>
        <p:spPr>
          <a:xfrm>
            <a:off x="730450"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23"/>
          <p:cNvSpPr txBox="1"/>
          <p:nvPr/>
        </p:nvSpPr>
        <p:spPr>
          <a:xfrm>
            <a:off x="809875"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01" name="Google Shape;401;p23"/>
          <p:cNvSpPr txBox="1"/>
          <p:nvPr/>
        </p:nvSpPr>
        <p:spPr>
          <a:xfrm>
            <a:off x="809875"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750" u="none" cap="none" strike="noStrike">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02" name="Google Shape;402;p23"/>
          <p:cNvSpPr/>
          <p:nvPr/>
        </p:nvSpPr>
        <p:spPr>
          <a:xfrm>
            <a:off x="2746675"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23"/>
          <p:cNvSpPr txBox="1"/>
          <p:nvPr/>
        </p:nvSpPr>
        <p:spPr>
          <a:xfrm>
            <a:off x="2826100"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04" name="Google Shape;404;p23"/>
          <p:cNvSpPr txBox="1"/>
          <p:nvPr/>
        </p:nvSpPr>
        <p:spPr>
          <a:xfrm>
            <a:off x="2826100"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750" u="none" cap="none" strike="noStrike">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05" name="Google Shape;405;p23"/>
          <p:cNvSpPr/>
          <p:nvPr/>
        </p:nvSpPr>
        <p:spPr>
          <a:xfrm>
            <a:off x="4828625"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23"/>
          <p:cNvSpPr txBox="1"/>
          <p:nvPr/>
        </p:nvSpPr>
        <p:spPr>
          <a:xfrm>
            <a:off x="4908050"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07" name="Google Shape;407;p23"/>
          <p:cNvSpPr txBox="1"/>
          <p:nvPr/>
        </p:nvSpPr>
        <p:spPr>
          <a:xfrm>
            <a:off x="4908050"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750" u="none" cap="none" strike="noStrike">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
        <p:nvSpPr>
          <p:cNvPr id="408" name="Google Shape;408;p23"/>
          <p:cNvSpPr/>
          <p:nvPr/>
        </p:nvSpPr>
        <p:spPr>
          <a:xfrm>
            <a:off x="6838600" y="3831625"/>
            <a:ext cx="1604700" cy="5373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23"/>
          <p:cNvSpPr txBox="1"/>
          <p:nvPr/>
        </p:nvSpPr>
        <p:spPr>
          <a:xfrm>
            <a:off x="6918025" y="3894701"/>
            <a:ext cx="1445700" cy="101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410" name="Google Shape;410;p23"/>
          <p:cNvSpPr txBox="1"/>
          <p:nvPr/>
        </p:nvSpPr>
        <p:spPr>
          <a:xfrm>
            <a:off x="6918025" y="4015599"/>
            <a:ext cx="1445700" cy="22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750" u="none" cap="none" strike="noStrike">
                <a:solidFill>
                  <a:srgbClr val="FFFFFF"/>
                </a:solidFill>
                <a:latin typeface="Montserrat"/>
                <a:ea typeface="Montserrat"/>
                <a:cs typeface="Montserrat"/>
                <a:sym typeface="Montserrat"/>
              </a:rPr>
              <a:t>xxxx</a:t>
            </a:r>
            <a:endParaRPr b="0" i="0" sz="750" u="none" cap="none" strike="noStrike">
              <a:solidFill>
                <a:srgbClr val="00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15" name="Shape 415"/>
        <p:cNvGrpSpPr/>
        <p:nvPr/>
      </p:nvGrpSpPr>
      <p:grpSpPr>
        <a:xfrm>
          <a:off x="0" y="0"/>
          <a:ext cx="0" cy="0"/>
          <a:chOff x="0" y="0"/>
          <a:chExt cx="0" cy="0"/>
        </a:xfrm>
      </p:grpSpPr>
      <p:pic>
        <p:nvPicPr>
          <p:cNvPr descr="bg_divider.png" id="416" name="Google Shape;416;p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417" name="Google Shape;417;p24"/>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18" name="Google Shape;418;p24"/>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06</a:t>
            </a:r>
            <a:endParaRPr b="0" i="0" sz="1200" u="none" cap="none" strike="noStrike">
              <a:solidFill>
                <a:schemeClr val="dk1"/>
              </a:solidFill>
              <a:latin typeface="Calibri"/>
              <a:ea typeface="Calibri"/>
              <a:cs typeface="Calibri"/>
              <a:sym typeface="Calibri"/>
            </a:endParaRPr>
          </a:p>
        </p:txBody>
      </p:sp>
      <p:sp>
        <p:nvSpPr>
          <p:cNvPr id="419" name="Google Shape;419;p24"/>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Detalle del</a:t>
            </a:r>
            <a:r>
              <a:rPr b="1" i="1" lang="en-US" sz="4500" u="none" cap="none" strike="noStrike">
                <a:solidFill>
                  <a:srgbClr val="7E99FE"/>
                </a:solidFill>
                <a:latin typeface="Montserrat Black"/>
                <a:ea typeface="Montserrat Black"/>
                <a:cs typeface="Montserrat Black"/>
                <a:sym typeface="Montserrat Black"/>
              </a:rPr>
              <a:t> Proceso</a:t>
            </a:r>
            <a:endParaRPr b="0" i="0" sz="4500" u="none" cap="none" strike="noStrike">
              <a:solidFill>
                <a:schemeClr val="dk1"/>
              </a:solidFill>
              <a:latin typeface="Calibri"/>
              <a:ea typeface="Calibri"/>
              <a:cs typeface="Calibri"/>
              <a:sym typeface="Calibri"/>
            </a:endParaRPr>
          </a:p>
        </p:txBody>
      </p:sp>
      <p:sp>
        <p:nvSpPr>
          <p:cNvPr id="420" name="Google Shape;420;p24"/>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fases, cada una con su entregable.</a:t>
            </a:r>
            <a:endParaRPr b="0" i="0" sz="1300" u="none" cap="none" strike="noStrike">
              <a:solidFill>
                <a:schemeClr val="dk1"/>
              </a:solidFill>
              <a:latin typeface="Calibri"/>
              <a:ea typeface="Calibri"/>
              <a:cs typeface="Calibri"/>
              <a:sym typeface="Calibri"/>
            </a:endParaRPr>
          </a:p>
        </p:txBody>
      </p:sp>
      <p:sp>
        <p:nvSpPr>
          <p:cNvPr id="421" name="Google Shape;421;p2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26" name="Shape 426"/>
        <p:cNvGrpSpPr/>
        <p:nvPr/>
      </p:nvGrpSpPr>
      <p:grpSpPr>
        <a:xfrm>
          <a:off x="0" y="0"/>
          <a:ext cx="0" cy="0"/>
          <a:chOff x="0" y="0"/>
          <a:chExt cx="0" cy="0"/>
        </a:xfrm>
      </p:grpSpPr>
      <p:sp>
        <p:nvSpPr>
          <p:cNvPr id="427" name="Google Shape;427;p25"/>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28" name="Google Shape;428;p25"/>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29" name="Google Shape;429;p25"/>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30" name="Google Shape;430;p25"/>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31" name="Google Shape;431;p2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 name="Google Shape;432;p25"/>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33" name="Google Shape;433;p25"/>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34" name="Google Shape;434;p2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 name="Google Shape;435;p25"/>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36" name="Google Shape;436;p25"/>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25"/>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38" name="Google Shape;438;p25"/>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sp>
        <p:nvSpPr>
          <p:cNvPr id="439" name="Google Shape;439;p25"/>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pic>
        <p:nvPicPr>
          <p:cNvPr descr="/home/claude/build/img/photo_f1.jpg" id="440" name="Google Shape;440;p25"/>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45" name="Shape 445"/>
        <p:cNvGrpSpPr/>
        <p:nvPr/>
      </p:nvGrpSpPr>
      <p:grpSpPr>
        <a:xfrm>
          <a:off x="0" y="0"/>
          <a:ext cx="0" cy="0"/>
          <a:chOff x="0" y="0"/>
          <a:chExt cx="0" cy="0"/>
        </a:xfrm>
      </p:grpSpPr>
      <p:sp>
        <p:nvSpPr>
          <p:cNvPr id="446" name="Google Shape;446;p2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47" name="Google Shape;447;p2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48" name="Google Shape;448;p26"/>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49" name="Google Shape;449;p2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50" name="Google Shape;450;p26"/>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p26"/>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52" name="Google Shape;452;p26"/>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26"/>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54" name="Google Shape;454;p26"/>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26"/>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56" name="Google Shape;456;p26"/>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57" name="Google Shape;457;p26"/>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458" name="Google Shape;458;p26"/>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59" name="Google Shape;459;p26"/>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64" name="Shape 464"/>
        <p:cNvGrpSpPr/>
        <p:nvPr/>
      </p:nvGrpSpPr>
      <p:grpSpPr>
        <a:xfrm>
          <a:off x="0" y="0"/>
          <a:ext cx="0" cy="0"/>
          <a:chOff x="0" y="0"/>
          <a:chExt cx="0" cy="0"/>
        </a:xfrm>
      </p:grpSpPr>
      <p:sp>
        <p:nvSpPr>
          <p:cNvPr id="465" name="Google Shape;465;p2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66" name="Google Shape;466;p2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67" name="Google Shape;467;p27"/>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68" name="Google Shape;468;p2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69" name="Google Shape;469;p27"/>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27"/>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71" name="Google Shape;471;p27"/>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27"/>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73" name="Google Shape;473;p27"/>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 name="Google Shape;474;p27"/>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75" name="Google Shape;475;p27"/>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76" name="Google Shape;476;p27"/>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477" name="Google Shape;477;p27"/>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78" name="Google Shape;478;p27"/>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3" name="Shape 483"/>
        <p:cNvGrpSpPr/>
        <p:nvPr/>
      </p:nvGrpSpPr>
      <p:grpSpPr>
        <a:xfrm>
          <a:off x="0" y="0"/>
          <a:ext cx="0" cy="0"/>
          <a:chOff x="0" y="0"/>
          <a:chExt cx="0" cy="0"/>
        </a:xfrm>
      </p:grpSpPr>
      <p:sp>
        <p:nvSpPr>
          <p:cNvPr id="484" name="Google Shape;484;p2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PASO X</a:t>
            </a:r>
            <a:endParaRPr b="0" i="0" sz="1100" u="none" cap="none" strike="noStrike">
              <a:solidFill>
                <a:schemeClr val="dk1"/>
              </a:solidFill>
              <a:latin typeface="Calibri"/>
              <a:ea typeface="Calibri"/>
              <a:cs typeface="Calibri"/>
              <a:sym typeface="Calibri"/>
            </a:endParaRPr>
          </a:p>
        </p:txBody>
      </p:sp>
      <p:sp>
        <p:nvSpPr>
          <p:cNvPr id="485" name="Google Shape;485;p2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paso</a:t>
            </a:r>
            <a:endParaRPr b="0" i="0" sz="2100" u="none" cap="none" strike="noStrike">
              <a:solidFill>
                <a:schemeClr val="dk1"/>
              </a:solidFill>
              <a:latin typeface="Calibri"/>
              <a:ea typeface="Calibri"/>
              <a:cs typeface="Calibri"/>
              <a:sym typeface="Calibri"/>
            </a:endParaRPr>
          </a:p>
        </p:txBody>
      </p:sp>
      <p:sp>
        <p:nvSpPr>
          <p:cNvPr id="486" name="Google Shape;486;p28"/>
          <p:cNvSpPr txBox="1"/>
          <p:nvPr/>
        </p:nvSpPr>
        <p:spPr>
          <a:xfrm>
            <a:off x="571500" y="1539850"/>
            <a:ext cx="6560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87" name="Google Shape;487;p2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488" name="Google Shape;488;p2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28"/>
          <p:cNvSpPr txBox="1"/>
          <p:nvPr/>
        </p:nvSpPr>
        <p:spPr>
          <a:xfrm>
            <a:off x="681800" y="1953819"/>
            <a:ext cx="34053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90" name="Google Shape;490;p2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28"/>
          <p:cNvSpPr txBox="1"/>
          <p:nvPr/>
        </p:nvSpPr>
        <p:spPr>
          <a:xfrm>
            <a:off x="4493827" y="1964403"/>
            <a:ext cx="22482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92" name="Google Shape;492;p28"/>
          <p:cNvSpPr/>
          <p:nvPr/>
        </p:nvSpPr>
        <p:spPr>
          <a:xfrm>
            <a:off x="571500" y="4010673"/>
            <a:ext cx="8001000" cy="4752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28"/>
          <p:cNvSpPr txBox="1"/>
          <p:nvPr/>
        </p:nvSpPr>
        <p:spPr>
          <a:xfrm>
            <a:off x="790956" y="4051389"/>
            <a:ext cx="12801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94" name="Google Shape;494;p28"/>
          <p:cNvSpPr txBox="1"/>
          <p:nvPr/>
        </p:nvSpPr>
        <p:spPr>
          <a:xfrm>
            <a:off x="790950" y="4171577"/>
            <a:ext cx="7671000" cy="301200"/>
          </a:xfrm>
          <a:prstGeom prst="rect">
            <a:avLst/>
          </a:prstGeom>
          <a:noFill/>
          <a:ln>
            <a:noFill/>
          </a:ln>
        </p:spPr>
        <p:txBody>
          <a:bodyPr anchorCtr="0" anchor="ctr" bIns="0" lIns="0" spcFirstLastPara="1" rIns="0" wrap="square" tIns="0">
            <a:noAutofit/>
          </a:bodyPr>
          <a:lstStyle/>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15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95" name="Google Shape;495;p28"/>
          <p:cNvPicPr preferRelativeResize="0"/>
          <p:nvPr/>
        </p:nvPicPr>
        <p:blipFill rotWithShape="1">
          <a:blip r:embed="rId3">
            <a:alphaModFix/>
          </a:blip>
          <a:srcRect b="0" l="0" r="18006" t="18093"/>
          <a:stretch/>
        </p:blipFill>
        <p:spPr>
          <a:xfrm>
            <a:off x="6710100" y="1908414"/>
            <a:ext cx="1862400" cy="1972500"/>
          </a:xfrm>
          <a:prstGeom prst="roundRect">
            <a:avLst>
              <a:gd fmla="val 6720" name="adj"/>
            </a:avLst>
          </a:prstGeom>
          <a:noFill/>
          <a:ln>
            <a:noFill/>
          </a:ln>
        </p:spPr>
      </p:pic>
      <p:sp>
        <p:nvSpPr>
          <p:cNvPr id="496" name="Google Shape;496;p28"/>
          <p:cNvSpPr txBox="1"/>
          <p:nvPr/>
        </p:nvSpPr>
        <p:spPr>
          <a:xfrm>
            <a:off x="681850" y="2210950"/>
            <a:ext cx="36012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97" name="Google Shape;497;p28"/>
          <p:cNvSpPr txBox="1"/>
          <p:nvPr/>
        </p:nvSpPr>
        <p:spPr>
          <a:xfrm>
            <a:off x="4493825" y="2210950"/>
            <a:ext cx="2082900" cy="475200"/>
          </a:xfrm>
          <a:prstGeom prst="rect">
            <a:avLst/>
          </a:prstGeom>
          <a:noFill/>
          <a:ln>
            <a:noFill/>
          </a:ln>
        </p:spPr>
        <p:txBody>
          <a:bodyPr anchorCtr="0" anchor="t" bIns="91425" lIns="91425" spcFirstLastPara="1" rIns="91425" wrap="square" tIns="91425">
            <a:noAutofit/>
          </a:bodyPr>
          <a:lstStyle/>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09550"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29"/>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4" name="Google Shape;504;p2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505" name="Google Shape;505;p29"/>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506" name="Google Shape;506;p29"/>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507" name="Google Shape;507;p29"/>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508" name="Google Shape;508;p29"/>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509" name="Google Shape;509;p29"/>
          <p:cNvSpPr/>
          <p:nvPr/>
        </p:nvSpPr>
        <p:spPr>
          <a:xfrm>
            <a:off x="571500" y="1762581"/>
            <a:ext cx="1100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07 </a:t>
            </a:r>
            <a:endParaRPr b="0" i="0" sz="1200" u="none" cap="none" strike="noStrike">
              <a:solidFill>
                <a:schemeClr val="dk1"/>
              </a:solidFill>
              <a:latin typeface="Calibri"/>
              <a:ea typeface="Calibri"/>
              <a:cs typeface="Calibri"/>
              <a:sym typeface="Calibri"/>
            </a:endParaRPr>
          </a:p>
        </p:txBody>
      </p:sp>
      <p:sp>
        <p:nvSpPr>
          <p:cNvPr id="510" name="Google Shape;510;p29"/>
          <p:cNvSpPr/>
          <p:nvPr/>
        </p:nvSpPr>
        <p:spPr>
          <a:xfrm>
            <a:off x="571500" y="2988925"/>
            <a:ext cx="51960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Planificación temporal y propuestas de inversión económica estimadas para el desarrollo del proyecto. </a:t>
            </a:r>
            <a:endParaRPr b="0" i="0" sz="1300" u="none" cap="none" strike="noStrike">
              <a:solidFill>
                <a:schemeClr val="dk1"/>
              </a:solidFill>
              <a:latin typeface="Calibri"/>
              <a:ea typeface="Calibri"/>
              <a:cs typeface="Calibri"/>
              <a:sym typeface="Calibri"/>
            </a:endParaRPr>
          </a:p>
        </p:txBody>
      </p:sp>
      <p:sp>
        <p:nvSpPr>
          <p:cNvPr id="511" name="Google Shape;511;p29"/>
          <p:cNvSpPr/>
          <p:nvPr/>
        </p:nvSpPr>
        <p:spPr>
          <a:xfrm>
            <a:off x="571500" y="2155488"/>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Cronograma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16" name="Shape 516"/>
        <p:cNvGrpSpPr/>
        <p:nvPr/>
      </p:nvGrpSpPr>
      <p:grpSpPr>
        <a:xfrm>
          <a:off x="0" y="0"/>
          <a:ext cx="0" cy="0"/>
          <a:chOff x="0" y="0"/>
          <a:chExt cx="0" cy="0"/>
        </a:xfrm>
      </p:grpSpPr>
      <p:sp>
        <p:nvSpPr>
          <p:cNvPr id="517" name="Google Shape;517;p30"/>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18" name="Google Shape;518;p30"/>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19" name="Google Shape;519;p30"/>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30"/>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1" name="Google Shape;521;p30"/>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2" name="Google Shape;522;p30"/>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3" name="Google Shape;523;p30"/>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4" name="Google Shape;524;p30"/>
          <p:cNvSpPr/>
          <p:nvPr/>
        </p:nvSpPr>
        <p:spPr>
          <a:xfrm>
            <a:off x="809244" y="1743468"/>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30"/>
          <p:cNvSpPr txBox="1"/>
          <p:nvPr/>
        </p:nvSpPr>
        <p:spPr>
          <a:xfrm>
            <a:off x="809244" y="1928689"/>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1 · Nombre</a:t>
            </a:r>
            <a:endParaRPr b="0" i="0" sz="1000" u="none" cap="none" strike="noStrike">
              <a:solidFill>
                <a:schemeClr val="dk1"/>
              </a:solidFill>
              <a:latin typeface="Calibri"/>
              <a:ea typeface="Calibri"/>
              <a:cs typeface="Calibri"/>
              <a:sym typeface="Calibri"/>
            </a:endParaRPr>
          </a:p>
        </p:txBody>
      </p:sp>
      <p:sp>
        <p:nvSpPr>
          <p:cNvPr id="526" name="Google Shape;526;p30"/>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30"/>
          <p:cNvSpPr/>
          <p:nvPr/>
        </p:nvSpPr>
        <p:spPr>
          <a:xfrm>
            <a:off x="809244" y="2231777"/>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30"/>
          <p:cNvSpPr txBox="1"/>
          <p:nvPr/>
        </p:nvSpPr>
        <p:spPr>
          <a:xfrm>
            <a:off x="809244" y="2349645"/>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2 · Nombre</a:t>
            </a:r>
            <a:endParaRPr b="0" i="0" sz="1000" u="none" cap="none" strike="noStrike">
              <a:solidFill>
                <a:schemeClr val="dk1"/>
              </a:solidFill>
              <a:latin typeface="Calibri"/>
              <a:ea typeface="Calibri"/>
              <a:cs typeface="Calibri"/>
              <a:sym typeface="Calibri"/>
            </a:endParaRPr>
          </a:p>
        </p:txBody>
      </p:sp>
      <p:sp>
        <p:nvSpPr>
          <p:cNvPr id="529" name="Google Shape;529;p30"/>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30"/>
          <p:cNvSpPr/>
          <p:nvPr/>
        </p:nvSpPr>
        <p:spPr>
          <a:xfrm>
            <a:off x="809244" y="2652733"/>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 name="Google Shape;531;p30"/>
          <p:cNvSpPr txBox="1"/>
          <p:nvPr/>
        </p:nvSpPr>
        <p:spPr>
          <a:xfrm>
            <a:off x="809244" y="2770601"/>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3 · Nombre</a:t>
            </a:r>
            <a:endParaRPr b="0" i="0" sz="1000" u="none" cap="none" strike="noStrike">
              <a:solidFill>
                <a:schemeClr val="dk1"/>
              </a:solidFill>
              <a:latin typeface="Calibri"/>
              <a:ea typeface="Calibri"/>
              <a:cs typeface="Calibri"/>
              <a:sym typeface="Calibri"/>
            </a:endParaRPr>
          </a:p>
        </p:txBody>
      </p:sp>
      <p:sp>
        <p:nvSpPr>
          <p:cNvPr id="532" name="Google Shape;532;p30"/>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30"/>
          <p:cNvSpPr/>
          <p:nvPr/>
        </p:nvSpPr>
        <p:spPr>
          <a:xfrm>
            <a:off x="809244" y="3073689"/>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30"/>
          <p:cNvSpPr txBox="1"/>
          <p:nvPr/>
        </p:nvSpPr>
        <p:spPr>
          <a:xfrm>
            <a:off x="809244" y="3191557"/>
            <a:ext cx="2286000" cy="20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Fase 4 · Nombre</a:t>
            </a:r>
            <a:endParaRPr b="0" i="0" sz="1000" u="none" cap="none" strike="noStrike">
              <a:solidFill>
                <a:schemeClr val="dk1"/>
              </a:solidFill>
              <a:latin typeface="Calibri"/>
              <a:ea typeface="Calibri"/>
              <a:cs typeface="Calibri"/>
              <a:sym typeface="Calibri"/>
            </a:endParaRPr>
          </a:p>
        </p:txBody>
      </p:sp>
      <p:sp>
        <p:nvSpPr>
          <p:cNvPr id="535" name="Google Shape;535;p30"/>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30"/>
          <p:cNvSpPr/>
          <p:nvPr/>
        </p:nvSpPr>
        <p:spPr>
          <a:xfrm>
            <a:off x="586550" y="4018450"/>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549" u="none" cap="none" strike="noStrike">
                <a:solidFill>
                  <a:srgbClr val="000033"/>
                </a:solidFill>
                <a:latin typeface="Montserrat"/>
                <a:ea typeface="Montserrat"/>
                <a:cs typeface="Montserrat"/>
                <a:sym typeface="Montserrat"/>
              </a:rPr>
              <a:t>HITOS DE CONTROL</a:t>
            </a:r>
            <a:endParaRPr b="0" i="0" sz="549" u="none" cap="none" strike="noStrike">
              <a:solidFill>
                <a:srgbClr val="000033"/>
              </a:solidFill>
              <a:latin typeface="Montserrat"/>
              <a:ea typeface="Montserrat"/>
              <a:cs typeface="Montserrat"/>
              <a:sym typeface="Montserrat"/>
            </a:endParaRPr>
          </a:p>
        </p:txBody>
      </p:sp>
      <p:sp>
        <p:nvSpPr>
          <p:cNvPr id="537" name="Google Shape;537;p30"/>
          <p:cNvSpPr/>
          <p:nvPr/>
        </p:nvSpPr>
        <p:spPr>
          <a:xfrm>
            <a:off x="1467718" y="3942575"/>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30"/>
          <p:cNvSpPr/>
          <p:nvPr/>
        </p:nvSpPr>
        <p:spPr>
          <a:xfrm>
            <a:off x="1568080" y="39909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TIEMPO X</a:t>
            </a:r>
            <a:endParaRPr b="0" i="0" sz="549" u="none" cap="none" strike="noStrike">
              <a:solidFill>
                <a:srgbClr val="2B5BFC"/>
              </a:solidFill>
              <a:latin typeface="Montserrat"/>
              <a:ea typeface="Montserrat"/>
              <a:cs typeface="Montserrat"/>
              <a:sym typeface="Montserrat"/>
            </a:endParaRPr>
          </a:p>
        </p:txBody>
      </p:sp>
      <p:sp>
        <p:nvSpPr>
          <p:cNvPr id="539" name="Google Shape;539;p30"/>
          <p:cNvSpPr/>
          <p:nvPr/>
        </p:nvSpPr>
        <p:spPr>
          <a:xfrm>
            <a:off x="1568080" y="41264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579" u="none" cap="none" strike="noStrike">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
        <p:nvSpPr>
          <p:cNvPr id="540" name="Google Shape;540;p30"/>
          <p:cNvSpPr/>
          <p:nvPr/>
        </p:nvSpPr>
        <p:spPr>
          <a:xfrm>
            <a:off x="3278760" y="3944400"/>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30"/>
          <p:cNvSpPr/>
          <p:nvPr/>
        </p:nvSpPr>
        <p:spPr>
          <a:xfrm>
            <a:off x="3379121" y="3992780"/>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TIEMPO X</a:t>
            </a:r>
            <a:endParaRPr b="0" i="0" sz="549" u="none" cap="none" strike="noStrike">
              <a:solidFill>
                <a:srgbClr val="2B5BFC"/>
              </a:solidFill>
              <a:latin typeface="Montserrat"/>
              <a:ea typeface="Montserrat"/>
              <a:cs typeface="Montserrat"/>
              <a:sym typeface="Montserrat"/>
            </a:endParaRPr>
          </a:p>
        </p:txBody>
      </p:sp>
      <p:sp>
        <p:nvSpPr>
          <p:cNvPr id="542" name="Google Shape;542;p30"/>
          <p:cNvSpPr/>
          <p:nvPr/>
        </p:nvSpPr>
        <p:spPr>
          <a:xfrm>
            <a:off x="3379121" y="4128244"/>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579" u="none" cap="none" strike="noStrike">
                <a:solidFill>
                  <a:srgbClr val="000033"/>
                </a:solidFill>
                <a:latin typeface="Montserrat"/>
                <a:ea typeface="Montserrat"/>
                <a:cs typeface="Montserrat"/>
                <a:sym typeface="Montserrat"/>
              </a:rPr>
              <a:t>XXXXX</a:t>
            </a:r>
            <a:endParaRPr b="0" i="0" sz="579" u="none" cap="none" strike="noStrike">
              <a:solidFill>
                <a:srgbClr val="000033"/>
              </a:solidFill>
              <a:latin typeface="Montserrat"/>
              <a:ea typeface="Montserrat"/>
              <a:cs typeface="Montserrat"/>
              <a:sym typeface="Montserrat"/>
            </a:endParaRPr>
          </a:p>
        </p:txBody>
      </p:sp>
      <p:sp>
        <p:nvSpPr>
          <p:cNvPr id="543" name="Google Shape;543;p30"/>
          <p:cNvSpPr/>
          <p:nvPr/>
        </p:nvSpPr>
        <p:spPr>
          <a:xfrm>
            <a:off x="5085517" y="3946275"/>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0"/>
          <p:cNvSpPr/>
          <p:nvPr/>
        </p:nvSpPr>
        <p:spPr>
          <a:xfrm>
            <a:off x="5185879" y="39946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TIEMPO X</a:t>
            </a:r>
            <a:endParaRPr b="0" i="0" sz="549" u="none" cap="none" strike="noStrike">
              <a:solidFill>
                <a:srgbClr val="2B5BFC"/>
              </a:solidFill>
              <a:latin typeface="Montserrat"/>
              <a:ea typeface="Montserrat"/>
              <a:cs typeface="Montserrat"/>
              <a:sym typeface="Montserrat"/>
            </a:endParaRPr>
          </a:p>
        </p:txBody>
      </p:sp>
      <p:sp>
        <p:nvSpPr>
          <p:cNvPr id="545" name="Google Shape;545;p30"/>
          <p:cNvSpPr/>
          <p:nvPr/>
        </p:nvSpPr>
        <p:spPr>
          <a:xfrm>
            <a:off x="5185879" y="41301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579" u="none" cap="none" strike="noStrike">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
        <p:nvSpPr>
          <p:cNvPr id="546" name="Google Shape;546;p30"/>
          <p:cNvSpPr/>
          <p:nvPr/>
        </p:nvSpPr>
        <p:spPr>
          <a:xfrm>
            <a:off x="6904126" y="3970075"/>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30"/>
          <p:cNvSpPr/>
          <p:nvPr/>
        </p:nvSpPr>
        <p:spPr>
          <a:xfrm>
            <a:off x="7004479" y="4018455"/>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549" u="none" cap="none" strike="noStrike">
                <a:solidFill>
                  <a:srgbClr val="2B5BFC"/>
                </a:solidFill>
                <a:latin typeface="Montserrat"/>
                <a:ea typeface="Montserrat"/>
                <a:cs typeface="Montserrat"/>
                <a:sym typeface="Montserrat"/>
              </a:rPr>
              <a:t>◆  TIEMPO X</a:t>
            </a:r>
            <a:endParaRPr b="0" i="0" sz="549" u="none" cap="none" strike="noStrike">
              <a:solidFill>
                <a:srgbClr val="2B5BFC"/>
              </a:solidFill>
              <a:latin typeface="Montserrat"/>
              <a:ea typeface="Montserrat"/>
              <a:cs typeface="Montserrat"/>
              <a:sym typeface="Montserrat"/>
            </a:endParaRPr>
          </a:p>
        </p:txBody>
      </p:sp>
      <p:sp>
        <p:nvSpPr>
          <p:cNvPr id="548" name="Google Shape;548;p30"/>
          <p:cNvSpPr/>
          <p:nvPr/>
        </p:nvSpPr>
        <p:spPr>
          <a:xfrm>
            <a:off x="7004479" y="4153919"/>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579" u="none" cap="none" strike="noStrike">
                <a:solidFill>
                  <a:srgbClr val="000033"/>
                </a:solidFill>
                <a:latin typeface="Montserrat"/>
                <a:ea typeface="Montserrat"/>
                <a:cs typeface="Montserrat"/>
                <a:sym typeface="Montserrat"/>
              </a:rPr>
              <a:t>XXXX</a:t>
            </a:r>
            <a:endParaRPr b="0" i="0" sz="579"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53" name="Shape 553"/>
        <p:cNvGrpSpPr/>
        <p:nvPr/>
      </p:nvGrpSpPr>
      <p:grpSpPr>
        <a:xfrm>
          <a:off x="0" y="0"/>
          <a:ext cx="0" cy="0"/>
          <a:chOff x="0" y="0"/>
          <a:chExt cx="0" cy="0"/>
        </a:xfrm>
      </p:grpSpPr>
      <p:pic>
        <p:nvPicPr>
          <p:cNvPr descr="bg_divider.png" id="554" name="Google Shape;554;p31"/>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55" name="Google Shape;555;p3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56" name="Google Shape;556;p31"/>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08</a:t>
            </a:r>
            <a:endParaRPr b="0" i="0" sz="1200" u="none" cap="none" strike="noStrike">
              <a:solidFill>
                <a:schemeClr val="dk1"/>
              </a:solidFill>
              <a:latin typeface="Calibri"/>
              <a:ea typeface="Calibri"/>
              <a:cs typeface="Calibri"/>
              <a:sym typeface="Calibri"/>
            </a:endParaRPr>
          </a:p>
        </p:txBody>
      </p:sp>
      <p:sp>
        <p:nvSpPr>
          <p:cNvPr id="557" name="Google Shape;557;p31"/>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Consideraciones </a:t>
            </a:r>
            <a:endParaRPr b="0" i="0" sz="4500" u="none" cap="none" strike="noStrike">
              <a:solidFill>
                <a:schemeClr val="dk1"/>
              </a:solidFill>
              <a:latin typeface="Calibri"/>
              <a:ea typeface="Calibri"/>
              <a:cs typeface="Calibri"/>
              <a:sym typeface="Calibri"/>
            </a:endParaRPr>
          </a:p>
        </p:txBody>
      </p:sp>
      <p:sp>
        <p:nvSpPr>
          <p:cNvPr id="558" name="Google Shape;558;p31"/>
          <p:cNvSpPr txBox="1"/>
          <p:nvPr/>
        </p:nvSpPr>
        <p:spPr>
          <a:xfrm>
            <a:off x="571500" y="3017520"/>
            <a:ext cx="45720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559" name="Google Shape;559;p3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64" name="Shape 564"/>
        <p:cNvGrpSpPr/>
        <p:nvPr/>
      </p:nvGrpSpPr>
      <p:grpSpPr>
        <a:xfrm>
          <a:off x="0" y="0"/>
          <a:ext cx="0" cy="0"/>
          <a:chOff x="0" y="0"/>
          <a:chExt cx="0" cy="0"/>
        </a:xfrm>
      </p:grpSpPr>
      <p:pic>
        <p:nvPicPr>
          <p:cNvPr descr="bg_content.png" id="565" name="Google Shape;565;p3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navy.png" id="566" name="Google Shape;566;p32"/>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67" name="Google Shape;567;p32"/>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568" name="Google Shape;568;p32"/>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569" name="Google Shape;569;p32"/>
          <p:cNvSpPr/>
          <p:nvPr/>
        </p:nvSpPr>
        <p:spPr>
          <a:xfrm>
            <a:off x="571500" y="1975104"/>
            <a:ext cx="3890772" cy="2487168"/>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32"/>
          <p:cNvSpPr/>
          <p:nvPr/>
        </p:nvSpPr>
        <p:spPr>
          <a:xfrm>
            <a:off x="754380" y="2157984"/>
            <a:ext cx="1700784" cy="27432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32"/>
          <p:cNvSpPr txBox="1"/>
          <p:nvPr/>
        </p:nvSpPr>
        <p:spPr>
          <a:xfrm>
            <a:off x="754380" y="2221992"/>
            <a:ext cx="170078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572" name="Google Shape;572;p32"/>
          <p:cNvSpPr txBox="1"/>
          <p:nvPr/>
        </p:nvSpPr>
        <p:spPr>
          <a:xfrm>
            <a:off x="790956" y="2578608"/>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573" name="Google Shape;573;p32"/>
          <p:cNvSpPr txBox="1"/>
          <p:nvPr/>
        </p:nvSpPr>
        <p:spPr>
          <a:xfrm>
            <a:off x="790956" y="2798064"/>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4" name="Google Shape;574;p32"/>
          <p:cNvSpPr txBox="1"/>
          <p:nvPr/>
        </p:nvSpPr>
        <p:spPr>
          <a:xfrm>
            <a:off x="790956" y="3182112"/>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75" name="Google Shape;575;p32"/>
          <p:cNvSpPr txBox="1"/>
          <p:nvPr/>
        </p:nvSpPr>
        <p:spPr>
          <a:xfrm>
            <a:off x="790956" y="3401568"/>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6" name="Google Shape;576;p32"/>
          <p:cNvSpPr txBox="1"/>
          <p:nvPr/>
        </p:nvSpPr>
        <p:spPr>
          <a:xfrm>
            <a:off x="790956" y="3785616"/>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77" name="Google Shape;577;p32"/>
          <p:cNvSpPr txBox="1"/>
          <p:nvPr/>
        </p:nvSpPr>
        <p:spPr>
          <a:xfrm>
            <a:off x="790956" y="4005072"/>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78" name="Google Shape;578;p32"/>
          <p:cNvSpPr/>
          <p:nvPr/>
        </p:nvSpPr>
        <p:spPr>
          <a:xfrm>
            <a:off x="4681728" y="1975104"/>
            <a:ext cx="3890772" cy="2487168"/>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 name="Google Shape;579;p32"/>
          <p:cNvSpPr/>
          <p:nvPr/>
        </p:nvSpPr>
        <p:spPr>
          <a:xfrm>
            <a:off x="4864608" y="2157984"/>
            <a:ext cx="1700784" cy="27432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32"/>
          <p:cNvSpPr txBox="1"/>
          <p:nvPr/>
        </p:nvSpPr>
        <p:spPr>
          <a:xfrm>
            <a:off x="4864608" y="2221992"/>
            <a:ext cx="170078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APORTA</a:t>
            </a:r>
            <a:endParaRPr b="0" i="0" sz="900" u="none" cap="none" strike="noStrike">
              <a:solidFill>
                <a:schemeClr val="dk1"/>
              </a:solidFill>
              <a:latin typeface="Calibri"/>
              <a:ea typeface="Calibri"/>
              <a:cs typeface="Calibri"/>
              <a:sym typeface="Calibri"/>
            </a:endParaRPr>
          </a:p>
        </p:txBody>
      </p:sp>
      <p:sp>
        <p:nvSpPr>
          <p:cNvPr id="581" name="Google Shape;581;p32"/>
          <p:cNvSpPr txBox="1"/>
          <p:nvPr/>
        </p:nvSpPr>
        <p:spPr>
          <a:xfrm>
            <a:off x="4901184" y="2578608"/>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582" name="Google Shape;582;p32"/>
          <p:cNvSpPr txBox="1"/>
          <p:nvPr/>
        </p:nvSpPr>
        <p:spPr>
          <a:xfrm>
            <a:off x="4901184" y="2798064"/>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83" name="Google Shape;583;p32"/>
          <p:cNvSpPr txBox="1"/>
          <p:nvPr/>
        </p:nvSpPr>
        <p:spPr>
          <a:xfrm>
            <a:off x="4901184" y="3182112"/>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84" name="Google Shape;584;p32"/>
          <p:cNvSpPr txBox="1"/>
          <p:nvPr/>
        </p:nvSpPr>
        <p:spPr>
          <a:xfrm>
            <a:off x="4901184" y="3401568"/>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85" name="Google Shape;585;p32"/>
          <p:cNvSpPr txBox="1"/>
          <p:nvPr/>
        </p:nvSpPr>
        <p:spPr>
          <a:xfrm>
            <a:off x="4901184" y="3785616"/>
            <a:ext cx="345186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86" name="Google Shape;586;p32"/>
          <p:cNvSpPr txBox="1"/>
          <p:nvPr/>
        </p:nvSpPr>
        <p:spPr>
          <a:xfrm>
            <a:off x="4901184" y="4005072"/>
            <a:ext cx="3451860" cy="347472"/>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87" name="Google Shape;587;p32"/>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92" name="Shape 592"/>
        <p:cNvGrpSpPr/>
        <p:nvPr/>
      </p:nvGrpSpPr>
      <p:grpSpPr>
        <a:xfrm>
          <a:off x="0" y="0"/>
          <a:ext cx="0" cy="0"/>
          <a:chOff x="0" y="0"/>
          <a:chExt cx="0" cy="0"/>
        </a:xfrm>
      </p:grpSpPr>
      <p:pic>
        <p:nvPicPr>
          <p:cNvPr descr="bg_divider.png" id="593" name="Google Shape;593;p3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94" name="Google Shape;594;p3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95" name="Google Shape;595;p3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9</a:t>
            </a:r>
            <a:endParaRPr b="0" i="0" sz="1200" u="none" cap="none" strike="noStrike">
              <a:solidFill>
                <a:schemeClr val="dk1"/>
              </a:solidFill>
              <a:latin typeface="Calibri"/>
              <a:ea typeface="Calibri"/>
              <a:cs typeface="Calibri"/>
              <a:sym typeface="Calibri"/>
            </a:endParaRPr>
          </a:p>
        </p:txBody>
      </p:sp>
      <p:sp>
        <p:nvSpPr>
          <p:cNvPr id="596" name="Google Shape;596;p3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Estimación de</a:t>
            </a:r>
            <a:r>
              <a:rPr b="1" i="1" lang="en-US" sz="4500" u="none" cap="none" strike="noStrike">
                <a:solidFill>
                  <a:srgbClr val="7E99FE"/>
                </a:solidFill>
                <a:latin typeface="Montserrat Black"/>
                <a:ea typeface="Montserrat Black"/>
                <a:cs typeface="Montserrat Black"/>
                <a:sym typeface="Montserrat Black"/>
              </a:rPr>
              <a:t> impacto</a:t>
            </a:r>
            <a:endParaRPr b="0" i="0" sz="4500" u="none" cap="none" strike="noStrike">
              <a:solidFill>
                <a:schemeClr val="dk1"/>
              </a:solidFill>
              <a:latin typeface="Calibri"/>
              <a:ea typeface="Calibri"/>
              <a:cs typeface="Calibri"/>
              <a:sym typeface="Calibri"/>
            </a:endParaRPr>
          </a:p>
        </p:txBody>
      </p:sp>
      <p:sp>
        <p:nvSpPr>
          <p:cNvPr id="597" name="Google Shape;597;p33"/>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El impacto esperado de la ruta, a completar con Pacasmayo.</a:t>
            </a:r>
            <a:endParaRPr b="0" i="0" sz="1300" u="none" cap="none" strike="noStrike">
              <a:solidFill>
                <a:schemeClr val="dk1"/>
              </a:solidFill>
              <a:latin typeface="Calibri"/>
              <a:ea typeface="Calibri"/>
              <a:cs typeface="Calibri"/>
              <a:sym typeface="Calibri"/>
            </a:endParaRPr>
          </a:p>
        </p:txBody>
      </p:sp>
      <p:sp>
        <p:nvSpPr>
          <p:cNvPr id="598" name="Google Shape;598;p3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3" name="Shape 603"/>
        <p:cNvGrpSpPr/>
        <p:nvPr/>
      </p:nvGrpSpPr>
      <p:grpSpPr>
        <a:xfrm>
          <a:off x="0" y="0"/>
          <a:ext cx="0" cy="0"/>
          <a:chOff x="0" y="0"/>
          <a:chExt cx="0" cy="0"/>
        </a:xfrm>
      </p:grpSpPr>
      <p:sp>
        <p:nvSpPr>
          <p:cNvPr id="604" name="Google Shape;604;p3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05" name="Google Shape;605;p34"/>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606" name="Google Shape;606;p34"/>
          <p:cNvSpPr/>
          <p:nvPr/>
        </p:nvSpPr>
        <p:spPr>
          <a:xfrm>
            <a:off x="5715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 name="Google Shape;607;p34"/>
          <p:cNvSpPr/>
          <p:nvPr/>
        </p:nvSpPr>
        <p:spPr>
          <a:xfrm>
            <a:off x="33324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3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09" name="Google Shape;609;p34"/>
          <p:cNvSpPr/>
          <p:nvPr/>
        </p:nvSpPr>
        <p:spPr>
          <a:xfrm>
            <a:off x="6093300" y="1992762"/>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 name="Google Shape;610;p34"/>
          <p:cNvSpPr/>
          <p:nvPr/>
        </p:nvSpPr>
        <p:spPr>
          <a:xfrm>
            <a:off x="731804" y="2070950"/>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11" name="Google Shape;611;p34"/>
          <p:cNvSpPr/>
          <p:nvPr/>
        </p:nvSpPr>
        <p:spPr>
          <a:xfrm>
            <a:off x="731812" y="2555847"/>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12" name="Google Shape;612;p34"/>
          <p:cNvSpPr/>
          <p:nvPr/>
        </p:nvSpPr>
        <p:spPr>
          <a:xfrm>
            <a:off x="731824" y="3013788"/>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13" name="Google Shape;613;p34"/>
          <p:cNvSpPr/>
          <p:nvPr/>
        </p:nvSpPr>
        <p:spPr>
          <a:xfrm>
            <a:off x="3491238" y="2070952"/>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14" name="Google Shape;614;p34"/>
          <p:cNvSpPr/>
          <p:nvPr/>
        </p:nvSpPr>
        <p:spPr>
          <a:xfrm>
            <a:off x="3424338" y="2555847"/>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15" name="Google Shape;615;p34"/>
          <p:cNvSpPr/>
          <p:nvPr/>
        </p:nvSpPr>
        <p:spPr>
          <a:xfrm>
            <a:off x="3424350" y="3013788"/>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16" name="Google Shape;616;p34"/>
          <p:cNvSpPr/>
          <p:nvPr/>
        </p:nvSpPr>
        <p:spPr>
          <a:xfrm>
            <a:off x="6263287" y="2070952"/>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17" name="Google Shape;617;p34"/>
          <p:cNvSpPr/>
          <p:nvPr/>
        </p:nvSpPr>
        <p:spPr>
          <a:xfrm>
            <a:off x="6263287" y="2555854"/>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18" name="Google Shape;618;p34"/>
          <p:cNvSpPr/>
          <p:nvPr/>
        </p:nvSpPr>
        <p:spPr>
          <a:xfrm>
            <a:off x="6263299" y="3013790"/>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19" name="Google Shape;619;p34"/>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20" name="Google Shape;620;p34"/>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600" u="none" cap="none" strike="noStrike">
                <a:solidFill>
                  <a:srgbClr val="2B5BFC"/>
                </a:solidFill>
                <a:latin typeface="Montserrat"/>
                <a:ea typeface="Montserrat"/>
                <a:cs typeface="Montserrat"/>
                <a:sym typeface="Montserrat"/>
              </a:rPr>
              <a:t>Nota:</a:t>
            </a:r>
            <a:r>
              <a:rPr b="1" i="1" lang="en-US" sz="550" u="none" cap="none" strike="noStrike">
                <a:solidFill>
                  <a:srgbClr val="6E6BBF"/>
                </a:solidFill>
                <a:latin typeface="Montserrat"/>
                <a:ea typeface="Montserrat"/>
                <a:cs typeface="Montserrat"/>
                <a:sym typeface="Montserrat"/>
              </a:rPr>
              <a:t>   </a:t>
            </a:r>
            <a:r>
              <a:rPr b="0" i="1" lang="en-US" sz="6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Fase 1 contra la línea base medida.</a:t>
            </a:r>
            <a:endParaRPr b="0" i="1" sz="5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25" name="Shape 625"/>
        <p:cNvGrpSpPr/>
        <p:nvPr/>
      </p:nvGrpSpPr>
      <p:grpSpPr>
        <a:xfrm>
          <a:off x="0" y="0"/>
          <a:ext cx="0" cy="0"/>
          <a:chOff x="0" y="0"/>
          <a:chExt cx="0" cy="0"/>
        </a:xfrm>
      </p:grpSpPr>
      <p:pic>
        <p:nvPicPr>
          <p:cNvPr descr="bg_divider.png" id="626" name="Google Shape;626;p35"/>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627" name="Google Shape;627;p35"/>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28" name="Google Shape;628;p35"/>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200" u="none" cap="none" strike="noStrike">
              <a:solidFill>
                <a:schemeClr val="dk1"/>
              </a:solidFill>
              <a:latin typeface="Calibri"/>
              <a:ea typeface="Calibri"/>
              <a:cs typeface="Calibri"/>
              <a:sym typeface="Calibri"/>
            </a:endParaRPr>
          </a:p>
        </p:txBody>
      </p:sp>
      <p:sp>
        <p:nvSpPr>
          <p:cNvPr id="629" name="Google Shape;629;p35"/>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Inversión</a:t>
            </a:r>
            <a:endParaRPr b="0" i="0" sz="4500" u="none" cap="none" strike="noStrike">
              <a:solidFill>
                <a:schemeClr val="dk1"/>
              </a:solidFill>
              <a:latin typeface="Calibri"/>
              <a:ea typeface="Calibri"/>
              <a:cs typeface="Calibri"/>
              <a:sym typeface="Calibri"/>
            </a:endParaRPr>
          </a:p>
        </p:txBody>
      </p:sp>
      <p:sp>
        <p:nvSpPr>
          <p:cNvPr id="630" name="Google Shape;630;p35"/>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Inversión por fase y paquetes de capacitaciones.</a:t>
            </a:r>
            <a:endParaRPr b="0" i="0" sz="1300" u="none" cap="none" strike="noStrike">
              <a:solidFill>
                <a:schemeClr val="dk1"/>
              </a:solidFill>
              <a:latin typeface="Calibri"/>
              <a:ea typeface="Calibri"/>
              <a:cs typeface="Calibri"/>
              <a:sym typeface="Calibri"/>
            </a:endParaRPr>
          </a:p>
        </p:txBody>
      </p:sp>
      <p:sp>
        <p:nvSpPr>
          <p:cNvPr id="631" name="Google Shape;631;p3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636" name="Shape 636"/>
        <p:cNvGrpSpPr/>
        <p:nvPr/>
      </p:nvGrpSpPr>
      <p:grpSpPr>
        <a:xfrm>
          <a:off x="0" y="0"/>
          <a:ext cx="0" cy="0"/>
          <a:chOff x="0" y="0"/>
          <a:chExt cx="0" cy="0"/>
        </a:xfrm>
      </p:grpSpPr>
      <p:sp>
        <p:nvSpPr>
          <p:cNvPr id="637" name="Google Shape;637;p3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638" name="Google Shape;638;p3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639" name="Google Shape;639;p36"/>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36"/>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641" name="Google Shape;641;p36"/>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642" name="Google Shape;642;p36"/>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643" name="Google Shape;643;p36"/>
          <p:cNvSpPr/>
          <p:nvPr/>
        </p:nvSpPr>
        <p:spPr>
          <a:xfrm>
            <a:off x="790956" y="1980220"/>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p36"/>
          <p:cNvSpPr txBox="1"/>
          <p:nvPr/>
        </p:nvSpPr>
        <p:spPr>
          <a:xfrm>
            <a:off x="790956" y="2040060"/>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1: xxx</a:t>
            </a:r>
            <a:endParaRPr b="0" i="0" sz="800" u="none" cap="none" strike="noStrike">
              <a:solidFill>
                <a:schemeClr val="dk1"/>
              </a:solidFill>
              <a:latin typeface="Calibri"/>
              <a:ea typeface="Calibri"/>
              <a:cs typeface="Calibri"/>
              <a:sym typeface="Calibri"/>
            </a:endParaRPr>
          </a:p>
        </p:txBody>
      </p:sp>
      <p:sp>
        <p:nvSpPr>
          <p:cNvPr id="645" name="Google Shape;645;p36"/>
          <p:cNvSpPr txBox="1"/>
          <p:nvPr/>
        </p:nvSpPr>
        <p:spPr>
          <a:xfrm>
            <a:off x="3186684" y="2040060"/>
            <a:ext cx="3749100" cy="329100"/>
          </a:xfrm>
          <a:prstGeom prst="rect">
            <a:avLst/>
          </a:prstGeom>
          <a:noFill/>
          <a:ln>
            <a:noFill/>
          </a:ln>
        </p:spPr>
        <p:txBody>
          <a:bodyPr anchorCtr="0" anchor="ctr"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646" name="Google Shape;646;p36"/>
          <p:cNvSpPr txBox="1"/>
          <p:nvPr/>
        </p:nvSpPr>
        <p:spPr>
          <a:xfrm>
            <a:off x="6914765" y="2087028"/>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47" name="Google Shape;647;p36"/>
          <p:cNvSpPr/>
          <p:nvPr/>
        </p:nvSpPr>
        <p:spPr>
          <a:xfrm>
            <a:off x="790956" y="236426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36"/>
          <p:cNvSpPr txBox="1"/>
          <p:nvPr/>
        </p:nvSpPr>
        <p:spPr>
          <a:xfrm>
            <a:off x="790956" y="2369244"/>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2: xxxxx</a:t>
            </a:r>
            <a:endParaRPr b="0" i="0" sz="800" u="none" cap="none" strike="noStrike">
              <a:solidFill>
                <a:schemeClr val="dk1"/>
              </a:solidFill>
              <a:latin typeface="Calibri"/>
              <a:ea typeface="Calibri"/>
              <a:cs typeface="Calibri"/>
              <a:sym typeface="Calibri"/>
            </a:endParaRPr>
          </a:p>
        </p:txBody>
      </p:sp>
      <p:sp>
        <p:nvSpPr>
          <p:cNvPr id="649" name="Google Shape;649;p36"/>
          <p:cNvSpPr txBox="1"/>
          <p:nvPr/>
        </p:nvSpPr>
        <p:spPr>
          <a:xfrm>
            <a:off x="3186684" y="2369244"/>
            <a:ext cx="3749100" cy="329100"/>
          </a:xfrm>
          <a:prstGeom prst="rect">
            <a:avLst/>
          </a:prstGeom>
          <a:noFill/>
          <a:ln>
            <a:noFill/>
          </a:ln>
        </p:spPr>
        <p:txBody>
          <a:bodyPr anchorCtr="0" anchor="ctr"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50" name="Google Shape;650;p36"/>
          <p:cNvSpPr txBox="1"/>
          <p:nvPr/>
        </p:nvSpPr>
        <p:spPr>
          <a:xfrm>
            <a:off x="6914765" y="2443297"/>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51" name="Google Shape;651;p36"/>
          <p:cNvSpPr/>
          <p:nvPr/>
        </p:nvSpPr>
        <p:spPr>
          <a:xfrm>
            <a:off x="790956" y="2693452"/>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36"/>
          <p:cNvSpPr txBox="1"/>
          <p:nvPr/>
        </p:nvSpPr>
        <p:spPr>
          <a:xfrm>
            <a:off x="790956" y="2698428"/>
            <a:ext cx="2286000" cy="32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3: xxxxx</a:t>
            </a:r>
            <a:endParaRPr b="0" i="0" sz="800" u="none" cap="none" strike="noStrike">
              <a:solidFill>
                <a:schemeClr val="dk1"/>
              </a:solidFill>
              <a:latin typeface="Calibri"/>
              <a:ea typeface="Calibri"/>
              <a:cs typeface="Calibri"/>
              <a:sym typeface="Calibri"/>
            </a:endParaRPr>
          </a:p>
        </p:txBody>
      </p:sp>
      <p:sp>
        <p:nvSpPr>
          <p:cNvPr id="653" name="Google Shape;653;p36"/>
          <p:cNvSpPr txBox="1"/>
          <p:nvPr/>
        </p:nvSpPr>
        <p:spPr>
          <a:xfrm>
            <a:off x="3186684" y="2698428"/>
            <a:ext cx="3749100" cy="329100"/>
          </a:xfrm>
          <a:prstGeom prst="rect">
            <a:avLst/>
          </a:prstGeom>
          <a:noFill/>
          <a:ln>
            <a:noFill/>
          </a:ln>
        </p:spPr>
        <p:txBody>
          <a:bodyPr anchorCtr="0" anchor="ctr"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54" name="Google Shape;654;p36"/>
          <p:cNvSpPr txBox="1"/>
          <p:nvPr/>
        </p:nvSpPr>
        <p:spPr>
          <a:xfrm>
            <a:off x="6914765" y="2772481"/>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55" name="Google Shape;655;p36"/>
          <p:cNvSpPr/>
          <p:nvPr/>
        </p:nvSpPr>
        <p:spPr>
          <a:xfrm>
            <a:off x="790956" y="3022636"/>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36"/>
          <p:cNvSpPr txBox="1"/>
          <p:nvPr/>
        </p:nvSpPr>
        <p:spPr>
          <a:xfrm>
            <a:off x="790956" y="3027612"/>
            <a:ext cx="2286000" cy="438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Fase 4: xxxx</a:t>
            </a:r>
            <a:endParaRPr b="0" i="0" sz="800" u="none" cap="none" strike="noStrike">
              <a:solidFill>
                <a:schemeClr val="dk1"/>
              </a:solidFill>
              <a:latin typeface="Calibri"/>
              <a:ea typeface="Calibri"/>
              <a:cs typeface="Calibri"/>
              <a:sym typeface="Calibri"/>
            </a:endParaRPr>
          </a:p>
        </p:txBody>
      </p:sp>
      <p:sp>
        <p:nvSpPr>
          <p:cNvPr id="657" name="Google Shape;657;p36"/>
          <p:cNvSpPr txBox="1"/>
          <p:nvPr/>
        </p:nvSpPr>
        <p:spPr>
          <a:xfrm>
            <a:off x="3186684" y="3027612"/>
            <a:ext cx="3749100" cy="438900"/>
          </a:xfrm>
          <a:prstGeom prst="rect">
            <a:avLst/>
          </a:prstGeom>
          <a:noFill/>
          <a:ln>
            <a:noFill/>
          </a:ln>
        </p:spPr>
        <p:txBody>
          <a:bodyPr anchorCtr="0" anchor="ctr"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58" name="Google Shape;658;p36"/>
          <p:cNvSpPr txBox="1"/>
          <p:nvPr/>
        </p:nvSpPr>
        <p:spPr>
          <a:xfrm>
            <a:off x="6914765" y="3155836"/>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59" name="Google Shape;659;p36"/>
          <p:cNvSpPr/>
          <p:nvPr/>
        </p:nvSpPr>
        <p:spPr>
          <a:xfrm>
            <a:off x="790956" y="346154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36"/>
          <p:cNvSpPr txBox="1"/>
          <p:nvPr/>
        </p:nvSpPr>
        <p:spPr>
          <a:xfrm>
            <a:off x="790956" y="355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661" name="Google Shape;661;p36"/>
          <p:cNvSpPr txBox="1"/>
          <p:nvPr/>
        </p:nvSpPr>
        <p:spPr>
          <a:xfrm>
            <a:off x="6914802" y="355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662" name="Google Shape;662;p36"/>
          <p:cNvSpPr txBox="1"/>
          <p:nvPr/>
        </p:nvSpPr>
        <p:spPr>
          <a:xfrm>
            <a:off x="571500" y="3882172"/>
            <a:ext cx="8001000" cy="5670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663" name="Google Shape;663;p3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68" name="Shape 668"/>
        <p:cNvGrpSpPr/>
        <p:nvPr/>
      </p:nvGrpSpPr>
      <p:grpSpPr>
        <a:xfrm>
          <a:off x="0" y="0"/>
          <a:ext cx="0" cy="0"/>
          <a:chOff x="0" y="0"/>
          <a:chExt cx="0" cy="0"/>
        </a:xfrm>
      </p:grpSpPr>
      <p:pic>
        <p:nvPicPr>
          <p:cNvPr descr="preencoded.png" id="669" name="Google Shape;669;p37"/>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670" name="Google Shape;670;p37"/>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71" name="Google Shape;671;p37"/>
          <p:cNvPicPr preferRelativeResize="0"/>
          <p:nvPr/>
        </p:nvPicPr>
        <p:blipFill rotWithShape="1">
          <a:blip r:embed="rId5">
            <a:alphaModFix/>
          </a:blip>
          <a:srcRect b="0" l="0" r="0" t="0"/>
          <a:stretch/>
        </p:blipFill>
        <p:spPr>
          <a:xfrm>
            <a:off x="556013" y="1209675"/>
            <a:ext cx="8016488" cy="3178646"/>
          </a:xfrm>
          <a:prstGeom prst="rect">
            <a:avLst/>
          </a:prstGeom>
          <a:noFill/>
          <a:ln>
            <a:noFill/>
          </a:ln>
        </p:spPr>
      </p:pic>
      <p:sp>
        <p:nvSpPr>
          <p:cNvPr id="672" name="Google Shape;672;p37"/>
          <p:cNvSpPr/>
          <p:nvPr/>
        </p:nvSpPr>
        <p:spPr>
          <a:xfrm>
            <a:off x="1676140"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73" name="Google Shape;673;p3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74" name="Google Shape;674;p37"/>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Cláusulas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75" name="Google Shape;675;p37"/>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676" name="Google Shape;676;p37"/>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77" name="Google Shape;677;p37"/>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78" name="Google Shape;678;p37"/>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79" name="Google Shape;679;p37"/>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80" name="Google Shape;680;p37"/>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81" name="Google Shape;681;p37"/>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82" name="Google Shape;682;p37"/>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683" name="Google Shape;683;p37"/>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684" name="Google Shape;684;p37"/>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685" name="Google Shape;685;p37"/>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686" name="Google Shape;686;p37"/>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687" name="Google Shape;687;p37"/>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688" name="Google Shape;688;p37"/>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93" name="Shape 693"/>
        <p:cNvGrpSpPr/>
        <p:nvPr/>
      </p:nvGrpSpPr>
      <p:grpSpPr>
        <a:xfrm>
          <a:off x="0" y="0"/>
          <a:ext cx="0" cy="0"/>
          <a:chOff x="0" y="0"/>
          <a:chExt cx="0" cy="0"/>
        </a:xfrm>
      </p:grpSpPr>
      <p:pic>
        <p:nvPicPr>
          <p:cNvPr descr="preencoded.png" id="694" name="Google Shape;694;p38"/>
          <p:cNvPicPr preferRelativeResize="0"/>
          <p:nvPr/>
        </p:nvPicPr>
        <p:blipFill rotWithShape="1">
          <a:blip r:embed="rId3">
            <a:alphaModFix/>
          </a:blip>
          <a:srcRect b="0" l="0" r="0" t="0"/>
          <a:stretch/>
        </p:blipFill>
        <p:spPr>
          <a:xfrm>
            <a:off x="-32175" y="0"/>
            <a:ext cx="9144000" cy="5143500"/>
          </a:xfrm>
          <a:prstGeom prst="rect">
            <a:avLst/>
          </a:prstGeom>
          <a:noFill/>
          <a:ln>
            <a:noFill/>
          </a:ln>
        </p:spPr>
      </p:pic>
      <p:pic>
        <p:nvPicPr>
          <p:cNvPr descr="preencoded.png" id="695" name="Google Shape;695;p38"/>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96" name="Google Shape;696;p38"/>
          <p:cNvPicPr preferRelativeResize="0"/>
          <p:nvPr/>
        </p:nvPicPr>
        <p:blipFill rotWithShape="1">
          <a:blip r:embed="rId5">
            <a:alphaModFix/>
          </a:blip>
          <a:srcRect b="0" l="0" r="0" t="0"/>
          <a:stretch/>
        </p:blipFill>
        <p:spPr>
          <a:xfrm>
            <a:off x="571500" y="1200150"/>
            <a:ext cx="8001000" cy="3057525"/>
          </a:xfrm>
          <a:prstGeom prst="rect">
            <a:avLst/>
          </a:prstGeom>
          <a:noFill/>
          <a:ln>
            <a:noFill/>
          </a:ln>
        </p:spPr>
      </p:pic>
      <p:sp>
        <p:nvSpPr>
          <p:cNvPr id="697" name="Google Shape;697;p38"/>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98" name="Google Shape;698;p38"/>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99" name="Google Shape;699;p38"/>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700" name="Google Shape;700;p38"/>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701" name="Google Shape;701;p38"/>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02" name="Google Shape;702;p38"/>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03" name="Google Shape;703;p38"/>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04" name="Google Shape;704;p38"/>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05" name="Google Shape;705;p38"/>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706" name="Google Shape;706;p38"/>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07" name="Google Shape;707;p38"/>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08" name="Google Shape;708;p38"/>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09" name="Google Shape;709;p38"/>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14" name="Shape 714"/>
        <p:cNvGrpSpPr/>
        <p:nvPr/>
      </p:nvGrpSpPr>
      <p:grpSpPr>
        <a:xfrm>
          <a:off x="0" y="0"/>
          <a:ext cx="0" cy="0"/>
          <a:chOff x="0" y="0"/>
          <a:chExt cx="0" cy="0"/>
        </a:xfrm>
      </p:grpSpPr>
      <p:pic>
        <p:nvPicPr>
          <p:cNvPr descr="bg_divider.png" id="715" name="Google Shape;715;p3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716" name="Google Shape;716;p3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17" name="Google Shape;717;p39"/>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200" u="none" cap="none" strike="noStrike">
              <a:solidFill>
                <a:schemeClr val="dk1"/>
              </a:solidFill>
              <a:latin typeface="Calibri"/>
              <a:ea typeface="Calibri"/>
              <a:cs typeface="Calibri"/>
              <a:sym typeface="Calibri"/>
            </a:endParaRPr>
          </a:p>
        </p:txBody>
      </p:sp>
      <p:sp>
        <p:nvSpPr>
          <p:cNvPr id="718" name="Google Shape;718;p39"/>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 equipo</a:t>
            </a:r>
            <a:r>
              <a:rPr b="1" i="1" lang="en-US" sz="4500" u="none" cap="none" strike="noStrike">
                <a:solidFill>
                  <a:srgbClr val="7E99FE"/>
                </a:solidFill>
                <a:latin typeface="Montserrat Black"/>
                <a:ea typeface="Montserrat Black"/>
                <a:cs typeface="Montserrat Black"/>
                <a:sym typeface="Montserrat Black"/>
              </a:rPr>
              <a:t> asignado</a:t>
            </a:r>
            <a:endParaRPr b="0" i="0" sz="4500" u="none" cap="none" strike="noStrike">
              <a:solidFill>
                <a:schemeClr val="dk1"/>
              </a:solidFill>
              <a:latin typeface="Calibri"/>
              <a:ea typeface="Calibri"/>
              <a:cs typeface="Calibri"/>
              <a:sym typeface="Calibri"/>
            </a:endParaRPr>
          </a:p>
        </p:txBody>
      </p:sp>
      <p:sp>
        <p:nvSpPr>
          <p:cNvPr id="719" name="Google Shape;719;p39"/>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[a completar a mano]</a:t>
            </a:r>
            <a:endParaRPr b="0" i="0" sz="1300" u="none" cap="none" strike="noStrike">
              <a:solidFill>
                <a:schemeClr val="dk1"/>
              </a:solidFill>
              <a:latin typeface="Calibri"/>
              <a:ea typeface="Calibri"/>
              <a:cs typeface="Calibri"/>
              <a:sym typeface="Calibri"/>
            </a:endParaRPr>
          </a:p>
        </p:txBody>
      </p:sp>
      <p:sp>
        <p:nvSpPr>
          <p:cNvPr id="720" name="Google Shape;720;p3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25" name="Shape 725"/>
        <p:cNvGrpSpPr/>
        <p:nvPr/>
      </p:nvGrpSpPr>
      <p:grpSpPr>
        <a:xfrm>
          <a:off x="0" y="0"/>
          <a:ext cx="0" cy="0"/>
          <a:chOff x="0" y="0"/>
          <a:chExt cx="0" cy="0"/>
        </a:xfrm>
      </p:grpSpPr>
      <p:pic>
        <p:nvPicPr>
          <p:cNvPr descr="bg_content.png" id="726" name="Google Shape;726;p40"/>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navy.png" id="727" name="Google Shape;727;p4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28" name="Google Shape;728;p40"/>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29" name="Google Shape;729;p40"/>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730" name="Google Shape;730;p40"/>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731" name="Google Shape;731;p40"/>
          <p:cNvSpPr/>
          <p:nvPr/>
        </p:nvSpPr>
        <p:spPr>
          <a:xfrm>
            <a:off x="571500"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40"/>
          <p:cNvSpPr/>
          <p:nvPr/>
        </p:nvSpPr>
        <p:spPr>
          <a:xfrm>
            <a:off x="976579"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 name="Google Shape;733;p40"/>
          <p:cNvSpPr txBox="1"/>
          <p:nvPr/>
        </p:nvSpPr>
        <p:spPr>
          <a:xfrm>
            <a:off x="699516"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34" name="Google Shape;734;p40"/>
          <p:cNvSpPr txBox="1"/>
          <p:nvPr/>
        </p:nvSpPr>
        <p:spPr>
          <a:xfrm>
            <a:off x="699516"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35" name="Google Shape;735;p40"/>
          <p:cNvSpPr txBox="1"/>
          <p:nvPr/>
        </p:nvSpPr>
        <p:spPr>
          <a:xfrm>
            <a:off x="699516"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36" name="Google Shape;736;p40"/>
          <p:cNvSpPr/>
          <p:nvPr/>
        </p:nvSpPr>
        <p:spPr>
          <a:xfrm>
            <a:off x="2204618"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40"/>
          <p:cNvSpPr/>
          <p:nvPr/>
        </p:nvSpPr>
        <p:spPr>
          <a:xfrm>
            <a:off x="2609698"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 name="Google Shape;738;p40"/>
          <p:cNvSpPr txBox="1"/>
          <p:nvPr/>
        </p:nvSpPr>
        <p:spPr>
          <a:xfrm>
            <a:off x="2332634"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39" name="Google Shape;739;p40"/>
          <p:cNvSpPr txBox="1"/>
          <p:nvPr/>
        </p:nvSpPr>
        <p:spPr>
          <a:xfrm>
            <a:off x="2332634"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40" name="Google Shape;740;p40"/>
          <p:cNvSpPr txBox="1"/>
          <p:nvPr/>
        </p:nvSpPr>
        <p:spPr>
          <a:xfrm>
            <a:off x="2332634"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41" name="Google Shape;741;p40"/>
          <p:cNvSpPr/>
          <p:nvPr/>
        </p:nvSpPr>
        <p:spPr>
          <a:xfrm>
            <a:off x="3837737"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40"/>
          <p:cNvSpPr/>
          <p:nvPr/>
        </p:nvSpPr>
        <p:spPr>
          <a:xfrm>
            <a:off x="4242816"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 name="Google Shape;743;p40"/>
          <p:cNvSpPr txBox="1"/>
          <p:nvPr/>
        </p:nvSpPr>
        <p:spPr>
          <a:xfrm>
            <a:off x="3965753"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44" name="Google Shape;744;p40"/>
          <p:cNvSpPr txBox="1"/>
          <p:nvPr/>
        </p:nvSpPr>
        <p:spPr>
          <a:xfrm>
            <a:off x="3965753"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45" name="Google Shape;745;p40"/>
          <p:cNvSpPr txBox="1"/>
          <p:nvPr/>
        </p:nvSpPr>
        <p:spPr>
          <a:xfrm>
            <a:off x="3965753"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46" name="Google Shape;746;p40"/>
          <p:cNvSpPr/>
          <p:nvPr/>
        </p:nvSpPr>
        <p:spPr>
          <a:xfrm>
            <a:off x="5470855"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 name="Google Shape;747;p40"/>
          <p:cNvSpPr/>
          <p:nvPr/>
        </p:nvSpPr>
        <p:spPr>
          <a:xfrm>
            <a:off x="5875934"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 name="Google Shape;748;p40"/>
          <p:cNvSpPr txBox="1"/>
          <p:nvPr/>
        </p:nvSpPr>
        <p:spPr>
          <a:xfrm>
            <a:off x="5598871"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49" name="Google Shape;749;p40"/>
          <p:cNvSpPr txBox="1"/>
          <p:nvPr/>
        </p:nvSpPr>
        <p:spPr>
          <a:xfrm>
            <a:off x="5598871"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50" name="Google Shape;750;p40"/>
          <p:cNvSpPr txBox="1"/>
          <p:nvPr/>
        </p:nvSpPr>
        <p:spPr>
          <a:xfrm>
            <a:off x="5598871"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51" name="Google Shape;751;p40"/>
          <p:cNvSpPr/>
          <p:nvPr/>
        </p:nvSpPr>
        <p:spPr>
          <a:xfrm>
            <a:off x="7103974"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40"/>
          <p:cNvSpPr/>
          <p:nvPr/>
        </p:nvSpPr>
        <p:spPr>
          <a:xfrm>
            <a:off x="7509053"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40"/>
          <p:cNvSpPr txBox="1"/>
          <p:nvPr/>
        </p:nvSpPr>
        <p:spPr>
          <a:xfrm>
            <a:off x="7231990"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54" name="Google Shape;754;p40"/>
          <p:cNvSpPr txBox="1"/>
          <p:nvPr/>
        </p:nvSpPr>
        <p:spPr>
          <a:xfrm>
            <a:off x="7231990"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55" name="Google Shape;755;p40"/>
          <p:cNvSpPr txBox="1"/>
          <p:nvPr/>
        </p:nvSpPr>
        <p:spPr>
          <a:xfrm>
            <a:off x="7231990"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56" name="Google Shape;756;p40"/>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60" name="Shape 760"/>
        <p:cNvGrpSpPr/>
        <p:nvPr/>
      </p:nvGrpSpPr>
      <p:grpSpPr>
        <a:xfrm>
          <a:off x="0" y="0"/>
          <a:ext cx="0" cy="0"/>
          <a:chOff x="0" y="0"/>
          <a:chExt cx="0" cy="0"/>
        </a:xfrm>
      </p:grpSpPr>
      <p:pic>
        <p:nvPicPr>
          <p:cNvPr descr="preencoded.png" id="761" name="Google Shape;761;p4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762" name="Google Shape;762;p41"/>
          <p:cNvPicPr preferRelativeResize="0"/>
          <p:nvPr/>
        </p:nvPicPr>
        <p:blipFill rotWithShape="1">
          <a:blip r:embed="rId4">
            <a:alphaModFix/>
          </a:blip>
          <a:srcRect b="0" l="0" r="0" t="0"/>
          <a:stretch/>
        </p:blipFill>
        <p:spPr>
          <a:xfrm>
            <a:off x="571500" y="399120"/>
            <a:ext cx="8001000" cy="244749"/>
          </a:xfrm>
          <a:prstGeom prst="rect">
            <a:avLst/>
          </a:prstGeom>
          <a:noFill/>
          <a:ln>
            <a:noFill/>
          </a:ln>
        </p:spPr>
      </p:pic>
      <p:pic>
        <p:nvPicPr>
          <p:cNvPr descr="preencoded.png" id="763" name="Google Shape;763;p41"/>
          <p:cNvPicPr preferRelativeResize="0"/>
          <p:nvPr/>
        </p:nvPicPr>
        <p:blipFill rotWithShape="1">
          <a:blip r:embed="rId5">
            <a:alphaModFix/>
          </a:blip>
          <a:srcRect b="0" l="0" r="0" t="0"/>
          <a:stretch/>
        </p:blipFill>
        <p:spPr>
          <a:xfrm>
            <a:off x="571500" y="1204913"/>
            <a:ext cx="8001000" cy="3209925"/>
          </a:xfrm>
          <a:prstGeom prst="rect">
            <a:avLst/>
          </a:prstGeom>
          <a:noFill/>
          <a:ln>
            <a:noFill/>
          </a:ln>
        </p:spPr>
      </p:pic>
      <p:sp>
        <p:nvSpPr>
          <p:cNvPr id="764" name="Google Shape;764;p41"/>
          <p:cNvSpPr/>
          <p:nvPr/>
        </p:nvSpPr>
        <p:spPr>
          <a:xfrm>
            <a:off x="1676140"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765" name="Google Shape;765;p4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766" name="Google Shape;766;p41"/>
          <p:cNvSpPr/>
          <p:nvPr/>
        </p:nvSpPr>
        <p:spPr>
          <a:xfrm>
            <a:off x="571500" y="814388"/>
            <a:ext cx="48768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Black"/>
              <a:buNone/>
            </a:pPr>
            <a:r>
              <a:rPr b="1" i="0" lang="en-US" sz="1800" u="none" cap="none" strike="noStrike">
                <a:solidFill>
                  <a:srgbClr val="000033"/>
                </a:solidFill>
                <a:latin typeface="Montserrat Black"/>
                <a:ea typeface="Montserrat Black"/>
                <a:cs typeface="Montserrat Black"/>
                <a:sym typeface="Montserrat Black"/>
              </a:rPr>
              <a:t>Nuestro Equipo de </a:t>
            </a:r>
            <a:r>
              <a:rPr b="1" i="1" lang="en-US" sz="1800" u="none" cap="none" strike="noStrike">
                <a:solidFill>
                  <a:srgbClr val="2B5BFC"/>
                </a:solidFill>
                <a:latin typeface="Montserrat Black"/>
                <a:ea typeface="Montserrat Black"/>
                <a:cs typeface="Montserrat Black"/>
                <a:sym typeface="Montserrat Black"/>
              </a:rPr>
              <a:t>capacitaciones</a:t>
            </a:r>
            <a:r>
              <a:rPr b="1" i="0" lang="en-US" sz="1800" u="none" cap="none" strike="noStrike">
                <a:solidFill>
                  <a:srgbClr val="000033"/>
                </a:solidFill>
                <a:latin typeface="Montserrat Black"/>
                <a:ea typeface="Montserrat Black"/>
                <a:cs typeface="Montserrat Black"/>
                <a:sym typeface="Montserrat Black"/>
              </a:rPr>
              <a:t> </a:t>
            </a:r>
            <a:endParaRPr b="0" i="0" sz="1800" u="none" cap="none" strike="noStrike">
              <a:solidFill>
                <a:srgbClr val="000033"/>
              </a:solidFill>
              <a:latin typeface="Calibri"/>
              <a:ea typeface="Calibri"/>
              <a:cs typeface="Calibri"/>
              <a:sym typeface="Calibri"/>
            </a:endParaRPr>
          </a:p>
        </p:txBody>
      </p:sp>
      <p:sp>
        <p:nvSpPr>
          <p:cNvPr id="767" name="Google Shape;767;p41"/>
          <p:cNvSpPr/>
          <p:nvPr/>
        </p:nvSpPr>
        <p:spPr>
          <a:xfrm>
            <a:off x="723900" y="1357313"/>
            <a:ext cx="2600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Tentativo </a:t>
            </a:r>
            <a:endParaRPr b="0" i="0" sz="1400" u="none" cap="none" strike="noStrike">
              <a:solidFill>
                <a:srgbClr val="000033"/>
              </a:solidFill>
              <a:latin typeface="Calibri"/>
              <a:ea typeface="Calibri"/>
              <a:cs typeface="Calibri"/>
              <a:sym typeface="Calibri"/>
            </a:endParaRPr>
          </a:p>
        </p:txBody>
      </p:sp>
      <p:sp>
        <p:nvSpPr>
          <p:cNvPr id="768" name="Google Shape;768;p41"/>
          <p:cNvSpPr/>
          <p:nvPr/>
        </p:nvSpPr>
        <p:spPr>
          <a:xfrm>
            <a:off x="1504950" y="1724025"/>
            <a:ext cx="13050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Franco Pastorelli </a:t>
            </a:r>
            <a:endParaRPr b="0" i="0" sz="1100" u="none" cap="none" strike="noStrike">
              <a:solidFill>
                <a:srgbClr val="000033"/>
              </a:solidFill>
              <a:latin typeface="Calibri"/>
              <a:ea typeface="Calibri"/>
              <a:cs typeface="Calibri"/>
              <a:sym typeface="Calibri"/>
            </a:endParaRPr>
          </a:p>
        </p:txBody>
      </p:sp>
      <p:sp>
        <p:nvSpPr>
          <p:cNvPr id="769" name="Google Shape;769;p41"/>
          <p:cNvSpPr/>
          <p:nvPr/>
        </p:nvSpPr>
        <p:spPr>
          <a:xfrm>
            <a:off x="1504950" y="1947863"/>
            <a:ext cx="7431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 </a:t>
            </a:r>
            <a:endParaRPr b="0" i="0" sz="1100" u="none" cap="none" strike="noStrike">
              <a:solidFill>
                <a:srgbClr val="000033"/>
              </a:solidFill>
              <a:latin typeface="Calibri"/>
              <a:ea typeface="Calibri"/>
              <a:cs typeface="Calibri"/>
              <a:sym typeface="Calibri"/>
            </a:endParaRPr>
          </a:p>
        </p:txBody>
      </p:sp>
      <p:sp>
        <p:nvSpPr>
          <p:cNvPr id="770" name="Google Shape;770;p41"/>
          <p:cNvSpPr/>
          <p:nvPr/>
        </p:nvSpPr>
        <p:spPr>
          <a:xfrm>
            <a:off x="1504950" y="2185988"/>
            <a:ext cx="3319500" cy="400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+5 años de experiencia en procesos de Transformación Digital. </a:t>
            </a:r>
            <a:endParaRPr b="0" i="0" sz="1100" u="none" cap="none" strike="noStrike">
              <a:solidFill>
                <a:srgbClr val="000033"/>
              </a:solidFill>
              <a:latin typeface="Calibri"/>
              <a:ea typeface="Calibri"/>
              <a:cs typeface="Calibri"/>
              <a:sym typeface="Calibri"/>
            </a:endParaRPr>
          </a:p>
        </p:txBody>
      </p:sp>
      <p:sp>
        <p:nvSpPr>
          <p:cNvPr id="771" name="Google Shape;771;p41"/>
          <p:cNvSpPr/>
          <p:nvPr/>
        </p:nvSpPr>
        <p:spPr>
          <a:xfrm>
            <a:off x="819150" y="3376625"/>
            <a:ext cx="15036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Carlos Bachmann </a:t>
            </a:r>
            <a:endParaRPr b="0" i="0" sz="1100" u="none" cap="none" strike="noStrike">
              <a:solidFill>
                <a:srgbClr val="000033"/>
              </a:solidFill>
              <a:latin typeface="Calibri"/>
              <a:ea typeface="Calibri"/>
              <a:cs typeface="Calibri"/>
              <a:sym typeface="Calibri"/>
            </a:endParaRPr>
          </a:p>
        </p:txBody>
      </p:sp>
      <p:sp>
        <p:nvSpPr>
          <p:cNvPr id="772" name="Google Shape;772;p41"/>
          <p:cNvSpPr/>
          <p:nvPr/>
        </p:nvSpPr>
        <p:spPr>
          <a:xfrm>
            <a:off x="8191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Sub Gerente</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+10 años en analítica.</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773" name="Google Shape;773;p41"/>
          <p:cNvSpPr/>
          <p:nvPr/>
        </p:nvSpPr>
        <p:spPr>
          <a:xfrm>
            <a:off x="2914650" y="3376625"/>
            <a:ext cx="13620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 Vicente </a:t>
            </a:r>
            <a:endParaRPr b="0" i="0" sz="1100" u="none" cap="none" strike="noStrike">
              <a:solidFill>
                <a:srgbClr val="000033"/>
              </a:solidFill>
              <a:latin typeface="Calibri"/>
              <a:ea typeface="Calibri"/>
              <a:cs typeface="Calibri"/>
              <a:sym typeface="Calibri"/>
            </a:endParaRPr>
          </a:p>
        </p:txBody>
      </p:sp>
      <p:sp>
        <p:nvSpPr>
          <p:cNvPr id="774" name="Google Shape;774;p41"/>
          <p:cNvSpPr/>
          <p:nvPr/>
        </p:nvSpPr>
        <p:spPr>
          <a:xfrm>
            <a:off x="29146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Consultor Sr. </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+8 años en digital, ML &amp; AI.</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775" name="Google Shape;775;p41"/>
          <p:cNvSpPr/>
          <p:nvPr/>
        </p:nvSpPr>
        <p:spPr>
          <a:xfrm>
            <a:off x="5295900" y="1357313"/>
            <a:ext cx="2819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Corporativo </a:t>
            </a:r>
            <a:endParaRPr b="0" i="0" sz="1400" u="none" cap="none" strike="noStrike">
              <a:solidFill>
                <a:srgbClr val="000033"/>
              </a:solidFill>
              <a:latin typeface="Calibri"/>
              <a:ea typeface="Calibri"/>
              <a:cs typeface="Calibri"/>
              <a:sym typeface="Calibri"/>
            </a:endParaRPr>
          </a:p>
        </p:txBody>
      </p:sp>
      <p:sp>
        <p:nvSpPr>
          <p:cNvPr id="776" name="Google Shape;776;p41"/>
          <p:cNvSpPr/>
          <p:nvPr/>
        </p:nvSpPr>
        <p:spPr>
          <a:xfrm>
            <a:off x="5810250" y="1781175"/>
            <a:ext cx="1276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Paola Camarena </a:t>
            </a:r>
            <a:endParaRPr b="0" i="0" sz="1100" u="none" cap="none" strike="noStrike">
              <a:solidFill>
                <a:srgbClr val="000033"/>
              </a:solidFill>
              <a:latin typeface="Calibri"/>
              <a:ea typeface="Calibri"/>
              <a:cs typeface="Calibri"/>
              <a:sym typeface="Calibri"/>
            </a:endParaRPr>
          </a:p>
        </p:txBody>
      </p:sp>
      <p:sp>
        <p:nvSpPr>
          <p:cNvPr id="777" name="Google Shape;777;p41"/>
          <p:cNvSpPr/>
          <p:nvPr/>
        </p:nvSpPr>
        <p:spPr>
          <a:xfrm>
            <a:off x="5810250" y="1985963"/>
            <a:ext cx="13098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778" name="Google Shape;778;p41"/>
          <p:cNvSpPr/>
          <p:nvPr/>
        </p:nvSpPr>
        <p:spPr>
          <a:xfrm>
            <a:off x="5810250" y="2376488"/>
            <a:ext cx="1252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Daniela Tamayo </a:t>
            </a:r>
            <a:endParaRPr b="0" i="0" sz="1100" u="none" cap="none" strike="noStrike">
              <a:solidFill>
                <a:srgbClr val="000033"/>
              </a:solidFill>
              <a:latin typeface="Calibri"/>
              <a:ea typeface="Calibri"/>
              <a:cs typeface="Calibri"/>
              <a:sym typeface="Calibri"/>
            </a:endParaRPr>
          </a:p>
        </p:txBody>
      </p:sp>
      <p:sp>
        <p:nvSpPr>
          <p:cNvPr id="779" name="Google Shape;779;p41"/>
          <p:cNvSpPr/>
          <p:nvPr/>
        </p:nvSpPr>
        <p:spPr>
          <a:xfrm>
            <a:off x="5810250" y="2581275"/>
            <a:ext cx="8145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780" name="Google Shape;780;p41"/>
          <p:cNvSpPr/>
          <p:nvPr/>
        </p:nvSpPr>
        <p:spPr>
          <a:xfrm>
            <a:off x="5810250" y="2971800"/>
            <a:ext cx="12192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Meilin Pacherre </a:t>
            </a:r>
            <a:endParaRPr b="0" i="0" sz="1100" u="none" cap="none" strike="noStrike">
              <a:solidFill>
                <a:srgbClr val="000033"/>
              </a:solidFill>
              <a:latin typeface="Calibri"/>
              <a:ea typeface="Calibri"/>
              <a:cs typeface="Calibri"/>
              <a:sym typeface="Calibri"/>
            </a:endParaRPr>
          </a:p>
        </p:txBody>
      </p:sp>
      <p:sp>
        <p:nvSpPr>
          <p:cNvPr id="781" name="Google Shape;781;p41"/>
          <p:cNvSpPr/>
          <p:nvPr/>
        </p:nvSpPr>
        <p:spPr>
          <a:xfrm>
            <a:off x="5810250" y="3176588"/>
            <a:ext cx="17622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Consultora</a:t>
            </a:r>
            <a:endParaRPr b="0" i="0" sz="1100" u="none" cap="none" strike="noStrike">
              <a:solidFill>
                <a:srgbClr val="000033"/>
              </a:solidFill>
              <a:latin typeface="Calibri"/>
              <a:ea typeface="Calibri"/>
              <a:cs typeface="Calibri"/>
              <a:sym typeface="Calibri"/>
            </a:endParaRPr>
          </a:p>
        </p:txBody>
      </p:sp>
      <p:sp>
        <p:nvSpPr>
          <p:cNvPr id="782" name="Google Shape;782;p41"/>
          <p:cNvSpPr/>
          <p:nvPr/>
        </p:nvSpPr>
        <p:spPr>
          <a:xfrm>
            <a:off x="5295900" y="3576638"/>
            <a:ext cx="31479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1100" u="none" cap="none" strike="noStrike">
              <a:solidFill>
                <a:srgbClr val="000033"/>
              </a:solidFill>
              <a:latin typeface="Calibri"/>
              <a:ea typeface="Calibri"/>
              <a:cs typeface="Calibri"/>
              <a:sym typeface="Calibri"/>
            </a:endParaRPr>
          </a:p>
        </p:txBody>
      </p:sp>
      <p:pic>
        <p:nvPicPr>
          <p:cNvPr id="783" name="Google Shape;783;p41" title="Imagen de WhatsApp 2025-03-28 a las 09.18.12_0e95d37c.jpg"/>
          <p:cNvPicPr preferRelativeResize="0"/>
          <p:nvPr/>
        </p:nvPicPr>
        <p:blipFill rotWithShape="1">
          <a:blip r:embed="rId6">
            <a:alphaModFix/>
          </a:blip>
          <a:srcRect b="29096" l="0" r="7851" t="11994"/>
          <a:stretch/>
        </p:blipFill>
        <p:spPr>
          <a:xfrm>
            <a:off x="703350" y="1814538"/>
            <a:ext cx="689100" cy="678300"/>
          </a:xfrm>
          <a:prstGeom prst="ellipse">
            <a:avLst/>
          </a:prstGeom>
          <a:noFill/>
          <a:ln>
            <a:noFill/>
          </a:ln>
        </p:spPr>
      </p:pic>
      <p:pic>
        <p:nvPicPr>
          <p:cNvPr id="784" name="Google Shape;784;p41"/>
          <p:cNvPicPr preferRelativeResize="0"/>
          <p:nvPr/>
        </p:nvPicPr>
        <p:blipFill rotWithShape="1">
          <a:blip r:embed="rId7">
            <a:alphaModFix/>
          </a:blip>
          <a:srcRect b="0" l="0" r="0" t="0"/>
          <a:stretch/>
        </p:blipFill>
        <p:spPr>
          <a:xfrm>
            <a:off x="788850" y="2816593"/>
            <a:ext cx="518100" cy="518100"/>
          </a:xfrm>
          <a:prstGeom prst="ellipse">
            <a:avLst/>
          </a:prstGeom>
          <a:noFill/>
          <a:ln>
            <a:noFill/>
          </a:ln>
        </p:spPr>
      </p:pic>
      <p:pic>
        <p:nvPicPr>
          <p:cNvPr id="785" name="Google Shape;785;p41"/>
          <p:cNvPicPr preferRelativeResize="0"/>
          <p:nvPr/>
        </p:nvPicPr>
        <p:blipFill rotWithShape="1">
          <a:blip r:embed="rId8">
            <a:alphaModFix/>
          </a:blip>
          <a:srcRect b="12503" l="0" r="0" t="20848"/>
          <a:stretch/>
        </p:blipFill>
        <p:spPr>
          <a:xfrm>
            <a:off x="2905649" y="2793776"/>
            <a:ext cx="518100" cy="541800"/>
          </a:xfrm>
          <a:prstGeom prst="ellipse">
            <a:avLst/>
          </a:prstGeom>
          <a:noFill/>
          <a:ln>
            <a:noFill/>
          </a:ln>
        </p:spPr>
      </p:pic>
      <p:pic>
        <p:nvPicPr>
          <p:cNvPr id="786" name="Google Shape;786;p41"/>
          <p:cNvPicPr preferRelativeResize="0"/>
          <p:nvPr/>
        </p:nvPicPr>
        <p:blipFill rotWithShape="1">
          <a:blip r:embed="rId9">
            <a:alphaModFix/>
          </a:blip>
          <a:srcRect b="0" l="0" r="0" t="0"/>
          <a:stretch/>
        </p:blipFill>
        <p:spPr>
          <a:xfrm>
            <a:off x="5344550" y="1785723"/>
            <a:ext cx="402300" cy="402300"/>
          </a:xfrm>
          <a:prstGeom prst="ellipse">
            <a:avLst/>
          </a:prstGeom>
          <a:noFill/>
          <a:ln>
            <a:noFill/>
          </a:ln>
          <a:effectLst>
            <a:outerShdw blurRad="18214" rotWithShape="0" algn="bl" dir="5400000" dist="6071">
              <a:srgbClr val="000000">
                <a:alpha val="50196"/>
              </a:srgbClr>
            </a:outerShdw>
          </a:effectLst>
        </p:spPr>
      </p:pic>
      <p:pic>
        <p:nvPicPr>
          <p:cNvPr id="787" name="Google Shape;787;p41"/>
          <p:cNvPicPr preferRelativeResize="0"/>
          <p:nvPr/>
        </p:nvPicPr>
        <p:blipFill rotWithShape="1">
          <a:blip r:embed="rId10">
            <a:alphaModFix/>
          </a:blip>
          <a:srcRect b="0" l="0" r="0" t="0"/>
          <a:stretch/>
        </p:blipFill>
        <p:spPr>
          <a:xfrm>
            <a:off x="5344550" y="2387118"/>
            <a:ext cx="402300" cy="402300"/>
          </a:xfrm>
          <a:prstGeom prst="ellipse">
            <a:avLst/>
          </a:prstGeom>
          <a:noFill/>
          <a:ln>
            <a:noFill/>
          </a:ln>
          <a:effectLst>
            <a:outerShdw blurRad="18214" rotWithShape="0" algn="bl" dir="5400000" dist="6071">
              <a:srgbClr val="000000">
                <a:alpha val="50196"/>
              </a:srgbClr>
            </a:outerShdw>
          </a:effectLst>
        </p:spPr>
      </p:pic>
      <p:pic>
        <p:nvPicPr>
          <p:cNvPr id="788" name="Google Shape;788;p41"/>
          <p:cNvPicPr preferRelativeResize="0"/>
          <p:nvPr/>
        </p:nvPicPr>
        <p:blipFill rotWithShape="1">
          <a:blip r:embed="rId11">
            <a:alphaModFix/>
          </a:blip>
          <a:srcRect b="0" l="0" r="0" t="0"/>
          <a:stretch/>
        </p:blipFill>
        <p:spPr>
          <a:xfrm>
            <a:off x="5344560" y="2971800"/>
            <a:ext cx="402300" cy="402300"/>
          </a:xfrm>
          <a:prstGeom prst="ellipse">
            <a:avLst/>
          </a:prstGeom>
          <a:noFill/>
          <a:ln>
            <a:noFill/>
          </a:ln>
          <a:effectLst>
            <a:outerShdw blurRad="25988" rotWithShape="0" algn="bl" dir="2460000" dist="5775">
              <a:srgbClr val="000000">
                <a:alpha val="50196"/>
              </a:srgbClr>
            </a:outerShdw>
          </a:effectLst>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93" name="Shape 793"/>
        <p:cNvGrpSpPr/>
        <p:nvPr/>
      </p:nvGrpSpPr>
      <p:grpSpPr>
        <a:xfrm>
          <a:off x="0" y="0"/>
          <a:ext cx="0" cy="0"/>
          <a:chOff x="0" y="0"/>
          <a:chExt cx="0" cy="0"/>
        </a:xfrm>
      </p:grpSpPr>
      <p:sp>
        <p:nvSpPr>
          <p:cNvPr id="794" name="Google Shape;794;p4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95" name="Google Shape;795;p42"/>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NEO</a:t>
            </a:r>
            <a:endParaRPr b="0" i="0" sz="2100" u="none" cap="none" strike="noStrike">
              <a:solidFill>
                <a:schemeClr val="dk1"/>
              </a:solidFill>
              <a:latin typeface="Calibri"/>
              <a:ea typeface="Calibri"/>
              <a:cs typeface="Calibri"/>
              <a:sym typeface="Calibri"/>
            </a:endParaRPr>
          </a:p>
        </p:txBody>
      </p:sp>
      <p:sp>
        <p:nvSpPr>
          <p:cNvPr id="796" name="Google Shape;796;p42"/>
          <p:cNvSpPr txBox="1"/>
          <p:nvPr/>
        </p:nvSpPr>
        <p:spPr>
          <a:xfrm>
            <a:off x="571500" y="1539850"/>
            <a:ext cx="79158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Un equipo dedicado que combina liderazgo de cuenta, arquitectura de IA, integración, adopción y gestión.</a:t>
            </a:r>
            <a:endParaRPr b="0" i="0" sz="1000" u="none" cap="none" strike="noStrike">
              <a:solidFill>
                <a:schemeClr val="dk1"/>
              </a:solidFill>
              <a:latin typeface="Calibri"/>
              <a:ea typeface="Calibri"/>
              <a:cs typeface="Calibri"/>
              <a:sym typeface="Calibri"/>
            </a:endParaRPr>
          </a:p>
        </p:txBody>
      </p:sp>
      <p:sp>
        <p:nvSpPr>
          <p:cNvPr id="797" name="Google Shape;797;p42"/>
          <p:cNvSpPr/>
          <p:nvPr/>
        </p:nvSpPr>
        <p:spPr>
          <a:xfrm>
            <a:off x="571538"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0.jpg" id="798" name="Google Shape;798;p42"/>
          <p:cNvPicPr preferRelativeResize="0"/>
          <p:nvPr/>
        </p:nvPicPr>
        <p:blipFill rotWithShape="1">
          <a:blip r:embed="rId3">
            <a:alphaModFix/>
          </a:blip>
          <a:srcRect b="0" l="0" r="0" t="0"/>
          <a:stretch/>
        </p:blipFill>
        <p:spPr>
          <a:xfrm>
            <a:off x="754417" y="2090816"/>
            <a:ext cx="567000" cy="596100"/>
          </a:xfrm>
          <a:prstGeom prst="ellipse">
            <a:avLst/>
          </a:prstGeom>
          <a:noFill/>
          <a:ln>
            <a:noFill/>
          </a:ln>
        </p:spPr>
      </p:pic>
      <p:sp>
        <p:nvSpPr>
          <p:cNvPr id="799" name="Google Shape;799;p42"/>
          <p:cNvSpPr txBox="1"/>
          <p:nvPr/>
        </p:nvSpPr>
        <p:spPr>
          <a:xfrm>
            <a:off x="717842"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Liderazgo de cuenta</a:t>
            </a:r>
            <a:endParaRPr b="0" i="0" sz="700" u="none" cap="none" strike="noStrike">
              <a:solidFill>
                <a:schemeClr val="dk1"/>
              </a:solidFill>
              <a:latin typeface="Calibri"/>
              <a:ea typeface="Calibri"/>
              <a:cs typeface="Calibri"/>
              <a:sym typeface="Calibri"/>
            </a:endParaRPr>
          </a:p>
        </p:txBody>
      </p:sp>
      <p:sp>
        <p:nvSpPr>
          <p:cNvPr id="800" name="Google Shape;800;p42"/>
          <p:cNvSpPr txBox="1"/>
          <p:nvPr/>
        </p:nvSpPr>
        <p:spPr>
          <a:xfrm>
            <a:off x="1449361"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Ricardo Caballero</a:t>
            </a:r>
            <a:endParaRPr b="0" i="0" sz="1100" u="none" cap="none" strike="noStrike">
              <a:solidFill>
                <a:schemeClr val="dk1"/>
              </a:solidFill>
              <a:latin typeface="Calibri"/>
              <a:ea typeface="Calibri"/>
              <a:cs typeface="Calibri"/>
              <a:sym typeface="Calibri"/>
            </a:endParaRPr>
          </a:p>
        </p:txBody>
      </p:sp>
      <p:sp>
        <p:nvSpPr>
          <p:cNvPr id="801" name="Google Shape;801;p42"/>
          <p:cNvSpPr txBox="1"/>
          <p:nvPr/>
        </p:nvSpPr>
        <p:spPr>
          <a:xfrm>
            <a:off x="1449361"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Gerente de Clientes</a:t>
            </a:r>
            <a:endParaRPr b="0" i="0" sz="900" u="none" cap="none" strike="noStrike">
              <a:solidFill>
                <a:schemeClr val="dk1"/>
              </a:solidFill>
              <a:latin typeface="Calibri"/>
              <a:ea typeface="Calibri"/>
              <a:cs typeface="Calibri"/>
              <a:sym typeface="Calibri"/>
            </a:endParaRPr>
          </a:p>
        </p:txBody>
      </p:sp>
      <p:sp>
        <p:nvSpPr>
          <p:cNvPr id="802" name="Google Shape;802;p42"/>
          <p:cNvSpPr/>
          <p:nvPr/>
        </p:nvSpPr>
        <p:spPr>
          <a:xfrm>
            <a:off x="1449361"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42"/>
          <p:cNvSpPr txBox="1"/>
          <p:nvPr/>
        </p:nvSpPr>
        <p:spPr>
          <a:xfrm>
            <a:off x="1449361"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proyectos de Analytics, Growth &amp; AI. Profesor de Analytics en la PBS.</a:t>
            </a:r>
            <a:endParaRPr b="0" i="0" sz="700" u="none" cap="none" strike="noStrike">
              <a:solidFill>
                <a:schemeClr val="dk1"/>
              </a:solidFill>
              <a:latin typeface="Calibri"/>
              <a:ea typeface="Calibri"/>
              <a:cs typeface="Calibri"/>
              <a:sym typeface="Calibri"/>
            </a:endParaRPr>
          </a:p>
        </p:txBody>
      </p:sp>
      <p:sp>
        <p:nvSpPr>
          <p:cNvPr id="804" name="Google Shape;804;p42"/>
          <p:cNvSpPr/>
          <p:nvPr/>
        </p:nvSpPr>
        <p:spPr>
          <a:xfrm>
            <a:off x="3293402" y="1890875"/>
            <a:ext cx="2557200" cy="12303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1.jpg" id="805" name="Google Shape;805;p42"/>
          <p:cNvPicPr preferRelativeResize="0"/>
          <p:nvPr/>
        </p:nvPicPr>
        <p:blipFill rotWithShape="1">
          <a:blip r:embed="rId4">
            <a:alphaModFix/>
          </a:blip>
          <a:srcRect b="10653" l="0" r="0" t="9552"/>
          <a:stretch/>
        </p:blipFill>
        <p:spPr>
          <a:xfrm>
            <a:off x="3476282" y="2090816"/>
            <a:ext cx="567000" cy="596100"/>
          </a:xfrm>
          <a:prstGeom prst="ellipse">
            <a:avLst/>
          </a:prstGeom>
          <a:noFill/>
          <a:ln>
            <a:noFill/>
          </a:ln>
        </p:spPr>
      </p:pic>
      <p:sp>
        <p:nvSpPr>
          <p:cNvPr id="806" name="Google Shape;806;p42"/>
          <p:cNvSpPr txBox="1"/>
          <p:nvPr/>
        </p:nvSpPr>
        <p:spPr>
          <a:xfrm>
            <a:off x="3439706"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GenAI &amp; Agentic</a:t>
            </a:r>
            <a:endParaRPr b="0" i="0" sz="700" u="none" cap="none" strike="noStrike">
              <a:solidFill>
                <a:schemeClr val="dk1"/>
              </a:solidFill>
              <a:latin typeface="Calibri"/>
              <a:ea typeface="Calibri"/>
              <a:cs typeface="Calibri"/>
              <a:sym typeface="Calibri"/>
            </a:endParaRPr>
          </a:p>
        </p:txBody>
      </p:sp>
      <p:sp>
        <p:nvSpPr>
          <p:cNvPr id="807" name="Google Shape;807;p42"/>
          <p:cNvSpPr txBox="1"/>
          <p:nvPr/>
        </p:nvSpPr>
        <p:spPr>
          <a:xfrm>
            <a:off x="4171226"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 Vicente</a:t>
            </a:r>
            <a:endParaRPr b="0" i="0" sz="1100" u="none" cap="none" strike="noStrike">
              <a:solidFill>
                <a:schemeClr val="dk1"/>
              </a:solidFill>
              <a:latin typeface="Calibri"/>
              <a:ea typeface="Calibri"/>
              <a:cs typeface="Calibri"/>
              <a:sym typeface="Calibri"/>
            </a:endParaRPr>
          </a:p>
        </p:txBody>
      </p:sp>
      <p:sp>
        <p:nvSpPr>
          <p:cNvPr id="808" name="Google Shape;808;p42"/>
          <p:cNvSpPr txBox="1"/>
          <p:nvPr/>
        </p:nvSpPr>
        <p:spPr>
          <a:xfrm>
            <a:off x="4171226"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IA Lead</a:t>
            </a:r>
            <a:endParaRPr b="0" i="0" sz="900" u="none" cap="none" strike="noStrike">
              <a:solidFill>
                <a:schemeClr val="dk1"/>
              </a:solidFill>
              <a:latin typeface="Calibri"/>
              <a:ea typeface="Calibri"/>
              <a:cs typeface="Calibri"/>
              <a:sym typeface="Calibri"/>
            </a:endParaRPr>
          </a:p>
        </p:txBody>
      </p:sp>
      <p:sp>
        <p:nvSpPr>
          <p:cNvPr id="809" name="Google Shape;809;p42"/>
          <p:cNvSpPr/>
          <p:nvPr/>
        </p:nvSpPr>
        <p:spPr>
          <a:xfrm>
            <a:off x="4171226"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42"/>
          <p:cNvSpPr txBox="1"/>
          <p:nvPr/>
        </p:nvSpPr>
        <p:spPr>
          <a:xfrm>
            <a:off x="4171226"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digital, ML &amp; AI. Certificado en GCP, Anthropic y AWS.</a:t>
            </a:r>
            <a:endParaRPr b="0" i="0" sz="700" u="none" cap="none" strike="noStrike">
              <a:solidFill>
                <a:schemeClr val="dk1"/>
              </a:solidFill>
              <a:latin typeface="Calibri"/>
              <a:ea typeface="Calibri"/>
              <a:cs typeface="Calibri"/>
              <a:sym typeface="Calibri"/>
            </a:endParaRPr>
          </a:p>
        </p:txBody>
      </p:sp>
      <p:sp>
        <p:nvSpPr>
          <p:cNvPr id="811" name="Google Shape;811;p42"/>
          <p:cNvSpPr/>
          <p:nvPr/>
        </p:nvSpPr>
        <p:spPr>
          <a:xfrm>
            <a:off x="6015266"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2.jpg" id="812" name="Google Shape;812;p42"/>
          <p:cNvPicPr preferRelativeResize="0"/>
          <p:nvPr/>
        </p:nvPicPr>
        <p:blipFill rotWithShape="1">
          <a:blip r:embed="rId5">
            <a:alphaModFix/>
          </a:blip>
          <a:srcRect b="0" l="0" r="0" t="0"/>
          <a:stretch/>
        </p:blipFill>
        <p:spPr>
          <a:xfrm>
            <a:off x="6198146" y="2090816"/>
            <a:ext cx="567000" cy="596100"/>
          </a:xfrm>
          <a:prstGeom prst="ellipse">
            <a:avLst/>
          </a:prstGeom>
          <a:noFill/>
          <a:ln>
            <a:noFill/>
          </a:ln>
        </p:spPr>
      </p:pic>
      <p:sp>
        <p:nvSpPr>
          <p:cNvPr id="813" name="Google Shape;813;p42"/>
          <p:cNvSpPr txBox="1"/>
          <p:nvPr/>
        </p:nvSpPr>
        <p:spPr>
          <a:xfrm>
            <a:off x="6161569"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Prompt &amp; RAG</a:t>
            </a:r>
            <a:endParaRPr b="0" i="0" sz="700" u="none" cap="none" strike="noStrike">
              <a:solidFill>
                <a:schemeClr val="dk1"/>
              </a:solidFill>
              <a:latin typeface="Calibri"/>
              <a:ea typeface="Calibri"/>
              <a:cs typeface="Calibri"/>
              <a:sym typeface="Calibri"/>
            </a:endParaRPr>
          </a:p>
        </p:txBody>
      </p:sp>
      <p:sp>
        <p:nvSpPr>
          <p:cNvPr id="814" name="Google Shape;814;p42"/>
          <p:cNvSpPr txBox="1"/>
          <p:nvPr/>
        </p:nvSpPr>
        <p:spPr>
          <a:xfrm>
            <a:off x="6893090"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Yeltsin García</a:t>
            </a:r>
            <a:endParaRPr b="0" i="0" sz="1100" u="none" cap="none" strike="noStrike">
              <a:solidFill>
                <a:schemeClr val="dk1"/>
              </a:solidFill>
              <a:latin typeface="Calibri"/>
              <a:ea typeface="Calibri"/>
              <a:cs typeface="Calibri"/>
              <a:sym typeface="Calibri"/>
            </a:endParaRPr>
          </a:p>
        </p:txBody>
      </p:sp>
      <p:sp>
        <p:nvSpPr>
          <p:cNvPr id="815" name="Google Shape;815;p42"/>
          <p:cNvSpPr txBox="1"/>
          <p:nvPr/>
        </p:nvSpPr>
        <p:spPr>
          <a:xfrm>
            <a:off x="6893090"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Ingeniero de IA</a:t>
            </a:r>
            <a:endParaRPr b="0" i="0" sz="900" u="none" cap="none" strike="noStrike">
              <a:solidFill>
                <a:schemeClr val="dk1"/>
              </a:solidFill>
              <a:latin typeface="Calibri"/>
              <a:ea typeface="Calibri"/>
              <a:cs typeface="Calibri"/>
              <a:sym typeface="Calibri"/>
            </a:endParaRPr>
          </a:p>
        </p:txBody>
      </p:sp>
      <p:sp>
        <p:nvSpPr>
          <p:cNvPr id="816" name="Google Shape;816;p42"/>
          <p:cNvSpPr/>
          <p:nvPr/>
        </p:nvSpPr>
        <p:spPr>
          <a:xfrm>
            <a:off x="6893090"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 name="Google Shape;817;p42"/>
          <p:cNvSpPr txBox="1"/>
          <p:nvPr/>
        </p:nvSpPr>
        <p:spPr>
          <a:xfrm>
            <a:off x="6893090"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digital, ML &amp; AI. Docente de IA en UCAL. Miembro activo de DCN Global e Internet Society.</a:t>
            </a:r>
            <a:endParaRPr b="0" i="0" sz="700" u="none" cap="none" strike="noStrike">
              <a:solidFill>
                <a:schemeClr val="dk1"/>
              </a:solidFill>
              <a:latin typeface="Calibri"/>
              <a:ea typeface="Calibri"/>
              <a:cs typeface="Calibri"/>
              <a:sym typeface="Calibri"/>
            </a:endParaRPr>
          </a:p>
        </p:txBody>
      </p:sp>
      <p:sp>
        <p:nvSpPr>
          <p:cNvPr id="818" name="Google Shape;818;p42"/>
          <p:cNvSpPr/>
          <p:nvPr/>
        </p:nvSpPr>
        <p:spPr>
          <a:xfrm>
            <a:off x="571538"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3.jpg" id="819" name="Google Shape;819;p42"/>
          <p:cNvPicPr preferRelativeResize="0"/>
          <p:nvPr/>
        </p:nvPicPr>
        <p:blipFill rotWithShape="1">
          <a:blip r:embed="rId6">
            <a:alphaModFix/>
          </a:blip>
          <a:srcRect b="10938" l="-520" r="520" t="2460"/>
          <a:stretch/>
        </p:blipFill>
        <p:spPr>
          <a:xfrm>
            <a:off x="754417" y="3475135"/>
            <a:ext cx="567000" cy="596100"/>
          </a:xfrm>
          <a:prstGeom prst="ellipse">
            <a:avLst/>
          </a:prstGeom>
          <a:noFill/>
          <a:ln>
            <a:noFill/>
          </a:ln>
        </p:spPr>
      </p:pic>
      <p:sp>
        <p:nvSpPr>
          <p:cNvPr id="820" name="Google Shape;820;p42"/>
          <p:cNvSpPr txBox="1"/>
          <p:nvPr/>
        </p:nvSpPr>
        <p:spPr>
          <a:xfrm>
            <a:off x="717842"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Data Architect</a:t>
            </a:r>
            <a:endParaRPr b="0" i="0" sz="700" u="none" cap="none" strike="noStrike">
              <a:solidFill>
                <a:schemeClr val="dk1"/>
              </a:solidFill>
              <a:latin typeface="Calibri"/>
              <a:ea typeface="Calibri"/>
              <a:cs typeface="Calibri"/>
              <a:sym typeface="Calibri"/>
            </a:endParaRPr>
          </a:p>
        </p:txBody>
      </p:sp>
      <p:sp>
        <p:nvSpPr>
          <p:cNvPr id="821" name="Google Shape;821;p42"/>
          <p:cNvSpPr txBox="1"/>
          <p:nvPr/>
        </p:nvSpPr>
        <p:spPr>
          <a:xfrm>
            <a:off x="1449361"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Jean Pierre Merino</a:t>
            </a:r>
            <a:endParaRPr b="0" i="0" sz="1100" u="none" cap="none" strike="noStrike">
              <a:solidFill>
                <a:schemeClr val="dk1"/>
              </a:solidFill>
              <a:latin typeface="Calibri"/>
              <a:ea typeface="Calibri"/>
              <a:cs typeface="Calibri"/>
              <a:sym typeface="Calibri"/>
            </a:endParaRPr>
          </a:p>
        </p:txBody>
      </p:sp>
      <p:sp>
        <p:nvSpPr>
          <p:cNvPr id="822" name="Google Shape;822;p42"/>
          <p:cNvSpPr txBox="1"/>
          <p:nvPr/>
        </p:nvSpPr>
        <p:spPr>
          <a:xfrm>
            <a:off x="1449349" y="3686625"/>
            <a:ext cx="16794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Arquitecto de Integración</a:t>
            </a:r>
            <a:endParaRPr b="0" i="0" sz="900" u="none" cap="none" strike="noStrike">
              <a:solidFill>
                <a:schemeClr val="dk1"/>
              </a:solidFill>
              <a:latin typeface="Calibri"/>
              <a:ea typeface="Calibri"/>
              <a:cs typeface="Calibri"/>
              <a:sym typeface="Calibri"/>
            </a:endParaRPr>
          </a:p>
        </p:txBody>
      </p:sp>
      <p:sp>
        <p:nvSpPr>
          <p:cNvPr id="823" name="Google Shape;823;p42"/>
          <p:cNvSpPr/>
          <p:nvPr/>
        </p:nvSpPr>
        <p:spPr>
          <a:xfrm>
            <a:off x="1449361"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42"/>
          <p:cNvSpPr txBox="1"/>
          <p:nvPr/>
        </p:nvSpPr>
        <p:spPr>
          <a:xfrm>
            <a:off x="1449361"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+10 años de experiencia en data, analítica digital, ML &amp; AI.</a:t>
            </a:r>
            <a:endParaRPr b="0" i="0" sz="700" u="none" cap="none" strike="noStrike">
              <a:solidFill>
                <a:schemeClr val="dk1"/>
              </a:solidFill>
              <a:latin typeface="Calibri"/>
              <a:ea typeface="Calibri"/>
              <a:cs typeface="Calibri"/>
              <a:sym typeface="Calibri"/>
            </a:endParaRPr>
          </a:p>
        </p:txBody>
      </p:sp>
      <p:sp>
        <p:nvSpPr>
          <p:cNvPr id="825" name="Google Shape;825;p42"/>
          <p:cNvSpPr/>
          <p:nvPr/>
        </p:nvSpPr>
        <p:spPr>
          <a:xfrm>
            <a:off x="3293402"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4.jpg" id="826" name="Google Shape;826;p42"/>
          <p:cNvPicPr preferRelativeResize="0"/>
          <p:nvPr/>
        </p:nvPicPr>
        <p:blipFill rotWithShape="1">
          <a:blip r:embed="rId7">
            <a:alphaModFix/>
          </a:blip>
          <a:srcRect b="18122" l="0" r="0" t="939"/>
          <a:stretch/>
        </p:blipFill>
        <p:spPr>
          <a:xfrm>
            <a:off x="3476282" y="3475135"/>
            <a:ext cx="567000" cy="596100"/>
          </a:xfrm>
          <a:prstGeom prst="ellipse">
            <a:avLst/>
          </a:prstGeom>
          <a:noFill/>
          <a:ln>
            <a:noFill/>
          </a:ln>
        </p:spPr>
      </p:pic>
      <p:sp>
        <p:nvSpPr>
          <p:cNvPr id="827" name="Google Shape;827;p42"/>
          <p:cNvSpPr txBox="1"/>
          <p:nvPr/>
        </p:nvSpPr>
        <p:spPr>
          <a:xfrm>
            <a:off x="3439706"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Change Management</a:t>
            </a:r>
            <a:endParaRPr b="0" i="0" sz="700" u="none" cap="none" strike="noStrike">
              <a:solidFill>
                <a:schemeClr val="dk1"/>
              </a:solidFill>
              <a:latin typeface="Calibri"/>
              <a:ea typeface="Calibri"/>
              <a:cs typeface="Calibri"/>
              <a:sym typeface="Calibri"/>
            </a:endParaRPr>
          </a:p>
        </p:txBody>
      </p:sp>
      <p:sp>
        <p:nvSpPr>
          <p:cNvPr id="828" name="Google Shape;828;p42"/>
          <p:cNvSpPr txBox="1"/>
          <p:nvPr/>
        </p:nvSpPr>
        <p:spPr>
          <a:xfrm>
            <a:off x="4171226"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Franco Pastorelli</a:t>
            </a:r>
            <a:endParaRPr b="0" i="0" sz="1100" u="none" cap="none" strike="noStrike">
              <a:solidFill>
                <a:schemeClr val="dk1"/>
              </a:solidFill>
              <a:latin typeface="Calibri"/>
              <a:ea typeface="Calibri"/>
              <a:cs typeface="Calibri"/>
              <a:sym typeface="Calibri"/>
            </a:endParaRPr>
          </a:p>
        </p:txBody>
      </p:sp>
      <p:sp>
        <p:nvSpPr>
          <p:cNvPr id="829" name="Google Shape;829;p42"/>
          <p:cNvSpPr txBox="1"/>
          <p:nvPr/>
        </p:nvSpPr>
        <p:spPr>
          <a:xfrm>
            <a:off x="4171226"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Especialista de Adopción</a:t>
            </a:r>
            <a:endParaRPr b="0" i="0" sz="900" u="none" cap="none" strike="noStrike">
              <a:solidFill>
                <a:schemeClr val="dk1"/>
              </a:solidFill>
              <a:latin typeface="Calibri"/>
              <a:ea typeface="Calibri"/>
              <a:cs typeface="Calibri"/>
              <a:sym typeface="Calibri"/>
            </a:endParaRPr>
          </a:p>
        </p:txBody>
      </p:sp>
      <p:sp>
        <p:nvSpPr>
          <p:cNvPr id="830" name="Google Shape;830;p42"/>
          <p:cNvSpPr/>
          <p:nvPr/>
        </p:nvSpPr>
        <p:spPr>
          <a:xfrm>
            <a:off x="4171226"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42"/>
          <p:cNvSpPr txBox="1"/>
          <p:nvPr/>
        </p:nvSpPr>
        <p:spPr>
          <a:xfrm>
            <a:off x="4171226"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gestión de proyectos de Transformación Digital, educación ejecutiva, GenAI y Agentic.</a:t>
            </a:r>
            <a:endParaRPr b="0" i="0" sz="700" u="none" cap="none" strike="noStrike">
              <a:solidFill>
                <a:schemeClr val="dk1"/>
              </a:solidFill>
              <a:latin typeface="Calibri"/>
              <a:ea typeface="Calibri"/>
              <a:cs typeface="Calibri"/>
              <a:sym typeface="Calibri"/>
            </a:endParaRPr>
          </a:p>
        </p:txBody>
      </p:sp>
      <p:sp>
        <p:nvSpPr>
          <p:cNvPr id="832" name="Google Shape;832;p42"/>
          <p:cNvSpPr/>
          <p:nvPr/>
        </p:nvSpPr>
        <p:spPr>
          <a:xfrm>
            <a:off x="6015266"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5.jpg" id="833" name="Google Shape;833;p42"/>
          <p:cNvPicPr preferRelativeResize="0"/>
          <p:nvPr/>
        </p:nvPicPr>
        <p:blipFill rotWithShape="1">
          <a:blip r:embed="rId8">
            <a:alphaModFix/>
          </a:blip>
          <a:srcRect b="9896" l="0" r="0" t="3979"/>
          <a:stretch/>
        </p:blipFill>
        <p:spPr>
          <a:xfrm>
            <a:off x="6198146" y="3475135"/>
            <a:ext cx="567000" cy="596100"/>
          </a:xfrm>
          <a:prstGeom prst="ellipse">
            <a:avLst/>
          </a:prstGeom>
          <a:noFill/>
          <a:ln>
            <a:noFill/>
          </a:ln>
        </p:spPr>
      </p:pic>
      <p:sp>
        <p:nvSpPr>
          <p:cNvPr id="834" name="Google Shape;834;p42"/>
          <p:cNvSpPr txBox="1"/>
          <p:nvPr/>
        </p:nvSpPr>
        <p:spPr>
          <a:xfrm>
            <a:off x="6161569"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PMO</a:t>
            </a:r>
            <a:endParaRPr b="0" i="0" sz="700" u="none" cap="none" strike="noStrike">
              <a:solidFill>
                <a:schemeClr val="dk1"/>
              </a:solidFill>
              <a:latin typeface="Calibri"/>
              <a:ea typeface="Calibri"/>
              <a:cs typeface="Calibri"/>
              <a:sym typeface="Calibri"/>
            </a:endParaRPr>
          </a:p>
        </p:txBody>
      </p:sp>
      <p:sp>
        <p:nvSpPr>
          <p:cNvPr id="835" name="Google Shape;835;p42"/>
          <p:cNvSpPr txBox="1"/>
          <p:nvPr/>
        </p:nvSpPr>
        <p:spPr>
          <a:xfrm>
            <a:off x="6893090"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Daniela Tamayo</a:t>
            </a:r>
            <a:endParaRPr b="0" i="0" sz="1100" u="none" cap="none" strike="noStrike">
              <a:solidFill>
                <a:schemeClr val="dk1"/>
              </a:solidFill>
              <a:latin typeface="Calibri"/>
              <a:ea typeface="Calibri"/>
              <a:cs typeface="Calibri"/>
              <a:sym typeface="Calibri"/>
            </a:endParaRPr>
          </a:p>
        </p:txBody>
      </p:sp>
      <p:sp>
        <p:nvSpPr>
          <p:cNvPr id="836" name="Google Shape;836;p42"/>
          <p:cNvSpPr txBox="1"/>
          <p:nvPr/>
        </p:nvSpPr>
        <p:spPr>
          <a:xfrm>
            <a:off x="6893090"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Gestor de Proyecto</a:t>
            </a:r>
            <a:endParaRPr b="0" i="0" sz="900" u="none" cap="none" strike="noStrike">
              <a:solidFill>
                <a:schemeClr val="dk1"/>
              </a:solidFill>
              <a:latin typeface="Calibri"/>
              <a:ea typeface="Calibri"/>
              <a:cs typeface="Calibri"/>
              <a:sym typeface="Calibri"/>
            </a:endParaRPr>
          </a:p>
        </p:txBody>
      </p:sp>
      <p:sp>
        <p:nvSpPr>
          <p:cNvPr id="837" name="Google Shape;837;p42"/>
          <p:cNvSpPr/>
          <p:nvPr/>
        </p:nvSpPr>
        <p:spPr>
          <a:xfrm>
            <a:off x="6893090"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42"/>
          <p:cNvSpPr txBox="1"/>
          <p:nvPr/>
        </p:nvSpPr>
        <p:spPr>
          <a:xfrm>
            <a:off x="6893090"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+5 años de experiencia en gestión de proyectos digitales de IA, Growth y Analytics.</a:t>
            </a:r>
            <a:endParaRPr b="0" i="0" sz="700" u="none" cap="none" strike="noStrike">
              <a:solidFill>
                <a:schemeClr val="dk1"/>
              </a:solidFill>
              <a:latin typeface="Calibri"/>
              <a:ea typeface="Calibri"/>
              <a:cs typeface="Calibri"/>
              <a:sym typeface="Calibri"/>
            </a:endParaRPr>
          </a:p>
        </p:txBody>
      </p:sp>
      <p:sp>
        <p:nvSpPr>
          <p:cNvPr id="839" name="Google Shape;839;p42"/>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44" name="Shape 844"/>
        <p:cNvGrpSpPr/>
        <p:nvPr/>
      </p:nvGrpSpPr>
      <p:grpSpPr>
        <a:xfrm>
          <a:off x="0" y="0"/>
          <a:ext cx="0" cy="0"/>
          <a:chOff x="0" y="0"/>
          <a:chExt cx="0" cy="0"/>
        </a:xfrm>
      </p:grpSpPr>
      <p:pic>
        <p:nvPicPr>
          <p:cNvPr descr="preencoded.png" id="845" name="Google Shape;845;p43"/>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846" name="Google Shape;846;p43"/>
          <p:cNvPicPr preferRelativeResize="0"/>
          <p:nvPr/>
        </p:nvPicPr>
        <p:blipFill rotWithShape="1">
          <a:blip r:embed="rId4">
            <a:alphaModFix/>
          </a:blip>
          <a:srcRect b="0" l="0" r="0" t="0"/>
          <a:stretch/>
        </p:blipFill>
        <p:spPr>
          <a:xfrm>
            <a:off x="571500" y="1643988"/>
            <a:ext cx="8001000" cy="3100387"/>
          </a:xfrm>
          <a:prstGeom prst="rect">
            <a:avLst/>
          </a:prstGeom>
          <a:noFill/>
          <a:ln>
            <a:noFill/>
          </a:ln>
        </p:spPr>
      </p:pic>
      <p:sp>
        <p:nvSpPr>
          <p:cNvPr id="847" name="Google Shape;847;p43"/>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848" name="Google Shape;848;p43"/>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849" name="Google Shape;849;p43"/>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850" name="Google Shape;850;p43"/>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851" name="Google Shape;851;p43"/>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852" name="Google Shape;852;p43"/>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853" name="Google Shape;853;p43"/>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854" name="Google Shape;854;p43"/>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Arial"/>
              <a:ea typeface="Arial"/>
              <a:cs typeface="Arial"/>
              <a:sym typeface="Arial"/>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855" name="Google Shape;855;p43"/>
          <p:cNvSpPr/>
          <p:nvPr/>
        </p:nvSpPr>
        <p:spPr>
          <a:xfrm>
            <a:off x="3872382"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856" name="Google Shape;856;p43"/>
          <p:cNvSpPr/>
          <p:nvPr/>
        </p:nvSpPr>
        <p:spPr>
          <a:xfrm>
            <a:off x="3872382"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857" name="Google Shape;857;p43"/>
          <p:cNvSpPr/>
          <p:nvPr/>
        </p:nvSpPr>
        <p:spPr>
          <a:xfrm>
            <a:off x="3877078" y="27296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858" name="Google Shape;858;p43"/>
          <p:cNvSpPr/>
          <p:nvPr/>
        </p:nvSpPr>
        <p:spPr>
          <a:xfrm>
            <a:off x="546882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859" name="Google Shape;859;p43"/>
          <p:cNvSpPr/>
          <p:nvPr/>
        </p:nvSpPr>
        <p:spPr>
          <a:xfrm>
            <a:off x="5468826"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860" name="Google Shape;860;p43"/>
          <p:cNvSpPr/>
          <p:nvPr/>
        </p:nvSpPr>
        <p:spPr>
          <a:xfrm>
            <a:off x="5468838" y="27296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861" name="Google Shape;861;p43"/>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862" name="Google Shape;862;p43"/>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863" name="Google Shape;863;p43"/>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864" name="Google Shape;864;p43"/>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865" name="Google Shape;865;p43"/>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866" name="Google Shape;866;p43"/>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867" name="Google Shape;867;p43"/>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868" name="Google Shape;868;p43"/>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69" name="Google Shape;869;p43"/>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870" name="Google Shape;870;p43"/>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871" name="Google Shape;871;p43"/>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72" name="Google Shape;872;p43"/>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873" name="Google Shape;873;p43"/>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874" name="Google Shape;874;p43"/>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75" name="Google Shape;875;p43"/>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876" name="Google Shape;876;p43"/>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877" name="Google Shape;877;p43"/>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878" name="Google Shape;878;p43"/>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879" name="Google Shape;879;p43"/>
          <p:cNvPicPr preferRelativeResize="0"/>
          <p:nvPr/>
        </p:nvPicPr>
        <p:blipFill rotWithShape="1">
          <a:blip r:embed="rId5">
            <a:alphaModFix/>
          </a:blip>
          <a:srcRect b="48622" l="8799" r="8815" t="-619"/>
          <a:stretch/>
        </p:blipFill>
        <p:spPr>
          <a:xfrm>
            <a:off x="1099162" y="1752548"/>
            <a:ext cx="591600" cy="593400"/>
          </a:xfrm>
          <a:prstGeom prst="ellipse">
            <a:avLst/>
          </a:prstGeom>
          <a:noFill/>
          <a:ln>
            <a:noFill/>
          </a:ln>
        </p:spPr>
      </p:pic>
      <p:pic>
        <p:nvPicPr>
          <p:cNvPr id="880" name="Google Shape;880;p43"/>
          <p:cNvPicPr preferRelativeResize="0"/>
          <p:nvPr/>
        </p:nvPicPr>
        <p:blipFill rotWithShape="1">
          <a:blip r:embed="rId6">
            <a:alphaModFix/>
          </a:blip>
          <a:srcRect b="19818" l="21667" r="27828" t="8115"/>
          <a:stretch/>
        </p:blipFill>
        <p:spPr>
          <a:xfrm>
            <a:off x="2682602" y="1752918"/>
            <a:ext cx="591600" cy="593700"/>
          </a:xfrm>
          <a:prstGeom prst="ellipse">
            <a:avLst/>
          </a:prstGeom>
          <a:noFill/>
          <a:ln>
            <a:noFill/>
          </a:ln>
        </p:spPr>
      </p:pic>
      <p:pic>
        <p:nvPicPr>
          <p:cNvPr id="881" name="Google Shape;881;p43"/>
          <p:cNvPicPr preferRelativeResize="0"/>
          <p:nvPr/>
        </p:nvPicPr>
        <p:blipFill rotWithShape="1">
          <a:blip r:embed="rId7">
            <a:alphaModFix/>
          </a:blip>
          <a:srcRect b="0" l="0" r="0" t="0"/>
          <a:stretch/>
        </p:blipFill>
        <p:spPr>
          <a:xfrm>
            <a:off x="5868447" y="1752935"/>
            <a:ext cx="591600" cy="593700"/>
          </a:xfrm>
          <a:prstGeom prst="ellipse">
            <a:avLst/>
          </a:prstGeom>
          <a:noFill/>
          <a:ln>
            <a:noFill/>
          </a:ln>
        </p:spPr>
      </p:pic>
      <p:pic>
        <p:nvPicPr>
          <p:cNvPr id="882" name="Google Shape;882;p43"/>
          <p:cNvPicPr preferRelativeResize="0"/>
          <p:nvPr/>
        </p:nvPicPr>
        <p:blipFill rotWithShape="1">
          <a:blip r:embed="rId8">
            <a:alphaModFix/>
          </a:blip>
          <a:srcRect b="25060" l="0" r="0" t="8291"/>
          <a:stretch/>
        </p:blipFill>
        <p:spPr>
          <a:xfrm>
            <a:off x="4266051" y="1749768"/>
            <a:ext cx="591600" cy="600000"/>
          </a:xfrm>
          <a:prstGeom prst="ellipse">
            <a:avLst/>
          </a:prstGeom>
          <a:noFill/>
          <a:ln>
            <a:noFill/>
          </a:ln>
        </p:spPr>
      </p:pic>
      <p:pic>
        <p:nvPicPr>
          <p:cNvPr id="883" name="Google Shape;883;p43"/>
          <p:cNvPicPr preferRelativeResize="0"/>
          <p:nvPr/>
        </p:nvPicPr>
        <p:blipFill rotWithShape="1">
          <a:blip r:embed="rId9">
            <a:alphaModFix/>
          </a:blip>
          <a:srcRect b="12503" l="0" r="0" t="20848"/>
          <a:stretch/>
        </p:blipFill>
        <p:spPr>
          <a:xfrm>
            <a:off x="2695615" y="3333106"/>
            <a:ext cx="565500" cy="600000"/>
          </a:xfrm>
          <a:prstGeom prst="ellipse">
            <a:avLst/>
          </a:prstGeom>
          <a:noFill/>
          <a:ln>
            <a:noFill/>
          </a:ln>
        </p:spPr>
      </p:pic>
      <p:pic>
        <p:nvPicPr>
          <p:cNvPr id="884" name="Google Shape;884;p43"/>
          <p:cNvPicPr preferRelativeResize="0"/>
          <p:nvPr/>
        </p:nvPicPr>
        <p:blipFill rotWithShape="1">
          <a:blip r:embed="rId10">
            <a:alphaModFix/>
          </a:blip>
          <a:srcRect b="0" l="0" r="0" t="0"/>
          <a:stretch/>
        </p:blipFill>
        <p:spPr>
          <a:xfrm>
            <a:off x="1099137" y="3338618"/>
            <a:ext cx="565500" cy="573600"/>
          </a:xfrm>
          <a:prstGeom prst="ellipse">
            <a:avLst/>
          </a:prstGeom>
          <a:noFill/>
          <a:ln>
            <a:noFill/>
          </a:ln>
        </p:spPr>
      </p:pic>
      <p:pic>
        <p:nvPicPr>
          <p:cNvPr id="885" name="Google Shape;885;p43"/>
          <p:cNvPicPr preferRelativeResize="0"/>
          <p:nvPr/>
        </p:nvPicPr>
        <p:blipFill rotWithShape="1">
          <a:blip r:embed="rId11">
            <a:alphaModFix/>
          </a:blip>
          <a:srcRect b="24560" l="0" r="0" t="8791"/>
          <a:stretch/>
        </p:blipFill>
        <p:spPr>
          <a:xfrm>
            <a:off x="4292074" y="3346557"/>
            <a:ext cx="565500" cy="573600"/>
          </a:xfrm>
          <a:prstGeom prst="ellipse">
            <a:avLst/>
          </a:prstGeom>
          <a:noFill/>
          <a:ln>
            <a:noFill/>
          </a:ln>
        </p:spPr>
      </p:pic>
      <p:pic>
        <p:nvPicPr>
          <p:cNvPr id="886" name="Google Shape;886;p43"/>
          <p:cNvPicPr preferRelativeResize="0"/>
          <p:nvPr/>
        </p:nvPicPr>
        <p:blipFill rotWithShape="1">
          <a:blip r:embed="rId12">
            <a:alphaModFix/>
          </a:blip>
          <a:srcRect b="0" l="0" r="0" t="0"/>
          <a:stretch/>
        </p:blipFill>
        <p:spPr>
          <a:xfrm>
            <a:off x="5883799" y="3354198"/>
            <a:ext cx="565500" cy="573600"/>
          </a:xfrm>
          <a:prstGeom prst="ellipse">
            <a:avLst/>
          </a:prstGeom>
          <a:noFill/>
          <a:ln>
            <a:noFill/>
          </a:ln>
        </p:spPr>
      </p:pic>
      <p:pic>
        <p:nvPicPr>
          <p:cNvPr id="887" name="Google Shape;887;p43"/>
          <p:cNvPicPr preferRelativeResize="0"/>
          <p:nvPr/>
        </p:nvPicPr>
        <p:blipFill rotWithShape="1">
          <a:blip r:embed="rId13">
            <a:alphaModFix/>
          </a:blip>
          <a:srcRect b="0" l="0" r="0" t="0"/>
          <a:stretch/>
        </p:blipFill>
        <p:spPr>
          <a:xfrm>
            <a:off x="7475551" y="3341835"/>
            <a:ext cx="565500" cy="573600"/>
          </a:xfrm>
          <a:prstGeom prst="ellipse">
            <a:avLst/>
          </a:prstGeom>
          <a:noFill/>
          <a:ln>
            <a:noFill/>
          </a:ln>
        </p:spPr>
      </p:pic>
      <p:pic>
        <p:nvPicPr>
          <p:cNvPr id="888" name="Google Shape;888;p43" title="IMG_1142.JPG"/>
          <p:cNvPicPr preferRelativeResize="0"/>
          <p:nvPr/>
        </p:nvPicPr>
        <p:blipFill rotWithShape="1">
          <a:blip r:embed="rId14">
            <a:alphaModFix/>
          </a:blip>
          <a:srcRect b="42862" l="25939" r="6493" t="4164"/>
          <a:stretch/>
        </p:blipFill>
        <p:spPr>
          <a:xfrm>
            <a:off x="7452328" y="1737400"/>
            <a:ext cx="612000" cy="623700"/>
          </a:xfrm>
          <a:prstGeom prst="ellipse">
            <a:avLst/>
          </a:prstGeom>
          <a:noFill/>
          <a:ln>
            <a:noFill/>
          </a:ln>
        </p:spPr>
      </p:pic>
      <p:pic>
        <p:nvPicPr>
          <p:cNvPr descr="preencoded.png" id="889" name="Google Shape;889;p43"/>
          <p:cNvPicPr preferRelativeResize="0"/>
          <p:nvPr/>
        </p:nvPicPr>
        <p:blipFill rotWithShape="1">
          <a:blip r:embed="rId15">
            <a:alphaModFix/>
          </a:blip>
          <a:srcRect b="0" l="0" r="0" t="0"/>
          <a:stretch/>
        </p:blipFill>
        <p:spPr>
          <a:xfrm>
            <a:off x="571500" y="399120"/>
            <a:ext cx="1228470" cy="244749"/>
          </a:xfrm>
          <a:prstGeom prst="rect">
            <a:avLst/>
          </a:prstGeom>
          <a:noFill/>
          <a:ln>
            <a:noFill/>
          </a:ln>
        </p:spPr>
      </p:pic>
      <p:sp>
        <p:nvSpPr>
          <p:cNvPr id="890" name="Google Shape;890;p43"/>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5" name="Shape 895"/>
        <p:cNvGrpSpPr/>
        <p:nvPr/>
      </p:nvGrpSpPr>
      <p:grpSpPr>
        <a:xfrm>
          <a:off x="0" y="0"/>
          <a:ext cx="0" cy="0"/>
          <a:chOff x="0" y="0"/>
          <a:chExt cx="0" cy="0"/>
        </a:xfrm>
      </p:grpSpPr>
      <p:sp>
        <p:nvSpPr>
          <p:cNvPr id="896" name="Google Shape;896;p44"/>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97" name="Google Shape;897;p4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898" name="Google Shape;898;p44"/>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899" name="Google Shape;899;p44"/>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900" name="Google Shape;900;p44"/>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901" name="Google Shape;901;p44"/>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02" name="Google Shape;902;p44"/>
          <p:cNvSpPr/>
          <p:nvPr/>
        </p:nvSpPr>
        <p:spPr>
          <a:xfrm>
            <a:off x="571500" y="1762619"/>
            <a:ext cx="11049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08 </a:t>
            </a:r>
            <a:endParaRPr b="0" i="0" sz="1200" u="none" cap="none" strike="noStrike">
              <a:solidFill>
                <a:schemeClr val="dk1"/>
              </a:solidFill>
              <a:latin typeface="Calibri"/>
              <a:ea typeface="Calibri"/>
              <a:cs typeface="Calibri"/>
              <a:sym typeface="Calibri"/>
            </a:endParaRPr>
          </a:p>
        </p:txBody>
      </p:sp>
      <p:sp>
        <p:nvSpPr>
          <p:cNvPr id="903" name="Google Shape;903;p44"/>
          <p:cNvSpPr/>
          <p:nvPr/>
        </p:nvSpPr>
        <p:spPr>
          <a:xfrm>
            <a:off x="571500" y="2988975"/>
            <a:ext cx="57336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 </a:t>
            </a:r>
            <a:endParaRPr b="0" i="0" sz="1300" u="none" cap="none" strike="noStrike">
              <a:solidFill>
                <a:schemeClr val="dk1"/>
              </a:solidFill>
              <a:latin typeface="Calibri"/>
              <a:ea typeface="Calibri"/>
              <a:cs typeface="Calibri"/>
              <a:sym typeface="Calibri"/>
            </a:endParaRPr>
          </a:p>
        </p:txBody>
      </p:sp>
      <p:sp>
        <p:nvSpPr>
          <p:cNvPr id="904" name="Google Shape;904;p44"/>
          <p:cNvSpPr/>
          <p:nvPr/>
        </p:nvSpPr>
        <p:spPr>
          <a:xfrm>
            <a:off x="571500" y="2155525"/>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¿Por qué </a:t>
            </a:r>
            <a:r>
              <a:rPr b="1" i="1" lang="en-US" sz="4500" u="none" cap="none" strike="noStrike">
                <a:solidFill>
                  <a:srgbClr val="7E99FE"/>
                </a:solidFill>
                <a:latin typeface="Montserrat Black"/>
                <a:ea typeface="Montserrat Black"/>
                <a:cs typeface="Montserrat Black"/>
                <a:sym typeface="Montserrat Black"/>
              </a:rPr>
              <a:t>NEO?</a:t>
            </a:r>
            <a:r>
              <a:rPr b="1" i="0" lang="en-US" sz="4500" u="none" cap="none" strike="noStrike">
                <a:solidFill>
                  <a:srgbClr val="FFFFFF"/>
                </a:solidFill>
                <a:latin typeface="Montserrat ExtraBold"/>
                <a:ea typeface="Montserrat ExtraBold"/>
                <a:cs typeface="Montserrat ExtraBold"/>
                <a:sym typeface="Montserrat ExtraBold"/>
              </a:rPr>
              <a:t>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09" name="Shape 909"/>
        <p:cNvGrpSpPr/>
        <p:nvPr/>
      </p:nvGrpSpPr>
      <p:grpSpPr>
        <a:xfrm>
          <a:off x="0" y="0"/>
          <a:ext cx="0" cy="0"/>
          <a:chOff x="0" y="0"/>
          <a:chExt cx="0" cy="0"/>
        </a:xfrm>
      </p:grpSpPr>
      <p:pic>
        <p:nvPicPr>
          <p:cNvPr descr="preencoded.png" id="910" name="Google Shape;910;p45"/>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preencoded.png" id="911" name="Google Shape;911;p45"/>
          <p:cNvPicPr preferRelativeResize="0"/>
          <p:nvPr/>
        </p:nvPicPr>
        <p:blipFill rotWithShape="1">
          <a:blip r:embed="rId4">
            <a:alphaModFix/>
          </a:blip>
          <a:srcRect b="0" l="0" r="0" t="0"/>
          <a:stretch/>
        </p:blipFill>
        <p:spPr>
          <a:xfrm>
            <a:off x="571500" y="877313"/>
            <a:ext cx="8001000" cy="871537"/>
          </a:xfrm>
          <a:prstGeom prst="rect">
            <a:avLst/>
          </a:prstGeom>
          <a:noFill/>
          <a:ln>
            <a:noFill/>
          </a:ln>
        </p:spPr>
      </p:pic>
      <p:pic>
        <p:nvPicPr>
          <p:cNvPr descr="preencoded.png" id="912" name="Google Shape;912;p45"/>
          <p:cNvPicPr preferRelativeResize="0"/>
          <p:nvPr/>
        </p:nvPicPr>
        <p:blipFill rotWithShape="1">
          <a:blip r:embed="rId5">
            <a:alphaModFix/>
          </a:blip>
          <a:srcRect b="0" l="0" r="0" t="0"/>
          <a:stretch/>
        </p:blipFill>
        <p:spPr>
          <a:xfrm>
            <a:off x="382982" y="1769917"/>
            <a:ext cx="8189517" cy="2501112"/>
          </a:xfrm>
          <a:prstGeom prst="rect">
            <a:avLst/>
          </a:prstGeom>
          <a:noFill/>
          <a:ln>
            <a:noFill/>
          </a:ln>
        </p:spPr>
      </p:pic>
      <p:pic>
        <p:nvPicPr>
          <p:cNvPr descr="preencoded.png" id="913" name="Google Shape;913;p45"/>
          <p:cNvPicPr preferRelativeResize="0"/>
          <p:nvPr/>
        </p:nvPicPr>
        <p:blipFill rotWithShape="1">
          <a:blip r:embed="rId6">
            <a:alphaModFix/>
          </a:blip>
          <a:srcRect b="0" l="0" r="0" t="0"/>
          <a:stretch/>
        </p:blipFill>
        <p:spPr>
          <a:xfrm>
            <a:off x="571500" y="4357163"/>
            <a:ext cx="8001000" cy="514350"/>
          </a:xfrm>
          <a:prstGeom prst="rect">
            <a:avLst/>
          </a:prstGeom>
          <a:noFill/>
          <a:ln>
            <a:noFill/>
          </a:ln>
        </p:spPr>
      </p:pic>
      <p:sp>
        <p:nvSpPr>
          <p:cNvPr id="914" name="Google Shape;914;p45"/>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915" name="Google Shape;915;p45"/>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16" name="Google Shape;916;p45"/>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917" name="Google Shape;917;p45"/>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18" name="Google Shape;918;p45"/>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19" name="Google Shape;919;p45"/>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920" name="Google Shape;920;p45"/>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21" name="Google Shape;921;p45"/>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22" name="Google Shape;922;p45"/>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23" name="Google Shape;923;p45"/>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24" name="Google Shape;924;p45"/>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25" name="Google Shape;925;p45"/>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pic>
        <p:nvPicPr>
          <p:cNvPr descr="preencoded.png" id="926" name="Google Shape;926;p45"/>
          <p:cNvPicPr preferRelativeResize="0"/>
          <p:nvPr/>
        </p:nvPicPr>
        <p:blipFill rotWithShape="1">
          <a:blip r:embed="rId7">
            <a:alphaModFix/>
          </a:blip>
          <a:srcRect b="0" l="0" r="0" t="0"/>
          <a:stretch/>
        </p:blipFill>
        <p:spPr>
          <a:xfrm>
            <a:off x="571500" y="399119"/>
            <a:ext cx="1228470" cy="244749"/>
          </a:xfrm>
          <a:prstGeom prst="rect">
            <a:avLst/>
          </a:prstGeom>
          <a:noFill/>
          <a:ln>
            <a:noFill/>
          </a:ln>
        </p:spPr>
      </p:pic>
      <p:sp>
        <p:nvSpPr>
          <p:cNvPr id="927" name="Google Shape;927;p45"/>
          <p:cNvSpPr/>
          <p:nvPr/>
        </p:nvSpPr>
        <p:spPr>
          <a:xfrm>
            <a:off x="1676144" y="506084"/>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SemiBold"/>
                <a:ea typeface="Montserrat SemiBold"/>
                <a:cs typeface="Montserrat SemiBold"/>
                <a:sym typeface="Montserrat SemiBold"/>
              </a:rPr>
              <a:t>AÑOS </a:t>
            </a:r>
            <a:endParaRPr b="0" i="0" sz="300" u="none" cap="none" strike="noStrike">
              <a:solidFill>
                <a:srgbClr val="000033"/>
              </a:solidFill>
              <a:latin typeface="Calibri"/>
              <a:ea typeface="Calibri"/>
              <a:cs typeface="Calibri"/>
              <a:sym typeface="Calibri"/>
            </a:endParaRPr>
          </a:p>
        </p:txBody>
      </p:sp>
      <p:sp>
        <p:nvSpPr>
          <p:cNvPr id="928" name="Google Shape;928;p45"/>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929" name="Google Shape;929;p45"/>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930" name="Google Shape;930;p4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931" name="Google Shape;931;p4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932" name="Google Shape;932;p45"/>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37" name="Shape 937"/>
        <p:cNvGrpSpPr/>
        <p:nvPr/>
      </p:nvGrpSpPr>
      <p:grpSpPr>
        <a:xfrm>
          <a:off x="0" y="0"/>
          <a:ext cx="0" cy="0"/>
          <a:chOff x="0" y="0"/>
          <a:chExt cx="0" cy="0"/>
        </a:xfrm>
      </p:grpSpPr>
      <p:pic>
        <p:nvPicPr>
          <p:cNvPr descr="preencoded.png" id="938" name="Google Shape;938;p4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39" name="Google Shape;939;p46"/>
          <p:cNvPicPr preferRelativeResize="0"/>
          <p:nvPr/>
        </p:nvPicPr>
        <p:blipFill rotWithShape="1">
          <a:blip r:embed="rId4">
            <a:alphaModFix/>
          </a:blip>
          <a:srcRect b="0" l="0" r="0" t="0"/>
          <a:stretch/>
        </p:blipFill>
        <p:spPr>
          <a:xfrm>
            <a:off x="0" y="0"/>
            <a:ext cx="9143998" cy="5143501"/>
          </a:xfrm>
          <a:prstGeom prst="rect">
            <a:avLst/>
          </a:prstGeom>
          <a:noFill/>
          <a:ln>
            <a:noFill/>
          </a:ln>
        </p:spPr>
      </p:pic>
      <p:pic>
        <p:nvPicPr>
          <p:cNvPr descr="preencoded.png" id="940" name="Google Shape;940;p46"/>
          <p:cNvPicPr preferRelativeResize="0"/>
          <p:nvPr/>
        </p:nvPicPr>
        <p:blipFill rotWithShape="1">
          <a:blip r:embed="rId5">
            <a:alphaModFix amt="40000"/>
          </a:blip>
          <a:srcRect b="0" l="0" r="0" t="0"/>
          <a:stretch/>
        </p:blipFill>
        <p:spPr>
          <a:xfrm>
            <a:off x="0" y="0"/>
            <a:ext cx="9143998" cy="5143501"/>
          </a:xfrm>
          <a:prstGeom prst="rect">
            <a:avLst/>
          </a:prstGeom>
          <a:noFill/>
          <a:ln>
            <a:noFill/>
          </a:ln>
        </p:spPr>
      </p:pic>
      <p:pic>
        <p:nvPicPr>
          <p:cNvPr descr="preencoded.png" id="941" name="Google Shape;941;p46"/>
          <p:cNvPicPr preferRelativeResize="0"/>
          <p:nvPr/>
        </p:nvPicPr>
        <p:blipFill rotWithShape="1">
          <a:blip r:embed="rId6">
            <a:alphaModFix/>
          </a:blip>
          <a:srcRect b="0" l="0" r="0" t="0"/>
          <a:stretch/>
        </p:blipFill>
        <p:spPr>
          <a:xfrm>
            <a:off x="381000" y="398285"/>
            <a:ext cx="8382000" cy="387528"/>
          </a:xfrm>
          <a:prstGeom prst="rect">
            <a:avLst/>
          </a:prstGeom>
          <a:noFill/>
          <a:ln>
            <a:noFill/>
          </a:ln>
        </p:spPr>
      </p:pic>
      <p:pic>
        <p:nvPicPr>
          <p:cNvPr descr="preencoded.png" id="942" name="Google Shape;942;p46"/>
          <p:cNvPicPr preferRelativeResize="0"/>
          <p:nvPr/>
        </p:nvPicPr>
        <p:blipFill rotWithShape="1">
          <a:blip r:embed="rId7">
            <a:alphaModFix/>
          </a:blip>
          <a:srcRect b="0" l="0" r="0" t="0"/>
          <a:stretch/>
        </p:blipFill>
        <p:spPr>
          <a:xfrm>
            <a:off x="381000" y="1697473"/>
            <a:ext cx="8382000" cy="1093352"/>
          </a:xfrm>
          <a:prstGeom prst="rect">
            <a:avLst/>
          </a:prstGeom>
          <a:noFill/>
          <a:ln>
            <a:noFill/>
          </a:ln>
        </p:spPr>
      </p:pic>
      <p:sp>
        <p:nvSpPr>
          <p:cNvPr id="943" name="Google Shape;943;p46"/>
          <p:cNvSpPr/>
          <p:nvPr/>
        </p:nvSpPr>
        <p:spPr>
          <a:xfrm>
            <a:off x="5062408" y="50525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44" name="Google Shape;944;p46"/>
          <p:cNvSpPr/>
          <p:nvPr/>
        </p:nvSpPr>
        <p:spPr>
          <a:xfrm>
            <a:off x="561975" y="1666875"/>
            <a:ext cx="8015400" cy="790500"/>
          </a:xfrm>
          <a:prstGeom prst="rect">
            <a:avLst/>
          </a:prstGeom>
          <a:noFill/>
          <a:ln>
            <a:noFill/>
          </a:ln>
        </p:spPr>
        <p:txBody>
          <a:bodyPr anchorCtr="0" anchor="t" bIns="0" lIns="0" spcFirstLastPara="1" rIns="0" wrap="square" tIns="0">
            <a:noAutofit/>
          </a:bodyPr>
          <a:lstStyle/>
          <a:p>
            <a:pPr indent="0" lvl="0" marL="0" marR="0" rtl="0" algn="ctr">
              <a:lnSpc>
                <a:spcPct val="77600"/>
              </a:lnSpc>
              <a:spcBef>
                <a:spcPts val="0"/>
              </a:spcBef>
              <a:spcAft>
                <a:spcPts val="0"/>
              </a:spcAft>
              <a:buClr>
                <a:srgbClr val="FFFFFF"/>
              </a:buClr>
              <a:buSzPts val="2800"/>
              <a:buFont typeface="Montserrat Black"/>
              <a:buNone/>
            </a:pPr>
            <a:r>
              <a:rPr b="1" i="0" lang="en-US" sz="2800" u="none" cap="none" strike="noStrike">
                <a:solidFill>
                  <a:srgbClr val="FFFFFF"/>
                </a:solidFill>
                <a:latin typeface="Montserrat Black"/>
                <a:ea typeface="Montserrat Black"/>
                <a:cs typeface="Montserrat Black"/>
                <a:sym typeface="Montserrat Black"/>
              </a:rPr>
              <a:t>Incrementamos tus ventas digitales utilizando </a:t>
            </a:r>
            <a:r>
              <a:rPr b="1" i="1" lang="en-US" sz="2800" u="none" cap="none" strike="noStrike">
                <a:solidFill>
                  <a:srgbClr val="7E99FE"/>
                </a:solidFill>
                <a:latin typeface="Montserrat Black"/>
                <a:ea typeface="Montserrat Black"/>
                <a:cs typeface="Montserrat Black"/>
                <a:sym typeface="Montserrat Black"/>
              </a:rPr>
              <a:t>data e inteligencia artificial</a:t>
            </a:r>
            <a:r>
              <a:rPr b="1" i="0" lang="en-US" sz="2800" u="none" cap="none" strike="noStrike">
                <a:solidFill>
                  <a:srgbClr val="F1F0FF"/>
                </a:solidFill>
                <a:latin typeface="Montserrat Black"/>
                <a:ea typeface="Montserrat Black"/>
                <a:cs typeface="Montserrat Black"/>
                <a:sym typeface="Montserrat Black"/>
              </a:rPr>
              <a:t> </a:t>
            </a:r>
            <a:endParaRPr b="0" i="0" sz="2800" u="none" cap="none" strike="noStrike">
              <a:solidFill>
                <a:srgbClr val="F1F0FF"/>
              </a:solidFill>
              <a:latin typeface="Calibri"/>
              <a:ea typeface="Calibri"/>
              <a:cs typeface="Calibri"/>
              <a:sym typeface="Calibri"/>
            </a:endParaRPr>
          </a:p>
        </p:txBody>
      </p:sp>
      <p:sp>
        <p:nvSpPr>
          <p:cNvPr id="945" name="Google Shape;945;p46"/>
          <p:cNvSpPr/>
          <p:nvPr/>
        </p:nvSpPr>
        <p:spPr>
          <a:xfrm>
            <a:off x="3957638" y="4602957"/>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pic>
        <p:nvPicPr>
          <p:cNvPr id="946" name="Google Shape;946;p46" title="Íconos (33).png">
            <a:hlinkClick r:id="rId8"/>
          </p:cNvPr>
          <p:cNvPicPr preferRelativeResize="0"/>
          <p:nvPr/>
        </p:nvPicPr>
        <p:blipFill rotWithShape="1">
          <a:blip r:embed="rId9">
            <a:alphaModFix/>
          </a:blip>
          <a:srcRect b="0" l="0" r="0" t="0"/>
          <a:stretch/>
        </p:blipFill>
        <p:spPr>
          <a:xfrm>
            <a:off x="2983375" y="3185988"/>
            <a:ext cx="364426" cy="364426"/>
          </a:xfrm>
          <a:prstGeom prst="rect">
            <a:avLst/>
          </a:prstGeom>
          <a:noFill/>
          <a:ln>
            <a:noFill/>
          </a:ln>
        </p:spPr>
      </p:pic>
      <p:pic>
        <p:nvPicPr>
          <p:cNvPr id="947" name="Google Shape;947;p46" title="Íconos (37).png">
            <a:hlinkClick r:id="rId10"/>
          </p:cNvPr>
          <p:cNvPicPr preferRelativeResize="0"/>
          <p:nvPr/>
        </p:nvPicPr>
        <p:blipFill rotWithShape="1">
          <a:blip r:embed="rId11">
            <a:alphaModFix/>
          </a:blip>
          <a:srcRect b="15717" l="0" r="0" t="16537"/>
          <a:stretch/>
        </p:blipFill>
        <p:spPr>
          <a:xfrm>
            <a:off x="5617968" y="3185986"/>
            <a:ext cx="537907" cy="364426"/>
          </a:xfrm>
          <a:prstGeom prst="rect">
            <a:avLst/>
          </a:prstGeom>
          <a:noFill/>
          <a:ln>
            <a:noFill/>
          </a:ln>
        </p:spPr>
      </p:pic>
      <p:pic>
        <p:nvPicPr>
          <p:cNvPr id="948" name="Google Shape;948;p46" title="Íconos (38).png">
            <a:hlinkClick r:id="rId12"/>
          </p:cNvPr>
          <p:cNvPicPr preferRelativeResize="0"/>
          <p:nvPr/>
        </p:nvPicPr>
        <p:blipFill rotWithShape="1">
          <a:blip r:embed="rId13">
            <a:alphaModFix/>
          </a:blip>
          <a:srcRect b="0" l="0" r="0" t="0"/>
          <a:stretch/>
        </p:blipFill>
        <p:spPr>
          <a:xfrm>
            <a:off x="3803656" y="3142552"/>
            <a:ext cx="451302" cy="451302"/>
          </a:xfrm>
          <a:prstGeom prst="rect">
            <a:avLst/>
          </a:prstGeom>
          <a:noFill/>
          <a:ln>
            <a:noFill/>
          </a:ln>
        </p:spPr>
      </p:pic>
      <p:pic>
        <p:nvPicPr>
          <p:cNvPr id="949" name="Google Shape;949;p46" title="Íconos (39).png">
            <a:hlinkClick r:id="rId14"/>
          </p:cNvPr>
          <p:cNvPicPr preferRelativeResize="0"/>
          <p:nvPr/>
        </p:nvPicPr>
        <p:blipFill rotWithShape="1">
          <a:blip r:embed="rId15">
            <a:alphaModFix/>
          </a:blip>
          <a:srcRect b="0" l="0" r="0" t="0"/>
          <a:stretch/>
        </p:blipFill>
        <p:spPr>
          <a:xfrm>
            <a:off x="4710812" y="3142558"/>
            <a:ext cx="451302" cy="4512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