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43.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40.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slide+xml" PartName="/ppt/slides/slide40.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 id="2147483650"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Lst>
  <p:sldSz cy="5143500" cx="9144000"/>
  <p:notesSz cx="5143500" cy="9144000"/>
  <p:embeddedFontLst>
    <p:embeddedFont>
      <p:font typeface="Montserrat SemiBold"/>
      <p:regular r:id="rId49"/>
      <p:bold r:id="rId50"/>
      <p:italic r:id="rId51"/>
      <p:boldItalic r:id="rId52"/>
    </p:embeddedFont>
    <p:embeddedFont>
      <p:font typeface="Montserrat"/>
      <p:regular r:id="rId53"/>
      <p:bold r:id="rId54"/>
      <p:italic r:id="rId55"/>
      <p:boldItalic r:id="rId56"/>
    </p:embeddedFont>
    <p:embeddedFont>
      <p:font typeface="Montserrat Black"/>
      <p:bold r:id="rId57"/>
      <p:boldItalic r:id="rId58"/>
    </p:embeddedFont>
    <p:embeddedFont>
      <p:font typeface="Montserrat Medium"/>
      <p:regular r:id="rId59"/>
      <p:bold r:id="rId60"/>
      <p:italic r:id="rId61"/>
      <p:boldItalic r:id="rId62"/>
    </p:embeddedFont>
    <p:embeddedFont>
      <p:font typeface="Montserrat ExtraBold"/>
      <p:bold r:id="rId63"/>
      <p:boldItalic r:id="rId6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65" roundtripDataSignature="AMtx7mhHHybQw8o5GEVVBgzQ0JafiN4rW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5.xml"/><Relationship Id="rId42" Type="http://schemas.openxmlformats.org/officeDocument/2006/relationships/slide" Target="slides/slide37.xml"/><Relationship Id="rId41" Type="http://schemas.openxmlformats.org/officeDocument/2006/relationships/slide" Target="slides/slide36.xml"/><Relationship Id="rId44" Type="http://schemas.openxmlformats.org/officeDocument/2006/relationships/slide" Target="slides/slide39.xml"/><Relationship Id="rId43" Type="http://schemas.openxmlformats.org/officeDocument/2006/relationships/slide" Target="slides/slide38.xml"/><Relationship Id="rId46" Type="http://schemas.openxmlformats.org/officeDocument/2006/relationships/slide" Target="slides/slide41.xml"/><Relationship Id="rId45" Type="http://schemas.openxmlformats.org/officeDocument/2006/relationships/slide" Target="slides/slide40.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4.xml"/><Relationship Id="rId48" Type="http://schemas.openxmlformats.org/officeDocument/2006/relationships/slide" Target="slides/slide43.xml"/><Relationship Id="rId47" Type="http://schemas.openxmlformats.org/officeDocument/2006/relationships/slide" Target="slides/slide42.xml"/><Relationship Id="rId49" Type="http://schemas.openxmlformats.org/officeDocument/2006/relationships/font" Target="fonts/MontserratSemiBold-regular.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33" Type="http://schemas.openxmlformats.org/officeDocument/2006/relationships/slide" Target="slides/slide28.xml"/><Relationship Id="rId32" Type="http://schemas.openxmlformats.org/officeDocument/2006/relationships/slide" Target="slides/slide27.xml"/><Relationship Id="rId35" Type="http://schemas.openxmlformats.org/officeDocument/2006/relationships/slide" Target="slides/slide30.xml"/><Relationship Id="rId34" Type="http://schemas.openxmlformats.org/officeDocument/2006/relationships/slide" Target="slides/slide29.xml"/><Relationship Id="rId37" Type="http://schemas.openxmlformats.org/officeDocument/2006/relationships/slide" Target="slides/slide32.xml"/><Relationship Id="rId36" Type="http://schemas.openxmlformats.org/officeDocument/2006/relationships/slide" Target="slides/slide31.xml"/><Relationship Id="rId39" Type="http://schemas.openxmlformats.org/officeDocument/2006/relationships/slide" Target="slides/slide34.xml"/><Relationship Id="rId38" Type="http://schemas.openxmlformats.org/officeDocument/2006/relationships/slide" Target="slides/slide33.xml"/><Relationship Id="rId62" Type="http://schemas.openxmlformats.org/officeDocument/2006/relationships/font" Target="fonts/MontserratMedium-boldItalic.fntdata"/><Relationship Id="rId61" Type="http://schemas.openxmlformats.org/officeDocument/2006/relationships/font" Target="fonts/MontserratMedium-italic.fntdata"/><Relationship Id="rId20" Type="http://schemas.openxmlformats.org/officeDocument/2006/relationships/slide" Target="slides/slide15.xml"/><Relationship Id="rId64" Type="http://schemas.openxmlformats.org/officeDocument/2006/relationships/font" Target="fonts/MontserratExtraBold-boldItalic.fntdata"/><Relationship Id="rId63" Type="http://schemas.openxmlformats.org/officeDocument/2006/relationships/font" Target="fonts/MontserratExtraBold-bold.fntdata"/><Relationship Id="rId22" Type="http://schemas.openxmlformats.org/officeDocument/2006/relationships/slide" Target="slides/slide17.xml"/><Relationship Id="rId21" Type="http://schemas.openxmlformats.org/officeDocument/2006/relationships/slide" Target="slides/slide16.xml"/><Relationship Id="rId65" Type="http://customschemas.google.com/relationships/presentationmetadata" Target="metadata"/><Relationship Id="rId24" Type="http://schemas.openxmlformats.org/officeDocument/2006/relationships/slide" Target="slides/slide19.xml"/><Relationship Id="rId23" Type="http://schemas.openxmlformats.org/officeDocument/2006/relationships/slide" Target="slides/slide18.xml"/><Relationship Id="rId60" Type="http://schemas.openxmlformats.org/officeDocument/2006/relationships/font" Target="fonts/MontserratMedium-bold.fntdata"/><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29" Type="http://schemas.openxmlformats.org/officeDocument/2006/relationships/slide" Target="slides/slide24.xml"/><Relationship Id="rId51" Type="http://schemas.openxmlformats.org/officeDocument/2006/relationships/font" Target="fonts/MontserratSemiBold-italic.fntdata"/><Relationship Id="rId50" Type="http://schemas.openxmlformats.org/officeDocument/2006/relationships/font" Target="fonts/MontserratSemiBold-bold.fntdata"/><Relationship Id="rId53" Type="http://schemas.openxmlformats.org/officeDocument/2006/relationships/font" Target="fonts/Montserrat-regular.fntdata"/><Relationship Id="rId52" Type="http://schemas.openxmlformats.org/officeDocument/2006/relationships/font" Target="fonts/MontserratSemiBold-boldItalic.fntdata"/><Relationship Id="rId11" Type="http://schemas.openxmlformats.org/officeDocument/2006/relationships/slide" Target="slides/slide6.xml"/><Relationship Id="rId55" Type="http://schemas.openxmlformats.org/officeDocument/2006/relationships/font" Target="fonts/Montserrat-italic.fntdata"/><Relationship Id="rId10" Type="http://schemas.openxmlformats.org/officeDocument/2006/relationships/slide" Target="slides/slide5.xml"/><Relationship Id="rId54" Type="http://schemas.openxmlformats.org/officeDocument/2006/relationships/font" Target="fonts/Montserrat-bold.fntdata"/><Relationship Id="rId13" Type="http://schemas.openxmlformats.org/officeDocument/2006/relationships/slide" Target="slides/slide8.xml"/><Relationship Id="rId57" Type="http://schemas.openxmlformats.org/officeDocument/2006/relationships/font" Target="fonts/MontserratBlack-bold.fntdata"/><Relationship Id="rId12" Type="http://schemas.openxmlformats.org/officeDocument/2006/relationships/slide" Target="slides/slide7.xml"/><Relationship Id="rId56" Type="http://schemas.openxmlformats.org/officeDocument/2006/relationships/font" Target="fonts/Montserrat-boldItalic.fntdata"/><Relationship Id="rId15" Type="http://schemas.openxmlformats.org/officeDocument/2006/relationships/slide" Target="slides/slide10.xml"/><Relationship Id="rId59" Type="http://schemas.openxmlformats.org/officeDocument/2006/relationships/font" Target="fonts/MontserratMedium-regular.fntdata"/><Relationship Id="rId14" Type="http://schemas.openxmlformats.org/officeDocument/2006/relationships/slide" Target="slides/slide9.xml"/><Relationship Id="rId58" Type="http://schemas.openxmlformats.org/officeDocument/2006/relationships/font" Target="fonts/MontserratBlack-boldItalic.fntdata"/><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 name="Shape 24"/>
        <p:cNvGrpSpPr/>
        <p:nvPr/>
      </p:nvGrpSpPr>
      <p:grpSpPr>
        <a:xfrm>
          <a:off x="0" y="0"/>
          <a:ext cx="0" cy="0"/>
          <a:chOff x="0" y="0"/>
          <a:chExt cx="0" cy="0"/>
        </a:xfrm>
      </p:grpSpPr>
      <p:sp>
        <p:nvSpPr>
          <p:cNvPr id="25" name="Google Shape;25;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 name="Google Shape;26;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L07 · CUATRO TARJETAS — Brechas, beneficios, riesgos o pilares. Máximo cuatro; con cinco, usar L05. </a:t>
            </a:r>
            <a:r>
              <a:rPr lang="en-US"/>
              <a:t>(slide adicional)</a:t>
            </a:r>
            <a:endParaRPr/>
          </a:p>
        </p:txBody>
      </p:sp>
      <p:sp>
        <p:nvSpPr>
          <p:cNvPr id="27" name="Google Shape;27;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 name="Google Shape;43;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L06 · NUESTRA PROPYESRA — Narrativa a la izquierda, tres cifras a la derecha. Las cifras van en Montserrat Black azul. RESUMEN DE LO QUE SE VA A HACER / DAR AL CLIENTE (slide adicional)</a:t>
            </a:r>
            <a:endParaRPr/>
          </a:p>
        </p:txBody>
      </p:sp>
      <p:sp>
        <p:nvSpPr>
          <p:cNvPr id="44" name="Google Shape;44;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 name="Shape 61"/>
        <p:cNvGrpSpPr/>
        <p:nvPr/>
      </p:nvGrpSpPr>
      <p:grpSpPr>
        <a:xfrm>
          <a:off x="0" y="0"/>
          <a:ext cx="0" cy="0"/>
          <a:chOff x="0" y="0"/>
          <a:chExt cx="0" cy="0"/>
        </a:xfrm>
      </p:grpSpPr>
      <p:sp>
        <p:nvSpPr>
          <p:cNvPr id="62" name="Google Shape;6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 name="Google Shape;6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L01 · PORTADA DE MARCA — Primera slide de credenciales. No lleva nombre de cliente. - PLANTILLA FIJA</a:t>
            </a:r>
            <a:endParaRPr/>
          </a:p>
        </p:txBody>
      </p:sp>
      <p:sp>
        <p:nvSpPr>
          <p:cNvPr id="64" name="Google Shape;6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 name="Google Shape;7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L02 · PORTADA DE PROPUESTA — Reemplazar servicio, área, cliente y mes. El mes se escribe con inicial mayúscula. - PLANTILLA FIJA</a:t>
            </a:r>
            <a:endParaRPr/>
          </a:p>
        </p:txBody>
      </p:sp>
      <p:sp>
        <p:nvSpPr>
          <p:cNvPr id="74" name="Google Shape;7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g3f8da4ebb8d_0_859: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 name="Google Shape;84;g3f8da4ebb8d_0_859:notes"/>
          <p:cNvSpPr txBox="1"/>
          <p:nvPr>
            <p:ph idx="1" type="body"/>
          </p:nvPr>
        </p:nvSpPr>
        <p:spPr>
          <a:xfrm>
            <a:off x="514350" y="4343400"/>
            <a:ext cx="41148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8da4ebb8d_0_872: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 name="Google Shape;98;g3f8da4ebb8d_0_872: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99" name="Google Shape;99;g3f8da4ebb8d_0_872: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g3f8da4ebb8d_0_891: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 name="Google Shape;118;g3f8da4ebb8d_0_891: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119" name="Google Shape;119;g3f8da4ebb8d_0_891: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8da4ebb8d_0_910: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 name="Google Shape;138;g3f8da4ebb8d_0_910: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139" name="Google Shape;139;g3f8da4ebb8d_0_910: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 name="Shape 198"/>
        <p:cNvGrpSpPr/>
        <p:nvPr/>
      </p:nvGrpSpPr>
      <p:grpSpPr>
        <a:xfrm>
          <a:off x="0" y="0"/>
          <a:ext cx="0" cy="0"/>
          <a:chOff x="0" y="0"/>
          <a:chExt cx="0" cy="0"/>
        </a:xfrm>
      </p:grpSpPr>
      <p:sp>
        <p:nvSpPr>
          <p:cNvPr id="199" name="Google Shape;199;g3f8da4ebb8d_0_2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0" name="Google Shape;200;g3f8da4ebb8d_0_2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01" name="Google Shape;201;g3f8da4ebb8d_0_2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 name="Google Shape;244;p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5" name="Google Shape;245;p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g3f8da4ebb8d_0_1173:notes"/>
          <p:cNvSpPr/>
          <p:nvPr>
            <p:ph idx="2" type="sldImg"/>
          </p:nvPr>
        </p:nvSpPr>
        <p:spPr>
          <a:xfrm>
            <a:off x="514350" y="857250"/>
            <a:ext cx="4114800" cy="23145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55" name="Google Shape;255;g3f8da4ebb8d_0_1173:notes"/>
          <p:cNvSpPr txBox="1"/>
          <p:nvPr>
            <p:ph idx="1" type="body"/>
          </p:nvPr>
        </p:nvSpPr>
        <p:spPr>
          <a:xfrm>
            <a:off x="514350" y="3300413"/>
            <a:ext cx="4114800" cy="2700600"/>
          </a:xfrm>
          <a:prstGeom prst="rect">
            <a:avLst/>
          </a:prstGeom>
          <a:noFill/>
          <a:ln>
            <a:noFill/>
          </a:ln>
        </p:spPr>
        <p:txBody>
          <a:bodyPr anchorCtr="0" anchor="t" bIns="34275" lIns="68575" spcFirstLastPara="1" rIns="68575" wrap="square" tIns="34275">
            <a:noAutofit/>
          </a:bodyPr>
          <a:lstStyle/>
          <a:p>
            <a:pPr indent="0" lvl="0" marL="0" rtl="0" algn="l">
              <a:lnSpc>
                <a:spcPct val="100000"/>
              </a:lnSpc>
              <a:spcBef>
                <a:spcPts val="0"/>
              </a:spcBef>
              <a:spcAft>
                <a:spcPts val="0"/>
              </a:spcAft>
              <a:buSzPts val="1400"/>
              <a:buNone/>
            </a:pPr>
            <a:r>
              <a:t/>
            </a:r>
            <a:endParaRPr/>
          </a:p>
        </p:txBody>
      </p:sp>
      <p:sp>
        <p:nvSpPr>
          <p:cNvPr id="256" name="Google Shape;256;g3f8da4ebb8d_0_1173:notes"/>
          <p:cNvSpPr txBox="1"/>
          <p:nvPr>
            <p:ph idx="12" type="sldNum"/>
          </p:nvPr>
        </p:nvSpPr>
        <p:spPr>
          <a:xfrm>
            <a:off x="2913460" y="6513910"/>
            <a:ext cx="2229000" cy="344100"/>
          </a:xfrm>
          <a:prstGeom prst="rect">
            <a:avLst/>
          </a:prstGeom>
          <a:noFill/>
          <a:ln>
            <a:noFill/>
          </a:ln>
        </p:spPr>
        <p:txBody>
          <a:bodyPr anchorCtr="0" anchor="b" bIns="34275" lIns="68575" spcFirstLastPara="1" rIns="68575" wrap="square" tIns="34275">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f8da4ebb8d_0_12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6" name="Google Shape;286;g3f8da4ebb8d_0_12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87" name="Google Shape;287;g3f8da4ebb8d_0_12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8" name="Shape 298"/>
        <p:cNvGrpSpPr/>
        <p:nvPr/>
      </p:nvGrpSpPr>
      <p:grpSpPr>
        <a:xfrm>
          <a:off x="0" y="0"/>
          <a:ext cx="0" cy="0"/>
          <a:chOff x="0" y="0"/>
          <a:chExt cx="0" cy="0"/>
        </a:xfrm>
      </p:grpSpPr>
      <p:sp>
        <p:nvSpPr>
          <p:cNvPr id="299" name="Google Shape;299;g3f8da4ebb8d_0_10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0" name="Google Shape;300;g3f8da4ebb8d_0_10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01" name="Google Shape;301;g3f8da4ebb8d_0_10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g3f8da4ebb8d_0_10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1" name="Google Shape;311;g3f8da4ebb8d_0_10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12" name="Google Shape;312;g3f8da4ebb8d_0_10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9" name="Google Shape;339;p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40" name="Google Shape;340;p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8" name="Shape 348"/>
        <p:cNvGrpSpPr/>
        <p:nvPr/>
      </p:nvGrpSpPr>
      <p:grpSpPr>
        <a:xfrm>
          <a:off x="0" y="0"/>
          <a:ext cx="0" cy="0"/>
          <a:chOff x="0" y="0"/>
          <a:chExt cx="0" cy="0"/>
        </a:xfrm>
      </p:grpSpPr>
      <p:sp>
        <p:nvSpPr>
          <p:cNvPr id="349" name="Google Shape;349;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0" name="Google Shape;350;p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51" name="Google Shape;351;p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2" name="Shape 372"/>
        <p:cNvGrpSpPr/>
        <p:nvPr/>
      </p:nvGrpSpPr>
      <p:grpSpPr>
        <a:xfrm>
          <a:off x="0" y="0"/>
          <a:ext cx="0" cy="0"/>
          <a:chOff x="0" y="0"/>
          <a:chExt cx="0" cy="0"/>
        </a:xfrm>
      </p:grpSpPr>
      <p:sp>
        <p:nvSpPr>
          <p:cNvPr id="373" name="Google Shape;373;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4" name="Google Shape;374;p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L04 · DIVISOR DE SECCIÓN — Una por sección. Título en dos partes: la segunda va en itálica azul claro.</a:t>
            </a:r>
            <a:endParaRPr/>
          </a:p>
        </p:txBody>
      </p:sp>
      <p:sp>
        <p:nvSpPr>
          <p:cNvPr id="375" name="Google Shape;375;p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3" name="Shape 383"/>
        <p:cNvGrpSpPr/>
        <p:nvPr/>
      </p:nvGrpSpPr>
      <p:grpSpPr>
        <a:xfrm>
          <a:off x="0" y="0"/>
          <a:ext cx="0" cy="0"/>
          <a:chOff x="0" y="0"/>
          <a:chExt cx="0" cy="0"/>
        </a:xfrm>
      </p:grpSpPr>
      <p:sp>
        <p:nvSpPr>
          <p:cNvPr id="384" name="Google Shape;384;g3f8da4ebb8d_0_10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5" name="Google Shape;385;g3f8da4ebb8d_0_10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86" name="Google Shape;386;g3f8da4ebb8d_0_10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0" name="Shape 400"/>
        <p:cNvGrpSpPr/>
        <p:nvPr/>
      </p:nvGrpSpPr>
      <p:grpSpPr>
        <a:xfrm>
          <a:off x="0" y="0"/>
          <a:ext cx="0" cy="0"/>
          <a:chOff x="0" y="0"/>
          <a:chExt cx="0" cy="0"/>
        </a:xfrm>
      </p:grpSpPr>
      <p:sp>
        <p:nvSpPr>
          <p:cNvPr id="401" name="Google Shape;401;g3f8da4ebb8d_0_8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2" name="Google Shape;402;g3f8da4ebb8d_0_8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03" name="Google Shape;403;g3f8da4ebb8d_0_8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 name="Shape 411"/>
        <p:cNvGrpSpPr/>
        <p:nvPr/>
      </p:nvGrpSpPr>
      <p:grpSpPr>
        <a:xfrm>
          <a:off x="0" y="0"/>
          <a:ext cx="0" cy="0"/>
          <a:chOff x="0" y="0"/>
          <a:chExt cx="0" cy="0"/>
        </a:xfrm>
      </p:grpSpPr>
      <p:sp>
        <p:nvSpPr>
          <p:cNvPr id="412" name="Google Shape;412;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3" name="Google Shape;413;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L08 · PROCESO — Cuatro o cinco fases con su entregable. Es la vista general; el detalle va en L09.</a:t>
            </a:r>
            <a:endParaRPr/>
          </a:p>
        </p:txBody>
      </p:sp>
      <p:sp>
        <p:nvSpPr>
          <p:cNvPr id="414" name="Google Shape;414;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8" name="Shape 448"/>
        <p:cNvGrpSpPr/>
        <p:nvPr/>
      </p:nvGrpSpPr>
      <p:grpSpPr>
        <a:xfrm>
          <a:off x="0" y="0"/>
          <a:ext cx="0" cy="0"/>
          <a:chOff x="0" y="0"/>
          <a:chExt cx="0" cy="0"/>
        </a:xfrm>
      </p:grpSpPr>
      <p:sp>
        <p:nvSpPr>
          <p:cNvPr id="449" name="Google Shape;449;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0" name="Google Shape;450;p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51" name="Google Shape;451;p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9" name="Shape 459"/>
        <p:cNvGrpSpPr/>
        <p:nvPr/>
      </p:nvGrpSpPr>
      <p:grpSpPr>
        <a:xfrm>
          <a:off x="0" y="0"/>
          <a:ext cx="0" cy="0"/>
          <a:chOff x="0" y="0"/>
          <a:chExt cx="0" cy="0"/>
        </a:xfrm>
      </p:grpSpPr>
      <p:sp>
        <p:nvSpPr>
          <p:cNvPr id="460" name="Google Shape;460;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1" name="Google Shape;461;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L09 · DETALLE DE ETAPA/PASO — Una por fase. Actividades de NEO a la izquierda, requerimientos del cliente al centro, entregables abajo.</a:t>
            </a:r>
            <a:endParaRPr/>
          </a:p>
        </p:txBody>
      </p:sp>
      <p:sp>
        <p:nvSpPr>
          <p:cNvPr id="462" name="Google Shape;462;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8" name="Shape 478"/>
        <p:cNvGrpSpPr/>
        <p:nvPr/>
      </p:nvGrpSpPr>
      <p:grpSpPr>
        <a:xfrm>
          <a:off x="0" y="0"/>
          <a:ext cx="0" cy="0"/>
          <a:chOff x="0" y="0"/>
          <a:chExt cx="0" cy="0"/>
        </a:xfrm>
      </p:grpSpPr>
      <p:sp>
        <p:nvSpPr>
          <p:cNvPr id="479" name="Google Shape;479;g3f8da4ebb8d_0_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0" name="Google Shape;480;g3f8da4ebb8d_0_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L09 · DETALLE DE ETAPA/PASO — Una por fase. Actividades de NEO a la izquierda, requerimientos del cliente al centro, entregables abajo.</a:t>
            </a:r>
            <a:endParaRPr/>
          </a:p>
        </p:txBody>
      </p:sp>
      <p:sp>
        <p:nvSpPr>
          <p:cNvPr id="481" name="Google Shape;481;g3f8da4ebb8d_0_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7" name="Shape 497"/>
        <p:cNvGrpSpPr/>
        <p:nvPr/>
      </p:nvGrpSpPr>
      <p:grpSpPr>
        <a:xfrm>
          <a:off x="0" y="0"/>
          <a:ext cx="0" cy="0"/>
          <a:chOff x="0" y="0"/>
          <a:chExt cx="0" cy="0"/>
        </a:xfrm>
      </p:grpSpPr>
      <p:sp>
        <p:nvSpPr>
          <p:cNvPr id="498" name="Google Shape;498;g3f8da4ebb8d_0_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9" name="Google Shape;499;g3f8da4ebb8d_0_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L09 · DETALLE DE ETAPA/PASO — Una por fase. Actividades de NEO a la izquierda, requerimientos del cliente al centro, entregables abajo.</a:t>
            </a:r>
            <a:endParaRPr/>
          </a:p>
        </p:txBody>
      </p:sp>
      <p:sp>
        <p:nvSpPr>
          <p:cNvPr id="500" name="Google Shape;500;g3f8da4ebb8d_0_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6" name="Shape 516"/>
        <p:cNvGrpSpPr/>
        <p:nvPr/>
      </p:nvGrpSpPr>
      <p:grpSpPr>
        <a:xfrm>
          <a:off x="0" y="0"/>
          <a:ext cx="0" cy="0"/>
          <a:chOff x="0" y="0"/>
          <a:chExt cx="0" cy="0"/>
        </a:xfrm>
      </p:grpSpPr>
      <p:sp>
        <p:nvSpPr>
          <p:cNvPr id="517" name="Google Shape;517;g3f8da4ebb8d_0_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8" name="Google Shape;518;g3f8da4ebb8d_0_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L09 · DETALLE DE ETAPA/PASO — Una por fase. Actividades de NEO a la izquierda, requerimientos del cliente al centro, entregables abajo.</a:t>
            </a:r>
            <a:endParaRPr/>
          </a:p>
        </p:txBody>
      </p:sp>
      <p:sp>
        <p:nvSpPr>
          <p:cNvPr id="519" name="Google Shape;519;g3f8da4ebb8d_0_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5" name="Shape 535"/>
        <p:cNvGrpSpPr/>
        <p:nvPr/>
      </p:nvGrpSpPr>
      <p:grpSpPr>
        <a:xfrm>
          <a:off x="0" y="0"/>
          <a:ext cx="0" cy="0"/>
          <a:chOff x="0" y="0"/>
          <a:chExt cx="0" cy="0"/>
        </a:xfrm>
      </p:grpSpPr>
      <p:sp>
        <p:nvSpPr>
          <p:cNvPr id="536" name="Google Shape;536;p24: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7" name="Google Shape;537;p24: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538" name="Google Shape;538;p24: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p25: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1" name="Google Shape;551;p25: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552" name="Google Shape;552;p25: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6" name="Shape 586"/>
        <p:cNvGrpSpPr/>
        <p:nvPr/>
      </p:nvGrpSpPr>
      <p:grpSpPr>
        <a:xfrm>
          <a:off x="0" y="0"/>
          <a:ext cx="0" cy="0"/>
          <a:chOff x="0" y="0"/>
          <a:chExt cx="0" cy="0"/>
        </a:xfrm>
      </p:grpSpPr>
      <p:sp>
        <p:nvSpPr>
          <p:cNvPr id="587" name="Google Shape;58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8" name="Google Shape;588;p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L04 · DIVISOR DE SECCIÓN — Una por sección. Título en dos partes: la segunda va en itálica azul claro.</a:t>
            </a:r>
            <a:endParaRPr/>
          </a:p>
        </p:txBody>
      </p:sp>
      <p:sp>
        <p:nvSpPr>
          <p:cNvPr id="589" name="Google Shape;589;p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7" name="Shape 597"/>
        <p:cNvGrpSpPr/>
        <p:nvPr/>
      </p:nvGrpSpPr>
      <p:grpSpPr>
        <a:xfrm>
          <a:off x="0" y="0"/>
          <a:ext cx="0" cy="0"/>
          <a:chOff x="0" y="0"/>
          <a:chExt cx="0" cy="0"/>
        </a:xfrm>
      </p:grpSpPr>
      <p:sp>
        <p:nvSpPr>
          <p:cNvPr id="598" name="Google Shape;598;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9" name="Google Shape;599;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L11 · COMPARATIVA — Qué entrega NEO frente a qué ejecuta el cliente, o antes/después. Nunca más de dos columnas.</a:t>
            </a:r>
            <a:endParaRPr/>
          </a:p>
        </p:txBody>
      </p:sp>
      <p:sp>
        <p:nvSpPr>
          <p:cNvPr id="600" name="Google Shape;600;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3f8da4ebb8d_0_1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7" name="Google Shape;627;g3f8da4ebb8d_0_1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28" name="Google Shape;628;g3f8da4ebb8d_0_1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6" name="Shape 636"/>
        <p:cNvGrpSpPr/>
        <p:nvPr/>
      </p:nvGrpSpPr>
      <p:grpSpPr>
        <a:xfrm>
          <a:off x="0" y="0"/>
          <a:ext cx="0" cy="0"/>
          <a:chOff x="0" y="0"/>
          <a:chExt cx="0" cy="0"/>
        </a:xfrm>
      </p:grpSpPr>
      <p:sp>
        <p:nvSpPr>
          <p:cNvPr id="637" name="Google Shape;637;g3f8da4ebb8d_0_1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8" name="Google Shape;638;g3f8da4ebb8d_0_1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39" name="Google Shape;639;g3f8da4ebb8d_0_1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8" name="Shape 658"/>
        <p:cNvGrpSpPr/>
        <p:nvPr/>
      </p:nvGrpSpPr>
      <p:grpSpPr>
        <a:xfrm>
          <a:off x="0" y="0"/>
          <a:ext cx="0" cy="0"/>
          <a:chOff x="0" y="0"/>
          <a:chExt cx="0" cy="0"/>
        </a:xfrm>
      </p:grpSpPr>
      <p:sp>
        <p:nvSpPr>
          <p:cNvPr id="659" name="Google Shape;659;g3f8da4ebb8d_0_11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0" name="Google Shape;660;g3f8da4ebb8d_0_110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61" name="Google Shape;661;g3f8da4ebb8d_0_110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9" name="Shape 669"/>
        <p:cNvGrpSpPr/>
        <p:nvPr/>
      </p:nvGrpSpPr>
      <p:grpSpPr>
        <a:xfrm>
          <a:off x="0" y="0"/>
          <a:ext cx="0" cy="0"/>
          <a:chOff x="0" y="0"/>
          <a:chExt cx="0" cy="0"/>
        </a:xfrm>
      </p:grpSpPr>
      <p:sp>
        <p:nvSpPr>
          <p:cNvPr id="670" name="Google Shape;670;g3f8da4ebb8d_0_11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1" name="Google Shape;671;g3f8da4ebb8d_0_11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72" name="Google Shape;672;g3f8da4ebb8d_0_11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1" name="Shape 701"/>
        <p:cNvGrpSpPr/>
        <p:nvPr/>
      </p:nvGrpSpPr>
      <p:grpSpPr>
        <a:xfrm>
          <a:off x="0" y="0"/>
          <a:ext cx="0" cy="0"/>
          <a:chOff x="0" y="0"/>
          <a:chExt cx="0" cy="0"/>
        </a:xfrm>
      </p:grpSpPr>
      <p:sp>
        <p:nvSpPr>
          <p:cNvPr id="702" name="Google Shape;702;p26: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3" name="Google Shape;703;p26: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704" name="Google Shape;704;p26: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6" name="Shape 726"/>
        <p:cNvGrpSpPr/>
        <p:nvPr/>
      </p:nvGrpSpPr>
      <p:grpSpPr>
        <a:xfrm>
          <a:off x="0" y="0"/>
          <a:ext cx="0" cy="0"/>
          <a:chOff x="0" y="0"/>
          <a:chExt cx="0" cy="0"/>
        </a:xfrm>
      </p:grpSpPr>
      <p:sp>
        <p:nvSpPr>
          <p:cNvPr id="727" name="Google Shape;727;p27: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8" name="Google Shape;728;p27: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729" name="Google Shape;729;p27: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7" name="Shape 747"/>
        <p:cNvGrpSpPr/>
        <p:nvPr/>
      </p:nvGrpSpPr>
      <p:grpSpPr>
        <a:xfrm>
          <a:off x="0" y="0"/>
          <a:ext cx="0" cy="0"/>
          <a:chOff x="0" y="0"/>
          <a:chExt cx="0" cy="0"/>
        </a:xfrm>
      </p:grpSpPr>
      <p:sp>
        <p:nvSpPr>
          <p:cNvPr id="748" name="Google Shape;748;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9" name="Google Shape;749;p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50" name="Google Shape;750;p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8" name="Shape 758"/>
        <p:cNvGrpSpPr/>
        <p:nvPr/>
      </p:nvGrpSpPr>
      <p:grpSpPr>
        <a:xfrm>
          <a:off x="0" y="0"/>
          <a:ext cx="0" cy="0"/>
          <a:chOff x="0" y="0"/>
          <a:chExt cx="0" cy="0"/>
        </a:xfrm>
      </p:grpSpPr>
      <p:sp>
        <p:nvSpPr>
          <p:cNvPr id="759" name="Google Shape;759;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0" name="Google Shape;760;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L13 · EQUIPO — Cinco perfiles por fila. Si el equipo tiene menos, borrar la tarjeta completa, no solo el texto.</a:t>
            </a:r>
            <a:endParaRPr/>
          </a:p>
        </p:txBody>
      </p:sp>
      <p:sp>
        <p:nvSpPr>
          <p:cNvPr id="761" name="Google Shape;761;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4" name="Shape 794"/>
        <p:cNvGrpSpPr/>
        <p:nvPr/>
      </p:nvGrpSpPr>
      <p:grpSpPr>
        <a:xfrm>
          <a:off x="0" y="0"/>
          <a:ext cx="0" cy="0"/>
          <a:chOff x="0" y="0"/>
          <a:chExt cx="0" cy="0"/>
        </a:xfrm>
      </p:grpSpPr>
      <p:sp>
        <p:nvSpPr>
          <p:cNvPr id="795" name="Google Shape;795;p22: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6" name="Google Shape;796;p22:notes"/>
          <p:cNvSpPr txBox="1"/>
          <p:nvPr>
            <p:ph idx="1" type="body"/>
          </p:nvPr>
        </p:nvSpPr>
        <p:spPr>
          <a:xfrm>
            <a:off x="514350" y="4343400"/>
            <a:ext cx="41148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EJEMPLO</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6" name="Shape 826"/>
        <p:cNvGrpSpPr/>
        <p:nvPr/>
      </p:nvGrpSpPr>
      <p:grpSpPr>
        <a:xfrm>
          <a:off x="0" y="0"/>
          <a:ext cx="0" cy="0"/>
          <a:chOff x="0" y="0"/>
          <a:chExt cx="0" cy="0"/>
        </a:xfrm>
      </p:grpSpPr>
      <p:sp>
        <p:nvSpPr>
          <p:cNvPr id="827" name="Google Shape;827;g3f8da4ebb8d_0_1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8" name="Google Shape;828;g3f8da4ebb8d_0_1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EJEMPLO</a:t>
            </a:r>
            <a:endParaRPr/>
          </a:p>
        </p:txBody>
      </p:sp>
      <p:sp>
        <p:nvSpPr>
          <p:cNvPr id="829" name="Google Shape;829;g3f8da4ebb8d_0_1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p23: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9" name="Google Shape;879;p23: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880" name="Google Shape;880;p23: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p28: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p28: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931" name="Google Shape;931;p28: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p19: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44" name="Google Shape;944;p19: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945" name="Google Shape;945;p19: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0" name="Shape 970"/>
        <p:cNvGrpSpPr/>
        <p:nvPr/>
      </p:nvGrpSpPr>
      <p:grpSpPr>
        <a:xfrm>
          <a:off x="0" y="0"/>
          <a:ext cx="0" cy="0"/>
          <a:chOff x="0" y="0"/>
          <a:chExt cx="0" cy="0"/>
        </a:xfrm>
      </p:grpSpPr>
      <p:sp>
        <p:nvSpPr>
          <p:cNvPr id="971" name="Google Shape;971;p33: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2" name="Google Shape;972;p33: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973" name="Google Shape;973;p33: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gradFill>
          <a:gsLst>
            <a:gs pos="0">
              <a:schemeClr val="lt1"/>
            </a:gs>
            <a:gs pos="100000">
              <a:srgbClr val="EEF3FF"/>
            </a:gs>
          </a:gsLst>
          <a:lin ang="16198662" scaled="0"/>
        </a:gradFill>
      </p:bgPr>
    </p:bg>
    <p:spTree>
      <p:nvGrpSpPr>
        <p:cNvPr id="10" name="Shape 10"/>
        <p:cNvGrpSpPr/>
        <p:nvPr/>
      </p:nvGrpSpPr>
      <p:grpSpPr>
        <a:xfrm>
          <a:off x="0" y="0"/>
          <a:ext cx="0" cy="0"/>
          <a:chOff x="0" y="0"/>
          <a:chExt cx="0" cy="0"/>
        </a:xfrm>
      </p:grpSpPr>
      <p:sp>
        <p:nvSpPr>
          <p:cNvPr id="11" name="Google Shape;11;p35"/>
          <p:cNvSpPr/>
          <p:nvPr/>
        </p:nvSpPr>
        <p:spPr>
          <a:xfrm>
            <a:off x="1728269" y="505621"/>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000033"/>
              </a:buClr>
              <a:buSzPts val="300"/>
              <a:buFont typeface="Montserrat SemiBold"/>
              <a:buNone/>
            </a:pPr>
            <a:r>
              <a:rPr b="1" i="0" lang="en-US" sz="300" u="none" cap="none" strike="noStrike">
                <a:solidFill>
                  <a:srgbClr val="000033"/>
                </a:solidFill>
                <a:latin typeface="Montserrat"/>
                <a:ea typeface="Montserrat"/>
                <a:cs typeface="Montserrat"/>
                <a:sym typeface="Montserrat"/>
              </a:rPr>
              <a:t>AÑOS </a:t>
            </a:r>
            <a:endParaRPr b="0" i="0" sz="300" u="none" cap="none" strike="noStrike">
              <a:solidFill>
                <a:srgbClr val="000000"/>
              </a:solidFill>
              <a:latin typeface="Montserrat"/>
              <a:ea typeface="Montserrat"/>
              <a:cs typeface="Montserrat"/>
              <a:sym typeface="Montserrat"/>
            </a:endParaRPr>
          </a:p>
        </p:txBody>
      </p:sp>
      <p:pic>
        <p:nvPicPr>
          <p:cNvPr descr="logo_navy.png" id="12" name="Google Shape;12;p35"/>
          <p:cNvPicPr preferRelativeResize="0"/>
          <p:nvPr/>
        </p:nvPicPr>
        <p:blipFill rotWithShape="1">
          <a:blip r:embed="rId2">
            <a:alphaModFix/>
          </a:blip>
          <a:srcRect b="0" l="0" r="0" t="0"/>
          <a:stretch/>
        </p:blipFill>
        <p:spPr>
          <a:xfrm>
            <a:off x="569671" y="389534"/>
            <a:ext cx="1228039" cy="24505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gradFill>
          <a:gsLst>
            <a:gs pos="0">
              <a:schemeClr val="lt1"/>
            </a:gs>
            <a:gs pos="100000">
              <a:srgbClr val="EEF3FF"/>
            </a:gs>
          </a:gsLst>
          <a:lin ang="16200038" scaled="0"/>
        </a:gradFill>
      </p:bgPr>
    </p:bg>
    <p:spTree>
      <p:nvGrpSpPr>
        <p:cNvPr id="17" name="Shape 17"/>
        <p:cNvGrpSpPr/>
        <p:nvPr/>
      </p:nvGrpSpPr>
      <p:grpSpPr>
        <a:xfrm>
          <a:off x="0" y="0"/>
          <a:ext cx="0" cy="0"/>
          <a:chOff x="0" y="0"/>
          <a:chExt cx="0" cy="0"/>
        </a:xfrm>
      </p:grpSpPr>
      <p:sp>
        <p:nvSpPr>
          <p:cNvPr id="18" name="Google Shape;18;g3f8da4ebb8d_0_1070"/>
          <p:cNvSpPr/>
          <p:nvPr/>
        </p:nvSpPr>
        <p:spPr>
          <a:xfrm>
            <a:off x="1728269" y="505621"/>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000033"/>
              </a:buClr>
              <a:buSzPts val="300"/>
              <a:buFont typeface="Montserrat SemiBold"/>
              <a:buNone/>
            </a:pPr>
            <a:r>
              <a:rPr b="1" i="0" lang="en-US" sz="300" u="none" cap="none" strike="noStrike">
                <a:solidFill>
                  <a:srgbClr val="000033"/>
                </a:solidFill>
                <a:latin typeface="Montserrat"/>
                <a:ea typeface="Montserrat"/>
                <a:cs typeface="Montserrat"/>
                <a:sym typeface="Montserrat"/>
              </a:rPr>
              <a:t>AÑOS </a:t>
            </a:r>
            <a:endParaRPr b="0" i="0" sz="300" u="none" cap="none" strike="noStrike">
              <a:solidFill>
                <a:schemeClr val="dk1"/>
              </a:solidFill>
              <a:latin typeface="Montserrat"/>
              <a:ea typeface="Montserrat"/>
              <a:cs typeface="Montserrat"/>
              <a:sym typeface="Montserrat"/>
            </a:endParaRPr>
          </a:p>
        </p:txBody>
      </p:sp>
      <p:pic>
        <p:nvPicPr>
          <p:cNvPr descr="logo_navy.png" id="19" name="Google Shape;19;g3f8da4ebb8d_0_1070"/>
          <p:cNvPicPr preferRelativeResize="0"/>
          <p:nvPr/>
        </p:nvPicPr>
        <p:blipFill rotWithShape="1">
          <a:blip r:embed="rId2">
            <a:alphaModFix/>
          </a:blip>
          <a:srcRect b="0" l="0" r="0" t="0"/>
          <a:stretch/>
        </p:blipFill>
        <p:spPr>
          <a:xfrm>
            <a:off x="569671" y="389534"/>
            <a:ext cx="1228039" cy="245059"/>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N" type="blank">
  <p:cSld name="BLANK">
    <p:spTree>
      <p:nvGrpSpPr>
        <p:cNvPr id="20" name="Shape 20"/>
        <p:cNvGrpSpPr/>
        <p:nvPr/>
      </p:nvGrpSpPr>
      <p:grpSpPr>
        <a:xfrm>
          <a:off x="0" y="0"/>
          <a:ext cx="0" cy="0"/>
          <a:chOff x="0" y="0"/>
          <a:chExt cx="0" cy="0"/>
        </a:xfrm>
      </p:grpSpPr>
      <p:sp>
        <p:nvSpPr>
          <p:cNvPr id="21" name="Google Shape;21;g3f8da4ebb8d_0_107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
        <p:nvSpPr>
          <p:cNvPr id="22" name="Google Shape;22;g3f8da4ebb8d_0_1073"/>
          <p:cNvSpPr/>
          <p:nvPr/>
        </p:nvSpPr>
        <p:spPr>
          <a:xfrm>
            <a:off x="1728269" y="505621"/>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000033"/>
              </a:buClr>
              <a:buSzPts val="300"/>
              <a:buFont typeface="Montserrat SemiBold"/>
              <a:buNone/>
            </a:pPr>
            <a:r>
              <a:rPr b="1" i="0" lang="en-US" sz="300" u="none" cap="none" strike="noStrike">
                <a:solidFill>
                  <a:srgbClr val="000033"/>
                </a:solidFill>
                <a:latin typeface="Montserrat"/>
                <a:ea typeface="Montserrat"/>
                <a:cs typeface="Montserrat"/>
                <a:sym typeface="Montserrat"/>
              </a:rPr>
              <a:t>AÑOS </a:t>
            </a:r>
            <a:endParaRPr b="0" i="0" sz="300" u="none" cap="none" strike="noStrike">
              <a:solidFill>
                <a:schemeClr val="dk1"/>
              </a:solidFill>
              <a:latin typeface="Montserrat"/>
              <a:ea typeface="Montserrat"/>
              <a:cs typeface="Montserrat"/>
              <a:sym typeface="Montserrat"/>
            </a:endParaRPr>
          </a:p>
        </p:txBody>
      </p:sp>
      <p:pic>
        <p:nvPicPr>
          <p:cNvPr descr="logo_navy.png" id="23" name="Google Shape;23;g3f8da4ebb8d_0_1073"/>
          <p:cNvPicPr preferRelativeResize="0"/>
          <p:nvPr/>
        </p:nvPicPr>
        <p:blipFill rotWithShape="1">
          <a:blip r:embed="rId2">
            <a:alphaModFix/>
          </a:blip>
          <a:srcRect b="0" l="0" r="0" t="0"/>
          <a:stretch/>
        </p:blipFill>
        <p:spPr>
          <a:xfrm>
            <a:off x="569671" y="389534"/>
            <a:ext cx="1228039" cy="245059"/>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Layout" Target="../slideLayouts/slideLayout3.xml"/><Relationship Id="rId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13" name="Shape 13"/>
        <p:cNvGrpSpPr/>
        <p:nvPr/>
      </p:nvGrpSpPr>
      <p:grpSpPr>
        <a:xfrm>
          <a:off x="0" y="0"/>
          <a:ext cx="0" cy="0"/>
          <a:chOff x="0" y="0"/>
          <a:chExt cx="0" cy="0"/>
        </a:xfrm>
      </p:grpSpPr>
      <p:sp>
        <p:nvSpPr>
          <p:cNvPr id="14" name="Google Shape;14;g3f8da4ebb8d_0_1066"/>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15" name="Google Shape;15;g3f8da4ebb8d_0_1066"/>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16" name="Google Shape;16;g3f8da4ebb8d_0_106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51" r:id="rId1"/>
    <p:sldLayoutId id="2147483652"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8.jpg"/><Relationship Id="rId4" Type="http://schemas.openxmlformats.org/officeDocument/2006/relationships/image" Target="../media/image3.png"/><Relationship Id="rId5" Type="http://schemas.openxmlformats.org/officeDocument/2006/relationships/hyperlink" Target="https://drive.google.com/file/d/1MVORiIC4Gprw2QDZSfgB-XOQ6L9SAd6v/view" TargetMode="External"/><Relationship Id="rId6" Type="http://schemas.openxmlformats.org/officeDocument/2006/relationships/image" Target="../media/image15.png"/><Relationship Id="rId7"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8.jpg"/><Relationship Id="rId4" Type="http://schemas.openxmlformats.org/officeDocument/2006/relationships/image" Target="../media/image6.png"/><Relationship Id="rId5"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8.jpg"/><Relationship Id="rId4" Type="http://schemas.openxmlformats.org/officeDocument/2006/relationships/image" Target="../media/image6.png"/><Relationship Id="rId9" Type="http://schemas.openxmlformats.org/officeDocument/2006/relationships/image" Target="../media/image14.png"/><Relationship Id="rId5" Type="http://schemas.openxmlformats.org/officeDocument/2006/relationships/image" Target="../media/image10.png"/><Relationship Id="rId6" Type="http://schemas.openxmlformats.org/officeDocument/2006/relationships/image" Target="../media/image9.png"/><Relationship Id="rId7" Type="http://schemas.openxmlformats.org/officeDocument/2006/relationships/image" Target="../media/image11.png"/><Relationship Id="rId8" Type="http://schemas.openxmlformats.org/officeDocument/2006/relationships/image" Target="../media/image13.png"/></Relationships>
</file>

<file path=ppt/slides/_rels/slide8.xml.rels><?xml version="1.0" encoding="UTF-8" standalone="yes"?><Relationships xmlns="http://schemas.openxmlformats.org/package/2006/relationships"><Relationship Id="rId40" Type="http://schemas.openxmlformats.org/officeDocument/2006/relationships/image" Target="../media/image53.png"/><Relationship Id="rId20" Type="http://schemas.openxmlformats.org/officeDocument/2006/relationships/image" Target="../media/image25.png"/><Relationship Id="rId42" Type="http://schemas.openxmlformats.org/officeDocument/2006/relationships/image" Target="../media/image56.png"/><Relationship Id="rId41" Type="http://schemas.openxmlformats.org/officeDocument/2006/relationships/image" Target="../media/image48.png"/><Relationship Id="rId22" Type="http://schemas.openxmlformats.org/officeDocument/2006/relationships/image" Target="../media/image26.png"/><Relationship Id="rId44" Type="http://schemas.openxmlformats.org/officeDocument/2006/relationships/image" Target="../media/image55.png"/><Relationship Id="rId21" Type="http://schemas.openxmlformats.org/officeDocument/2006/relationships/image" Target="../media/image29.png"/><Relationship Id="rId43" Type="http://schemas.openxmlformats.org/officeDocument/2006/relationships/image" Target="../media/image49.png"/><Relationship Id="rId24" Type="http://schemas.openxmlformats.org/officeDocument/2006/relationships/image" Target="../media/image30.png"/><Relationship Id="rId23" Type="http://schemas.openxmlformats.org/officeDocument/2006/relationships/image" Target="../media/image31.png"/><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8.jpg"/><Relationship Id="rId4" Type="http://schemas.openxmlformats.org/officeDocument/2006/relationships/image" Target="../media/image6.png"/><Relationship Id="rId9" Type="http://schemas.openxmlformats.org/officeDocument/2006/relationships/image" Target="../media/image70.png"/><Relationship Id="rId26" Type="http://schemas.openxmlformats.org/officeDocument/2006/relationships/image" Target="../media/image39.png"/><Relationship Id="rId25" Type="http://schemas.openxmlformats.org/officeDocument/2006/relationships/image" Target="../media/image35.png"/><Relationship Id="rId28" Type="http://schemas.openxmlformats.org/officeDocument/2006/relationships/image" Target="../media/image37.png"/><Relationship Id="rId27" Type="http://schemas.openxmlformats.org/officeDocument/2006/relationships/image" Target="../media/image34.png"/><Relationship Id="rId5" Type="http://schemas.openxmlformats.org/officeDocument/2006/relationships/image" Target="../media/image12.png"/><Relationship Id="rId6" Type="http://schemas.openxmlformats.org/officeDocument/2006/relationships/image" Target="../media/image17.png"/><Relationship Id="rId29" Type="http://schemas.openxmlformats.org/officeDocument/2006/relationships/image" Target="../media/image36.png"/><Relationship Id="rId7" Type="http://schemas.openxmlformats.org/officeDocument/2006/relationships/image" Target="../media/image18.png"/><Relationship Id="rId8" Type="http://schemas.openxmlformats.org/officeDocument/2006/relationships/image" Target="../media/image23.png"/><Relationship Id="rId31" Type="http://schemas.openxmlformats.org/officeDocument/2006/relationships/image" Target="../media/image38.png"/><Relationship Id="rId30" Type="http://schemas.openxmlformats.org/officeDocument/2006/relationships/image" Target="../media/image33.png"/><Relationship Id="rId11" Type="http://schemas.openxmlformats.org/officeDocument/2006/relationships/image" Target="../media/image16.png"/><Relationship Id="rId33" Type="http://schemas.openxmlformats.org/officeDocument/2006/relationships/image" Target="../media/image41.png"/><Relationship Id="rId10" Type="http://schemas.openxmlformats.org/officeDocument/2006/relationships/image" Target="../media/image22.png"/><Relationship Id="rId32" Type="http://schemas.openxmlformats.org/officeDocument/2006/relationships/image" Target="../media/image42.png"/><Relationship Id="rId13" Type="http://schemas.openxmlformats.org/officeDocument/2006/relationships/image" Target="../media/image28.png"/><Relationship Id="rId35" Type="http://schemas.openxmlformats.org/officeDocument/2006/relationships/image" Target="../media/image47.png"/><Relationship Id="rId12" Type="http://schemas.openxmlformats.org/officeDocument/2006/relationships/image" Target="../media/image21.png"/><Relationship Id="rId34" Type="http://schemas.openxmlformats.org/officeDocument/2006/relationships/image" Target="../media/image43.png"/><Relationship Id="rId15" Type="http://schemas.openxmlformats.org/officeDocument/2006/relationships/image" Target="../media/image19.png"/><Relationship Id="rId37" Type="http://schemas.openxmlformats.org/officeDocument/2006/relationships/image" Target="../media/image44.png"/><Relationship Id="rId14" Type="http://schemas.openxmlformats.org/officeDocument/2006/relationships/image" Target="../media/image20.png"/><Relationship Id="rId36" Type="http://schemas.openxmlformats.org/officeDocument/2006/relationships/image" Target="../media/image40.png"/><Relationship Id="rId17" Type="http://schemas.openxmlformats.org/officeDocument/2006/relationships/image" Target="../media/image46.png"/><Relationship Id="rId39" Type="http://schemas.openxmlformats.org/officeDocument/2006/relationships/image" Target="../media/image50.png"/><Relationship Id="rId16" Type="http://schemas.openxmlformats.org/officeDocument/2006/relationships/image" Target="../media/image24.png"/><Relationship Id="rId38" Type="http://schemas.openxmlformats.org/officeDocument/2006/relationships/image" Target="../media/image45.png"/><Relationship Id="rId19" Type="http://schemas.openxmlformats.org/officeDocument/2006/relationships/image" Target="../media/image32.png"/><Relationship Id="rId18" Type="http://schemas.openxmlformats.org/officeDocument/2006/relationships/image" Target="../media/image2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52.png"/><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52.png"/><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52.png"/><Relationship Id="rId4"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52.png"/><Relationship Id="rId4"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52.png"/><Relationship Id="rId4"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52.png"/><Relationship Id="rId4"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58.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58.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58.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58.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60.png"/><Relationship Id="rId4" Type="http://schemas.openxmlformats.org/officeDocument/2006/relationships/image" Target="../media/image57.png"/><Relationship Id="rId5" Type="http://schemas.openxmlformats.org/officeDocument/2006/relationships/image" Target="../media/image6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52.png"/><Relationship Id="rId4"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59.png"/><Relationship Id="rId4"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52.png"/><Relationship Id="rId4"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52.png"/><Relationship Id="rId4"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8.jpg"/><Relationship Id="rId4" Type="http://schemas.openxmlformats.org/officeDocument/2006/relationships/image" Target="../media/image6.png"/><Relationship Id="rId5" Type="http://schemas.openxmlformats.org/officeDocument/2006/relationships/image" Target="../media/image6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8.jpg"/><Relationship Id="rId4" Type="http://schemas.openxmlformats.org/officeDocument/2006/relationships/image" Target="../media/image6.png"/><Relationship Id="rId5" Type="http://schemas.openxmlformats.org/officeDocument/2006/relationships/image" Target="../media/image6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52.png"/><Relationship Id="rId4"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59.png"/><Relationship Id="rId4" Type="http://schemas.openxmlformats.org/officeDocument/2006/relationships/image" Target="../media/image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8.jpg"/><Relationship Id="rId4" Type="http://schemas.openxmlformats.org/officeDocument/2006/relationships/image" Target="../media/image6.png"/><Relationship Id="rId9" Type="http://schemas.openxmlformats.org/officeDocument/2006/relationships/image" Target="../media/image67.png"/><Relationship Id="rId5" Type="http://schemas.openxmlformats.org/officeDocument/2006/relationships/image" Target="../media/image65.png"/><Relationship Id="rId6" Type="http://schemas.openxmlformats.org/officeDocument/2006/relationships/image" Target="../media/image68.jpg"/><Relationship Id="rId7" Type="http://schemas.openxmlformats.org/officeDocument/2006/relationships/image" Target="../media/image64.png"/><Relationship Id="rId8" Type="http://schemas.openxmlformats.org/officeDocument/2006/relationships/image" Target="../media/image91.jpg"/><Relationship Id="rId11" Type="http://schemas.openxmlformats.org/officeDocument/2006/relationships/image" Target="../media/image66.png"/><Relationship Id="rId10" Type="http://schemas.openxmlformats.org/officeDocument/2006/relationships/image" Target="../media/image7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69.jpg"/><Relationship Id="rId4" Type="http://schemas.openxmlformats.org/officeDocument/2006/relationships/image" Target="../media/image91.jpg"/><Relationship Id="rId5" Type="http://schemas.openxmlformats.org/officeDocument/2006/relationships/image" Target="../media/image74.jpg"/><Relationship Id="rId6" Type="http://schemas.openxmlformats.org/officeDocument/2006/relationships/image" Target="../media/image78.jpg"/><Relationship Id="rId7" Type="http://schemas.openxmlformats.org/officeDocument/2006/relationships/image" Target="../media/image68.jpg"/><Relationship Id="rId8" Type="http://schemas.openxmlformats.org/officeDocument/2006/relationships/image" Target="../media/image73.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8.jpg"/><Relationship Id="rId4" Type="http://schemas.openxmlformats.org/officeDocument/2006/relationships/image" Target="../media/image93.png"/><Relationship Id="rId9" Type="http://schemas.openxmlformats.org/officeDocument/2006/relationships/image" Target="../media/image79.jpg"/><Relationship Id="rId5" Type="http://schemas.openxmlformats.org/officeDocument/2006/relationships/image" Target="../media/image76.jpg"/><Relationship Id="rId6" Type="http://schemas.openxmlformats.org/officeDocument/2006/relationships/image" Target="../media/image80.jpg"/><Relationship Id="rId7" Type="http://schemas.openxmlformats.org/officeDocument/2006/relationships/image" Target="../media/image75.jpg"/><Relationship Id="rId8" Type="http://schemas.openxmlformats.org/officeDocument/2006/relationships/image" Target="../media/image77.jpg"/><Relationship Id="rId11" Type="http://schemas.openxmlformats.org/officeDocument/2006/relationships/image" Target="../media/image81.jpg"/><Relationship Id="rId10" Type="http://schemas.openxmlformats.org/officeDocument/2006/relationships/image" Target="../media/image64.png"/><Relationship Id="rId13" Type="http://schemas.openxmlformats.org/officeDocument/2006/relationships/image" Target="../media/image82.png"/><Relationship Id="rId12" Type="http://schemas.openxmlformats.org/officeDocument/2006/relationships/image" Target="../media/image67.png"/><Relationship Id="rId15" Type="http://schemas.openxmlformats.org/officeDocument/2006/relationships/image" Target="../media/image2.png"/><Relationship Id="rId14" Type="http://schemas.openxmlformats.org/officeDocument/2006/relationships/image" Target="../media/image90.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60.png"/><Relationship Id="rId4" Type="http://schemas.openxmlformats.org/officeDocument/2006/relationships/image" Target="../media/image57.png"/><Relationship Id="rId5" Type="http://schemas.openxmlformats.org/officeDocument/2006/relationships/image" Target="../media/image6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8.jpg"/><Relationship Id="rId4" Type="http://schemas.openxmlformats.org/officeDocument/2006/relationships/image" Target="../media/image85.png"/><Relationship Id="rId5" Type="http://schemas.openxmlformats.org/officeDocument/2006/relationships/image" Target="../media/image84.png"/><Relationship Id="rId6" Type="http://schemas.openxmlformats.org/officeDocument/2006/relationships/image" Target="../media/image83.png"/><Relationship Id="rId7" Type="http://schemas.openxmlformats.org/officeDocument/2006/relationships/image" Target="../media/image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87.png"/><Relationship Id="rId4" Type="http://schemas.openxmlformats.org/officeDocument/2006/relationships/image" Target="../media/image88.png"/><Relationship Id="rId9" Type="http://schemas.openxmlformats.org/officeDocument/2006/relationships/image" Target="../media/image94.png"/><Relationship Id="rId5" Type="http://schemas.openxmlformats.org/officeDocument/2006/relationships/image" Target="../media/image89.png"/><Relationship Id="rId6" Type="http://schemas.openxmlformats.org/officeDocument/2006/relationships/image" Target="../media/image86.png"/><Relationship Id="rId7" Type="http://schemas.openxmlformats.org/officeDocument/2006/relationships/image" Target="../media/image92.png"/><Relationship Id="rId8" Type="http://schemas.openxmlformats.org/officeDocument/2006/relationships/hyperlink" Target="https://www.linkedin.com/company/neo-consulting/" TargetMode="External"/><Relationship Id="rId11" Type="http://schemas.openxmlformats.org/officeDocument/2006/relationships/image" Target="../media/image97.png"/><Relationship Id="rId10" Type="http://schemas.openxmlformats.org/officeDocument/2006/relationships/hyperlink" Target="https://www.youtube.com/c/neoconsulting" TargetMode="External"/><Relationship Id="rId13" Type="http://schemas.openxmlformats.org/officeDocument/2006/relationships/image" Target="../media/image98.png"/><Relationship Id="rId12" Type="http://schemas.openxmlformats.org/officeDocument/2006/relationships/hyperlink" Target="https://www.facebook.com/neoconsulting/" TargetMode="External"/><Relationship Id="rId15" Type="http://schemas.openxmlformats.org/officeDocument/2006/relationships/image" Target="../media/image96.png"/><Relationship Id="rId14" Type="http://schemas.openxmlformats.org/officeDocument/2006/relationships/hyperlink" Target="https://www.instagram.com/neo_digital/"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28" name="Shape 28"/>
        <p:cNvGrpSpPr/>
        <p:nvPr/>
      </p:nvGrpSpPr>
      <p:grpSpPr>
        <a:xfrm>
          <a:off x="0" y="0"/>
          <a:ext cx="0" cy="0"/>
          <a:chOff x="0" y="0"/>
          <a:chExt cx="0" cy="0"/>
        </a:xfrm>
      </p:grpSpPr>
      <p:sp>
        <p:nvSpPr>
          <p:cNvPr id="29" name="Google Shape;29;p8"/>
          <p:cNvSpPr/>
          <p:nvPr/>
        </p:nvSpPr>
        <p:spPr>
          <a:xfrm>
            <a:off x="4681800" y="1143404"/>
            <a:ext cx="3890700" cy="1422600"/>
          </a:xfrm>
          <a:prstGeom prst="roundRect">
            <a:avLst>
              <a:gd fmla="val 6154"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 name="Google Shape;30;p8"/>
          <p:cNvSpPr txBox="1"/>
          <p:nvPr/>
        </p:nvSpPr>
        <p:spPr>
          <a:xfrm>
            <a:off x="571500" y="890626"/>
            <a:ext cx="80010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NOMBRE DE LA SECCIÓN</a:t>
            </a:r>
            <a:endParaRPr b="0" i="0" sz="1100" u="none" cap="none" strike="noStrike">
              <a:solidFill>
                <a:schemeClr val="dk1"/>
              </a:solidFill>
              <a:latin typeface="Calibri"/>
              <a:ea typeface="Calibri"/>
              <a:cs typeface="Calibri"/>
              <a:sym typeface="Calibri"/>
            </a:endParaRPr>
          </a:p>
        </p:txBody>
      </p:sp>
      <p:sp>
        <p:nvSpPr>
          <p:cNvPr id="31" name="Google Shape;31;p8"/>
          <p:cNvSpPr txBox="1"/>
          <p:nvPr/>
        </p:nvSpPr>
        <p:spPr>
          <a:xfrm>
            <a:off x="570588" y="2474775"/>
            <a:ext cx="4009200" cy="467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Título de la</a:t>
            </a:r>
            <a:r>
              <a:rPr b="1" i="1" lang="en-US" sz="2100" u="none" cap="none" strike="noStrike">
                <a:solidFill>
                  <a:srgbClr val="2B5BFC"/>
                </a:solidFill>
                <a:latin typeface="Montserrat Black"/>
                <a:ea typeface="Montserrat Black"/>
                <a:cs typeface="Montserrat Black"/>
                <a:sym typeface="Montserrat Black"/>
              </a:rPr>
              <a:t> sección</a:t>
            </a:r>
            <a:endParaRPr b="0" i="0" sz="2100" u="none" cap="none" strike="noStrike">
              <a:solidFill>
                <a:schemeClr val="dk1"/>
              </a:solidFill>
              <a:latin typeface="Calibri"/>
              <a:ea typeface="Calibri"/>
              <a:cs typeface="Calibri"/>
              <a:sym typeface="Calibri"/>
            </a:endParaRPr>
          </a:p>
        </p:txBody>
      </p:sp>
      <p:sp>
        <p:nvSpPr>
          <p:cNvPr id="32" name="Google Shape;32;p8"/>
          <p:cNvSpPr txBox="1"/>
          <p:nvPr/>
        </p:nvSpPr>
        <p:spPr>
          <a:xfrm>
            <a:off x="570588" y="2993969"/>
            <a:ext cx="3287700" cy="3891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575757"/>
              </a:buClr>
              <a:buSzPts val="1100"/>
              <a:buFont typeface="Montserrat"/>
              <a:buNone/>
            </a:pPr>
            <a:r>
              <a:rPr b="0" i="0" lang="en-US" sz="1100" u="none" cap="none" strike="noStrike">
                <a:solidFill>
                  <a:srgbClr val="000033"/>
                </a:solidFill>
                <a:latin typeface="Montserrat"/>
                <a:ea typeface="Montserrat"/>
                <a:cs typeface="Montserrat"/>
                <a:sym typeface="Montserrat"/>
              </a:rPr>
              <a:t>Una línea de bajada que explica de qué trata el conjunto de tarjetas.</a:t>
            </a:r>
            <a:endParaRPr b="0" i="0" sz="1100" u="none" cap="none" strike="noStrike">
              <a:solidFill>
                <a:schemeClr val="dk1"/>
              </a:solidFill>
              <a:latin typeface="Calibri"/>
              <a:ea typeface="Calibri"/>
              <a:cs typeface="Calibri"/>
              <a:sym typeface="Calibri"/>
            </a:endParaRPr>
          </a:p>
        </p:txBody>
      </p:sp>
      <p:sp>
        <p:nvSpPr>
          <p:cNvPr id="33" name="Google Shape;33;p8"/>
          <p:cNvSpPr txBox="1"/>
          <p:nvPr/>
        </p:nvSpPr>
        <p:spPr>
          <a:xfrm>
            <a:off x="4855219" y="131224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BLOQUE 1</a:t>
            </a:r>
            <a:endParaRPr b="0" i="0" sz="900" u="none" cap="none" strike="noStrike">
              <a:solidFill>
                <a:schemeClr val="dk1"/>
              </a:solidFill>
              <a:latin typeface="Calibri"/>
              <a:ea typeface="Calibri"/>
              <a:cs typeface="Calibri"/>
              <a:sym typeface="Calibri"/>
            </a:endParaRPr>
          </a:p>
        </p:txBody>
      </p:sp>
      <p:sp>
        <p:nvSpPr>
          <p:cNvPr id="34" name="Google Shape;34;p8"/>
          <p:cNvSpPr txBox="1"/>
          <p:nvPr/>
        </p:nvSpPr>
        <p:spPr>
          <a:xfrm>
            <a:off x="4855219" y="1531704"/>
            <a:ext cx="3451800" cy="219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Subtítulo del bloque</a:t>
            </a:r>
            <a:endParaRPr b="0" i="0" sz="1200" u="none" cap="none" strike="noStrike">
              <a:solidFill>
                <a:schemeClr val="dk1"/>
              </a:solidFill>
              <a:latin typeface="Calibri"/>
              <a:ea typeface="Calibri"/>
              <a:cs typeface="Calibri"/>
              <a:sym typeface="Calibri"/>
            </a:endParaRPr>
          </a:p>
        </p:txBody>
      </p:sp>
      <p:sp>
        <p:nvSpPr>
          <p:cNvPr id="35" name="Google Shape;35;p8"/>
          <p:cNvSpPr txBox="1"/>
          <p:nvPr/>
        </p:nvSpPr>
        <p:spPr>
          <a:xfrm>
            <a:off x="4855219" y="1806024"/>
            <a:ext cx="3451800" cy="420600"/>
          </a:xfrm>
          <a:prstGeom prst="rect">
            <a:avLst/>
          </a:prstGeom>
          <a:noFill/>
          <a:ln>
            <a:noFill/>
          </a:ln>
        </p:spPr>
        <p:txBody>
          <a:bodyPr anchorCtr="0" anchor="ctr" bIns="0" lIns="0" spcFirstLastPara="1" rIns="0" wrap="square" tIns="0">
            <a:noAutofit/>
          </a:bodyPr>
          <a:lstStyle/>
          <a:p>
            <a:pPr indent="0" lvl="0" marL="0" marR="0" rtl="0" algn="l">
              <a:lnSpc>
                <a:spcPct val="124000"/>
              </a:lnSpc>
              <a:spcBef>
                <a:spcPts val="0"/>
              </a:spcBef>
              <a:spcAft>
                <a:spcPts val="0"/>
              </a:spcAft>
              <a:buClr>
                <a:srgbClr val="575757"/>
              </a:buClr>
              <a:buSzPts val="1000"/>
              <a:buFont typeface="Montserrat"/>
              <a:buNone/>
            </a:pPr>
            <a:r>
              <a:rPr b="0" i="0" lang="en-US" sz="1000" u="none" cap="none" strike="noStrike">
                <a:solidFill>
                  <a:srgbClr val="000033"/>
                </a:solidFill>
                <a:latin typeface="Montserrat"/>
                <a:ea typeface="Montserrat"/>
                <a:cs typeface="Montserrat"/>
                <a:sym typeface="Montserrat"/>
              </a:rPr>
              <a:t>Ingresar aquí el texto de apoyo. Dos o tres líneas como máximo: si necesita más, el contenido pertenece a otra slide.</a:t>
            </a:r>
            <a:endParaRPr b="0" i="0" sz="1000" u="none" cap="none" strike="noStrike">
              <a:solidFill>
                <a:schemeClr val="dk1"/>
              </a:solidFill>
              <a:latin typeface="Calibri"/>
              <a:ea typeface="Calibri"/>
              <a:cs typeface="Calibri"/>
              <a:sym typeface="Calibri"/>
            </a:endParaRPr>
          </a:p>
        </p:txBody>
      </p:sp>
      <p:sp>
        <p:nvSpPr>
          <p:cNvPr id="36" name="Google Shape;36;p8"/>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
        <p:nvSpPr>
          <p:cNvPr id="37" name="Google Shape;37;p8"/>
          <p:cNvSpPr/>
          <p:nvPr/>
        </p:nvSpPr>
        <p:spPr>
          <a:xfrm>
            <a:off x="4681800" y="2724554"/>
            <a:ext cx="3890700" cy="1422600"/>
          </a:xfrm>
          <a:prstGeom prst="roundRect">
            <a:avLst>
              <a:gd fmla="val 6154"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 name="Google Shape;38;p8"/>
          <p:cNvSpPr txBox="1"/>
          <p:nvPr/>
        </p:nvSpPr>
        <p:spPr>
          <a:xfrm>
            <a:off x="4855219" y="289339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BLOQUE 1</a:t>
            </a:r>
            <a:endParaRPr b="0" i="0" sz="900" u="none" cap="none" strike="noStrike">
              <a:solidFill>
                <a:schemeClr val="dk1"/>
              </a:solidFill>
              <a:latin typeface="Calibri"/>
              <a:ea typeface="Calibri"/>
              <a:cs typeface="Calibri"/>
              <a:sym typeface="Calibri"/>
            </a:endParaRPr>
          </a:p>
        </p:txBody>
      </p:sp>
      <p:sp>
        <p:nvSpPr>
          <p:cNvPr id="39" name="Google Shape;39;p8"/>
          <p:cNvSpPr txBox="1"/>
          <p:nvPr/>
        </p:nvSpPr>
        <p:spPr>
          <a:xfrm>
            <a:off x="4855219" y="3112854"/>
            <a:ext cx="3451800" cy="219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Subtítulo del bloque</a:t>
            </a:r>
            <a:endParaRPr b="0" i="0" sz="1200" u="none" cap="none" strike="noStrike">
              <a:solidFill>
                <a:schemeClr val="dk1"/>
              </a:solidFill>
              <a:latin typeface="Calibri"/>
              <a:ea typeface="Calibri"/>
              <a:cs typeface="Calibri"/>
              <a:sym typeface="Calibri"/>
            </a:endParaRPr>
          </a:p>
        </p:txBody>
      </p:sp>
      <p:sp>
        <p:nvSpPr>
          <p:cNvPr id="40" name="Google Shape;40;p8"/>
          <p:cNvSpPr txBox="1"/>
          <p:nvPr/>
        </p:nvSpPr>
        <p:spPr>
          <a:xfrm>
            <a:off x="4855219" y="3387174"/>
            <a:ext cx="3451800" cy="420600"/>
          </a:xfrm>
          <a:prstGeom prst="rect">
            <a:avLst/>
          </a:prstGeom>
          <a:noFill/>
          <a:ln>
            <a:noFill/>
          </a:ln>
        </p:spPr>
        <p:txBody>
          <a:bodyPr anchorCtr="0" anchor="ctr" bIns="0" lIns="0" spcFirstLastPara="1" rIns="0" wrap="square" tIns="0">
            <a:noAutofit/>
          </a:bodyPr>
          <a:lstStyle/>
          <a:p>
            <a:pPr indent="0" lvl="0" marL="0" marR="0" rtl="0" algn="l">
              <a:lnSpc>
                <a:spcPct val="124000"/>
              </a:lnSpc>
              <a:spcBef>
                <a:spcPts val="0"/>
              </a:spcBef>
              <a:spcAft>
                <a:spcPts val="0"/>
              </a:spcAft>
              <a:buClr>
                <a:srgbClr val="575757"/>
              </a:buClr>
              <a:buSzPts val="1000"/>
              <a:buFont typeface="Montserrat"/>
              <a:buNone/>
            </a:pPr>
            <a:r>
              <a:rPr b="0" i="0" lang="en-US" sz="1000" u="none" cap="none" strike="noStrike">
                <a:solidFill>
                  <a:srgbClr val="000033"/>
                </a:solidFill>
                <a:latin typeface="Montserrat"/>
                <a:ea typeface="Montserrat"/>
                <a:cs typeface="Montserrat"/>
                <a:sym typeface="Montserrat"/>
              </a:rPr>
              <a:t>Ingresar aquí el texto de apoyo. Dos o tres líneas como máximo: si necesita más, el contenido pertenece a otra slide.</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45" name="Shape 45"/>
        <p:cNvGrpSpPr/>
        <p:nvPr/>
      </p:nvGrpSpPr>
      <p:grpSpPr>
        <a:xfrm>
          <a:off x="0" y="0"/>
          <a:ext cx="0" cy="0"/>
          <a:chOff x="0" y="0"/>
          <a:chExt cx="0" cy="0"/>
        </a:xfrm>
      </p:grpSpPr>
      <p:sp>
        <p:nvSpPr>
          <p:cNvPr id="46" name="Google Shape;46;p12"/>
          <p:cNvSpPr txBox="1"/>
          <p:nvPr/>
        </p:nvSpPr>
        <p:spPr>
          <a:xfrm>
            <a:off x="571500" y="890626"/>
            <a:ext cx="80010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NOMBRE DE LA SECCIÓN</a:t>
            </a:r>
            <a:endParaRPr b="0" i="0" sz="1100" u="none" cap="none" strike="noStrike">
              <a:solidFill>
                <a:schemeClr val="dk1"/>
              </a:solidFill>
              <a:latin typeface="Calibri"/>
              <a:ea typeface="Calibri"/>
              <a:cs typeface="Calibri"/>
              <a:sym typeface="Calibri"/>
            </a:endParaRPr>
          </a:p>
        </p:txBody>
      </p:sp>
      <p:sp>
        <p:nvSpPr>
          <p:cNvPr id="47" name="Google Shape;47;p12"/>
          <p:cNvSpPr txBox="1"/>
          <p:nvPr/>
        </p:nvSpPr>
        <p:spPr>
          <a:xfrm>
            <a:off x="571500" y="1174090"/>
            <a:ext cx="8001000"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Título de la</a:t>
            </a:r>
            <a:r>
              <a:rPr b="1" i="1" lang="en-US" sz="2100" u="none" cap="none" strike="noStrike">
                <a:solidFill>
                  <a:srgbClr val="2B5BFC"/>
                </a:solidFill>
                <a:latin typeface="Montserrat Black"/>
                <a:ea typeface="Montserrat Black"/>
                <a:cs typeface="Montserrat Black"/>
                <a:sym typeface="Montserrat Black"/>
              </a:rPr>
              <a:t> sección</a:t>
            </a:r>
            <a:endParaRPr b="0" i="0" sz="2100" u="none" cap="none" strike="noStrike">
              <a:solidFill>
                <a:schemeClr val="dk1"/>
              </a:solidFill>
              <a:latin typeface="Calibri"/>
              <a:ea typeface="Calibri"/>
              <a:cs typeface="Calibri"/>
              <a:sym typeface="Calibri"/>
            </a:endParaRPr>
          </a:p>
        </p:txBody>
      </p:sp>
      <p:sp>
        <p:nvSpPr>
          <p:cNvPr id="48" name="Google Shape;48;p12"/>
          <p:cNvSpPr/>
          <p:nvPr/>
        </p:nvSpPr>
        <p:spPr>
          <a:xfrm>
            <a:off x="571500" y="1848754"/>
            <a:ext cx="3840600" cy="2487300"/>
          </a:xfrm>
          <a:prstGeom prst="roundRect">
            <a:avLst>
              <a:gd fmla="val 2941"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 name="Google Shape;49;p12"/>
          <p:cNvSpPr txBox="1"/>
          <p:nvPr/>
        </p:nvSpPr>
        <p:spPr>
          <a:xfrm>
            <a:off x="809244" y="2068210"/>
            <a:ext cx="3365100" cy="219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Subtítulo del argumento</a:t>
            </a:r>
            <a:endParaRPr b="0" i="0" sz="1200" u="none" cap="none" strike="noStrike">
              <a:solidFill>
                <a:schemeClr val="dk1"/>
              </a:solidFill>
              <a:latin typeface="Calibri"/>
              <a:ea typeface="Calibri"/>
              <a:cs typeface="Calibri"/>
              <a:sym typeface="Calibri"/>
            </a:endParaRPr>
          </a:p>
        </p:txBody>
      </p:sp>
      <p:sp>
        <p:nvSpPr>
          <p:cNvPr id="50" name="Google Shape;50;p12"/>
          <p:cNvSpPr txBox="1"/>
          <p:nvPr/>
        </p:nvSpPr>
        <p:spPr>
          <a:xfrm>
            <a:off x="809244" y="2360818"/>
            <a:ext cx="3365100" cy="1737300"/>
          </a:xfrm>
          <a:prstGeom prst="rect">
            <a:avLst/>
          </a:prstGeom>
          <a:noFill/>
          <a:ln>
            <a:noFill/>
          </a:ln>
        </p:spPr>
        <p:txBody>
          <a:bodyPr anchorCtr="0" anchor="ctr" bIns="0" lIns="0" spcFirstLastPara="1" rIns="0" wrap="square" tIns="0">
            <a:noAutofit/>
          </a:bodyPr>
          <a:lstStyle/>
          <a:p>
            <a:pPr indent="0" lvl="0" marL="0" marR="0" rtl="0" algn="l">
              <a:lnSpc>
                <a:spcPct val="130000"/>
              </a:lnSpc>
              <a:spcBef>
                <a:spcPts val="0"/>
              </a:spcBef>
              <a:spcAft>
                <a:spcPts val="0"/>
              </a:spcAft>
              <a:buClr>
                <a:srgbClr val="575757"/>
              </a:buClr>
              <a:buSzPts val="1100"/>
              <a:buFont typeface="Montserrat"/>
              <a:buNone/>
            </a:pPr>
            <a:r>
              <a:rPr b="0" i="0" lang="en-US" sz="1100" u="none" cap="none" strike="noStrike">
                <a:solidFill>
                  <a:srgbClr val="000033"/>
                </a:solidFill>
                <a:latin typeface="Montserrat"/>
                <a:ea typeface="Montserrat"/>
                <a:cs typeface="Montserrat"/>
                <a:sym typeface="Montserrat"/>
              </a:rPr>
              <a:t>Ingresar aquí el texto de apoyo. Dos o tres líneas como máximo: si necesita más, el contenido pertenece a otra slide. Ingresar aquí el texto de apoyo. Dos o tres líneas como máximo: si necesita más, el contenido pertenece a otra slide.</a:t>
            </a:r>
            <a:endParaRPr b="0" i="0" sz="1100" u="none" cap="none" strike="noStrike">
              <a:solidFill>
                <a:schemeClr val="dk1"/>
              </a:solidFill>
              <a:latin typeface="Calibri"/>
              <a:ea typeface="Calibri"/>
              <a:cs typeface="Calibri"/>
              <a:sym typeface="Calibri"/>
            </a:endParaRPr>
          </a:p>
        </p:txBody>
      </p:sp>
      <p:sp>
        <p:nvSpPr>
          <p:cNvPr id="51" name="Google Shape;51;p12"/>
          <p:cNvSpPr/>
          <p:nvPr/>
        </p:nvSpPr>
        <p:spPr>
          <a:xfrm>
            <a:off x="4631436" y="1848754"/>
            <a:ext cx="3941100" cy="768000"/>
          </a:xfrm>
          <a:prstGeom prst="roundRect">
            <a:avLst>
              <a:gd fmla="val 9524"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 name="Google Shape;52;p12"/>
          <p:cNvSpPr txBox="1"/>
          <p:nvPr/>
        </p:nvSpPr>
        <p:spPr>
          <a:xfrm>
            <a:off x="4869180" y="2013346"/>
            <a:ext cx="11886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2700"/>
              <a:buFont typeface="Montserrat Black"/>
              <a:buNone/>
            </a:pPr>
            <a:r>
              <a:rPr b="1" i="0" lang="en-US" sz="2700" u="none" cap="none" strike="noStrike">
                <a:solidFill>
                  <a:srgbClr val="2B5BFC"/>
                </a:solidFill>
                <a:latin typeface="Montserrat Black"/>
                <a:ea typeface="Montserrat Black"/>
                <a:cs typeface="Montserrat Black"/>
                <a:sym typeface="Montserrat Black"/>
              </a:rPr>
              <a:t>XX%</a:t>
            </a:r>
            <a:endParaRPr b="0" i="0" sz="2700" u="none" cap="none" strike="noStrike">
              <a:solidFill>
                <a:schemeClr val="dk1"/>
              </a:solidFill>
              <a:latin typeface="Calibri"/>
              <a:ea typeface="Calibri"/>
              <a:cs typeface="Calibri"/>
              <a:sym typeface="Calibri"/>
            </a:endParaRPr>
          </a:p>
        </p:txBody>
      </p:sp>
      <p:sp>
        <p:nvSpPr>
          <p:cNvPr id="53" name="Google Shape;53;p12"/>
          <p:cNvSpPr txBox="1"/>
          <p:nvPr/>
        </p:nvSpPr>
        <p:spPr>
          <a:xfrm>
            <a:off x="6149340" y="2123074"/>
            <a:ext cx="2194500" cy="23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Nombre del indicador</a:t>
            </a:r>
            <a:endParaRPr b="0" i="0" sz="1200" u="none" cap="none" strike="noStrike">
              <a:solidFill>
                <a:schemeClr val="dk1"/>
              </a:solidFill>
              <a:latin typeface="Calibri"/>
              <a:ea typeface="Calibri"/>
              <a:cs typeface="Calibri"/>
              <a:sym typeface="Calibri"/>
            </a:endParaRPr>
          </a:p>
        </p:txBody>
      </p:sp>
      <p:sp>
        <p:nvSpPr>
          <p:cNvPr id="54" name="Google Shape;54;p12"/>
          <p:cNvSpPr/>
          <p:nvPr/>
        </p:nvSpPr>
        <p:spPr>
          <a:xfrm>
            <a:off x="4631436" y="2708290"/>
            <a:ext cx="3941100" cy="768000"/>
          </a:xfrm>
          <a:prstGeom prst="roundRect">
            <a:avLst>
              <a:gd fmla="val 9524"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 name="Google Shape;55;p12"/>
          <p:cNvSpPr txBox="1"/>
          <p:nvPr/>
        </p:nvSpPr>
        <p:spPr>
          <a:xfrm>
            <a:off x="4869180" y="2872882"/>
            <a:ext cx="11886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2700"/>
              <a:buFont typeface="Montserrat Black"/>
              <a:buNone/>
            </a:pPr>
            <a:r>
              <a:rPr b="1" i="0" lang="en-US" sz="2700" u="none" cap="none" strike="noStrike">
                <a:solidFill>
                  <a:srgbClr val="2B5BFC"/>
                </a:solidFill>
                <a:latin typeface="Montserrat Black"/>
                <a:ea typeface="Montserrat Black"/>
                <a:cs typeface="Montserrat Black"/>
                <a:sym typeface="Montserrat Black"/>
              </a:rPr>
              <a:t>XX%</a:t>
            </a:r>
            <a:endParaRPr b="0" i="0" sz="2700" u="none" cap="none" strike="noStrike">
              <a:solidFill>
                <a:schemeClr val="dk1"/>
              </a:solidFill>
              <a:latin typeface="Calibri"/>
              <a:ea typeface="Calibri"/>
              <a:cs typeface="Calibri"/>
              <a:sym typeface="Calibri"/>
            </a:endParaRPr>
          </a:p>
        </p:txBody>
      </p:sp>
      <p:sp>
        <p:nvSpPr>
          <p:cNvPr id="56" name="Google Shape;56;p12"/>
          <p:cNvSpPr txBox="1"/>
          <p:nvPr/>
        </p:nvSpPr>
        <p:spPr>
          <a:xfrm>
            <a:off x="6149340" y="2982610"/>
            <a:ext cx="2194500" cy="23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Nombre del indicador</a:t>
            </a:r>
            <a:endParaRPr b="0" i="0" sz="1200" u="none" cap="none" strike="noStrike">
              <a:solidFill>
                <a:schemeClr val="dk1"/>
              </a:solidFill>
              <a:latin typeface="Calibri"/>
              <a:ea typeface="Calibri"/>
              <a:cs typeface="Calibri"/>
              <a:sym typeface="Calibri"/>
            </a:endParaRPr>
          </a:p>
        </p:txBody>
      </p:sp>
      <p:sp>
        <p:nvSpPr>
          <p:cNvPr id="57" name="Google Shape;57;p12"/>
          <p:cNvSpPr/>
          <p:nvPr/>
        </p:nvSpPr>
        <p:spPr>
          <a:xfrm>
            <a:off x="4631436" y="3567826"/>
            <a:ext cx="3941100" cy="768000"/>
          </a:xfrm>
          <a:prstGeom prst="roundRect">
            <a:avLst>
              <a:gd fmla="val 9524"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2"/>
          <p:cNvSpPr txBox="1"/>
          <p:nvPr/>
        </p:nvSpPr>
        <p:spPr>
          <a:xfrm>
            <a:off x="4869180" y="3732418"/>
            <a:ext cx="11886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2700"/>
              <a:buFont typeface="Montserrat Black"/>
              <a:buNone/>
            </a:pPr>
            <a:r>
              <a:rPr b="1" i="0" lang="en-US" sz="2700" u="none" cap="none" strike="noStrike">
                <a:solidFill>
                  <a:srgbClr val="2B5BFC"/>
                </a:solidFill>
                <a:latin typeface="Montserrat Black"/>
                <a:ea typeface="Montserrat Black"/>
                <a:cs typeface="Montserrat Black"/>
                <a:sym typeface="Montserrat Black"/>
              </a:rPr>
              <a:t>XX%</a:t>
            </a:r>
            <a:endParaRPr b="0" i="0" sz="2700" u="none" cap="none" strike="noStrike">
              <a:solidFill>
                <a:schemeClr val="dk1"/>
              </a:solidFill>
              <a:latin typeface="Calibri"/>
              <a:ea typeface="Calibri"/>
              <a:cs typeface="Calibri"/>
              <a:sym typeface="Calibri"/>
            </a:endParaRPr>
          </a:p>
        </p:txBody>
      </p:sp>
      <p:sp>
        <p:nvSpPr>
          <p:cNvPr id="59" name="Google Shape;59;p12"/>
          <p:cNvSpPr txBox="1"/>
          <p:nvPr/>
        </p:nvSpPr>
        <p:spPr>
          <a:xfrm>
            <a:off x="6149340" y="3842146"/>
            <a:ext cx="2194500" cy="23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Nombre del indicador</a:t>
            </a:r>
            <a:endParaRPr b="0" i="0" sz="1200" u="none" cap="none" strike="noStrike">
              <a:solidFill>
                <a:schemeClr val="dk1"/>
              </a:solidFill>
              <a:latin typeface="Calibri"/>
              <a:ea typeface="Calibri"/>
              <a:cs typeface="Calibri"/>
              <a:sym typeface="Calibri"/>
            </a:endParaRPr>
          </a:p>
        </p:txBody>
      </p:sp>
      <p:sp>
        <p:nvSpPr>
          <p:cNvPr id="60" name="Google Shape;60;p12"/>
          <p:cNvSpPr txBox="1"/>
          <p:nvPr/>
        </p:nvSpPr>
        <p:spPr>
          <a:xfrm>
            <a:off x="571500" y="4590288"/>
            <a:ext cx="18288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65" name="Shape 65"/>
        <p:cNvGrpSpPr/>
        <p:nvPr/>
      </p:nvGrpSpPr>
      <p:grpSpPr>
        <a:xfrm>
          <a:off x="0" y="0"/>
          <a:ext cx="0" cy="0"/>
          <a:chOff x="0" y="0"/>
          <a:chExt cx="0" cy="0"/>
        </a:xfrm>
      </p:grpSpPr>
      <p:pic>
        <p:nvPicPr>
          <p:cNvPr descr="bg_cover.png" id="66" name="Google Shape;66;p1"/>
          <p:cNvPicPr preferRelativeResize="0"/>
          <p:nvPr/>
        </p:nvPicPr>
        <p:blipFill rotWithShape="1">
          <a:blip r:embed="rId3">
            <a:alphaModFix/>
          </a:blip>
          <a:srcRect b="0" l="0" r="0" t="0"/>
          <a:stretch/>
        </p:blipFill>
        <p:spPr>
          <a:xfrm>
            <a:off x="0" y="0"/>
            <a:ext cx="9144000" cy="5143500"/>
          </a:xfrm>
          <a:prstGeom prst="rect">
            <a:avLst/>
          </a:prstGeom>
          <a:noFill/>
          <a:ln>
            <a:noFill/>
          </a:ln>
        </p:spPr>
      </p:pic>
      <p:pic>
        <p:nvPicPr>
          <p:cNvPr descr="logo_blanco.png" id="67" name="Google Shape;67;p1"/>
          <p:cNvPicPr preferRelativeResize="0"/>
          <p:nvPr/>
        </p:nvPicPr>
        <p:blipFill rotWithShape="1">
          <a:blip r:embed="rId4">
            <a:alphaModFix/>
          </a:blip>
          <a:srcRect b="0" l="0" r="0" t="0"/>
          <a:stretch/>
        </p:blipFill>
        <p:spPr>
          <a:xfrm>
            <a:off x="569671" y="389534"/>
            <a:ext cx="1228039" cy="245059"/>
          </a:xfrm>
          <a:prstGeom prst="rect">
            <a:avLst/>
          </a:prstGeom>
          <a:noFill/>
          <a:ln>
            <a:noFill/>
          </a:ln>
        </p:spPr>
      </p:pic>
      <p:sp>
        <p:nvSpPr>
          <p:cNvPr id="68" name="Google Shape;68;p1"/>
          <p:cNvSpPr txBox="1"/>
          <p:nvPr/>
        </p:nvSpPr>
        <p:spPr>
          <a:xfrm>
            <a:off x="0" y="1975104"/>
            <a:ext cx="914400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4100"/>
              <a:buFont typeface="Montserrat Black"/>
              <a:buNone/>
            </a:pPr>
            <a:r>
              <a:rPr b="1" i="0" lang="en-US" sz="4100" u="none" cap="none" strike="noStrike">
                <a:solidFill>
                  <a:srgbClr val="FFFFFF"/>
                </a:solidFill>
                <a:latin typeface="Montserrat Black"/>
                <a:ea typeface="Montserrat Black"/>
                <a:cs typeface="Montserrat Black"/>
                <a:sym typeface="Montserrat Black"/>
              </a:rPr>
              <a:t>Neo Consulting</a:t>
            </a:r>
            <a:endParaRPr b="0" i="0" sz="4100" u="none" cap="none" strike="noStrike">
              <a:solidFill>
                <a:schemeClr val="dk1"/>
              </a:solidFill>
              <a:latin typeface="Calibri"/>
              <a:ea typeface="Calibri"/>
              <a:cs typeface="Calibri"/>
              <a:sym typeface="Calibri"/>
            </a:endParaRPr>
          </a:p>
        </p:txBody>
      </p:sp>
      <p:sp>
        <p:nvSpPr>
          <p:cNvPr id="69" name="Google Shape;69;p1"/>
          <p:cNvSpPr txBox="1"/>
          <p:nvPr/>
        </p:nvSpPr>
        <p:spPr>
          <a:xfrm>
            <a:off x="1289304" y="2971800"/>
            <a:ext cx="6565392"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7E99FE"/>
              </a:buClr>
              <a:buSzPts val="1400"/>
              <a:buFont typeface="Montserrat Medium"/>
              <a:buNone/>
            </a:pPr>
            <a:r>
              <a:rPr b="0" i="0" lang="en-US" sz="1400" u="none" cap="none" strike="noStrike">
                <a:solidFill>
                  <a:srgbClr val="7E99FE"/>
                </a:solidFill>
                <a:latin typeface="Montserrat Medium"/>
                <a:ea typeface="Montserrat Medium"/>
                <a:cs typeface="Montserrat Medium"/>
                <a:sym typeface="Montserrat Medium"/>
              </a:rPr>
              <a:t>Logra tus objetivos de negocio utilizando data e inteligencia artificial</a:t>
            </a:r>
            <a:endParaRPr b="0" i="0" sz="1400" u="none" cap="none" strike="noStrike">
              <a:solidFill>
                <a:schemeClr val="dk1"/>
              </a:solidFill>
              <a:latin typeface="Calibri"/>
              <a:ea typeface="Calibri"/>
              <a:cs typeface="Calibri"/>
              <a:sym typeface="Calibri"/>
            </a:endParaRPr>
          </a:p>
        </p:txBody>
      </p:sp>
      <p:sp>
        <p:nvSpPr>
          <p:cNvPr id="70" name="Google Shape;70;p1"/>
          <p:cNvSpPr txBox="1"/>
          <p:nvPr/>
        </p:nvSpPr>
        <p:spPr>
          <a:xfrm>
            <a:off x="0" y="4599432"/>
            <a:ext cx="9144000" cy="1828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75" name="Shape 75"/>
        <p:cNvGrpSpPr/>
        <p:nvPr/>
      </p:nvGrpSpPr>
      <p:grpSpPr>
        <a:xfrm>
          <a:off x="0" y="0"/>
          <a:ext cx="0" cy="0"/>
          <a:chOff x="0" y="0"/>
          <a:chExt cx="0" cy="0"/>
        </a:xfrm>
      </p:grpSpPr>
      <p:pic>
        <p:nvPicPr>
          <p:cNvPr descr="bg_cover.png" id="76" name="Google Shape;76;p2"/>
          <p:cNvPicPr preferRelativeResize="0"/>
          <p:nvPr/>
        </p:nvPicPr>
        <p:blipFill rotWithShape="1">
          <a:blip r:embed="rId3">
            <a:alphaModFix/>
          </a:blip>
          <a:srcRect b="0" l="0" r="0" t="0"/>
          <a:stretch/>
        </p:blipFill>
        <p:spPr>
          <a:xfrm>
            <a:off x="0" y="0"/>
            <a:ext cx="9144000" cy="5143500"/>
          </a:xfrm>
          <a:prstGeom prst="rect">
            <a:avLst/>
          </a:prstGeom>
          <a:noFill/>
          <a:ln>
            <a:noFill/>
          </a:ln>
        </p:spPr>
      </p:pic>
      <p:pic>
        <p:nvPicPr>
          <p:cNvPr descr="logo_blanco.png" id="77" name="Google Shape;77;p2"/>
          <p:cNvPicPr preferRelativeResize="0"/>
          <p:nvPr/>
        </p:nvPicPr>
        <p:blipFill rotWithShape="1">
          <a:blip r:embed="rId4">
            <a:alphaModFix/>
          </a:blip>
          <a:srcRect b="0" l="0" r="0" t="0"/>
          <a:stretch/>
        </p:blipFill>
        <p:spPr>
          <a:xfrm>
            <a:off x="569671" y="389534"/>
            <a:ext cx="1228039" cy="245059"/>
          </a:xfrm>
          <a:prstGeom prst="rect">
            <a:avLst/>
          </a:prstGeom>
          <a:noFill/>
          <a:ln>
            <a:noFill/>
          </a:ln>
        </p:spPr>
      </p:pic>
      <p:sp>
        <p:nvSpPr>
          <p:cNvPr id="78" name="Google Shape;78;p2"/>
          <p:cNvSpPr txBox="1"/>
          <p:nvPr/>
        </p:nvSpPr>
        <p:spPr>
          <a:xfrm>
            <a:off x="571500" y="1810512"/>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200"/>
              <a:buFont typeface="Montserrat SemiBold"/>
              <a:buNone/>
            </a:pPr>
            <a:r>
              <a:rPr b="1" i="0" lang="en-US" sz="1200" u="none" cap="none" strike="noStrike">
                <a:solidFill>
                  <a:srgbClr val="C5D5F7"/>
                </a:solidFill>
                <a:latin typeface="Montserrat SemiBold"/>
                <a:ea typeface="Montserrat SemiBold"/>
                <a:cs typeface="Montserrat SemiBold"/>
                <a:sym typeface="Montserrat SemiBold"/>
              </a:rPr>
              <a:t>PROPUESTA</a:t>
            </a:r>
            <a:endParaRPr b="0" i="0" sz="1200" u="none" cap="none" strike="noStrike">
              <a:solidFill>
                <a:schemeClr val="dk1"/>
              </a:solidFill>
              <a:latin typeface="Calibri"/>
              <a:ea typeface="Calibri"/>
              <a:cs typeface="Calibri"/>
              <a:sym typeface="Calibri"/>
            </a:endParaRPr>
          </a:p>
        </p:txBody>
      </p:sp>
      <p:sp>
        <p:nvSpPr>
          <p:cNvPr id="79" name="Google Shape;79;p2"/>
          <p:cNvSpPr txBox="1"/>
          <p:nvPr/>
        </p:nvSpPr>
        <p:spPr>
          <a:xfrm>
            <a:off x="571500" y="2157984"/>
            <a:ext cx="8001000" cy="1188720"/>
          </a:xfrm>
          <a:prstGeom prst="rect">
            <a:avLst/>
          </a:prstGeom>
          <a:noFill/>
          <a:ln>
            <a:noFill/>
          </a:ln>
        </p:spPr>
        <p:txBody>
          <a:bodyPr anchorCtr="0" anchor="ctr" bIns="0" lIns="0" spcFirstLastPara="1" rIns="0" wrap="square" tIns="0">
            <a:noAutofit/>
          </a:bodyPr>
          <a:lstStyle/>
          <a:p>
            <a:pPr indent="0" lvl="0" marL="0" marR="0" rtl="0" algn="l">
              <a:lnSpc>
                <a:spcPct val="106000"/>
              </a:lnSpc>
              <a:spcBef>
                <a:spcPts val="0"/>
              </a:spcBef>
              <a:spcAft>
                <a:spcPts val="0"/>
              </a:spcAft>
              <a:buClr>
                <a:srgbClr val="FFFFFF"/>
              </a:buClr>
              <a:buSzPts val="3600"/>
              <a:buFont typeface="Montserrat ExtraBold"/>
              <a:buNone/>
            </a:pPr>
            <a:r>
              <a:rPr b="1" i="0" lang="en-US" sz="3600" u="none" cap="none" strike="noStrike">
                <a:solidFill>
                  <a:srgbClr val="FFFFFF"/>
                </a:solidFill>
                <a:latin typeface="Montserrat ExtraBold"/>
                <a:ea typeface="Montserrat ExtraBold"/>
                <a:cs typeface="Montserrat ExtraBold"/>
                <a:sym typeface="Montserrat ExtraBold"/>
              </a:rPr>
              <a:t>Nombre del servicio</a:t>
            </a:r>
            <a:endParaRPr b="0" i="0" sz="3600" u="none" cap="none" strike="noStrike">
              <a:solidFill>
                <a:schemeClr val="dk1"/>
              </a:solidFill>
              <a:latin typeface="Calibri"/>
              <a:ea typeface="Calibri"/>
              <a:cs typeface="Calibri"/>
              <a:sym typeface="Calibri"/>
            </a:endParaRPr>
          </a:p>
          <a:p>
            <a:pPr indent="0" lvl="0" marL="0" marR="0" rtl="0" algn="l">
              <a:lnSpc>
                <a:spcPct val="106000"/>
              </a:lnSpc>
              <a:spcBef>
                <a:spcPts val="0"/>
              </a:spcBef>
              <a:spcAft>
                <a:spcPts val="0"/>
              </a:spcAft>
              <a:buClr>
                <a:srgbClr val="7E99FE"/>
              </a:buClr>
              <a:buSzPts val="3600"/>
              <a:buFont typeface="Montserrat Black"/>
              <a:buNone/>
            </a:pPr>
            <a:r>
              <a:rPr b="1" i="1" lang="en-US" sz="3600" u="none" cap="none" strike="noStrike">
                <a:solidFill>
                  <a:srgbClr val="7E99FE"/>
                </a:solidFill>
                <a:latin typeface="Montserrat Black"/>
                <a:ea typeface="Montserrat Black"/>
                <a:cs typeface="Montserrat Black"/>
                <a:sym typeface="Montserrat Black"/>
              </a:rPr>
              <a:t>Área o alcance</a:t>
            </a:r>
            <a:endParaRPr b="0" i="0" sz="3600" u="none" cap="none" strike="noStrike">
              <a:solidFill>
                <a:schemeClr val="dk1"/>
              </a:solidFill>
              <a:latin typeface="Calibri"/>
              <a:ea typeface="Calibri"/>
              <a:cs typeface="Calibri"/>
              <a:sym typeface="Calibri"/>
            </a:endParaRPr>
          </a:p>
        </p:txBody>
      </p:sp>
      <p:sp>
        <p:nvSpPr>
          <p:cNvPr id="80" name="Google Shape;80;p2"/>
          <p:cNvSpPr txBox="1"/>
          <p:nvPr/>
        </p:nvSpPr>
        <p:spPr>
          <a:xfrm>
            <a:off x="571500" y="3675888"/>
            <a:ext cx="548640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300"/>
              <a:buFont typeface="Montserrat Medium"/>
              <a:buNone/>
            </a:pPr>
            <a:r>
              <a:rPr b="0" i="0" lang="en-US" sz="1300" u="none" cap="none" strike="noStrike">
                <a:solidFill>
                  <a:srgbClr val="C5D5F7"/>
                </a:solidFill>
                <a:latin typeface="Montserrat Medium"/>
                <a:ea typeface="Montserrat Medium"/>
                <a:cs typeface="Montserrat Medium"/>
                <a:sym typeface="Montserrat Medium"/>
              </a:rPr>
              <a:t>Nombre del Cliente  ·  Mes 20XX</a:t>
            </a:r>
            <a:endParaRPr b="0" i="0" sz="1300" u="none" cap="none" strike="noStrike">
              <a:solidFill>
                <a:schemeClr val="dk1"/>
              </a:solidFill>
              <a:latin typeface="Calibri"/>
              <a:ea typeface="Calibri"/>
              <a:cs typeface="Calibri"/>
              <a:sym typeface="Calibri"/>
            </a:endParaRPr>
          </a:p>
        </p:txBody>
      </p:sp>
      <p:sp>
        <p:nvSpPr>
          <p:cNvPr id="81" name="Google Shape;81;p2"/>
          <p:cNvSpPr txBox="1"/>
          <p:nvPr/>
        </p:nvSpPr>
        <p:spPr>
          <a:xfrm>
            <a:off x="571500" y="4590288"/>
            <a:ext cx="18288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85" name="Shape 85"/>
        <p:cNvGrpSpPr/>
        <p:nvPr/>
      </p:nvGrpSpPr>
      <p:grpSpPr>
        <a:xfrm>
          <a:off x="0" y="0"/>
          <a:ext cx="0" cy="0"/>
          <a:chOff x="0" y="0"/>
          <a:chExt cx="0" cy="0"/>
        </a:xfrm>
      </p:grpSpPr>
      <p:pic>
        <p:nvPicPr>
          <p:cNvPr descr="preencoded.png" id="86" name="Google Shape;86;g3f8da4ebb8d_0_859"/>
          <p:cNvPicPr preferRelativeResize="0"/>
          <p:nvPr/>
        </p:nvPicPr>
        <p:blipFill rotWithShape="1">
          <a:blip r:embed="rId3">
            <a:alphaModFix/>
          </a:blip>
          <a:srcRect b="0" l="0" r="0" t="0"/>
          <a:stretch/>
        </p:blipFill>
        <p:spPr>
          <a:xfrm>
            <a:off x="0" y="0"/>
            <a:ext cx="9144000" cy="5143500"/>
          </a:xfrm>
          <a:prstGeom prst="rect">
            <a:avLst/>
          </a:prstGeom>
          <a:noFill/>
          <a:ln>
            <a:noFill/>
          </a:ln>
        </p:spPr>
      </p:pic>
      <p:pic>
        <p:nvPicPr>
          <p:cNvPr descr="preencoded.png" id="87" name="Google Shape;87;g3f8da4ebb8d_0_859"/>
          <p:cNvPicPr preferRelativeResize="0"/>
          <p:nvPr/>
        </p:nvPicPr>
        <p:blipFill rotWithShape="1">
          <a:blip r:embed="rId4">
            <a:alphaModFix/>
          </a:blip>
          <a:srcRect b="0" l="0" r="0" t="0"/>
          <a:stretch/>
        </p:blipFill>
        <p:spPr>
          <a:xfrm>
            <a:off x="581025" y="2205038"/>
            <a:ext cx="4062412" cy="1662113"/>
          </a:xfrm>
          <a:prstGeom prst="rect">
            <a:avLst/>
          </a:prstGeom>
          <a:noFill/>
          <a:ln>
            <a:noFill/>
          </a:ln>
        </p:spPr>
      </p:pic>
      <p:pic>
        <p:nvPicPr>
          <p:cNvPr descr="preencoded.png" id="88" name="Google Shape;88;g3f8da4ebb8d_0_859">
            <a:hlinkClick r:id="rId5"/>
          </p:cNvPr>
          <p:cNvPicPr preferRelativeResize="0"/>
          <p:nvPr/>
        </p:nvPicPr>
        <p:blipFill rotWithShape="1">
          <a:blip r:embed="rId6">
            <a:alphaModFix/>
          </a:blip>
          <a:srcRect b="0" l="0" r="0" t="0"/>
          <a:stretch/>
        </p:blipFill>
        <p:spPr>
          <a:xfrm>
            <a:off x="5200650" y="1357325"/>
            <a:ext cx="3371851" cy="2562249"/>
          </a:xfrm>
          <a:prstGeom prst="rect">
            <a:avLst/>
          </a:prstGeom>
          <a:noFill/>
          <a:ln>
            <a:noFill/>
          </a:ln>
          <a:effectLst>
            <a:outerShdw blurRad="171450" rotWithShape="0" algn="bl" dir="1920000" dist="76200">
              <a:srgbClr val="000000">
                <a:alpha val="7060"/>
              </a:srgbClr>
            </a:outerShdw>
          </a:effectLst>
        </p:spPr>
      </p:pic>
      <p:pic>
        <p:nvPicPr>
          <p:cNvPr descr="preencoded.png" id="89" name="Google Shape;89;g3f8da4ebb8d_0_859"/>
          <p:cNvPicPr preferRelativeResize="0"/>
          <p:nvPr/>
        </p:nvPicPr>
        <p:blipFill rotWithShape="1">
          <a:blip r:embed="rId7">
            <a:alphaModFix/>
          </a:blip>
          <a:srcRect b="0" l="0" r="0" t="0"/>
          <a:stretch/>
        </p:blipFill>
        <p:spPr>
          <a:xfrm>
            <a:off x="571500" y="399119"/>
            <a:ext cx="1228470" cy="244749"/>
          </a:xfrm>
          <a:prstGeom prst="rect">
            <a:avLst/>
          </a:prstGeom>
          <a:noFill/>
          <a:ln>
            <a:noFill/>
          </a:ln>
        </p:spPr>
      </p:pic>
      <p:sp>
        <p:nvSpPr>
          <p:cNvPr id="90" name="Google Shape;90;g3f8da4ebb8d_0_859"/>
          <p:cNvSpPr/>
          <p:nvPr/>
        </p:nvSpPr>
        <p:spPr>
          <a:xfrm>
            <a:off x="571500" y="4591050"/>
            <a:ext cx="1362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neoconsulting.ai </a:t>
            </a:r>
            <a:endParaRPr b="0" i="0" sz="1200" u="none" cap="none" strike="noStrike">
              <a:solidFill>
                <a:srgbClr val="000033"/>
              </a:solidFill>
              <a:latin typeface="Calibri"/>
              <a:ea typeface="Calibri"/>
              <a:cs typeface="Calibri"/>
              <a:sym typeface="Calibri"/>
            </a:endParaRPr>
          </a:p>
        </p:txBody>
      </p:sp>
      <p:sp>
        <p:nvSpPr>
          <p:cNvPr id="91" name="Google Shape;91;g3f8da4ebb8d_0_859"/>
          <p:cNvSpPr/>
          <p:nvPr/>
        </p:nvSpPr>
        <p:spPr>
          <a:xfrm>
            <a:off x="581025" y="2205038"/>
            <a:ext cx="4086300" cy="1371600"/>
          </a:xfrm>
          <a:prstGeom prst="rect">
            <a:avLst/>
          </a:prstGeom>
          <a:noFill/>
          <a:ln>
            <a:noFill/>
          </a:ln>
        </p:spPr>
        <p:txBody>
          <a:bodyPr anchorCtr="0" anchor="t" bIns="0" lIns="0" spcFirstLastPara="1" rIns="0" wrap="square" tIns="0">
            <a:noAutofit/>
          </a:bodyPr>
          <a:lstStyle/>
          <a:p>
            <a:pPr indent="0" lvl="0" marL="0" marR="0" rtl="0" algn="l">
              <a:lnSpc>
                <a:spcPct val="88166"/>
              </a:lnSpc>
              <a:spcBef>
                <a:spcPts val="0"/>
              </a:spcBef>
              <a:spcAft>
                <a:spcPts val="0"/>
              </a:spcAft>
              <a:buClr>
                <a:schemeClr val="lt1"/>
              </a:buClr>
              <a:buSzPts val="900"/>
              <a:buFont typeface="Montserrat ExtraBold"/>
              <a:buNone/>
            </a:pPr>
            <a:r>
              <a:rPr b="1" i="0" lang="en-US" sz="900" u="none" cap="none" strike="noStrike">
                <a:solidFill>
                  <a:srgbClr val="2B5BFC"/>
                </a:solidFill>
                <a:latin typeface="Montserrat ExtraBold"/>
                <a:ea typeface="Montserrat ExtraBold"/>
                <a:cs typeface="Montserrat ExtraBold"/>
                <a:sym typeface="Montserrat ExtraBold"/>
              </a:rPr>
              <a:t>MODELOS FRONTERA &amp; AGENTES </a:t>
            </a:r>
            <a:endParaRPr b="0" i="0" sz="900" u="none" cap="none" strike="noStrike">
              <a:solidFill>
                <a:srgbClr val="2B5BFC"/>
              </a:solidFill>
              <a:latin typeface="Calibri"/>
              <a:ea typeface="Calibri"/>
              <a:cs typeface="Calibri"/>
              <a:sym typeface="Calibri"/>
            </a:endParaRPr>
          </a:p>
          <a:p>
            <a:pPr indent="0" lvl="0" marL="0" marR="0" rtl="0" algn="l">
              <a:lnSpc>
                <a:spcPct val="105833"/>
              </a:lnSpc>
              <a:spcBef>
                <a:spcPts val="0"/>
              </a:spcBef>
              <a:spcAft>
                <a:spcPts val="0"/>
              </a:spcAft>
              <a:buClr>
                <a:srgbClr val="000000"/>
              </a:buClr>
              <a:buSzPts val="1200"/>
              <a:buFont typeface="Montserrat Medium"/>
              <a:buNone/>
            </a:pPr>
            <a:r>
              <a:t/>
            </a:r>
            <a:endParaRPr b="0" i="0" sz="1200" u="none" cap="none" strike="noStrike">
              <a:solidFill>
                <a:srgbClr val="000000"/>
              </a:solidFill>
              <a:latin typeface="Montserrat Medium"/>
              <a:ea typeface="Montserrat Medium"/>
              <a:cs typeface="Montserrat Medium"/>
              <a:sym typeface="Montserrat Medium"/>
            </a:endParaRPr>
          </a:p>
          <a:p>
            <a:pPr indent="0" lvl="0" marL="0" marR="0" rtl="0" algn="l">
              <a:lnSpc>
                <a:spcPct val="105833"/>
              </a:lnSpc>
              <a:spcBef>
                <a:spcPts val="0"/>
              </a:spcBef>
              <a:spcAft>
                <a:spcPts val="0"/>
              </a:spcAft>
              <a:buClr>
                <a:srgbClr val="000000"/>
              </a:buClr>
              <a:buSzPts val="1200"/>
              <a:buFont typeface="Montserrat Medium"/>
              <a:buNone/>
            </a:pPr>
            <a:r>
              <a:rPr b="0" i="0" lang="en-US" sz="1200" u="none" cap="none" strike="noStrike">
                <a:solidFill>
                  <a:srgbClr val="000000"/>
                </a:solidFill>
                <a:latin typeface="Montserrat Medium"/>
                <a:ea typeface="Montserrat Medium"/>
                <a:cs typeface="Montserrat Medium"/>
                <a:sym typeface="Montserrat Medium"/>
              </a:rPr>
              <a:t>Llevando la IA de la experimentación a la producción real. Construimos flujos de trabajo autónomos, agentes cognitivos y modelos especializados para resolver problemas complejos de negocio con optimización constante.</a:t>
            </a:r>
            <a:endParaRPr b="0" i="0" sz="1200" u="none" cap="none" strike="noStrike">
              <a:solidFill>
                <a:srgbClr val="000033"/>
              </a:solidFill>
              <a:latin typeface="Calibri"/>
              <a:ea typeface="Calibri"/>
              <a:cs typeface="Calibri"/>
              <a:sym typeface="Calibri"/>
            </a:endParaRPr>
          </a:p>
        </p:txBody>
      </p:sp>
      <p:sp>
        <p:nvSpPr>
          <p:cNvPr id="92" name="Google Shape;92;g3f8da4ebb8d_0_859"/>
          <p:cNvSpPr/>
          <p:nvPr/>
        </p:nvSpPr>
        <p:spPr>
          <a:xfrm>
            <a:off x="790575" y="3705938"/>
            <a:ext cx="40101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D5BFF"/>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Nos ubicamos en: Calle Río de la Plata 167, San Isidro </a:t>
            </a:r>
            <a:endParaRPr b="0" i="0" sz="1100" u="none" cap="none" strike="noStrike">
              <a:solidFill>
                <a:srgbClr val="000033"/>
              </a:solidFill>
              <a:latin typeface="Calibri"/>
              <a:ea typeface="Calibri"/>
              <a:cs typeface="Calibri"/>
              <a:sym typeface="Calibri"/>
            </a:endParaRPr>
          </a:p>
        </p:txBody>
      </p:sp>
      <p:sp>
        <p:nvSpPr>
          <p:cNvPr id="93" name="Google Shape;93;g3f8da4ebb8d_0_859"/>
          <p:cNvSpPr/>
          <p:nvPr/>
        </p:nvSpPr>
        <p:spPr>
          <a:xfrm>
            <a:off x="571500" y="1357313"/>
            <a:ext cx="11097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INNOVACIÓN </a:t>
            </a:r>
            <a:endParaRPr b="0" i="0" sz="1100" u="none" cap="none" strike="noStrike">
              <a:solidFill>
                <a:srgbClr val="000033"/>
              </a:solidFill>
              <a:latin typeface="Calibri"/>
              <a:ea typeface="Calibri"/>
              <a:cs typeface="Calibri"/>
              <a:sym typeface="Calibri"/>
            </a:endParaRPr>
          </a:p>
        </p:txBody>
      </p:sp>
      <p:sp>
        <p:nvSpPr>
          <p:cNvPr id="94" name="Google Shape;94;g3f8da4ebb8d_0_859"/>
          <p:cNvSpPr/>
          <p:nvPr/>
        </p:nvSpPr>
        <p:spPr>
          <a:xfrm>
            <a:off x="571500" y="1647825"/>
            <a:ext cx="1695600" cy="324000"/>
          </a:xfrm>
          <a:prstGeom prst="rect">
            <a:avLst/>
          </a:prstGeom>
          <a:noFill/>
          <a:ln>
            <a:noFill/>
          </a:ln>
        </p:spPr>
        <p:txBody>
          <a:bodyPr anchorCtr="0" anchor="t" bIns="0" lIns="0" spcFirstLastPara="1" rIns="0" wrap="square" tIns="0">
            <a:noAutofit/>
          </a:bodyPr>
          <a:lstStyle/>
          <a:p>
            <a:pPr indent="0" lvl="0" marL="0" marR="0" rtl="0" algn="l">
              <a:lnSpc>
                <a:spcPct val="8819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NEO</a:t>
            </a:r>
            <a:r>
              <a:rPr b="1" i="1" lang="en-US" sz="2100" u="none" cap="none" strike="noStrike">
                <a:solidFill>
                  <a:srgbClr val="000033"/>
                </a:solidFill>
                <a:latin typeface="Montserrat Black"/>
                <a:ea typeface="Montserrat Black"/>
                <a:cs typeface="Montserrat Black"/>
                <a:sym typeface="Montserrat Black"/>
              </a:rPr>
              <a:t> </a:t>
            </a:r>
            <a:r>
              <a:rPr b="1" i="1" lang="en-US" sz="2100" u="none" cap="none" strike="noStrike">
                <a:solidFill>
                  <a:srgbClr val="2B5BFC"/>
                </a:solidFill>
                <a:latin typeface="Montserrat Black"/>
                <a:ea typeface="Montserrat Black"/>
                <a:cs typeface="Montserrat Black"/>
                <a:sym typeface="Montserrat Black"/>
              </a:rPr>
              <a:t>AI Lab</a:t>
            </a:r>
            <a:r>
              <a:rPr b="1" i="0" lang="en-US" sz="2100" u="none" cap="none" strike="noStrike">
                <a:solidFill>
                  <a:srgbClr val="000033"/>
                </a:solidFill>
                <a:latin typeface="Montserrat ExtraBold"/>
                <a:ea typeface="Montserrat ExtraBold"/>
                <a:cs typeface="Montserrat ExtraBold"/>
                <a:sym typeface="Montserrat ExtraBold"/>
              </a:rPr>
              <a:t> </a:t>
            </a:r>
            <a:endParaRPr b="0" i="0" sz="2100" u="none" cap="none" strike="noStrike">
              <a:solidFill>
                <a:srgbClr val="000033"/>
              </a:solidFill>
              <a:latin typeface="Calibri"/>
              <a:ea typeface="Calibri"/>
              <a:cs typeface="Calibri"/>
              <a:sym typeface="Calibri"/>
            </a:endParaRPr>
          </a:p>
        </p:txBody>
      </p:sp>
      <p:sp>
        <p:nvSpPr>
          <p:cNvPr id="95" name="Google Shape;95;g3f8da4ebb8d_0_859"/>
          <p:cNvSpPr/>
          <p:nvPr/>
        </p:nvSpPr>
        <p:spPr>
          <a:xfrm>
            <a:off x="1676144" y="506084"/>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000033"/>
              </a:buClr>
              <a:buSzPts val="300"/>
              <a:buFont typeface="Montserrat SemiBold"/>
              <a:buNone/>
            </a:pPr>
            <a:r>
              <a:rPr b="1" i="0" lang="en-US" sz="300" u="none" cap="none" strike="noStrike">
                <a:solidFill>
                  <a:srgbClr val="000033"/>
                </a:solidFill>
                <a:latin typeface="Montserrat SemiBold"/>
                <a:ea typeface="Montserrat SemiBold"/>
                <a:cs typeface="Montserrat SemiBold"/>
                <a:sym typeface="Montserrat SemiBold"/>
              </a:rPr>
              <a:t>AÑOS </a:t>
            </a:r>
            <a:endParaRPr b="0" i="0" sz="300" u="none" cap="none" strike="noStrike">
              <a:solidFill>
                <a:srgbClr val="000033"/>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100" name="Shape 100"/>
        <p:cNvGrpSpPr/>
        <p:nvPr/>
      </p:nvGrpSpPr>
      <p:grpSpPr>
        <a:xfrm>
          <a:off x="0" y="0"/>
          <a:ext cx="0" cy="0"/>
          <a:chOff x="0" y="0"/>
          <a:chExt cx="0" cy="0"/>
        </a:xfrm>
      </p:grpSpPr>
      <p:pic>
        <p:nvPicPr>
          <p:cNvPr descr="preencoded.png" id="101" name="Google Shape;101;g3f8da4ebb8d_0_872"/>
          <p:cNvPicPr preferRelativeResize="0"/>
          <p:nvPr/>
        </p:nvPicPr>
        <p:blipFill rotWithShape="1">
          <a:blip r:embed="rId3">
            <a:alphaModFix/>
          </a:blip>
          <a:srcRect b="0" l="0" r="0" t="0"/>
          <a:stretch/>
        </p:blipFill>
        <p:spPr>
          <a:xfrm>
            <a:off x="0" y="0"/>
            <a:ext cx="9144000" cy="5143500"/>
          </a:xfrm>
          <a:prstGeom prst="rect">
            <a:avLst/>
          </a:prstGeom>
          <a:noFill/>
          <a:ln>
            <a:noFill/>
          </a:ln>
        </p:spPr>
      </p:pic>
      <p:pic>
        <p:nvPicPr>
          <p:cNvPr descr="preencoded.png" id="102" name="Google Shape;102;g3f8da4ebb8d_0_872"/>
          <p:cNvPicPr preferRelativeResize="0"/>
          <p:nvPr/>
        </p:nvPicPr>
        <p:blipFill rotWithShape="1">
          <a:blip r:embed="rId4">
            <a:alphaModFix/>
          </a:blip>
          <a:srcRect b="0" l="0" r="0" t="0"/>
          <a:stretch/>
        </p:blipFill>
        <p:spPr>
          <a:xfrm>
            <a:off x="571500" y="399117"/>
            <a:ext cx="8001000" cy="244750"/>
          </a:xfrm>
          <a:prstGeom prst="rect">
            <a:avLst/>
          </a:prstGeom>
          <a:noFill/>
          <a:ln>
            <a:noFill/>
          </a:ln>
        </p:spPr>
      </p:pic>
      <p:pic>
        <p:nvPicPr>
          <p:cNvPr descr="preencoded.png" id="103" name="Google Shape;103;g3f8da4ebb8d_0_872"/>
          <p:cNvPicPr preferRelativeResize="0"/>
          <p:nvPr/>
        </p:nvPicPr>
        <p:blipFill rotWithShape="1">
          <a:blip r:embed="rId5">
            <a:alphaModFix/>
          </a:blip>
          <a:srcRect b="0" l="0" r="0" t="0"/>
          <a:stretch/>
        </p:blipFill>
        <p:spPr>
          <a:xfrm>
            <a:off x="485775" y="2562225"/>
            <a:ext cx="8172451" cy="1576387"/>
          </a:xfrm>
          <a:prstGeom prst="rect">
            <a:avLst/>
          </a:prstGeom>
          <a:noFill/>
          <a:ln>
            <a:noFill/>
          </a:ln>
        </p:spPr>
      </p:pic>
      <p:sp>
        <p:nvSpPr>
          <p:cNvPr id="104" name="Google Shape;104;g3f8da4ebb8d_0_872"/>
          <p:cNvSpPr/>
          <p:nvPr/>
        </p:nvSpPr>
        <p:spPr>
          <a:xfrm>
            <a:off x="1676144" y="506083"/>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000033"/>
              </a:buClr>
              <a:buSzPts val="300"/>
              <a:buFont typeface="Montserrat SemiBold"/>
              <a:buNone/>
            </a:pPr>
            <a:r>
              <a:rPr b="1" i="0" lang="en-US" sz="300" u="none" cap="none" strike="noStrike">
                <a:solidFill>
                  <a:srgbClr val="000033"/>
                </a:solidFill>
                <a:latin typeface="Montserrat SemiBold"/>
                <a:ea typeface="Montserrat SemiBold"/>
                <a:cs typeface="Montserrat SemiBold"/>
                <a:sym typeface="Montserrat SemiBold"/>
              </a:rPr>
              <a:t>AÑOS </a:t>
            </a:r>
            <a:endParaRPr b="0" i="0" sz="300" u="none" cap="none" strike="noStrike">
              <a:solidFill>
                <a:schemeClr val="dk1"/>
              </a:solidFill>
              <a:latin typeface="Calibri"/>
              <a:ea typeface="Calibri"/>
              <a:cs typeface="Calibri"/>
              <a:sym typeface="Calibri"/>
            </a:endParaRPr>
          </a:p>
        </p:txBody>
      </p:sp>
      <p:sp>
        <p:nvSpPr>
          <p:cNvPr id="105" name="Google Shape;105;g3f8da4ebb8d_0_872"/>
          <p:cNvSpPr/>
          <p:nvPr/>
        </p:nvSpPr>
        <p:spPr>
          <a:xfrm>
            <a:off x="571500" y="4591050"/>
            <a:ext cx="1362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neoconsulting.ai </a:t>
            </a:r>
            <a:endParaRPr b="0" i="0" sz="1200" u="none" cap="none" strike="noStrike">
              <a:solidFill>
                <a:schemeClr val="dk1"/>
              </a:solidFill>
              <a:latin typeface="Calibri"/>
              <a:ea typeface="Calibri"/>
              <a:cs typeface="Calibri"/>
              <a:sym typeface="Calibri"/>
            </a:endParaRPr>
          </a:p>
        </p:txBody>
      </p:sp>
      <p:sp>
        <p:nvSpPr>
          <p:cNvPr id="106" name="Google Shape;106;g3f8da4ebb8d_0_872"/>
          <p:cNvSpPr/>
          <p:nvPr/>
        </p:nvSpPr>
        <p:spPr>
          <a:xfrm>
            <a:off x="571500" y="1281113"/>
            <a:ext cx="8029500" cy="552600"/>
          </a:xfrm>
          <a:prstGeom prst="rect">
            <a:avLst/>
          </a:prstGeom>
          <a:noFill/>
          <a:ln>
            <a:noFill/>
          </a:ln>
        </p:spPr>
        <p:txBody>
          <a:bodyPr anchorCtr="0" anchor="t" bIns="0" lIns="0" spcFirstLastPara="1" rIns="0" wrap="square" tIns="0">
            <a:noAutofit/>
          </a:bodyPr>
          <a:lstStyle/>
          <a:p>
            <a:pPr indent="0" lvl="0" marL="0" marR="0" rtl="0" algn="l">
              <a:lnSpc>
                <a:spcPct val="84666"/>
              </a:lnSpc>
              <a:spcBef>
                <a:spcPts val="0"/>
              </a:spcBef>
              <a:spcAft>
                <a:spcPts val="0"/>
              </a:spcAft>
              <a:buClr>
                <a:srgbClr val="000033"/>
              </a:buClr>
              <a:buSzPts val="1800"/>
              <a:buFont typeface="Montserrat ExtraBold"/>
              <a:buNone/>
            </a:pPr>
            <a:r>
              <a:rPr b="1" i="0" lang="en-US" sz="1800" u="none" cap="none" strike="noStrike">
                <a:solidFill>
                  <a:srgbClr val="000033"/>
                </a:solidFill>
                <a:latin typeface="Montserrat ExtraBold"/>
                <a:ea typeface="Montserrat ExtraBold"/>
                <a:cs typeface="Montserrat ExtraBold"/>
                <a:sym typeface="Montserrat ExtraBold"/>
              </a:rPr>
              <a:t>Logra tus objetivos de negocio utilizando</a:t>
            </a:r>
            <a:endParaRPr b="0" i="0" sz="1800" u="none" cap="none" strike="noStrike">
              <a:solidFill>
                <a:schemeClr val="dk1"/>
              </a:solidFill>
              <a:latin typeface="Calibri"/>
              <a:ea typeface="Calibri"/>
              <a:cs typeface="Calibri"/>
              <a:sym typeface="Calibri"/>
            </a:endParaRPr>
          </a:p>
          <a:p>
            <a:pPr indent="0" lvl="0" marL="0" marR="0" rtl="0" algn="l">
              <a:lnSpc>
                <a:spcPct val="84666"/>
              </a:lnSpc>
              <a:spcBef>
                <a:spcPts val="0"/>
              </a:spcBef>
              <a:spcAft>
                <a:spcPts val="0"/>
              </a:spcAft>
              <a:buClr>
                <a:srgbClr val="2B5BFC"/>
              </a:buClr>
              <a:buSzPts val="1800"/>
              <a:buFont typeface="Montserrat ExtraBold"/>
              <a:buNone/>
            </a:pPr>
            <a:r>
              <a:rPr b="1" i="1" lang="en-US" sz="1800" u="none" cap="none" strike="noStrike">
                <a:solidFill>
                  <a:srgbClr val="2B5BFC"/>
                </a:solidFill>
                <a:latin typeface="Montserrat ExtraBold"/>
                <a:ea typeface="Montserrat ExtraBold"/>
                <a:cs typeface="Montserrat ExtraBold"/>
                <a:sym typeface="Montserrat ExtraBold"/>
              </a:rPr>
              <a:t>data e inteligencia artificial</a:t>
            </a:r>
            <a:r>
              <a:rPr b="1" i="0" lang="en-US" sz="1800" u="none" cap="none" strike="noStrike">
                <a:solidFill>
                  <a:srgbClr val="000033"/>
                </a:solidFill>
                <a:latin typeface="Montserrat ExtraBold"/>
                <a:ea typeface="Montserrat ExtraBold"/>
                <a:cs typeface="Montserrat ExtraBold"/>
                <a:sym typeface="Montserrat ExtraBold"/>
              </a:rPr>
              <a:t> </a:t>
            </a:r>
            <a:endParaRPr b="0" i="0" sz="1800" u="none" cap="none" strike="noStrike">
              <a:solidFill>
                <a:schemeClr val="dk1"/>
              </a:solidFill>
              <a:latin typeface="Calibri"/>
              <a:ea typeface="Calibri"/>
              <a:cs typeface="Calibri"/>
              <a:sym typeface="Calibri"/>
            </a:endParaRPr>
          </a:p>
        </p:txBody>
      </p:sp>
      <p:sp>
        <p:nvSpPr>
          <p:cNvPr id="107" name="Google Shape;107;g3f8da4ebb8d_0_872"/>
          <p:cNvSpPr/>
          <p:nvPr/>
        </p:nvSpPr>
        <p:spPr>
          <a:xfrm>
            <a:off x="571500" y="1947863"/>
            <a:ext cx="6000900" cy="428700"/>
          </a:xfrm>
          <a:prstGeom prst="rect">
            <a:avLst/>
          </a:prstGeom>
          <a:noFill/>
          <a:ln>
            <a:noFill/>
          </a:ln>
        </p:spPr>
        <p:txBody>
          <a:bodyPr anchorCtr="0" anchor="t" bIns="0" lIns="0" spcFirstLastPara="1" rIns="0" wrap="square" tIns="0">
            <a:noAutofit/>
          </a:bodyPr>
          <a:lstStyle/>
          <a:p>
            <a:pPr indent="0" lvl="0" marL="0" marR="0" rtl="0" algn="l">
              <a:lnSpc>
                <a:spcPct val="105822"/>
              </a:lnSpc>
              <a:spcBef>
                <a:spcPts val="0"/>
              </a:spcBef>
              <a:spcAft>
                <a:spcPts val="0"/>
              </a:spcAft>
              <a:buClr>
                <a:srgbClr val="000000"/>
              </a:buClr>
              <a:buSzPts val="1100"/>
              <a:buFont typeface="Montserrat Medium"/>
              <a:buNone/>
            </a:pPr>
            <a:r>
              <a:rPr b="0" i="0" lang="en-US" sz="1100" u="none" cap="none" strike="noStrike">
                <a:solidFill>
                  <a:srgbClr val="000033"/>
                </a:solidFill>
                <a:latin typeface="Montserrat Medium"/>
                <a:ea typeface="Montserrat Medium"/>
                <a:cs typeface="Montserrat Medium"/>
                <a:sym typeface="Montserrat Medium"/>
              </a:rPr>
              <a:t>Combinamos estrategia, tecnología y talento AI-first para transformar empresas líderes en LATAM y convertir su ambición digital en resultados medibles. </a:t>
            </a:r>
            <a:endParaRPr b="0" i="0" sz="1100" u="none" cap="none" strike="noStrike">
              <a:solidFill>
                <a:schemeClr val="dk1"/>
              </a:solidFill>
              <a:latin typeface="Calibri"/>
              <a:ea typeface="Calibri"/>
              <a:cs typeface="Calibri"/>
              <a:sym typeface="Calibri"/>
            </a:endParaRPr>
          </a:p>
        </p:txBody>
      </p:sp>
      <p:sp>
        <p:nvSpPr>
          <p:cNvPr id="108" name="Google Shape;108;g3f8da4ebb8d_0_872"/>
          <p:cNvSpPr/>
          <p:nvPr/>
        </p:nvSpPr>
        <p:spPr>
          <a:xfrm>
            <a:off x="723900" y="2771775"/>
            <a:ext cx="728700" cy="466800"/>
          </a:xfrm>
          <a:prstGeom prst="rect">
            <a:avLst/>
          </a:prstGeom>
          <a:noFill/>
          <a:ln>
            <a:noFill/>
          </a:ln>
        </p:spPr>
        <p:txBody>
          <a:bodyPr anchorCtr="0" anchor="t" bIns="0" lIns="0" spcFirstLastPara="1" rIns="0" wrap="square" tIns="0">
            <a:noAutofit/>
          </a:bodyPr>
          <a:lstStyle/>
          <a:p>
            <a:pPr indent="0" lvl="0" marL="0" marR="0" rtl="0" algn="l">
              <a:lnSpc>
                <a:spcPct val="88183"/>
              </a:lnSpc>
              <a:spcBef>
                <a:spcPts val="0"/>
              </a:spcBef>
              <a:spcAft>
                <a:spcPts val="0"/>
              </a:spcAft>
              <a:buClr>
                <a:srgbClr val="2B5BFC"/>
              </a:buClr>
              <a:buSzPts val="3000"/>
              <a:buFont typeface="Montserrat Black"/>
              <a:buNone/>
            </a:pPr>
            <a:r>
              <a:rPr b="1" i="0" lang="en-US" sz="3000" u="none" cap="none" strike="noStrike">
                <a:solidFill>
                  <a:srgbClr val="2B5BFC"/>
                </a:solidFill>
                <a:latin typeface="Montserrat Black"/>
                <a:ea typeface="Montserrat Black"/>
                <a:cs typeface="Montserrat Black"/>
                <a:sym typeface="Montserrat Black"/>
              </a:rPr>
              <a:t>+25 </a:t>
            </a:r>
            <a:endParaRPr b="0" i="0" sz="3000" u="none" cap="none" strike="noStrike">
              <a:solidFill>
                <a:schemeClr val="dk1"/>
              </a:solidFill>
              <a:latin typeface="Calibri"/>
              <a:ea typeface="Calibri"/>
              <a:cs typeface="Calibri"/>
              <a:sym typeface="Calibri"/>
            </a:endParaRPr>
          </a:p>
        </p:txBody>
      </p:sp>
      <p:sp>
        <p:nvSpPr>
          <p:cNvPr id="109" name="Google Shape;109;g3f8da4ebb8d_0_872"/>
          <p:cNvSpPr/>
          <p:nvPr/>
        </p:nvSpPr>
        <p:spPr>
          <a:xfrm>
            <a:off x="723900" y="3314700"/>
            <a:ext cx="1609800" cy="5571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Años de experiencia transformando negocios </a:t>
            </a:r>
            <a:endParaRPr b="0" i="0" sz="1100" u="none" cap="none" strike="noStrike">
              <a:solidFill>
                <a:schemeClr val="dk1"/>
              </a:solidFill>
              <a:latin typeface="Calibri"/>
              <a:ea typeface="Calibri"/>
              <a:cs typeface="Calibri"/>
              <a:sym typeface="Calibri"/>
            </a:endParaRPr>
          </a:p>
        </p:txBody>
      </p:sp>
      <p:sp>
        <p:nvSpPr>
          <p:cNvPr id="110" name="Google Shape;110;g3f8da4ebb8d_0_872"/>
          <p:cNvSpPr/>
          <p:nvPr/>
        </p:nvSpPr>
        <p:spPr>
          <a:xfrm>
            <a:off x="2762250" y="2771775"/>
            <a:ext cx="1066800" cy="466800"/>
          </a:xfrm>
          <a:prstGeom prst="rect">
            <a:avLst/>
          </a:prstGeom>
          <a:noFill/>
          <a:ln>
            <a:noFill/>
          </a:ln>
        </p:spPr>
        <p:txBody>
          <a:bodyPr anchorCtr="0" anchor="t" bIns="0" lIns="0" spcFirstLastPara="1" rIns="0" wrap="square" tIns="0">
            <a:noAutofit/>
          </a:bodyPr>
          <a:lstStyle/>
          <a:p>
            <a:pPr indent="0" lvl="0" marL="0" marR="0" rtl="0" algn="l">
              <a:lnSpc>
                <a:spcPct val="88183"/>
              </a:lnSpc>
              <a:spcBef>
                <a:spcPts val="0"/>
              </a:spcBef>
              <a:spcAft>
                <a:spcPts val="0"/>
              </a:spcAft>
              <a:buClr>
                <a:srgbClr val="2B5BFC"/>
              </a:buClr>
              <a:buSzPts val="3000"/>
              <a:buFont typeface="Montserrat Black"/>
              <a:buNone/>
            </a:pPr>
            <a:r>
              <a:rPr b="1" i="0" lang="en-US" sz="3000" u="none" cap="none" strike="noStrike">
                <a:solidFill>
                  <a:srgbClr val="2B5BFC"/>
                </a:solidFill>
                <a:latin typeface="Montserrat Black"/>
                <a:ea typeface="Montserrat Black"/>
                <a:cs typeface="Montserrat Black"/>
                <a:sym typeface="Montserrat Black"/>
              </a:rPr>
              <a:t>+800 </a:t>
            </a:r>
            <a:endParaRPr b="0" i="0" sz="3000" u="none" cap="none" strike="noStrike">
              <a:solidFill>
                <a:schemeClr val="dk1"/>
              </a:solidFill>
              <a:latin typeface="Calibri"/>
              <a:ea typeface="Calibri"/>
              <a:cs typeface="Calibri"/>
              <a:sym typeface="Calibri"/>
            </a:endParaRPr>
          </a:p>
        </p:txBody>
      </p:sp>
      <p:sp>
        <p:nvSpPr>
          <p:cNvPr id="111" name="Google Shape;111;g3f8da4ebb8d_0_872"/>
          <p:cNvSpPr/>
          <p:nvPr/>
        </p:nvSpPr>
        <p:spPr>
          <a:xfrm>
            <a:off x="2762250" y="3314700"/>
            <a:ext cx="1609800" cy="3714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Proyectos exitosos en los últimos 5 años </a:t>
            </a:r>
            <a:endParaRPr b="0" i="0" sz="1100" u="none" cap="none" strike="noStrike">
              <a:solidFill>
                <a:schemeClr val="dk1"/>
              </a:solidFill>
              <a:latin typeface="Calibri"/>
              <a:ea typeface="Calibri"/>
              <a:cs typeface="Calibri"/>
              <a:sym typeface="Calibri"/>
            </a:endParaRPr>
          </a:p>
        </p:txBody>
      </p:sp>
      <p:sp>
        <p:nvSpPr>
          <p:cNvPr id="112" name="Google Shape;112;g3f8da4ebb8d_0_872"/>
          <p:cNvSpPr/>
          <p:nvPr/>
        </p:nvSpPr>
        <p:spPr>
          <a:xfrm>
            <a:off x="4800600" y="2771775"/>
            <a:ext cx="952500" cy="466800"/>
          </a:xfrm>
          <a:prstGeom prst="rect">
            <a:avLst/>
          </a:prstGeom>
          <a:noFill/>
          <a:ln>
            <a:noFill/>
          </a:ln>
        </p:spPr>
        <p:txBody>
          <a:bodyPr anchorCtr="0" anchor="t" bIns="0" lIns="0" spcFirstLastPara="1" rIns="0" wrap="square" tIns="0">
            <a:noAutofit/>
          </a:bodyPr>
          <a:lstStyle/>
          <a:p>
            <a:pPr indent="0" lvl="0" marL="0" marR="0" rtl="0" algn="l">
              <a:lnSpc>
                <a:spcPct val="88183"/>
              </a:lnSpc>
              <a:spcBef>
                <a:spcPts val="0"/>
              </a:spcBef>
              <a:spcAft>
                <a:spcPts val="0"/>
              </a:spcAft>
              <a:buClr>
                <a:srgbClr val="2B5BFC"/>
              </a:buClr>
              <a:buSzPts val="3000"/>
              <a:buFont typeface="Montserrat Black"/>
              <a:buNone/>
            </a:pPr>
            <a:r>
              <a:rPr b="1" i="0" lang="en-US" sz="3000" u="none" cap="none" strike="noStrike">
                <a:solidFill>
                  <a:srgbClr val="2B5BFC"/>
                </a:solidFill>
                <a:latin typeface="Montserrat Black"/>
                <a:ea typeface="Montserrat Black"/>
                <a:cs typeface="Montserrat Black"/>
                <a:sym typeface="Montserrat Black"/>
              </a:rPr>
              <a:t>+100 </a:t>
            </a:r>
            <a:endParaRPr b="0" i="0" sz="3000" u="none" cap="none" strike="noStrike">
              <a:solidFill>
                <a:schemeClr val="dk1"/>
              </a:solidFill>
              <a:latin typeface="Calibri"/>
              <a:ea typeface="Calibri"/>
              <a:cs typeface="Calibri"/>
              <a:sym typeface="Calibri"/>
            </a:endParaRPr>
          </a:p>
        </p:txBody>
      </p:sp>
      <p:sp>
        <p:nvSpPr>
          <p:cNvPr id="113" name="Google Shape;113;g3f8da4ebb8d_0_872"/>
          <p:cNvSpPr/>
          <p:nvPr/>
        </p:nvSpPr>
        <p:spPr>
          <a:xfrm>
            <a:off x="4800600" y="3314700"/>
            <a:ext cx="1609800" cy="3714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Clientes en 15 sectores distintos </a:t>
            </a:r>
            <a:endParaRPr b="0" i="0" sz="1100" u="none" cap="none" strike="noStrike">
              <a:solidFill>
                <a:schemeClr val="dk1"/>
              </a:solidFill>
              <a:latin typeface="Calibri"/>
              <a:ea typeface="Calibri"/>
              <a:cs typeface="Calibri"/>
              <a:sym typeface="Calibri"/>
            </a:endParaRPr>
          </a:p>
        </p:txBody>
      </p:sp>
      <p:sp>
        <p:nvSpPr>
          <p:cNvPr id="114" name="Google Shape;114;g3f8da4ebb8d_0_872"/>
          <p:cNvSpPr/>
          <p:nvPr/>
        </p:nvSpPr>
        <p:spPr>
          <a:xfrm>
            <a:off x="6838950" y="2771775"/>
            <a:ext cx="1081200" cy="466800"/>
          </a:xfrm>
          <a:prstGeom prst="rect">
            <a:avLst/>
          </a:prstGeom>
          <a:noFill/>
          <a:ln>
            <a:noFill/>
          </a:ln>
        </p:spPr>
        <p:txBody>
          <a:bodyPr anchorCtr="0" anchor="t" bIns="0" lIns="0" spcFirstLastPara="1" rIns="0" wrap="square" tIns="0">
            <a:noAutofit/>
          </a:bodyPr>
          <a:lstStyle/>
          <a:p>
            <a:pPr indent="0" lvl="0" marL="0" marR="0" rtl="0" algn="l">
              <a:lnSpc>
                <a:spcPct val="88183"/>
              </a:lnSpc>
              <a:spcBef>
                <a:spcPts val="0"/>
              </a:spcBef>
              <a:spcAft>
                <a:spcPts val="0"/>
              </a:spcAft>
              <a:buClr>
                <a:srgbClr val="2B5BFC"/>
              </a:buClr>
              <a:buSzPts val="3000"/>
              <a:buFont typeface="Montserrat Black"/>
              <a:buNone/>
            </a:pPr>
            <a:r>
              <a:rPr b="1" i="0" lang="en-US" sz="3000" u="none" cap="none" strike="noStrike">
                <a:solidFill>
                  <a:srgbClr val="2B5BFC"/>
                </a:solidFill>
                <a:latin typeface="Montserrat Black"/>
                <a:ea typeface="Montserrat Black"/>
                <a:cs typeface="Montserrat Black"/>
                <a:sym typeface="Montserrat Black"/>
              </a:rPr>
              <a:t>100% </a:t>
            </a:r>
            <a:endParaRPr b="0" i="0" sz="3000" u="none" cap="none" strike="noStrike">
              <a:solidFill>
                <a:schemeClr val="dk1"/>
              </a:solidFill>
              <a:latin typeface="Calibri"/>
              <a:ea typeface="Calibri"/>
              <a:cs typeface="Calibri"/>
              <a:sym typeface="Calibri"/>
            </a:endParaRPr>
          </a:p>
        </p:txBody>
      </p:sp>
      <p:sp>
        <p:nvSpPr>
          <p:cNvPr id="115" name="Google Shape;115;g3f8da4ebb8d_0_872"/>
          <p:cNvSpPr/>
          <p:nvPr/>
        </p:nvSpPr>
        <p:spPr>
          <a:xfrm>
            <a:off x="6838950" y="3314700"/>
            <a:ext cx="1609800" cy="3714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Del staff certificado en IA </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120" name="Shape 120"/>
        <p:cNvGrpSpPr/>
        <p:nvPr/>
      </p:nvGrpSpPr>
      <p:grpSpPr>
        <a:xfrm>
          <a:off x="0" y="0"/>
          <a:ext cx="0" cy="0"/>
          <a:chOff x="0" y="0"/>
          <a:chExt cx="0" cy="0"/>
        </a:xfrm>
      </p:grpSpPr>
      <p:pic>
        <p:nvPicPr>
          <p:cNvPr descr="preencoded.png" id="121" name="Google Shape;121;g3f8da4ebb8d_0_891"/>
          <p:cNvPicPr preferRelativeResize="0"/>
          <p:nvPr/>
        </p:nvPicPr>
        <p:blipFill rotWithShape="1">
          <a:blip r:embed="rId3">
            <a:alphaModFix/>
          </a:blip>
          <a:srcRect b="0" l="0" r="0" t="0"/>
          <a:stretch/>
        </p:blipFill>
        <p:spPr>
          <a:xfrm>
            <a:off x="0" y="0"/>
            <a:ext cx="9144000" cy="5143500"/>
          </a:xfrm>
          <a:prstGeom prst="rect">
            <a:avLst/>
          </a:prstGeom>
          <a:noFill/>
          <a:ln>
            <a:noFill/>
          </a:ln>
        </p:spPr>
      </p:pic>
      <p:pic>
        <p:nvPicPr>
          <p:cNvPr descr="preencoded.png" id="122" name="Google Shape;122;g3f8da4ebb8d_0_891"/>
          <p:cNvPicPr preferRelativeResize="0"/>
          <p:nvPr/>
        </p:nvPicPr>
        <p:blipFill rotWithShape="1">
          <a:blip r:embed="rId4">
            <a:alphaModFix/>
          </a:blip>
          <a:srcRect b="0" l="0" r="0" t="0"/>
          <a:stretch/>
        </p:blipFill>
        <p:spPr>
          <a:xfrm>
            <a:off x="571500" y="399117"/>
            <a:ext cx="8001000" cy="244750"/>
          </a:xfrm>
          <a:prstGeom prst="rect">
            <a:avLst/>
          </a:prstGeom>
          <a:noFill/>
          <a:ln>
            <a:noFill/>
          </a:ln>
        </p:spPr>
      </p:pic>
      <p:pic>
        <p:nvPicPr>
          <p:cNvPr descr="preencoded.png" id="123" name="Google Shape;123;g3f8da4ebb8d_0_891"/>
          <p:cNvPicPr preferRelativeResize="0"/>
          <p:nvPr/>
        </p:nvPicPr>
        <p:blipFill rotWithShape="1">
          <a:blip r:embed="rId5">
            <a:alphaModFix/>
          </a:blip>
          <a:srcRect b="0" l="0" r="0" t="0"/>
          <a:stretch/>
        </p:blipFill>
        <p:spPr>
          <a:xfrm>
            <a:off x="1896363" y="2321613"/>
            <a:ext cx="2712792" cy="971509"/>
          </a:xfrm>
          <a:prstGeom prst="rect">
            <a:avLst/>
          </a:prstGeom>
          <a:noFill/>
          <a:ln>
            <a:noFill/>
          </a:ln>
        </p:spPr>
      </p:pic>
      <p:pic>
        <p:nvPicPr>
          <p:cNvPr descr="preencoded.png" id="124" name="Google Shape;124;g3f8da4ebb8d_0_891"/>
          <p:cNvPicPr preferRelativeResize="0"/>
          <p:nvPr/>
        </p:nvPicPr>
        <p:blipFill rotWithShape="1">
          <a:blip r:embed="rId5">
            <a:alphaModFix/>
          </a:blip>
          <a:srcRect b="0" l="0" r="0" t="0"/>
          <a:stretch/>
        </p:blipFill>
        <p:spPr>
          <a:xfrm>
            <a:off x="4534849" y="2321613"/>
            <a:ext cx="2712792" cy="971509"/>
          </a:xfrm>
          <a:prstGeom prst="rect">
            <a:avLst/>
          </a:prstGeom>
          <a:noFill/>
          <a:ln>
            <a:noFill/>
          </a:ln>
        </p:spPr>
      </p:pic>
      <p:pic>
        <p:nvPicPr>
          <p:cNvPr descr="preencoded.png" id="125" name="Google Shape;125;g3f8da4ebb8d_0_891"/>
          <p:cNvPicPr preferRelativeResize="0"/>
          <p:nvPr/>
        </p:nvPicPr>
        <p:blipFill rotWithShape="1">
          <a:blip r:embed="rId5">
            <a:alphaModFix/>
          </a:blip>
          <a:srcRect b="0" l="0" r="0" t="0"/>
          <a:stretch/>
        </p:blipFill>
        <p:spPr>
          <a:xfrm>
            <a:off x="1896363" y="3213490"/>
            <a:ext cx="2712792" cy="971509"/>
          </a:xfrm>
          <a:prstGeom prst="rect">
            <a:avLst/>
          </a:prstGeom>
          <a:noFill/>
          <a:ln>
            <a:noFill/>
          </a:ln>
        </p:spPr>
      </p:pic>
      <p:pic>
        <p:nvPicPr>
          <p:cNvPr descr="preencoded.png" id="126" name="Google Shape;126;g3f8da4ebb8d_0_891"/>
          <p:cNvPicPr preferRelativeResize="0"/>
          <p:nvPr/>
        </p:nvPicPr>
        <p:blipFill rotWithShape="1">
          <a:blip r:embed="rId5">
            <a:alphaModFix/>
          </a:blip>
          <a:srcRect b="0" l="0" r="0" t="0"/>
          <a:stretch/>
        </p:blipFill>
        <p:spPr>
          <a:xfrm>
            <a:off x="4534849" y="3213490"/>
            <a:ext cx="2712792" cy="971509"/>
          </a:xfrm>
          <a:prstGeom prst="rect">
            <a:avLst/>
          </a:prstGeom>
          <a:noFill/>
          <a:ln>
            <a:noFill/>
          </a:ln>
        </p:spPr>
      </p:pic>
      <p:sp>
        <p:nvSpPr>
          <p:cNvPr id="127" name="Google Shape;127;g3f8da4ebb8d_0_891"/>
          <p:cNvSpPr/>
          <p:nvPr/>
        </p:nvSpPr>
        <p:spPr>
          <a:xfrm>
            <a:off x="1676144" y="506083"/>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000033"/>
              </a:buClr>
              <a:buSzPts val="300"/>
              <a:buFont typeface="Montserrat SemiBold"/>
              <a:buNone/>
            </a:pPr>
            <a:r>
              <a:rPr b="1" i="0" lang="en-US" sz="300" u="none" cap="none" strike="noStrike">
                <a:solidFill>
                  <a:srgbClr val="000033"/>
                </a:solidFill>
                <a:latin typeface="Montserrat SemiBold"/>
                <a:ea typeface="Montserrat SemiBold"/>
                <a:cs typeface="Montserrat SemiBold"/>
                <a:sym typeface="Montserrat SemiBold"/>
              </a:rPr>
              <a:t>AÑOS </a:t>
            </a:r>
            <a:endParaRPr b="0" i="0" sz="300" u="none" cap="none" strike="noStrike">
              <a:solidFill>
                <a:schemeClr val="dk1"/>
              </a:solidFill>
              <a:latin typeface="Calibri"/>
              <a:ea typeface="Calibri"/>
              <a:cs typeface="Calibri"/>
              <a:sym typeface="Calibri"/>
            </a:endParaRPr>
          </a:p>
        </p:txBody>
      </p:sp>
      <p:sp>
        <p:nvSpPr>
          <p:cNvPr id="128" name="Google Shape;128;g3f8da4ebb8d_0_891"/>
          <p:cNvSpPr/>
          <p:nvPr/>
        </p:nvSpPr>
        <p:spPr>
          <a:xfrm>
            <a:off x="571500" y="4591050"/>
            <a:ext cx="1362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neoconsulting.ai </a:t>
            </a:r>
            <a:endParaRPr b="0" i="0" sz="1200" u="none" cap="none" strike="noStrike">
              <a:solidFill>
                <a:schemeClr val="dk1"/>
              </a:solidFill>
              <a:latin typeface="Calibri"/>
              <a:ea typeface="Calibri"/>
              <a:cs typeface="Calibri"/>
              <a:sym typeface="Calibri"/>
            </a:endParaRPr>
          </a:p>
        </p:txBody>
      </p:sp>
      <p:sp>
        <p:nvSpPr>
          <p:cNvPr id="129" name="Google Shape;129;g3f8da4ebb8d_0_891"/>
          <p:cNvSpPr/>
          <p:nvPr/>
        </p:nvSpPr>
        <p:spPr>
          <a:xfrm>
            <a:off x="571500" y="1085850"/>
            <a:ext cx="4591200" cy="276300"/>
          </a:xfrm>
          <a:prstGeom prst="rect">
            <a:avLst/>
          </a:prstGeom>
          <a:noFill/>
          <a:ln>
            <a:noFill/>
          </a:ln>
        </p:spPr>
        <p:txBody>
          <a:bodyPr anchorCtr="0" anchor="t" bIns="0" lIns="0" spcFirstLastPara="1" rIns="0" wrap="square" tIns="0">
            <a:noAutofit/>
          </a:bodyPr>
          <a:lstStyle/>
          <a:p>
            <a:pPr indent="0" lvl="0" marL="0" marR="0" rtl="0" algn="l">
              <a:lnSpc>
                <a:spcPct val="84666"/>
              </a:lnSpc>
              <a:spcBef>
                <a:spcPts val="0"/>
              </a:spcBef>
              <a:spcAft>
                <a:spcPts val="0"/>
              </a:spcAft>
              <a:buClr>
                <a:srgbClr val="000033"/>
              </a:buClr>
              <a:buSzPts val="1800"/>
              <a:buFont typeface="Montserrat ExtraBold"/>
              <a:buNone/>
            </a:pPr>
            <a:r>
              <a:rPr b="1" i="0" lang="en-US" sz="1800" u="none" cap="none" strike="noStrike">
                <a:solidFill>
                  <a:srgbClr val="000033"/>
                </a:solidFill>
                <a:latin typeface="Montserrat ExtraBold"/>
                <a:ea typeface="Montserrat ExtraBold"/>
                <a:cs typeface="Montserrat ExtraBold"/>
                <a:sym typeface="Montserrat ExtraBold"/>
              </a:rPr>
              <a:t>Nuestros </a:t>
            </a:r>
            <a:r>
              <a:rPr b="1" i="1" lang="en-US" sz="1800" u="none" cap="none" strike="noStrike">
                <a:solidFill>
                  <a:srgbClr val="2B5BFC"/>
                </a:solidFill>
                <a:latin typeface="Montserrat ExtraBold"/>
                <a:ea typeface="Montserrat ExtraBold"/>
                <a:cs typeface="Montserrat ExtraBold"/>
                <a:sym typeface="Montserrat ExtraBold"/>
              </a:rPr>
              <a:t>partners</a:t>
            </a:r>
            <a:r>
              <a:rPr b="1" i="0" lang="en-US" sz="1800" u="none" cap="none" strike="noStrike">
                <a:solidFill>
                  <a:srgbClr val="000033"/>
                </a:solidFill>
                <a:latin typeface="Montserrat ExtraBold"/>
                <a:ea typeface="Montserrat ExtraBold"/>
                <a:cs typeface="Montserrat ExtraBold"/>
                <a:sym typeface="Montserrat ExtraBold"/>
              </a:rPr>
              <a:t> </a:t>
            </a:r>
            <a:endParaRPr b="0" i="0" sz="1800" u="none" cap="none" strike="noStrike">
              <a:solidFill>
                <a:schemeClr val="dk1"/>
              </a:solidFill>
              <a:latin typeface="Calibri"/>
              <a:ea typeface="Calibri"/>
              <a:cs typeface="Calibri"/>
              <a:sym typeface="Calibri"/>
            </a:endParaRPr>
          </a:p>
        </p:txBody>
      </p:sp>
      <p:sp>
        <p:nvSpPr>
          <p:cNvPr id="130" name="Google Shape;130;g3f8da4ebb8d_0_891"/>
          <p:cNvSpPr/>
          <p:nvPr/>
        </p:nvSpPr>
        <p:spPr>
          <a:xfrm>
            <a:off x="571500" y="1476375"/>
            <a:ext cx="6473100" cy="367500"/>
          </a:xfrm>
          <a:prstGeom prst="rect">
            <a:avLst/>
          </a:prstGeom>
          <a:noFill/>
          <a:ln>
            <a:noFill/>
          </a:ln>
        </p:spPr>
        <p:txBody>
          <a:bodyPr anchorCtr="0" anchor="t" bIns="0" lIns="0" spcFirstLastPara="1" rIns="0" wrap="square" tIns="0">
            <a:noAutofit/>
          </a:bodyPr>
          <a:lstStyle/>
          <a:p>
            <a:pPr indent="0" lvl="0" marL="0" marR="0" rtl="0" algn="l">
              <a:lnSpc>
                <a:spcPct val="105822"/>
              </a:lnSpc>
              <a:spcBef>
                <a:spcPts val="0"/>
              </a:spcBef>
              <a:spcAft>
                <a:spcPts val="0"/>
              </a:spcAft>
              <a:buClr>
                <a:srgbClr val="000000"/>
              </a:buClr>
              <a:buSzPts val="1100"/>
              <a:buFont typeface="Montserrat Medium"/>
              <a:buNone/>
            </a:pPr>
            <a:r>
              <a:rPr b="0" i="0" lang="en-US" sz="1100" u="none" cap="none" strike="noStrike">
                <a:solidFill>
                  <a:srgbClr val="000033"/>
                </a:solidFill>
                <a:latin typeface="Montserrat Medium"/>
                <a:ea typeface="Montserrat Medium"/>
                <a:cs typeface="Montserrat Medium"/>
                <a:sym typeface="Montserrat Medium"/>
              </a:rPr>
              <a:t>Somos partners certificados de las principales plataformas de data, marketing e IA del mundo — y trabajamos con los modelos frontera de la industria. </a:t>
            </a:r>
            <a:endParaRPr b="0" i="0" sz="1100" u="none" cap="none" strike="noStrike">
              <a:solidFill>
                <a:schemeClr val="dk1"/>
              </a:solidFill>
              <a:latin typeface="Calibri"/>
              <a:ea typeface="Calibri"/>
              <a:cs typeface="Calibri"/>
              <a:sym typeface="Calibri"/>
            </a:endParaRPr>
          </a:p>
        </p:txBody>
      </p:sp>
      <p:sp>
        <p:nvSpPr>
          <p:cNvPr id="131" name="Google Shape;131;g3f8da4ebb8d_0_891"/>
          <p:cNvSpPr/>
          <p:nvPr/>
        </p:nvSpPr>
        <p:spPr>
          <a:xfrm>
            <a:off x="571509" y="2015738"/>
            <a:ext cx="3413700" cy="1965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226"/>
              <a:buFont typeface="Montserrat"/>
              <a:buNone/>
            </a:pPr>
            <a:r>
              <a:rPr b="1" i="0" lang="en-US" sz="1226" u="none" cap="none" strike="noStrike">
                <a:solidFill>
                  <a:srgbClr val="2B5BFC"/>
                </a:solidFill>
                <a:latin typeface="Montserrat"/>
                <a:ea typeface="Montserrat"/>
                <a:cs typeface="Montserrat"/>
                <a:sym typeface="Montserrat"/>
              </a:rPr>
              <a:t>PLATAFORMAS TECNOLÓGICAS &amp; IA: </a:t>
            </a:r>
            <a:endParaRPr b="0" i="0" sz="1226" u="none" cap="none" strike="noStrike">
              <a:solidFill>
                <a:schemeClr val="dk1"/>
              </a:solidFill>
              <a:latin typeface="Calibri"/>
              <a:ea typeface="Calibri"/>
              <a:cs typeface="Calibri"/>
              <a:sym typeface="Calibri"/>
            </a:endParaRPr>
          </a:p>
        </p:txBody>
      </p:sp>
      <p:pic>
        <p:nvPicPr>
          <p:cNvPr id="132" name="Google Shape;132;g3f8da4ebb8d_0_891"/>
          <p:cNvPicPr preferRelativeResize="0"/>
          <p:nvPr/>
        </p:nvPicPr>
        <p:blipFill rotWithShape="1">
          <a:blip r:embed="rId6">
            <a:alphaModFix/>
          </a:blip>
          <a:srcRect b="0" l="0" r="0" t="0"/>
          <a:stretch/>
        </p:blipFill>
        <p:spPr>
          <a:xfrm>
            <a:off x="2239304" y="2409215"/>
            <a:ext cx="2026927" cy="716700"/>
          </a:xfrm>
          <a:prstGeom prst="rect">
            <a:avLst/>
          </a:prstGeom>
          <a:noFill/>
          <a:ln>
            <a:noFill/>
          </a:ln>
        </p:spPr>
      </p:pic>
      <p:pic>
        <p:nvPicPr>
          <p:cNvPr id="133" name="Google Shape;133;g3f8da4ebb8d_0_891"/>
          <p:cNvPicPr preferRelativeResize="0"/>
          <p:nvPr/>
        </p:nvPicPr>
        <p:blipFill rotWithShape="1">
          <a:blip r:embed="rId7">
            <a:alphaModFix/>
          </a:blip>
          <a:srcRect b="0" l="0" r="0" t="0"/>
          <a:stretch/>
        </p:blipFill>
        <p:spPr>
          <a:xfrm>
            <a:off x="2166391" y="3304477"/>
            <a:ext cx="2223933" cy="716701"/>
          </a:xfrm>
          <a:prstGeom prst="rect">
            <a:avLst/>
          </a:prstGeom>
          <a:noFill/>
          <a:ln>
            <a:noFill/>
          </a:ln>
        </p:spPr>
      </p:pic>
      <p:pic>
        <p:nvPicPr>
          <p:cNvPr descr="preencoded.png" id="134" name="Google Shape;134;g3f8da4ebb8d_0_891"/>
          <p:cNvPicPr preferRelativeResize="0"/>
          <p:nvPr/>
        </p:nvPicPr>
        <p:blipFill rotWithShape="1">
          <a:blip r:embed="rId8">
            <a:alphaModFix/>
          </a:blip>
          <a:srcRect b="0" l="0" r="0" t="0"/>
          <a:stretch/>
        </p:blipFill>
        <p:spPr>
          <a:xfrm>
            <a:off x="5475486" y="2351794"/>
            <a:ext cx="831543" cy="831543"/>
          </a:xfrm>
          <a:prstGeom prst="rect">
            <a:avLst/>
          </a:prstGeom>
          <a:noFill/>
          <a:ln>
            <a:noFill/>
          </a:ln>
        </p:spPr>
      </p:pic>
      <p:pic>
        <p:nvPicPr>
          <p:cNvPr id="135" name="Google Shape;135;g3f8da4ebb8d_0_891"/>
          <p:cNvPicPr preferRelativeResize="0"/>
          <p:nvPr/>
        </p:nvPicPr>
        <p:blipFill rotWithShape="1">
          <a:blip r:embed="rId9">
            <a:alphaModFix/>
          </a:blip>
          <a:srcRect b="0" l="0" r="0" t="0"/>
          <a:stretch/>
        </p:blipFill>
        <p:spPr>
          <a:xfrm>
            <a:off x="4697168" y="3515530"/>
            <a:ext cx="2388175" cy="367435"/>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140" name="Shape 140"/>
        <p:cNvGrpSpPr/>
        <p:nvPr/>
      </p:nvGrpSpPr>
      <p:grpSpPr>
        <a:xfrm>
          <a:off x="0" y="0"/>
          <a:ext cx="0" cy="0"/>
          <a:chOff x="0" y="0"/>
          <a:chExt cx="0" cy="0"/>
        </a:xfrm>
      </p:grpSpPr>
      <p:pic>
        <p:nvPicPr>
          <p:cNvPr descr="preencoded.png" id="141" name="Google Shape;141;g3f8da4ebb8d_0_910"/>
          <p:cNvPicPr preferRelativeResize="0"/>
          <p:nvPr/>
        </p:nvPicPr>
        <p:blipFill rotWithShape="1">
          <a:blip r:embed="rId3">
            <a:alphaModFix/>
          </a:blip>
          <a:srcRect b="0" l="0" r="0" t="0"/>
          <a:stretch/>
        </p:blipFill>
        <p:spPr>
          <a:xfrm>
            <a:off x="0" y="0"/>
            <a:ext cx="9144000" cy="5143500"/>
          </a:xfrm>
          <a:prstGeom prst="rect">
            <a:avLst/>
          </a:prstGeom>
          <a:noFill/>
          <a:ln>
            <a:noFill/>
          </a:ln>
        </p:spPr>
      </p:pic>
      <p:pic>
        <p:nvPicPr>
          <p:cNvPr descr="preencoded.png" id="142" name="Google Shape;142;g3f8da4ebb8d_0_910"/>
          <p:cNvPicPr preferRelativeResize="0"/>
          <p:nvPr/>
        </p:nvPicPr>
        <p:blipFill rotWithShape="1">
          <a:blip r:embed="rId4">
            <a:alphaModFix/>
          </a:blip>
          <a:srcRect b="0" l="0" r="0" t="0"/>
          <a:stretch/>
        </p:blipFill>
        <p:spPr>
          <a:xfrm>
            <a:off x="571500" y="399117"/>
            <a:ext cx="8001000" cy="244750"/>
          </a:xfrm>
          <a:prstGeom prst="rect">
            <a:avLst/>
          </a:prstGeom>
          <a:noFill/>
          <a:ln>
            <a:noFill/>
          </a:ln>
        </p:spPr>
      </p:pic>
      <p:pic>
        <p:nvPicPr>
          <p:cNvPr descr="preencoded.png" id="143" name="Google Shape;143;g3f8da4ebb8d_0_910"/>
          <p:cNvPicPr preferRelativeResize="0"/>
          <p:nvPr/>
        </p:nvPicPr>
        <p:blipFill rotWithShape="1">
          <a:blip r:embed="rId5">
            <a:alphaModFix/>
          </a:blip>
          <a:srcRect b="0" l="0" r="0" t="0"/>
          <a:stretch/>
        </p:blipFill>
        <p:spPr>
          <a:xfrm>
            <a:off x="490538" y="1604963"/>
            <a:ext cx="2771775" cy="1452562"/>
          </a:xfrm>
          <a:prstGeom prst="rect">
            <a:avLst/>
          </a:prstGeom>
          <a:noFill/>
          <a:ln>
            <a:noFill/>
          </a:ln>
        </p:spPr>
      </p:pic>
      <p:pic>
        <p:nvPicPr>
          <p:cNvPr descr="preencoded.png" id="144" name="Google Shape;144;g3f8da4ebb8d_0_910"/>
          <p:cNvPicPr preferRelativeResize="0"/>
          <p:nvPr/>
        </p:nvPicPr>
        <p:blipFill rotWithShape="1">
          <a:blip r:embed="rId5">
            <a:alphaModFix/>
          </a:blip>
          <a:srcRect b="0" l="0" r="0" t="0"/>
          <a:stretch/>
        </p:blipFill>
        <p:spPr>
          <a:xfrm>
            <a:off x="3186113" y="1604963"/>
            <a:ext cx="2771775" cy="1452562"/>
          </a:xfrm>
          <a:prstGeom prst="rect">
            <a:avLst/>
          </a:prstGeom>
          <a:noFill/>
          <a:ln>
            <a:noFill/>
          </a:ln>
        </p:spPr>
      </p:pic>
      <p:pic>
        <p:nvPicPr>
          <p:cNvPr descr="preencoded.png" id="145" name="Google Shape;145;g3f8da4ebb8d_0_910"/>
          <p:cNvPicPr preferRelativeResize="0"/>
          <p:nvPr/>
        </p:nvPicPr>
        <p:blipFill rotWithShape="1">
          <a:blip r:embed="rId6">
            <a:alphaModFix/>
          </a:blip>
          <a:srcRect b="0" l="0" r="0" t="0"/>
          <a:stretch/>
        </p:blipFill>
        <p:spPr>
          <a:xfrm>
            <a:off x="5881688" y="1604963"/>
            <a:ext cx="2776538" cy="1452562"/>
          </a:xfrm>
          <a:prstGeom prst="rect">
            <a:avLst/>
          </a:prstGeom>
          <a:noFill/>
          <a:ln>
            <a:noFill/>
          </a:ln>
        </p:spPr>
      </p:pic>
      <p:pic>
        <p:nvPicPr>
          <p:cNvPr descr="preencoded.png" id="146" name="Google Shape;146;g3f8da4ebb8d_0_910"/>
          <p:cNvPicPr preferRelativeResize="0"/>
          <p:nvPr/>
        </p:nvPicPr>
        <p:blipFill rotWithShape="1">
          <a:blip r:embed="rId5">
            <a:alphaModFix/>
          </a:blip>
          <a:srcRect b="0" l="0" r="0" t="0"/>
          <a:stretch/>
        </p:blipFill>
        <p:spPr>
          <a:xfrm>
            <a:off x="490538" y="3086100"/>
            <a:ext cx="2771775" cy="1452563"/>
          </a:xfrm>
          <a:prstGeom prst="rect">
            <a:avLst/>
          </a:prstGeom>
          <a:noFill/>
          <a:ln>
            <a:noFill/>
          </a:ln>
        </p:spPr>
      </p:pic>
      <p:pic>
        <p:nvPicPr>
          <p:cNvPr descr="preencoded.png" id="147" name="Google Shape;147;g3f8da4ebb8d_0_910"/>
          <p:cNvPicPr preferRelativeResize="0"/>
          <p:nvPr/>
        </p:nvPicPr>
        <p:blipFill rotWithShape="1">
          <a:blip r:embed="rId5">
            <a:alphaModFix/>
          </a:blip>
          <a:srcRect b="0" l="0" r="0" t="0"/>
          <a:stretch/>
        </p:blipFill>
        <p:spPr>
          <a:xfrm>
            <a:off x="3186113" y="3086100"/>
            <a:ext cx="2771775" cy="1452563"/>
          </a:xfrm>
          <a:prstGeom prst="rect">
            <a:avLst/>
          </a:prstGeom>
          <a:noFill/>
          <a:ln>
            <a:noFill/>
          </a:ln>
        </p:spPr>
      </p:pic>
      <p:pic>
        <p:nvPicPr>
          <p:cNvPr descr="preencoded.png" id="148" name="Google Shape;148;g3f8da4ebb8d_0_910"/>
          <p:cNvPicPr preferRelativeResize="0"/>
          <p:nvPr/>
        </p:nvPicPr>
        <p:blipFill rotWithShape="1">
          <a:blip r:embed="rId6">
            <a:alphaModFix/>
          </a:blip>
          <a:srcRect b="0" l="0" r="0" t="0"/>
          <a:stretch/>
        </p:blipFill>
        <p:spPr>
          <a:xfrm>
            <a:off x="5881688" y="3086100"/>
            <a:ext cx="2776538" cy="1452563"/>
          </a:xfrm>
          <a:prstGeom prst="rect">
            <a:avLst/>
          </a:prstGeom>
          <a:noFill/>
          <a:ln>
            <a:noFill/>
          </a:ln>
        </p:spPr>
      </p:pic>
      <p:sp>
        <p:nvSpPr>
          <p:cNvPr id="149" name="Google Shape;149;g3f8da4ebb8d_0_910"/>
          <p:cNvSpPr/>
          <p:nvPr/>
        </p:nvSpPr>
        <p:spPr>
          <a:xfrm>
            <a:off x="1676144" y="506083"/>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000033"/>
              </a:buClr>
              <a:buSzPts val="300"/>
              <a:buFont typeface="Montserrat SemiBold"/>
              <a:buNone/>
            </a:pPr>
            <a:r>
              <a:rPr b="1" i="0" lang="en-US" sz="300" u="none" cap="none" strike="noStrike">
                <a:solidFill>
                  <a:srgbClr val="000033"/>
                </a:solidFill>
                <a:latin typeface="Montserrat SemiBold"/>
                <a:ea typeface="Montserrat SemiBold"/>
                <a:cs typeface="Montserrat SemiBold"/>
                <a:sym typeface="Montserrat SemiBold"/>
              </a:rPr>
              <a:t>AÑOS </a:t>
            </a:r>
            <a:endParaRPr b="0" i="0" sz="300" u="none" cap="none" strike="noStrike">
              <a:solidFill>
                <a:schemeClr val="dk1"/>
              </a:solidFill>
              <a:latin typeface="Calibri"/>
              <a:ea typeface="Calibri"/>
              <a:cs typeface="Calibri"/>
              <a:sym typeface="Calibri"/>
            </a:endParaRPr>
          </a:p>
        </p:txBody>
      </p:sp>
      <p:sp>
        <p:nvSpPr>
          <p:cNvPr id="150" name="Google Shape;150;g3f8da4ebb8d_0_910"/>
          <p:cNvSpPr/>
          <p:nvPr/>
        </p:nvSpPr>
        <p:spPr>
          <a:xfrm>
            <a:off x="571500" y="4591050"/>
            <a:ext cx="1362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neoconsulting.ai </a:t>
            </a:r>
            <a:endParaRPr b="0" i="0" sz="1200" u="none" cap="none" strike="noStrike">
              <a:solidFill>
                <a:schemeClr val="dk1"/>
              </a:solidFill>
              <a:latin typeface="Calibri"/>
              <a:ea typeface="Calibri"/>
              <a:cs typeface="Calibri"/>
              <a:sym typeface="Calibri"/>
            </a:endParaRPr>
          </a:p>
        </p:txBody>
      </p:sp>
      <p:sp>
        <p:nvSpPr>
          <p:cNvPr id="151" name="Google Shape;151;g3f8da4ebb8d_0_910"/>
          <p:cNvSpPr/>
          <p:nvPr/>
        </p:nvSpPr>
        <p:spPr>
          <a:xfrm>
            <a:off x="3143250" y="1052513"/>
            <a:ext cx="4376700" cy="428700"/>
          </a:xfrm>
          <a:prstGeom prst="rect">
            <a:avLst/>
          </a:prstGeom>
          <a:noFill/>
          <a:ln>
            <a:noFill/>
          </a:ln>
        </p:spPr>
        <p:txBody>
          <a:bodyPr anchorCtr="0" anchor="t" bIns="0" lIns="0" spcFirstLastPara="1" rIns="0" wrap="square" tIns="0">
            <a:noAutofit/>
          </a:bodyPr>
          <a:lstStyle/>
          <a:p>
            <a:pPr indent="0" lvl="0" marL="0" marR="0" rtl="0" algn="l">
              <a:lnSpc>
                <a:spcPct val="105822"/>
              </a:lnSpc>
              <a:spcBef>
                <a:spcPts val="0"/>
              </a:spcBef>
              <a:spcAft>
                <a:spcPts val="0"/>
              </a:spcAft>
              <a:buClr>
                <a:srgbClr val="000000"/>
              </a:buClr>
              <a:buSzPts val="1100"/>
              <a:buFont typeface="Montserrat Medium"/>
              <a:buNone/>
            </a:pPr>
            <a:r>
              <a:rPr b="0" i="0" lang="en-US" sz="1100" u="none" cap="none" strike="noStrike">
                <a:solidFill>
                  <a:srgbClr val="000033"/>
                </a:solidFill>
                <a:latin typeface="Montserrat Medium"/>
                <a:ea typeface="Montserrat Medium"/>
                <a:cs typeface="Montserrat Medium"/>
                <a:sym typeface="Montserrat Medium"/>
              </a:rPr>
              <a:t>+100 empresas líderes en 15 sectores confían en NEO para transformar su negocio con data e inteligencia artificial. </a:t>
            </a:r>
            <a:endParaRPr b="0" i="0" sz="1100" u="none" cap="none" strike="noStrike">
              <a:solidFill>
                <a:schemeClr val="dk1"/>
              </a:solidFill>
              <a:latin typeface="Calibri"/>
              <a:ea typeface="Calibri"/>
              <a:cs typeface="Calibri"/>
              <a:sym typeface="Calibri"/>
            </a:endParaRPr>
          </a:p>
        </p:txBody>
      </p:sp>
      <p:sp>
        <p:nvSpPr>
          <p:cNvPr id="152" name="Google Shape;152;g3f8da4ebb8d_0_910"/>
          <p:cNvSpPr/>
          <p:nvPr/>
        </p:nvSpPr>
        <p:spPr>
          <a:xfrm>
            <a:off x="671513" y="1038225"/>
            <a:ext cx="17946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TRACK RECORD </a:t>
            </a:r>
            <a:endParaRPr b="0" i="0" sz="1100" u="none" cap="none" strike="noStrike">
              <a:solidFill>
                <a:schemeClr val="dk1"/>
              </a:solidFill>
              <a:latin typeface="Calibri"/>
              <a:ea typeface="Calibri"/>
              <a:cs typeface="Calibri"/>
              <a:sym typeface="Calibri"/>
            </a:endParaRPr>
          </a:p>
        </p:txBody>
      </p:sp>
      <p:sp>
        <p:nvSpPr>
          <p:cNvPr id="153" name="Google Shape;153;g3f8da4ebb8d_0_910"/>
          <p:cNvSpPr/>
          <p:nvPr/>
        </p:nvSpPr>
        <p:spPr>
          <a:xfrm>
            <a:off x="671513" y="1214438"/>
            <a:ext cx="2414700" cy="276300"/>
          </a:xfrm>
          <a:prstGeom prst="rect">
            <a:avLst/>
          </a:prstGeom>
          <a:noFill/>
          <a:ln>
            <a:noFill/>
          </a:ln>
        </p:spPr>
        <p:txBody>
          <a:bodyPr anchorCtr="0" anchor="t" bIns="0" lIns="0" spcFirstLastPara="1" rIns="0" wrap="square" tIns="0">
            <a:noAutofit/>
          </a:bodyPr>
          <a:lstStyle/>
          <a:p>
            <a:pPr indent="0" lvl="0" marL="0" marR="0" rtl="0" algn="l">
              <a:lnSpc>
                <a:spcPct val="84666"/>
              </a:lnSpc>
              <a:spcBef>
                <a:spcPts val="0"/>
              </a:spcBef>
              <a:spcAft>
                <a:spcPts val="0"/>
              </a:spcAft>
              <a:buClr>
                <a:srgbClr val="000033"/>
              </a:buClr>
              <a:buSzPts val="1800"/>
              <a:buFont typeface="Montserrat ExtraBold"/>
              <a:buNone/>
            </a:pPr>
            <a:r>
              <a:rPr b="1" i="0" lang="en-US" sz="1800" u="none" cap="none" strike="noStrike">
                <a:solidFill>
                  <a:srgbClr val="000033"/>
                </a:solidFill>
                <a:latin typeface="Montserrat ExtraBold"/>
                <a:ea typeface="Montserrat ExtraBold"/>
                <a:cs typeface="Montserrat ExtraBold"/>
                <a:sym typeface="Montserrat ExtraBold"/>
              </a:rPr>
              <a:t>Nuestros </a:t>
            </a:r>
            <a:r>
              <a:rPr b="1" i="1" lang="en-US" sz="1800" u="none" cap="none" strike="noStrike">
                <a:solidFill>
                  <a:srgbClr val="2B5BFC"/>
                </a:solidFill>
                <a:latin typeface="Montserrat ExtraBold"/>
                <a:ea typeface="Montserrat ExtraBold"/>
                <a:cs typeface="Montserrat ExtraBold"/>
                <a:sym typeface="Montserrat ExtraBold"/>
              </a:rPr>
              <a:t>Clientes</a:t>
            </a:r>
            <a:r>
              <a:rPr b="1" i="0" lang="en-US" sz="1800" u="none" cap="none" strike="noStrike">
                <a:solidFill>
                  <a:srgbClr val="000033"/>
                </a:solidFill>
                <a:latin typeface="Montserrat ExtraBold"/>
                <a:ea typeface="Montserrat ExtraBold"/>
                <a:cs typeface="Montserrat ExtraBold"/>
                <a:sym typeface="Montserrat ExtraBold"/>
              </a:rPr>
              <a:t> </a:t>
            </a:r>
            <a:endParaRPr b="0" i="0" sz="1800" u="none" cap="none" strike="noStrike">
              <a:solidFill>
                <a:schemeClr val="dk1"/>
              </a:solidFill>
              <a:latin typeface="Calibri"/>
              <a:ea typeface="Calibri"/>
              <a:cs typeface="Calibri"/>
              <a:sym typeface="Calibri"/>
            </a:endParaRPr>
          </a:p>
        </p:txBody>
      </p:sp>
      <p:sp>
        <p:nvSpPr>
          <p:cNvPr id="154" name="Google Shape;154;g3f8da4ebb8d_0_910"/>
          <p:cNvSpPr/>
          <p:nvPr/>
        </p:nvSpPr>
        <p:spPr>
          <a:xfrm>
            <a:off x="690563" y="1738313"/>
            <a:ext cx="24957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ExtraBold"/>
              <a:buNone/>
            </a:pPr>
            <a:r>
              <a:rPr b="1" i="0" lang="en-US" sz="1100" u="none" cap="none" strike="noStrike">
                <a:solidFill>
                  <a:srgbClr val="2B5BFC"/>
                </a:solidFill>
                <a:latin typeface="Montserrat ExtraBold"/>
                <a:ea typeface="Montserrat ExtraBold"/>
                <a:cs typeface="Montserrat ExtraBold"/>
                <a:sym typeface="Montserrat ExtraBold"/>
              </a:rPr>
              <a:t>BANCA, SEGUROS &amp; FINANZAS </a:t>
            </a:r>
            <a:endParaRPr b="0" i="0" sz="1100" u="none" cap="none" strike="noStrike">
              <a:solidFill>
                <a:schemeClr val="dk1"/>
              </a:solidFill>
              <a:latin typeface="Calibri"/>
              <a:ea typeface="Calibri"/>
              <a:cs typeface="Calibri"/>
              <a:sym typeface="Calibri"/>
            </a:endParaRPr>
          </a:p>
        </p:txBody>
      </p:sp>
      <p:sp>
        <p:nvSpPr>
          <p:cNvPr id="155" name="Google Shape;155;g3f8da4ebb8d_0_910"/>
          <p:cNvSpPr/>
          <p:nvPr/>
        </p:nvSpPr>
        <p:spPr>
          <a:xfrm>
            <a:off x="3386138" y="1738313"/>
            <a:ext cx="24957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ExtraBold"/>
              <a:buNone/>
            </a:pPr>
            <a:r>
              <a:rPr b="1" i="0" lang="en-US" sz="1100" u="none" cap="none" strike="noStrike">
                <a:solidFill>
                  <a:srgbClr val="2B5BFC"/>
                </a:solidFill>
                <a:latin typeface="Montserrat ExtraBold"/>
                <a:ea typeface="Montserrat ExtraBold"/>
                <a:cs typeface="Montserrat ExtraBold"/>
                <a:sym typeface="Montserrat ExtraBold"/>
              </a:rPr>
              <a:t>RETAIL &amp; COMERCIO </a:t>
            </a:r>
            <a:endParaRPr b="0" i="0" sz="1100" u="none" cap="none" strike="noStrike">
              <a:solidFill>
                <a:schemeClr val="dk1"/>
              </a:solidFill>
              <a:latin typeface="Calibri"/>
              <a:ea typeface="Calibri"/>
              <a:cs typeface="Calibri"/>
              <a:sym typeface="Calibri"/>
            </a:endParaRPr>
          </a:p>
        </p:txBody>
      </p:sp>
      <p:sp>
        <p:nvSpPr>
          <p:cNvPr id="156" name="Google Shape;156;g3f8da4ebb8d_0_910"/>
          <p:cNvSpPr/>
          <p:nvPr/>
        </p:nvSpPr>
        <p:spPr>
          <a:xfrm>
            <a:off x="6081713" y="1738313"/>
            <a:ext cx="25002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ExtraBold"/>
              <a:buNone/>
            </a:pPr>
            <a:r>
              <a:rPr b="1" i="0" lang="en-US" sz="1100" u="none" cap="none" strike="noStrike">
                <a:solidFill>
                  <a:srgbClr val="2B5BFC"/>
                </a:solidFill>
                <a:latin typeface="Montserrat ExtraBold"/>
                <a:ea typeface="Montserrat ExtraBold"/>
                <a:cs typeface="Montserrat ExtraBold"/>
                <a:sym typeface="Montserrat ExtraBold"/>
              </a:rPr>
              <a:t>CONSUMO MASIVO &amp; BELLEZA </a:t>
            </a:r>
            <a:endParaRPr b="0" i="0" sz="1100" u="none" cap="none" strike="noStrike">
              <a:solidFill>
                <a:schemeClr val="dk1"/>
              </a:solidFill>
              <a:latin typeface="Calibri"/>
              <a:ea typeface="Calibri"/>
              <a:cs typeface="Calibri"/>
              <a:sym typeface="Calibri"/>
            </a:endParaRPr>
          </a:p>
        </p:txBody>
      </p:sp>
      <p:sp>
        <p:nvSpPr>
          <p:cNvPr id="157" name="Google Shape;157;g3f8da4ebb8d_0_910"/>
          <p:cNvSpPr/>
          <p:nvPr/>
        </p:nvSpPr>
        <p:spPr>
          <a:xfrm>
            <a:off x="690563" y="3219450"/>
            <a:ext cx="24957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ExtraBold"/>
              <a:buNone/>
            </a:pPr>
            <a:r>
              <a:rPr b="1" i="0" lang="en-US" sz="1100" u="none" cap="none" strike="noStrike">
                <a:solidFill>
                  <a:srgbClr val="2B5BFC"/>
                </a:solidFill>
                <a:latin typeface="Montserrat ExtraBold"/>
                <a:ea typeface="Montserrat ExtraBold"/>
                <a:cs typeface="Montserrat ExtraBold"/>
                <a:sym typeface="Montserrat ExtraBold"/>
              </a:rPr>
              <a:t>TELECOM &amp; TECNOLOGÍA </a:t>
            </a:r>
            <a:endParaRPr b="0" i="0" sz="1100" u="none" cap="none" strike="noStrike">
              <a:solidFill>
                <a:schemeClr val="dk1"/>
              </a:solidFill>
              <a:latin typeface="Calibri"/>
              <a:ea typeface="Calibri"/>
              <a:cs typeface="Calibri"/>
              <a:sym typeface="Calibri"/>
            </a:endParaRPr>
          </a:p>
        </p:txBody>
      </p:sp>
      <p:sp>
        <p:nvSpPr>
          <p:cNvPr id="158" name="Google Shape;158;g3f8da4ebb8d_0_910"/>
          <p:cNvSpPr/>
          <p:nvPr/>
        </p:nvSpPr>
        <p:spPr>
          <a:xfrm>
            <a:off x="3386138" y="3219450"/>
            <a:ext cx="24957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ExtraBold"/>
              <a:buNone/>
            </a:pPr>
            <a:r>
              <a:rPr b="1" i="0" lang="en-US" sz="1100" u="none" cap="none" strike="noStrike">
                <a:solidFill>
                  <a:srgbClr val="2B5BFC"/>
                </a:solidFill>
                <a:latin typeface="Montserrat ExtraBold"/>
                <a:ea typeface="Montserrat ExtraBold"/>
                <a:cs typeface="Montserrat ExtraBold"/>
                <a:sym typeface="Montserrat ExtraBold"/>
              </a:rPr>
              <a:t>SALUD &amp; EDUCACIÓN </a:t>
            </a:r>
            <a:endParaRPr b="0" i="0" sz="1100" u="none" cap="none" strike="noStrike">
              <a:solidFill>
                <a:schemeClr val="dk1"/>
              </a:solidFill>
              <a:latin typeface="Calibri"/>
              <a:ea typeface="Calibri"/>
              <a:cs typeface="Calibri"/>
              <a:sym typeface="Calibri"/>
            </a:endParaRPr>
          </a:p>
        </p:txBody>
      </p:sp>
      <p:sp>
        <p:nvSpPr>
          <p:cNvPr id="159" name="Google Shape;159;g3f8da4ebb8d_0_910"/>
          <p:cNvSpPr/>
          <p:nvPr/>
        </p:nvSpPr>
        <p:spPr>
          <a:xfrm>
            <a:off x="6019850" y="3221925"/>
            <a:ext cx="2500200" cy="1452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ExtraBold"/>
              <a:buNone/>
            </a:pPr>
            <a:r>
              <a:rPr b="1" i="0" lang="en-US" sz="1100" u="none" cap="none" strike="noStrike">
                <a:solidFill>
                  <a:srgbClr val="2B5BFC"/>
                </a:solidFill>
                <a:latin typeface="Montserrat ExtraBold"/>
                <a:ea typeface="Montserrat ExtraBold"/>
                <a:cs typeface="Montserrat ExtraBold"/>
                <a:sym typeface="Montserrat ExtraBold"/>
              </a:rPr>
              <a:t>INDUSTRIA, MEDIOS &amp; SERVICIOS </a:t>
            </a:r>
            <a:endParaRPr b="0" i="0" sz="1100" u="none" cap="none" strike="noStrike">
              <a:solidFill>
                <a:schemeClr val="dk1"/>
              </a:solidFill>
              <a:latin typeface="Calibri"/>
              <a:ea typeface="Calibri"/>
              <a:cs typeface="Calibri"/>
              <a:sym typeface="Calibri"/>
            </a:endParaRPr>
          </a:p>
        </p:txBody>
      </p:sp>
      <p:pic>
        <p:nvPicPr>
          <p:cNvPr id="160" name="Google Shape;160;g3f8da4ebb8d_0_910"/>
          <p:cNvPicPr preferRelativeResize="0"/>
          <p:nvPr/>
        </p:nvPicPr>
        <p:blipFill rotWithShape="1">
          <a:blip r:embed="rId7">
            <a:alphaModFix/>
          </a:blip>
          <a:srcRect b="0" l="0" r="0" t="0"/>
          <a:stretch/>
        </p:blipFill>
        <p:spPr>
          <a:xfrm>
            <a:off x="865204" y="2043472"/>
            <a:ext cx="535765" cy="136724"/>
          </a:xfrm>
          <a:prstGeom prst="rect">
            <a:avLst/>
          </a:prstGeom>
          <a:noFill/>
          <a:ln>
            <a:noFill/>
          </a:ln>
        </p:spPr>
      </p:pic>
      <p:pic>
        <p:nvPicPr>
          <p:cNvPr id="161" name="Google Shape;161;g3f8da4ebb8d_0_910"/>
          <p:cNvPicPr preferRelativeResize="0"/>
          <p:nvPr/>
        </p:nvPicPr>
        <p:blipFill rotWithShape="1">
          <a:blip r:embed="rId8">
            <a:alphaModFix/>
          </a:blip>
          <a:srcRect b="0" l="0" r="0" t="0"/>
          <a:stretch/>
        </p:blipFill>
        <p:spPr>
          <a:xfrm>
            <a:off x="1515203" y="2026763"/>
            <a:ext cx="520563" cy="163738"/>
          </a:xfrm>
          <a:prstGeom prst="rect">
            <a:avLst/>
          </a:prstGeom>
          <a:noFill/>
          <a:ln>
            <a:noFill/>
          </a:ln>
        </p:spPr>
      </p:pic>
      <p:pic>
        <p:nvPicPr>
          <p:cNvPr id="162" name="Google Shape;162;g3f8da4ebb8d_0_910"/>
          <p:cNvPicPr preferRelativeResize="0"/>
          <p:nvPr/>
        </p:nvPicPr>
        <p:blipFill rotWithShape="1">
          <a:blip r:embed="rId9">
            <a:alphaModFix/>
          </a:blip>
          <a:srcRect b="0" l="0" r="0" t="0"/>
          <a:stretch/>
        </p:blipFill>
        <p:spPr>
          <a:xfrm>
            <a:off x="881767" y="2269021"/>
            <a:ext cx="634855" cy="331903"/>
          </a:xfrm>
          <a:prstGeom prst="rect">
            <a:avLst/>
          </a:prstGeom>
          <a:noFill/>
          <a:ln>
            <a:noFill/>
          </a:ln>
        </p:spPr>
      </p:pic>
      <p:pic>
        <p:nvPicPr>
          <p:cNvPr id="163" name="Google Shape;163;g3f8da4ebb8d_0_910"/>
          <p:cNvPicPr preferRelativeResize="0"/>
          <p:nvPr/>
        </p:nvPicPr>
        <p:blipFill rotWithShape="1">
          <a:blip r:embed="rId10">
            <a:alphaModFix/>
          </a:blip>
          <a:srcRect b="0" l="0" r="0" t="0"/>
          <a:stretch/>
        </p:blipFill>
        <p:spPr>
          <a:xfrm>
            <a:off x="2150005" y="1995375"/>
            <a:ext cx="727248" cy="226505"/>
          </a:xfrm>
          <a:prstGeom prst="rect">
            <a:avLst/>
          </a:prstGeom>
          <a:noFill/>
          <a:ln>
            <a:noFill/>
          </a:ln>
        </p:spPr>
      </p:pic>
      <p:pic>
        <p:nvPicPr>
          <p:cNvPr id="164" name="Google Shape;164;g3f8da4ebb8d_0_910"/>
          <p:cNvPicPr preferRelativeResize="0"/>
          <p:nvPr/>
        </p:nvPicPr>
        <p:blipFill rotWithShape="1">
          <a:blip r:embed="rId11">
            <a:alphaModFix/>
          </a:blip>
          <a:srcRect b="0" l="0" r="0" t="0"/>
          <a:stretch/>
        </p:blipFill>
        <p:spPr>
          <a:xfrm>
            <a:off x="1622104" y="2308271"/>
            <a:ext cx="425080" cy="226507"/>
          </a:xfrm>
          <a:prstGeom prst="rect">
            <a:avLst/>
          </a:prstGeom>
          <a:noFill/>
          <a:ln>
            <a:noFill/>
          </a:ln>
        </p:spPr>
      </p:pic>
      <p:pic>
        <p:nvPicPr>
          <p:cNvPr id="165" name="Google Shape;165;g3f8da4ebb8d_0_910"/>
          <p:cNvPicPr preferRelativeResize="0"/>
          <p:nvPr/>
        </p:nvPicPr>
        <p:blipFill rotWithShape="1">
          <a:blip r:embed="rId12">
            <a:alphaModFix/>
          </a:blip>
          <a:srcRect b="0" l="0" r="0" t="0"/>
          <a:stretch/>
        </p:blipFill>
        <p:spPr>
          <a:xfrm>
            <a:off x="2152672" y="2330112"/>
            <a:ext cx="734991" cy="253373"/>
          </a:xfrm>
          <a:prstGeom prst="rect">
            <a:avLst/>
          </a:prstGeom>
          <a:noFill/>
          <a:ln>
            <a:noFill/>
          </a:ln>
        </p:spPr>
      </p:pic>
      <p:pic>
        <p:nvPicPr>
          <p:cNvPr id="166" name="Google Shape;166;g3f8da4ebb8d_0_910"/>
          <p:cNvPicPr preferRelativeResize="0"/>
          <p:nvPr/>
        </p:nvPicPr>
        <p:blipFill rotWithShape="1">
          <a:blip r:embed="rId13">
            <a:alphaModFix/>
          </a:blip>
          <a:srcRect b="37814" l="2268" r="3232" t="40187"/>
          <a:stretch/>
        </p:blipFill>
        <p:spPr>
          <a:xfrm>
            <a:off x="895026" y="2641418"/>
            <a:ext cx="843625" cy="196382"/>
          </a:xfrm>
          <a:prstGeom prst="rect">
            <a:avLst/>
          </a:prstGeom>
          <a:noFill/>
          <a:ln>
            <a:noFill/>
          </a:ln>
        </p:spPr>
      </p:pic>
      <p:pic>
        <p:nvPicPr>
          <p:cNvPr id="167" name="Google Shape;167;g3f8da4ebb8d_0_910"/>
          <p:cNvPicPr preferRelativeResize="0"/>
          <p:nvPr/>
        </p:nvPicPr>
        <p:blipFill rotWithShape="1">
          <a:blip r:embed="rId14">
            <a:alphaModFix/>
          </a:blip>
          <a:srcRect b="0" l="0" r="0" t="0"/>
          <a:stretch/>
        </p:blipFill>
        <p:spPr>
          <a:xfrm>
            <a:off x="1912875" y="2641418"/>
            <a:ext cx="964368" cy="163734"/>
          </a:xfrm>
          <a:prstGeom prst="rect">
            <a:avLst/>
          </a:prstGeom>
          <a:noFill/>
          <a:ln>
            <a:noFill/>
          </a:ln>
        </p:spPr>
      </p:pic>
      <p:pic>
        <p:nvPicPr>
          <p:cNvPr id="168" name="Google Shape;168;g3f8da4ebb8d_0_910"/>
          <p:cNvPicPr preferRelativeResize="0"/>
          <p:nvPr/>
        </p:nvPicPr>
        <p:blipFill rotWithShape="1">
          <a:blip r:embed="rId15">
            <a:alphaModFix/>
          </a:blip>
          <a:srcRect b="0" l="0" r="0" t="0"/>
          <a:stretch/>
        </p:blipFill>
        <p:spPr>
          <a:xfrm>
            <a:off x="3474250" y="2002262"/>
            <a:ext cx="714419" cy="279042"/>
          </a:xfrm>
          <a:prstGeom prst="rect">
            <a:avLst/>
          </a:prstGeom>
          <a:noFill/>
          <a:ln>
            <a:noFill/>
          </a:ln>
        </p:spPr>
      </p:pic>
      <p:pic>
        <p:nvPicPr>
          <p:cNvPr id="169" name="Google Shape;169;g3f8da4ebb8d_0_910"/>
          <p:cNvPicPr preferRelativeResize="0"/>
          <p:nvPr/>
        </p:nvPicPr>
        <p:blipFill rotWithShape="1">
          <a:blip r:embed="rId16">
            <a:alphaModFix/>
          </a:blip>
          <a:srcRect b="0" l="0" r="0" t="0"/>
          <a:stretch/>
        </p:blipFill>
        <p:spPr>
          <a:xfrm>
            <a:off x="4299885" y="1994602"/>
            <a:ext cx="714419" cy="265799"/>
          </a:xfrm>
          <a:prstGeom prst="rect">
            <a:avLst/>
          </a:prstGeom>
          <a:noFill/>
          <a:ln>
            <a:noFill/>
          </a:ln>
        </p:spPr>
      </p:pic>
      <p:pic>
        <p:nvPicPr>
          <p:cNvPr id="170" name="Google Shape;170;g3f8da4ebb8d_0_910"/>
          <p:cNvPicPr preferRelativeResize="0"/>
          <p:nvPr/>
        </p:nvPicPr>
        <p:blipFill rotWithShape="1">
          <a:blip r:embed="rId17">
            <a:alphaModFix/>
          </a:blip>
          <a:srcRect b="0" l="0" r="0" t="0"/>
          <a:stretch/>
        </p:blipFill>
        <p:spPr>
          <a:xfrm>
            <a:off x="5098812" y="1981026"/>
            <a:ext cx="557165" cy="292948"/>
          </a:xfrm>
          <a:prstGeom prst="rect">
            <a:avLst/>
          </a:prstGeom>
          <a:noFill/>
          <a:ln>
            <a:noFill/>
          </a:ln>
        </p:spPr>
      </p:pic>
      <p:pic>
        <p:nvPicPr>
          <p:cNvPr id="171" name="Google Shape;171;g3f8da4ebb8d_0_910"/>
          <p:cNvPicPr preferRelativeResize="0"/>
          <p:nvPr/>
        </p:nvPicPr>
        <p:blipFill rotWithShape="1">
          <a:blip r:embed="rId18">
            <a:alphaModFix/>
          </a:blip>
          <a:srcRect b="0" l="0" r="0" t="0"/>
          <a:stretch/>
        </p:blipFill>
        <p:spPr>
          <a:xfrm>
            <a:off x="3492622" y="2346739"/>
            <a:ext cx="1072874" cy="170100"/>
          </a:xfrm>
          <a:prstGeom prst="rect">
            <a:avLst/>
          </a:prstGeom>
          <a:noFill/>
          <a:ln>
            <a:noFill/>
          </a:ln>
        </p:spPr>
      </p:pic>
      <p:pic>
        <p:nvPicPr>
          <p:cNvPr id="172" name="Google Shape;172;g3f8da4ebb8d_0_910"/>
          <p:cNvPicPr preferRelativeResize="0"/>
          <p:nvPr/>
        </p:nvPicPr>
        <p:blipFill rotWithShape="1">
          <a:blip r:embed="rId19">
            <a:alphaModFix/>
          </a:blip>
          <a:srcRect b="0" l="0" r="0" t="0"/>
          <a:stretch/>
        </p:blipFill>
        <p:spPr>
          <a:xfrm>
            <a:off x="4697245" y="2319724"/>
            <a:ext cx="972554" cy="224129"/>
          </a:xfrm>
          <a:prstGeom prst="rect">
            <a:avLst/>
          </a:prstGeom>
          <a:noFill/>
          <a:ln>
            <a:noFill/>
          </a:ln>
        </p:spPr>
      </p:pic>
      <p:pic>
        <p:nvPicPr>
          <p:cNvPr id="173" name="Google Shape;173;g3f8da4ebb8d_0_910"/>
          <p:cNvPicPr preferRelativeResize="0"/>
          <p:nvPr/>
        </p:nvPicPr>
        <p:blipFill rotWithShape="1">
          <a:blip r:embed="rId20">
            <a:alphaModFix/>
          </a:blip>
          <a:srcRect b="0" l="0" r="0" t="0"/>
          <a:stretch/>
        </p:blipFill>
        <p:spPr>
          <a:xfrm>
            <a:off x="4646432" y="2631481"/>
            <a:ext cx="792442" cy="142989"/>
          </a:xfrm>
          <a:prstGeom prst="rect">
            <a:avLst/>
          </a:prstGeom>
          <a:noFill/>
          <a:ln>
            <a:noFill/>
          </a:ln>
        </p:spPr>
      </p:pic>
      <p:pic>
        <p:nvPicPr>
          <p:cNvPr id="174" name="Google Shape;174;g3f8da4ebb8d_0_910"/>
          <p:cNvPicPr preferRelativeResize="0"/>
          <p:nvPr/>
        </p:nvPicPr>
        <p:blipFill rotWithShape="1">
          <a:blip r:embed="rId21">
            <a:alphaModFix/>
          </a:blip>
          <a:srcRect b="0" l="0" r="0" t="0"/>
          <a:stretch/>
        </p:blipFill>
        <p:spPr>
          <a:xfrm>
            <a:off x="3492640" y="2590918"/>
            <a:ext cx="979774" cy="224128"/>
          </a:xfrm>
          <a:prstGeom prst="rect">
            <a:avLst/>
          </a:prstGeom>
          <a:noFill/>
          <a:ln>
            <a:noFill/>
          </a:ln>
        </p:spPr>
      </p:pic>
      <p:pic>
        <p:nvPicPr>
          <p:cNvPr id="175" name="Google Shape;175;g3f8da4ebb8d_0_910"/>
          <p:cNvPicPr preferRelativeResize="0"/>
          <p:nvPr/>
        </p:nvPicPr>
        <p:blipFill rotWithShape="1">
          <a:blip r:embed="rId22">
            <a:alphaModFix/>
          </a:blip>
          <a:srcRect b="10" l="23542" r="22953" t="-10"/>
          <a:stretch/>
        </p:blipFill>
        <p:spPr>
          <a:xfrm>
            <a:off x="7827175" y="1994599"/>
            <a:ext cx="464548" cy="488376"/>
          </a:xfrm>
          <a:prstGeom prst="rect">
            <a:avLst/>
          </a:prstGeom>
          <a:noFill/>
          <a:ln>
            <a:noFill/>
          </a:ln>
        </p:spPr>
      </p:pic>
      <p:pic>
        <p:nvPicPr>
          <p:cNvPr id="176" name="Google Shape;176;g3f8da4ebb8d_0_910"/>
          <p:cNvPicPr preferRelativeResize="0"/>
          <p:nvPr/>
        </p:nvPicPr>
        <p:blipFill rotWithShape="1">
          <a:blip r:embed="rId23">
            <a:alphaModFix/>
          </a:blip>
          <a:srcRect b="0" l="0" r="0" t="0"/>
          <a:stretch/>
        </p:blipFill>
        <p:spPr>
          <a:xfrm>
            <a:off x="6788042" y="2017794"/>
            <a:ext cx="763434" cy="217698"/>
          </a:xfrm>
          <a:prstGeom prst="rect">
            <a:avLst/>
          </a:prstGeom>
          <a:noFill/>
          <a:ln>
            <a:noFill/>
          </a:ln>
        </p:spPr>
      </p:pic>
      <p:pic>
        <p:nvPicPr>
          <p:cNvPr id="177" name="Google Shape;177;g3f8da4ebb8d_0_910"/>
          <p:cNvPicPr preferRelativeResize="0"/>
          <p:nvPr/>
        </p:nvPicPr>
        <p:blipFill rotWithShape="1">
          <a:blip r:embed="rId24">
            <a:alphaModFix/>
          </a:blip>
          <a:srcRect b="0" l="0" r="0" t="0"/>
          <a:stretch/>
        </p:blipFill>
        <p:spPr>
          <a:xfrm>
            <a:off x="7731050" y="2580662"/>
            <a:ext cx="691638" cy="125360"/>
          </a:xfrm>
          <a:prstGeom prst="rect">
            <a:avLst/>
          </a:prstGeom>
          <a:noFill/>
          <a:ln>
            <a:noFill/>
          </a:ln>
        </p:spPr>
      </p:pic>
      <p:pic>
        <p:nvPicPr>
          <p:cNvPr id="178" name="Google Shape;178;g3f8da4ebb8d_0_910"/>
          <p:cNvPicPr preferRelativeResize="0"/>
          <p:nvPr/>
        </p:nvPicPr>
        <p:blipFill rotWithShape="1">
          <a:blip r:embed="rId25">
            <a:alphaModFix/>
          </a:blip>
          <a:srcRect b="21388" l="6969" r="7939" t="16018"/>
          <a:stretch/>
        </p:blipFill>
        <p:spPr>
          <a:xfrm>
            <a:off x="6203376" y="2408361"/>
            <a:ext cx="434714" cy="319749"/>
          </a:xfrm>
          <a:prstGeom prst="rect">
            <a:avLst/>
          </a:prstGeom>
          <a:noFill/>
          <a:ln>
            <a:noFill/>
          </a:ln>
        </p:spPr>
      </p:pic>
      <p:pic>
        <p:nvPicPr>
          <p:cNvPr id="179" name="Google Shape;179;g3f8da4ebb8d_0_910"/>
          <p:cNvPicPr preferRelativeResize="0"/>
          <p:nvPr/>
        </p:nvPicPr>
        <p:blipFill rotWithShape="1">
          <a:blip r:embed="rId26">
            <a:alphaModFix/>
          </a:blip>
          <a:srcRect b="0" l="0" r="0" t="0"/>
          <a:stretch/>
        </p:blipFill>
        <p:spPr>
          <a:xfrm>
            <a:off x="6794393" y="2288506"/>
            <a:ext cx="750742" cy="141962"/>
          </a:xfrm>
          <a:prstGeom prst="rect">
            <a:avLst/>
          </a:prstGeom>
          <a:noFill/>
          <a:ln>
            <a:noFill/>
          </a:ln>
        </p:spPr>
      </p:pic>
      <p:pic>
        <p:nvPicPr>
          <p:cNvPr id="180" name="Google Shape;180;g3f8da4ebb8d_0_910"/>
          <p:cNvPicPr preferRelativeResize="0"/>
          <p:nvPr/>
        </p:nvPicPr>
        <p:blipFill rotWithShape="1">
          <a:blip r:embed="rId27">
            <a:alphaModFix/>
          </a:blip>
          <a:srcRect b="8537" l="3901" r="4515" t="8254"/>
          <a:stretch/>
        </p:blipFill>
        <p:spPr>
          <a:xfrm>
            <a:off x="6228735" y="1995375"/>
            <a:ext cx="384006" cy="348849"/>
          </a:xfrm>
          <a:prstGeom prst="rect">
            <a:avLst/>
          </a:prstGeom>
          <a:noFill/>
          <a:ln>
            <a:noFill/>
          </a:ln>
        </p:spPr>
      </p:pic>
      <p:pic>
        <p:nvPicPr>
          <p:cNvPr id="181" name="Google Shape;181;g3f8da4ebb8d_0_910"/>
          <p:cNvPicPr preferRelativeResize="0"/>
          <p:nvPr/>
        </p:nvPicPr>
        <p:blipFill rotWithShape="1">
          <a:blip r:embed="rId28">
            <a:alphaModFix/>
          </a:blip>
          <a:srcRect b="37573" l="0" r="0" t="37834"/>
          <a:stretch/>
        </p:blipFill>
        <p:spPr>
          <a:xfrm>
            <a:off x="6744998" y="2537192"/>
            <a:ext cx="849538" cy="208922"/>
          </a:xfrm>
          <a:prstGeom prst="rect">
            <a:avLst/>
          </a:prstGeom>
          <a:noFill/>
          <a:ln>
            <a:noFill/>
          </a:ln>
        </p:spPr>
      </p:pic>
      <p:pic>
        <p:nvPicPr>
          <p:cNvPr id="182" name="Google Shape;182;g3f8da4ebb8d_0_910"/>
          <p:cNvPicPr preferRelativeResize="0"/>
          <p:nvPr/>
        </p:nvPicPr>
        <p:blipFill rotWithShape="1">
          <a:blip r:embed="rId29">
            <a:alphaModFix/>
          </a:blip>
          <a:srcRect b="0" l="0" r="0" t="0"/>
          <a:stretch/>
        </p:blipFill>
        <p:spPr>
          <a:xfrm>
            <a:off x="764101" y="3518325"/>
            <a:ext cx="763610" cy="276693"/>
          </a:xfrm>
          <a:prstGeom prst="rect">
            <a:avLst/>
          </a:prstGeom>
          <a:noFill/>
          <a:ln>
            <a:noFill/>
          </a:ln>
        </p:spPr>
      </p:pic>
      <p:pic>
        <p:nvPicPr>
          <p:cNvPr id="183" name="Google Shape;183;g3f8da4ebb8d_0_910"/>
          <p:cNvPicPr preferRelativeResize="0"/>
          <p:nvPr/>
        </p:nvPicPr>
        <p:blipFill rotWithShape="1">
          <a:blip r:embed="rId30">
            <a:alphaModFix/>
          </a:blip>
          <a:srcRect b="0" l="0" r="0" t="0"/>
          <a:stretch/>
        </p:blipFill>
        <p:spPr>
          <a:xfrm>
            <a:off x="1662375" y="3523164"/>
            <a:ext cx="1086735" cy="265166"/>
          </a:xfrm>
          <a:prstGeom prst="rect">
            <a:avLst/>
          </a:prstGeom>
          <a:noFill/>
          <a:ln>
            <a:noFill/>
          </a:ln>
        </p:spPr>
      </p:pic>
      <p:pic>
        <p:nvPicPr>
          <p:cNvPr id="184" name="Google Shape;184;g3f8da4ebb8d_0_910"/>
          <p:cNvPicPr preferRelativeResize="0"/>
          <p:nvPr/>
        </p:nvPicPr>
        <p:blipFill rotWithShape="1">
          <a:blip r:embed="rId31">
            <a:alphaModFix/>
          </a:blip>
          <a:srcRect b="0" l="0" r="0" t="0"/>
          <a:stretch/>
        </p:blipFill>
        <p:spPr>
          <a:xfrm>
            <a:off x="764101" y="3902836"/>
            <a:ext cx="1232892" cy="296665"/>
          </a:xfrm>
          <a:prstGeom prst="rect">
            <a:avLst/>
          </a:prstGeom>
          <a:noFill/>
          <a:ln>
            <a:noFill/>
          </a:ln>
        </p:spPr>
      </p:pic>
      <p:pic>
        <p:nvPicPr>
          <p:cNvPr id="185" name="Google Shape;185;g3f8da4ebb8d_0_910"/>
          <p:cNvPicPr preferRelativeResize="0"/>
          <p:nvPr/>
        </p:nvPicPr>
        <p:blipFill rotWithShape="1">
          <a:blip r:embed="rId32">
            <a:alphaModFix/>
          </a:blip>
          <a:srcRect b="0" l="0" r="0" t="0"/>
          <a:stretch/>
        </p:blipFill>
        <p:spPr>
          <a:xfrm>
            <a:off x="2092126" y="3962305"/>
            <a:ext cx="838784" cy="177750"/>
          </a:xfrm>
          <a:prstGeom prst="rect">
            <a:avLst/>
          </a:prstGeom>
          <a:noFill/>
          <a:ln>
            <a:noFill/>
          </a:ln>
        </p:spPr>
      </p:pic>
      <p:pic>
        <p:nvPicPr>
          <p:cNvPr id="186" name="Google Shape;186;g3f8da4ebb8d_0_910"/>
          <p:cNvPicPr preferRelativeResize="0"/>
          <p:nvPr/>
        </p:nvPicPr>
        <p:blipFill rotWithShape="1">
          <a:blip r:embed="rId33">
            <a:alphaModFix/>
          </a:blip>
          <a:srcRect b="0" l="0" r="0" t="0"/>
          <a:stretch/>
        </p:blipFill>
        <p:spPr>
          <a:xfrm>
            <a:off x="3419926" y="3492006"/>
            <a:ext cx="723469" cy="184973"/>
          </a:xfrm>
          <a:prstGeom prst="rect">
            <a:avLst/>
          </a:prstGeom>
          <a:noFill/>
          <a:ln>
            <a:noFill/>
          </a:ln>
        </p:spPr>
      </p:pic>
      <p:pic>
        <p:nvPicPr>
          <p:cNvPr id="187" name="Google Shape;187;g3f8da4ebb8d_0_910"/>
          <p:cNvPicPr preferRelativeResize="0"/>
          <p:nvPr/>
        </p:nvPicPr>
        <p:blipFill rotWithShape="1">
          <a:blip r:embed="rId34">
            <a:alphaModFix/>
          </a:blip>
          <a:srcRect b="0" l="0" r="0" t="0"/>
          <a:stretch/>
        </p:blipFill>
        <p:spPr>
          <a:xfrm>
            <a:off x="4208060" y="3493173"/>
            <a:ext cx="732743" cy="182624"/>
          </a:xfrm>
          <a:prstGeom prst="rect">
            <a:avLst/>
          </a:prstGeom>
          <a:noFill/>
          <a:ln>
            <a:noFill/>
          </a:ln>
        </p:spPr>
      </p:pic>
      <p:pic>
        <p:nvPicPr>
          <p:cNvPr id="188" name="Google Shape;188;g3f8da4ebb8d_0_910"/>
          <p:cNvPicPr preferRelativeResize="0"/>
          <p:nvPr/>
        </p:nvPicPr>
        <p:blipFill rotWithShape="1">
          <a:blip r:embed="rId35">
            <a:alphaModFix/>
          </a:blip>
          <a:srcRect b="0" l="0" r="0" t="0"/>
          <a:stretch/>
        </p:blipFill>
        <p:spPr>
          <a:xfrm>
            <a:off x="5013171" y="3461644"/>
            <a:ext cx="727654" cy="222564"/>
          </a:xfrm>
          <a:prstGeom prst="rect">
            <a:avLst/>
          </a:prstGeom>
          <a:noFill/>
          <a:ln>
            <a:noFill/>
          </a:ln>
        </p:spPr>
      </p:pic>
      <p:pic>
        <p:nvPicPr>
          <p:cNvPr id="189" name="Google Shape;189;g3f8da4ebb8d_0_910"/>
          <p:cNvPicPr preferRelativeResize="0"/>
          <p:nvPr/>
        </p:nvPicPr>
        <p:blipFill rotWithShape="1">
          <a:blip r:embed="rId36">
            <a:alphaModFix/>
          </a:blip>
          <a:srcRect b="51161" l="-624" r="0" t="-784"/>
          <a:stretch/>
        </p:blipFill>
        <p:spPr>
          <a:xfrm>
            <a:off x="3413956" y="3758032"/>
            <a:ext cx="737490" cy="129287"/>
          </a:xfrm>
          <a:prstGeom prst="rect">
            <a:avLst/>
          </a:prstGeom>
          <a:noFill/>
          <a:ln>
            <a:noFill/>
          </a:ln>
        </p:spPr>
      </p:pic>
      <p:pic>
        <p:nvPicPr>
          <p:cNvPr id="190" name="Google Shape;190;g3f8da4ebb8d_0_910"/>
          <p:cNvPicPr preferRelativeResize="0"/>
          <p:nvPr/>
        </p:nvPicPr>
        <p:blipFill rotWithShape="1">
          <a:blip r:embed="rId37">
            <a:alphaModFix/>
          </a:blip>
          <a:srcRect b="14613" l="5819" r="3123" t="19856"/>
          <a:stretch/>
        </p:blipFill>
        <p:spPr>
          <a:xfrm>
            <a:off x="4208050" y="3758020"/>
            <a:ext cx="782976" cy="173150"/>
          </a:xfrm>
          <a:prstGeom prst="rect">
            <a:avLst/>
          </a:prstGeom>
          <a:noFill/>
          <a:ln>
            <a:noFill/>
          </a:ln>
        </p:spPr>
      </p:pic>
      <p:pic>
        <p:nvPicPr>
          <p:cNvPr id="191" name="Google Shape;191;g3f8da4ebb8d_0_910"/>
          <p:cNvPicPr preferRelativeResize="0"/>
          <p:nvPr/>
        </p:nvPicPr>
        <p:blipFill rotWithShape="1">
          <a:blip r:embed="rId38">
            <a:alphaModFix/>
          </a:blip>
          <a:srcRect b="20058" l="0" r="0" t="19196"/>
          <a:stretch/>
        </p:blipFill>
        <p:spPr>
          <a:xfrm>
            <a:off x="5094187" y="3740663"/>
            <a:ext cx="607815" cy="192976"/>
          </a:xfrm>
          <a:prstGeom prst="rect">
            <a:avLst/>
          </a:prstGeom>
          <a:noFill/>
          <a:ln>
            <a:noFill/>
          </a:ln>
        </p:spPr>
      </p:pic>
      <p:pic>
        <p:nvPicPr>
          <p:cNvPr id="192" name="Google Shape;192;g3f8da4ebb8d_0_910"/>
          <p:cNvPicPr preferRelativeResize="0"/>
          <p:nvPr/>
        </p:nvPicPr>
        <p:blipFill rotWithShape="1">
          <a:blip r:embed="rId39">
            <a:alphaModFix/>
          </a:blip>
          <a:srcRect b="37764" l="0" r="0" t="38972"/>
          <a:stretch/>
        </p:blipFill>
        <p:spPr>
          <a:xfrm>
            <a:off x="3419923" y="4034743"/>
            <a:ext cx="623867" cy="145136"/>
          </a:xfrm>
          <a:prstGeom prst="rect">
            <a:avLst/>
          </a:prstGeom>
          <a:noFill/>
          <a:ln>
            <a:noFill/>
          </a:ln>
        </p:spPr>
      </p:pic>
      <p:pic>
        <p:nvPicPr>
          <p:cNvPr id="193" name="Google Shape;193;g3f8da4ebb8d_0_910"/>
          <p:cNvPicPr preferRelativeResize="0"/>
          <p:nvPr/>
        </p:nvPicPr>
        <p:blipFill rotWithShape="1">
          <a:blip r:embed="rId40">
            <a:alphaModFix/>
          </a:blip>
          <a:srcRect b="22704" l="0" r="0" t="23084"/>
          <a:stretch/>
        </p:blipFill>
        <p:spPr>
          <a:xfrm>
            <a:off x="4217718" y="3990110"/>
            <a:ext cx="884829" cy="205309"/>
          </a:xfrm>
          <a:prstGeom prst="rect">
            <a:avLst/>
          </a:prstGeom>
          <a:noFill/>
          <a:ln>
            <a:noFill/>
          </a:ln>
        </p:spPr>
      </p:pic>
      <p:pic>
        <p:nvPicPr>
          <p:cNvPr id="194" name="Google Shape;194;g3f8da4ebb8d_0_910"/>
          <p:cNvPicPr preferRelativeResize="0"/>
          <p:nvPr/>
        </p:nvPicPr>
        <p:blipFill rotWithShape="1">
          <a:blip r:embed="rId41">
            <a:alphaModFix/>
          </a:blip>
          <a:srcRect b="30771" l="25863" r="25163" t="30371"/>
          <a:stretch/>
        </p:blipFill>
        <p:spPr>
          <a:xfrm>
            <a:off x="6137474" y="3468879"/>
            <a:ext cx="971443" cy="223181"/>
          </a:xfrm>
          <a:prstGeom prst="rect">
            <a:avLst/>
          </a:prstGeom>
          <a:noFill/>
          <a:ln>
            <a:noFill/>
          </a:ln>
        </p:spPr>
      </p:pic>
      <p:pic>
        <p:nvPicPr>
          <p:cNvPr id="195" name="Google Shape;195;g3f8da4ebb8d_0_910"/>
          <p:cNvPicPr preferRelativeResize="0"/>
          <p:nvPr/>
        </p:nvPicPr>
        <p:blipFill rotWithShape="1">
          <a:blip r:embed="rId42">
            <a:alphaModFix/>
          </a:blip>
          <a:srcRect b="20333" l="4272" r="5016" t="20161"/>
          <a:stretch/>
        </p:blipFill>
        <p:spPr>
          <a:xfrm>
            <a:off x="7292717" y="3476901"/>
            <a:ext cx="1043316" cy="207146"/>
          </a:xfrm>
          <a:prstGeom prst="rect">
            <a:avLst/>
          </a:prstGeom>
          <a:noFill/>
          <a:ln>
            <a:noFill/>
          </a:ln>
        </p:spPr>
      </p:pic>
      <p:pic>
        <p:nvPicPr>
          <p:cNvPr id="196" name="Google Shape;196;g3f8da4ebb8d_0_910"/>
          <p:cNvPicPr preferRelativeResize="0"/>
          <p:nvPr/>
        </p:nvPicPr>
        <p:blipFill rotWithShape="1">
          <a:blip r:embed="rId43">
            <a:alphaModFix/>
          </a:blip>
          <a:srcRect b="18913" l="3908" r="3491" t="15983"/>
          <a:stretch/>
        </p:blipFill>
        <p:spPr>
          <a:xfrm>
            <a:off x="6134400" y="3814688"/>
            <a:ext cx="1141516" cy="242666"/>
          </a:xfrm>
          <a:prstGeom prst="rect">
            <a:avLst/>
          </a:prstGeom>
          <a:noFill/>
          <a:ln>
            <a:noFill/>
          </a:ln>
        </p:spPr>
      </p:pic>
      <p:pic>
        <p:nvPicPr>
          <p:cNvPr id="197" name="Google Shape;197;g3f8da4ebb8d_0_910"/>
          <p:cNvPicPr preferRelativeResize="0"/>
          <p:nvPr/>
        </p:nvPicPr>
        <p:blipFill rotWithShape="1">
          <a:blip r:embed="rId44">
            <a:alphaModFix/>
          </a:blip>
          <a:srcRect b="0" l="0" r="0" t="0"/>
          <a:stretch/>
        </p:blipFill>
        <p:spPr>
          <a:xfrm>
            <a:off x="7328036" y="3771360"/>
            <a:ext cx="1077464" cy="3293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202" name="Shape 202"/>
        <p:cNvGrpSpPr/>
        <p:nvPr/>
      </p:nvGrpSpPr>
      <p:grpSpPr>
        <a:xfrm>
          <a:off x="0" y="0"/>
          <a:ext cx="0" cy="0"/>
          <a:chOff x="0" y="0"/>
          <a:chExt cx="0" cy="0"/>
        </a:xfrm>
      </p:grpSpPr>
      <p:sp>
        <p:nvSpPr>
          <p:cNvPr id="203" name="Google Shape;203;g3f8da4ebb8d_0_209"/>
          <p:cNvSpPr txBox="1"/>
          <p:nvPr/>
        </p:nvSpPr>
        <p:spPr>
          <a:xfrm>
            <a:off x="571500" y="890625"/>
            <a:ext cx="3210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CONTENIDO</a:t>
            </a:r>
            <a:endParaRPr b="0" i="0" sz="1100" u="none" cap="none" strike="noStrike">
              <a:solidFill>
                <a:schemeClr val="dk1"/>
              </a:solidFill>
              <a:latin typeface="Calibri"/>
              <a:ea typeface="Calibri"/>
              <a:cs typeface="Calibri"/>
              <a:sym typeface="Calibri"/>
            </a:endParaRPr>
          </a:p>
        </p:txBody>
      </p:sp>
      <p:sp>
        <p:nvSpPr>
          <p:cNvPr id="204" name="Google Shape;204;g3f8da4ebb8d_0_209"/>
          <p:cNvSpPr txBox="1"/>
          <p:nvPr/>
        </p:nvSpPr>
        <p:spPr>
          <a:xfrm>
            <a:off x="571500" y="1165651"/>
            <a:ext cx="3210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Agenda</a:t>
            </a:r>
            <a:endParaRPr b="0" i="0" sz="2100" u="none" cap="none" strike="noStrike">
              <a:solidFill>
                <a:schemeClr val="dk1"/>
              </a:solidFill>
              <a:latin typeface="Calibri"/>
              <a:ea typeface="Calibri"/>
              <a:cs typeface="Calibri"/>
              <a:sym typeface="Calibri"/>
            </a:endParaRPr>
          </a:p>
        </p:txBody>
      </p:sp>
      <p:sp>
        <p:nvSpPr>
          <p:cNvPr id="205" name="Google Shape;205;g3f8da4ebb8d_0_209"/>
          <p:cNvSpPr/>
          <p:nvPr/>
        </p:nvSpPr>
        <p:spPr>
          <a:xfrm>
            <a:off x="589800" y="1740390"/>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 name="Google Shape;206;g3f8da4ebb8d_0_209"/>
          <p:cNvSpPr txBox="1"/>
          <p:nvPr/>
        </p:nvSpPr>
        <p:spPr>
          <a:xfrm>
            <a:off x="772680" y="1831830"/>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01</a:t>
            </a:r>
            <a:endParaRPr b="0" i="0" sz="1200" u="none" cap="none" strike="noStrike">
              <a:solidFill>
                <a:schemeClr val="dk1"/>
              </a:solidFill>
              <a:latin typeface="Calibri"/>
              <a:ea typeface="Calibri"/>
              <a:cs typeface="Calibri"/>
              <a:sym typeface="Calibri"/>
            </a:endParaRPr>
          </a:p>
        </p:txBody>
      </p:sp>
      <p:sp>
        <p:nvSpPr>
          <p:cNvPr id="207" name="Google Shape;207;g3f8da4ebb8d_0_209"/>
          <p:cNvSpPr txBox="1"/>
          <p:nvPr/>
        </p:nvSpPr>
        <p:spPr>
          <a:xfrm>
            <a:off x="1193304" y="1831830"/>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Contexto</a:t>
            </a:r>
            <a:endParaRPr b="0" i="0" sz="1200" u="none" cap="none" strike="noStrike">
              <a:solidFill>
                <a:schemeClr val="dk1"/>
              </a:solidFill>
              <a:latin typeface="Calibri"/>
              <a:ea typeface="Calibri"/>
              <a:cs typeface="Calibri"/>
              <a:sym typeface="Calibri"/>
            </a:endParaRPr>
          </a:p>
        </p:txBody>
      </p:sp>
      <p:sp>
        <p:nvSpPr>
          <p:cNvPr id="208" name="Google Shape;208;g3f8da4ebb8d_0_209"/>
          <p:cNvSpPr/>
          <p:nvPr/>
        </p:nvSpPr>
        <p:spPr>
          <a:xfrm>
            <a:off x="589864" y="2395990"/>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9" name="Google Shape;209;g3f8da4ebb8d_0_209"/>
          <p:cNvSpPr txBox="1"/>
          <p:nvPr/>
        </p:nvSpPr>
        <p:spPr>
          <a:xfrm>
            <a:off x="772744" y="2487430"/>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02</a:t>
            </a:r>
            <a:endParaRPr b="0" i="0" sz="1200" u="none" cap="none" strike="noStrike">
              <a:solidFill>
                <a:schemeClr val="dk1"/>
              </a:solidFill>
              <a:latin typeface="Calibri"/>
              <a:ea typeface="Calibri"/>
              <a:cs typeface="Calibri"/>
              <a:sym typeface="Calibri"/>
            </a:endParaRPr>
          </a:p>
        </p:txBody>
      </p:sp>
      <p:sp>
        <p:nvSpPr>
          <p:cNvPr id="210" name="Google Shape;210;g3f8da4ebb8d_0_209"/>
          <p:cNvSpPr txBox="1"/>
          <p:nvPr/>
        </p:nvSpPr>
        <p:spPr>
          <a:xfrm>
            <a:off x="1193368" y="2487430"/>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Diagnóstico</a:t>
            </a:r>
            <a:endParaRPr b="0" i="0" sz="1200" u="none" cap="none" strike="noStrike">
              <a:solidFill>
                <a:schemeClr val="dk1"/>
              </a:solidFill>
              <a:latin typeface="Calibri"/>
              <a:ea typeface="Calibri"/>
              <a:cs typeface="Calibri"/>
              <a:sym typeface="Calibri"/>
            </a:endParaRPr>
          </a:p>
        </p:txBody>
      </p:sp>
      <p:sp>
        <p:nvSpPr>
          <p:cNvPr id="211" name="Google Shape;211;g3f8da4ebb8d_0_209"/>
          <p:cNvSpPr/>
          <p:nvPr/>
        </p:nvSpPr>
        <p:spPr>
          <a:xfrm>
            <a:off x="589803" y="3051640"/>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2" name="Google Shape;212;g3f8da4ebb8d_0_209"/>
          <p:cNvSpPr txBox="1"/>
          <p:nvPr/>
        </p:nvSpPr>
        <p:spPr>
          <a:xfrm>
            <a:off x="772683" y="3143080"/>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03</a:t>
            </a:r>
            <a:endParaRPr b="0" i="0" sz="1200" u="none" cap="none" strike="noStrike">
              <a:solidFill>
                <a:schemeClr val="dk1"/>
              </a:solidFill>
              <a:latin typeface="Calibri"/>
              <a:ea typeface="Calibri"/>
              <a:cs typeface="Calibri"/>
              <a:sym typeface="Calibri"/>
            </a:endParaRPr>
          </a:p>
        </p:txBody>
      </p:sp>
      <p:sp>
        <p:nvSpPr>
          <p:cNvPr id="213" name="Google Shape;213;g3f8da4ebb8d_0_209"/>
          <p:cNvSpPr txBox="1"/>
          <p:nvPr/>
        </p:nvSpPr>
        <p:spPr>
          <a:xfrm>
            <a:off x="1193307" y="3143080"/>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El reto</a:t>
            </a:r>
            <a:endParaRPr b="0" i="0" sz="1200" u="none" cap="none" strike="noStrike">
              <a:solidFill>
                <a:schemeClr val="dk1"/>
              </a:solidFill>
              <a:latin typeface="Calibri"/>
              <a:ea typeface="Calibri"/>
              <a:cs typeface="Calibri"/>
              <a:sym typeface="Calibri"/>
            </a:endParaRPr>
          </a:p>
        </p:txBody>
      </p:sp>
      <p:sp>
        <p:nvSpPr>
          <p:cNvPr id="214" name="Google Shape;214;g3f8da4ebb8d_0_209"/>
          <p:cNvSpPr/>
          <p:nvPr/>
        </p:nvSpPr>
        <p:spPr>
          <a:xfrm>
            <a:off x="589800" y="3660607"/>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5" name="Google Shape;215;g3f8da4ebb8d_0_209"/>
          <p:cNvSpPr txBox="1"/>
          <p:nvPr/>
        </p:nvSpPr>
        <p:spPr>
          <a:xfrm>
            <a:off x="772680" y="3752048"/>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04</a:t>
            </a:r>
            <a:endParaRPr b="0" i="0" sz="1200" u="none" cap="none" strike="noStrike">
              <a:solidFill>
                <a:schemeClr val="dk1"/>
              </a:solidFill>
              <a:latin typeface="Calibri"/>
              <a:ea typeface="Calibri"/>
              <a:cs typeface="Calibri"/>
              <a:sym typeface="Calibri"/>
            </a:endParaRPr>
          </a:p>
        </p:txBody>
      </p:sp>
      <p:sp>
        <p:nvSpPr>
          <p:cNvPr id="216" name="Google Shape;216;g3f8da4ebb8d_0_209"/>
          <p:cNvSpPr txBox="1"/>
          <p:nvPr/>
        </p:nvSpPr>
        <p:spPr>
          <a:xfrm>
            <a:off x="1193300" y="3752050"/>
            <a:ext cx="19743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lang="en-US" sz="1200">
                <a:solidFill>
                  <a:srgbClr val="000033"/>
                </a:solidFill>
                <a:latin typeface="Montserrat SemiBold"/>
                <a:ea typeface="Montserrat SemiBold"/>
                <a:cs typeface="Montserrat SemiBold"/>
                <a:sym typeface="Montserrat SemiBold"/>
              </a:rPr>
              <a:t>Objetivo y Componentes</a:t>
            </a:r>
            <a:endParaRPr b="0" i="0" sz="1200" u="none" cap="none" strike="noStrike">
              <a:solidFill>
                <a:schemeClr val="dk1"/>
              </a:solidFill>
              <a:latin typeface="Calibri"/>
              <a:ea typeface="Calibri"/>
              <a:cs typeface="Calibri"/>
              <a:sym typeface="Calibri"/>
            </a:endParaRPr>
          </a:p>
        </p:txBody>
      </p:sp>
      <p:sp>
        <p:nvSpPr>
          <p:cNvPr id="217" name="Google Shape;217;g3f8da4ebb8d_0_209"/>
          <p:cNvSpPr/>
          <p:nvPr/>
        </p:nvSpPr>
        <p:spPr>
          <a:xfrm>
            <a:off x="3311664" y="1746858"/>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8" name="Google Shape;218;g3f8da4ebb8d_0_209"/>
          <p:cNvSpPr txBox="1"/>
          <p:nvPr/>
        </p:nvSpPr>
        <p:spPr>
          <a:xfrm>
            <a:off x="3494544" y="1838297"/>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05</a:t>
            </a:r>
            <a:endParaRPr b="0" i="0" sz="1200" u="none" cap="none" strike="noStrike">
              <a:solidFill>
                <a:schemeClr val="dk1"/>
              </a:solidFill>
              <a:latin typeface="Calibri"/>
              <a:ea typeface="Calibri"/>
              <a:cs typeface="Calibri"/>
              <a:sym typeface="Calibri"/>
            </a:endParaRPr>
          </a:p>
        </p:txBody>
      </p:sp>
      <p:sp>
        <p:nvSpPr>
          <p:cNvPr id="219" name="Google Shape;219;g3f8da4ebb8d_0_209"/>
          <p:cNvSpPr txBox="1"/>
          <p:nvPr/>
        </p:nvSpPr>
        <p:spPr>
          <a:xfrm>
            <a:off x="3915168" y="1838297"/>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lang="en-US" sz="1200">
                <a:solidFill>
                  <a:srgbClr val="000033"/>
                </a:solidFill>
                <a:latin typeface="Montserrat SemiBold"/>
                <a:ea typeface="Montserrat SemiBold"/>
                <a:cs typeface="Montserrat SemiBold"/>
                <a:sym typeface="Montserrat SemiBold"/>
              </a:rPr>
              <a:t>Proceso General</a:t>
            </a:r>
            <a:endParaRPr b="0" i="0" sz="1200" u="none" cap="none" strike="noStrike">
              <a:solidFill>
                <a:schemeClr val="dk1"/>
              </a:solidFill>
              <a:latin typeface="Calibri"/>
              <a:ea typeface="Calibri"/>
              <a:cs typeface="Calibri"/>
              <a:sym typeface="Calibri"/>
            </a:endParaRPr>
          </a:p>
        </p:txBody>
      </p:sp>
      <p:sp>
        <p:nvSpPr>
          <p:cNvPr id="220" name="Google Shape;220;g3f8da4ebb8d_0_209"/>
          <p:cNvSpPr/>
          <p:nvPr/>
        </p:nvSpPr>
        <p:spPr>
          <a:xfrm>
            <a:off x="3311641" y="2410270"/>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1" name="Google Shape;221;g3f8da4ebb8d_0_209"/>
          <p:cNvSpPr txBox="1"/>
          <p:nvPr/>
        </p:nvSpPr>
        <p:spPr>
          <a:xfrm>
            <a:off x="3494521" y="2501710"/>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06</a:t>
            </a:r>
            <a:endParaRPr b="0" i="0" sz="1200" u="none" cap="none" strike="noStrike">
              <a:solidFill>
                <a:schemeClr val="dk1"/>
              </a:solidFill>
              <a:latin typeface="Calibri"/>
              <a:ea typeface="Calibri"/>
              <a:cs typeface="Calibri"/>
              <a:sym typeface="Calibri"/>
            </a:endParaRPr>
          </a:p>
        </p:txBody>
      </p:sp>
      <p:sp>
        <p:nvSpPr>
          <p:cNvPr id="222" name="Google Shape;222;g3f8da4ebb8d_0_209"/>
          <p:cNvSpPr txBox="1"/>
          <p:nvPr/>
        </p:nvSpPr>
        <p:spPr>
          <a:xfrm>
            <a:off x="3915145" y="2501710"/>
            <a:ext cx="1770900" cy="329100"/>
          </a:xfrm>
          <a:prstGeom prst="rect">
            <a:avLst/>
          </a:prstGeom>
          <a:noFill/>
          <a:ln>
            <a:noFill/>
          </a:ln>
        </p:spPr>
        <p:txBody>
          <a:bodyPr anchorCtr="0" anchor="ctr" bIns="0" lIns="0" spcFirstLastPara="1" rIns="0" wrap="square" tIns="0">
            <a:noAutofit/>
          </a:bodyPr>
          <a:lstStyle/>
          <a:p>
            <a:pPr indent="0" lvl="0" marL="0" rtl="0" algn="l">
              <a:lnSpc>
                <a:spcPct val="105000"/>
              </a:lnSpc>
              <a:spcBef>
                <a:spcPts val="0"/>
              </a:spcBef>
              <a:spcAft>
                <a:spcPts val="0"/>
              </a:spcAft>
              <a:buClr>
                <a:srgbClr val="000033"/>
              </a:buClr>
              <a:buSzPts val="1200"/>
              <a:buFont typeface="Montserrat SemiBold"/>
              <a:buNone/>
            </a:pPr>
            <a:r>
              <a:rPr b="1" lang="en-US" sz="1200">
                <a:solidFill>
                  <a:srgbClr val="000033"/>
                </a:solidFill>
                <a:latin typeface="Montserrat SemiBold"/>
                <a:ea typeface="Montserrat SemiBold"/>
                <a:cs typeface="Montserrat SemiBold"/>
                <a:sym typeface="Montserrat SemiBold"/>
              </a:rPr>
              <a:t>Detalle del proceso</a:t>
            </a:r>
            <a:endParaRPr b="1" sz="1200">
              <a:solidFill>
                <a:srgbClr val="000033"/>
              </a:solidFill>
              <a:latin typeface="Montserrat SemiBold"/>
              <a:ea typeface="Montserrat SemiBold"/>
              <a:cs typeface="Montserrat SemiBold"/>
              <a:sym typeface="Montserrat SemiBold"/>
            </a:endParaRPr>
          </a:p>
        </p:txBody>
      </p:sp>
      <p:sp>
        <p:nvSpPr>
          <p:cNvPr id="223" name="Google Shape;223;g3f8da4ebb8d_0_209"/>
          <p:cNvSpPr/>
          <p:nvPr/>
        </p:nvSpPr>
        <p:spPr>
          <a:xfrm>
            <a:off x="3311650" y="3051563"/>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4" name="Google Shape;224;g3f8da4ebb8d_0_209"/>
          <p:cNvSpPr txBox="1"/>
          <p:nvPr/>
        </p:nvSpPr>
        <p:spPr>
          <a:xfrm>
            <a:off x="3494530" y="3143003"/>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07</a:t>
            </a:r>
            <a:endParaRPr b="0" i="0" sz="1200" u="none" cap="none" strike="noStrike">
              <a:solidFill>
                <a:schemeClr val="dk1"/>
              </a:solidFill>
              <a:latin typeface="Calibri"/>
              <a:ea typeface="Calibri"/>
              <a:cs typeface="Calibri"/>
              <a:sym typeface="Calibri"/>
            </a:endParaRPr>
          </a:p>
        </p:txBody>
      </p:sp>
      <p:sp>
        <p:nvSpPr>
          <p:cNvPr id="225" name="Google Shape;225;g3f8da4ebb8d_0_209"/>
          <p:cNvSpPr txBox="1"/>
          <p:nvPr/>
        </p:nvSpPr>
        <p:spPr>
          <a:xfrm>
            <a:off x="3915154" y="3143003"/>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lang="en-US" sz="1200">
                <a:solidFill>
                  <a:srgbClr val="000033"/>
                </a:solidFill>
                <a:latin typeface="Montserrat SemiBold"/>
                <a:ea typeface="Montserrat SemiBold"/>
                <a:cs typeface="Montserrat SemiBold"/>
                <a:sym typeface="Montserrat SemiBold"/>
              </a:rPr>
              <a:t>Cronograma</a:t>
            </a:r>
            <a:endParaRPr b="0" i="0" sz="1200" u="none" cap="none" strike="noStrike">
              <a:solidFill>
                <a:schemeClr val="dk1"/>
              </a:solidFill>
              <a:latin typeface="Calibri"/>
              <a:ea typeface="Calibri"/>
              <a:cs typeface="Calibri"/>
              <a:sym typeface="Calibri"/>
            </a:endParaRPr>
          </a:p>
        </p:txBody>
      </p:sp>
      <p:sp>
        <p:nvSpPr>
          <p:cNvPr id="226" name="Google Shape;226;g3f8da4ebb8d_0_209"/>
          <p:cNvSpPr/>
          <p:nvPr/>
        </p:nvSpPr>
        <p:spPr>
          <a:xfrm>
            <a:off x="3325414" y="3660588"/>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7" name="Google Shape;227;g3f8da4ebb8d_0_209"/>
          <p:cNvSpPr txBox="1"/>
          <p:nvPr/>
        </p:nvSpPr>
        <p:spPr>
          <a:xfrm>
            <a:off x="3508294" y="3752028"/>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08</a:t>
            </a:r>
            <a:endParaRPr b="0" i="0" sz="1200" u="none" cap="none" strike="noStrike">
              <a:solidFill>
                <a:schemeClr val="dk1"/>
              </a:solidFill>
              <a:latin typeface="Calibri"/>
              <a:ea typeface="Calibri"/>
              <a:cs typeface="Calibri"/>
              <a:sym typeface="Calibri"/>
            </a:endParaRPr>
          </a:p>
        </p:txBody>
      </p:sp>
      <p:sp>
        <p:nvSpPr>
          <p:cNvPr id="228" name="Google Shape;228;g3f8da4ebb8d_0_209"/>
          <p:cNvSpPr txBox="1"/>
          <p:nvPr/>
        </p:nvSpPr>
        <p:spPr>
          <a:xfrm>
            <a:off x="3928918" y="3752028"/>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lang="en-US" sz="1200">
                <a:solidFill>
                  <a:srgbClr val="000033"/>
                </a:solidFill>
                <a:latin typeface="Montserrat SemiBold"/>
                <a:ea typeface="Montserrat SemiBold"/>
                <a:cs typeface="Montserrat SemiBold"/>
                <a:sym typeface="Montserrat SemiBold"/>
              </a:rPr>
              <a:t>Consideraciones</a:t>
            </a:r>
            <a:endParaRPr b="0" i="0" sz="1200" u="none" cap="none" strike="noStrike">
              <a:solidFill>
                <a:schemeClr val="dk1"/>
              </a:solidFill>
              <a:latin typeface="Calibri"/>
              <a:ea typeface="Calibri"/>
              <a:cs typeface="Calibri"/>
              <a:sym typeface="Calibri"/>
            </a:endParaRPr>
          </a:p>
        </p:txBody>
      </p:sp>
      <p:sp>
        <p:nvSpPr>
          <p:cNvPr id="229" name="Google Shape;229;g3f8da4ebb8d_0_209"/>
          <p:cNvSpPr/>
          <p:nvPr/>
        </p:nvSpPr>
        <p:spPr>
          <a:xfrm>
            <a:off x="6040453" y="2399100"/>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 name="Google Shape;230;g3f8da4ebb8d_0_209"/>
          <p:cNvSpPr txBox="1"/>
          <p:nvPr/>
        </p:nvSpPr>
        <p:spPr>
          <a:xfrm>
            <a:off x="6223333" y="2490540"/>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lang="en-US" sz="1200">
                <a:solidFill>
                  <a:srgbClr val="2B5BFC"/>
                </a:solidFill>
                <a:latin typeface="Montserrat SemiBold"/>
                <a:ea typeface="Montserrat SemiBold"/>
                <a:cs typeface="Montserrat SemiBold"/>
                <a:sym typeface="Montserrat SemiBold"/>
              </a:rPr>
              <a:t>10</a:t>
            </a:r>
            <a:endParaRPr b="0" i="0" sz="1200" u="none" cap="none" strike="noStrike">
              <a:solidFill>
                <a:schemeClr val="dk1"/>
              </a:solidFill>
              <a:latin typeface="Calibri"/>
              <a:ea typeface="Calibri"/>
              <a:cs typeface="Calibri"/>
              <a:sym typeface="Calibri"/>
            </a:endParaRPr>
          </a:p>
        </p:txBody>
      </p:sp>
      <p:sp>
        <p:nvSpPr>
          <p:cNvPr id="231" name="Google Shape;231;g3f8da4ebb8d_0_209"/>
          <p:cNvSpPr txBox="1"/>
          <p:nvPr/>
        </p:nvSpPr>
        <p:spPr>
          <a:xfrm>
            <a:off x="6643957" y="2490540"/>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Inversión</a:t>
            </a:r>
            <a:endParaRPr b="0" i="0" sz="1200" u="none" cap="none" strike="noStrike">
              <a:solidFill>
                <a:schemeClr val="dk1"/>
              </a:solidFill>
              <a:latin typeface="Calibri"/>
              <a:ea typeface="Calibri"/>
              <a:cs typeface="Calibri"/>
              <a:sym typeface="Calibri"/>
            </a:endParaRPr>
          </a:p>
        </p:txBody>
      </p:sp>
      <p:sp>
        <p:nvSpPr>
          <p:cNvPr id="232" name="Google Shape;232;g3f8da4ebb8d_0_209"/>
          <p:cNvSpPr/>
          <p:nvPr/>
        </p:nvSpPr>
        <p:spPr>
          <a:xfrm>
            <a:off x="6040438" y="3048255"/>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3" name="Google Shape;233;g3f8da4ebb8d_0_209"/>
          <p:cNvSpPr txBox="1"/>
          <p:nvPr/>
        </p:nvSpPr>
        <p:spPr>
          <a:xfrm>
            <a:off x="6223318" y="3139695"/>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1</a:t>
            </a:r>
            <a:r>
              <a:rPr b="1" lang="en-US" sz="1200">
                <a:solidFill>
                  <a:srgbClr val="2B5BFC"/>
                </a:solidFill>
                <a:latin typeface="Montserrat SemiBold"/>
                <a:ea typeface="Montserrat SemiBold"/>
                <a:cs typeface="Montserrat SemiBold"/>
                <a:sym typeface="Montserrat SemiBold"/>
              </a:rPr>
              <a:t>1</a:t>
            </a:r>
            <a:endParaRPr b="0" i="0" sz="1200" u="none" cap="none" strike="noStrike">
              <a:solidFill>
                <a:schemeClr val="dk1"/>
              </a:solidFill>
              <a:latin typeface="Calibri"/>
              <a:ea typeface="Calibri"/>
              <a:cs typeface="Calibri"/>
              <a:sym typeface="Calibri"/>
            </a:endParaRPr>
          </a:p>
        </p:txBody>
      </p:sp>
      <p:sp>
        <p:nvSpPr>
          <p:cNvPr id="234" name="Google Shape;234;g3f8da4ebb8d_0_209"/>
          <p:cNvSpPr txBox="1"/>
          <p:nvPr/>
        </p:nvSpPr>
        <p:spPr>
          <a:xfrm>
            <a:off x="6643941" y="3139695"/>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El equipo asignado</a:t>
            </a:r>
            <a:endParaRPr b="0" i="0" sz="1200" u="none" cap="none" strike="noStrike">
              <a:solidFill>
                <a:schemeClr val="dk1"/>
              </a:solidFill>
              <a:latin typeface="Calibri"/>
              <a:ea typeface="Calibri"/>
              <a:cs typeface="Calibri"/>
              <a:sym typeface="Calibri"/>
            </a:endParaRPr>
          </a:p>
        </p:txBody>
      </p:sp>
      <p:sp>
        <p:nvSpPr>
          <p:cNvPr id="235" name="Google Shape;235;g3f8da4ebb8d_0_209"/>
          <p:cNvSpPr/>
          <p:nvPr/>
        </p:nvSpPr>
        <p:spPr>
          <a:xfrm>
            <a:off x="6040439" y="3703893"/>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g3f8da4ebb8d_0_209"/>
          <p:cNvSpPr txBox="1"/>
          <p:nvPr/>
        </p:nvSpPr>
        <p:spPr>
          <a:xfrm>
            <a:off x="6223319" y="3795333"/>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1</a:t>
            </a:r>
            <a:r>
              <a:rPr b="1" lang="en-US" sz="1200">
                <a:solidFill>
                  <a:srgbClr val="2B5BFC"/>
                </a:solidFill>
                <a:latin typeface="Montserrat SemiBold"/>
                <a:ea typeface="Montserrat SemiBold"/>
                <a:cs typeface="Montserrat SemiBold"/>
                <a:sym typeface="Montserrat SemiBold"/>
              </a:rPr>
              <a:t>2</a:t>
            </a:r>
            <a:endParaRPr b="0" i="0" sz="1200" u="none" cap="none" strike="noStrike">
              <a:solidFill>
                <a:schemeClr val="dk1"/>
              </a:solidFill>
              <a:latin typeface="Calibri"/>
              <a:ea typeface="Calibri"/>
              <a:cs typeface="Calibri"/>
              <a:sym typeface="Calibri"/>
            </a:endParaRPr>
          </a:p>
        </p:txBody>
      </p:sp>
      <p:sp>
        <p:nvSpPr>
          <p:cNvPr id="237" name="Google Shape;237;g3f8da4ebb8d_0_209"/>
          <p:cNvSpPr txBox="1"/>
          <p:nvPr/>
        </p:nvSpPr>
        <p:spPr>
          <a:xfrm>
            <a:off x="6643943" y="3795333"/>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¿Por qué NEO?</a:t>
            </a:r>
            <a:endParaRPr b="0" i="0" sz="1200" u="none" cap="none" strike="noStrike">
              <a:solidFill>
                <a:schemeClr val="dk1"/>
              </a:solidFill>
              <a:latin typeface="Calibri"/>
              <a:ea typeface="Calibri"/>
              <a:cs typeface="Calibri"/>
              <a:sym typeface="Calibri"/>
            </a:endParaRPr>
          </a:p>
        </p:txBody>
      </p:sp>
      <p:sp>
        <p:nvSpPr>
          <p:cNvPr id="238" name="Google Shape;238;g3f8da4ebb8d_0_209"/>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
        <p:nvSpPr>
          <p:cNvPr id="239" name="Google Shape;239;g3f8da4ebb8d_0_209"/>
          <p:cNvSpPr/>
          <p:nvPr/>
        </p:nvSpPr>
        <p:spPr>
          <a:xfrm>
            <a:off x="6033539" y="1749938"/>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0" name="Google Shape;240;g3f8da4ebb8d_0_209"/>
          <p:cNvSpPr txBox="1"/>
          <p:nvPr/>
        </p:nvSpPr>
        <p:spPr>
          <a:xfrm>
            <a:off x="6216419" y="1841378"/>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a:t>
            </a:r>
            <a:r>
              <a:rPr b="1" lang="en-US" sz="1200">
                <a:solidFill>
                  <a:srgbClr val="2B5BFC"/>
                </a:solidFill>
                <a:latin typeface="Montserrat SemiBold"/>
                <a:ea typeface="Montserrat SemiBold"/>
                <a:cs typeface="Montserrat SemiBold"/>
                <a:sym typeface="Montserrat SemiBold"/>
              </a:rPr>
              <a:t>9</a:t>
            </a:r>
            <a:endParaRPr b="0" i="0" sz="1200" u="none" cap="none" strike="noStrike">
              <a:solidFill>
                <a:schemeClr val="dk1"/>
              </a:solidFill>
              <a:latin typeface="Calibri"/>
              <a:ea typeface="Calibri"/>
              <a:cs typeface="Calibri"/>
              <a:sym typeface="Calibri"/>
            </a:endParaRPr>
          </a:p>
        </p:txBody>
      </p:sp>
      <p:sp>
        <p:nvSpPr>
          <p:cNvPr id="241" name="Google Shape;241;g3f8da4ebb8d_0_209"/>
          <p:cNvSpPr txBox="1"/>
          <p:nvPr/>
        </p:nvSpPr>
        <p:spPr>
          <a:xfrm>
            <a:off x="6637051" y="1841375"/>
            <a:ext cx="19743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lang="en-US" sz="1200">
                <a:solidFill>
                  <a:srgbClr val="000033"/>
                </a:solidFill>
                <a:latin typeface="Montserrat SemiBold"/>
                <a:ea typeface="Montserrat SemiBold"/>
                <a:cs typeface="Montserrat SemiBold"/>
                <a:sym typeface="Montserrat SemiBold"/>
              </a:rPr>
              <a:t>Estimación del Impacto</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246" name="Shape 246"/>
        <p:cNvGrpSpPr/>
        <p:nvPr/>
      </p:nvGrpSpPr>
      <p:grpSpPr>
        <a:xfrm>
          <a:off x="0" y="0"/>
          <a:ext cx="0" cy="0"/>
          <a:chOff x="0" y="0"/>
          <a:chExt cx="0" cy="0"/>
        </a:xfrm>
      </p:grpSpPr>
      <p:pic>
        <p:nvPicPr>
          <p:cNvPr descr="bg_divider.png" id="247" name="Google Shape;247;p5"/>
          <p:cNvPicPr preferRelativeResize="0"/>
          <p:nvPr/>
        </p:nvPicPr>
        <p:blipFill rotWithShape="1">
          <a:blip r:embed="rId3">
            <a:alphaModFix/>
          </a:blip>
          <a:srcRect b="0" l="0" r="0" t="0"/>
          <a:stretch/>
        </p:blipFill>
        <p:spPr>
          <a:xfrm>
            <a:off x="0" y="0"/>
            <a:ext cx="9143998" cy="5143501"/>
          </a:xfrm>
          <a:prstGeom prst="rect">
            <a:avLst/>
          </a:prstGeom>
          <a:noFill/>
          <a:ln>
            <a:noFill/>
          </a:ln>
        </p:spPr>
      </p:pic>
      <p:pic>
        <p:nvPicPr>
          <p:cNvPr descr="logo_blanco.png" id="248" name="Google Shape;248;p5"/>
          <p:cNvPicPr preferRelativeResize="0"/>
          <p:nvPr/>
        </p:nvPicPr>
        <p:blipFill rotWithShape="1">
          <a:blip r:embed="rId4">
            <a:alphaModFix/>
          </a:blip>
          <a:srcRect b="0" l="0" r="0" t="0"/>
          <a:stretch/>
        </p:blipFill>
        <p:spPr>
          <a:xfrm>
            <a:off x="569671" y="389534"/>
            <a:ext cx="1228039" cy="245059"/>
          </a:xfrm>
          <a:prstGeom prst="rect">
            <a:avLst/>
          </a:prstGeom>
          <a:noFill/>
          <a:ln>
            <a:noFill/>
          </a:ln>
        </p:spPr>
      </p:pic>
      <p:sp>
        <p:nvSpPr>
          <p:cNvPr id="249" name="Google Shape;249;p5"/>
          <p:cNvSpPr txBox="1"/>
          <p:nvPr/>
        </p:nvSpPr>
        <p:spPr>
          <a:xfrm>
            <a:off x="571500" y="1773936"/>
            <a:ext cx="2743200" cy="20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200"/>
              <a:buFont typeface="Montserrat SemiBold"/>
              <a:buNone/>
            </a:pPr>
            <a:r>
              <a:rPr b="1" i="0" lang="en-US" sz="1200" u="none" cap="none" strike="noStrike">
                <a:solidFill>
                  <a:srgbClr val="C5D5F7"/>
                </a:solidFill>
                <a:latin typeface="Montserrat SemiBold"/>
                <a:ea typeface="Montserrat SemiBold"/>
                <a:cs typeface="Montserrat SemiBold"/>
                <a:sym typeface="Montserrat SemiBold"/>
              </a:rPr>
              <a:t>SECCIÓN 0</a:t>
            </a:r>
            <a:r>
              <a:rPr b="1" lang="en-US" sz="1200">
                <a:solidFill>
                  <a:srgbClr val="C5D5F7"/>
                </a:solidFill>
                <a:latin typeface="Montserrat SemiBold"/>
                <a:ea typeface="Montserrat SemiBold"/>
                <a:cs typeface="Montserrat SemiBold"/>
                <a:sym typeface="Montserrat SemiBold"/>
              </a:rPr>
              <a:t>1</a:t>
            </a:r>
            <a:endParaRPr b="0" i="0" sz="1200" u="none" cap="none" strike="noStrike">
              <a:solidFill>
                <a:schemeClr val="dk1"/>
              </a:solidFill>
              <a:latin typeface="Calibri"/>
              <a:ea typeface="Calibri"/>
              <a:cs typeface="Calibri"/>
              <a:sym typeface="Calibri"/>
            </a:endParaRPr>
          </a:p>
        </p:txBody>
      </p:sp>
      <p:sp>
        <p:nvSpPr>
          <p:cNvPr id="250" name="Google Shape;250;p5"/>
          <p:cNvSpPr txBox="1"/>
          <p:nvPr/>
        </p:nvSpPr>
        <p:spPr>
          <a:xfrm>
            <a:off x="571500" y="2157984"/>
            <a:ext cx="7863900" cy="731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4500"/>
              <a:buFont typeface="Montserrat ExtraBold"/>
              <a:buNone/>
            </a:pPr>
            <a:r>
              <a:rPr b="1" i="0" lang="en-US" sz="4500" u="none" cap="none" strike="noStrike">
                <a:solidFill>
                  <a:srgbClr val="FFFFFF"/>
                </a:solidFill>
                <a:latin typeface="Montserrat ExtraBold"/>
                <a:ea typeface="Montserrat ExtraBold"/>
                <a:cs typeface="Montserrat ExtraBold"/>
                <a:sym typeface="Montserrat ExtraBold"/>
              </a:rPr>
              <a:t>Contexto</a:t>
            </a:r>
            <a:endParaRPr b="0" i="0" sz="4500" u="none" cap="none" strike="noStrike">
              <a:solidFill>
                <a:schemeClr val="dk1"/>
              </a:solidFill>
              <a:latin typeface="Calibri"/>
              <a:ea typeface="Calibri"/>
              <a:cs typeface="Calibri"/>
              <a:sym typeface="Calibri"/>
            </a:endParaRPr>
          </a:p>
        </p:txBody>
      </p:sp>
      <p:sp>
        <p:nvSpPr>
          <p:cNvPr id="251" name="Google Shape;251;p5"/>
          <p:cNvSpPr txBox="1"/>
          <p:nvPr/>
        </p:nvSpPr>
        <p:spPr>
          <a:xfrm>
            <a:off x="571500" y="3054096"/>
            <a:ext cx="4937700" cy="4938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C5D5F7"/>
              </a:buClr>
              <a:buSzPts val="1300"/>
              <a:buFont typeface="Montserrat Medium"/>
              <a:buNone/>
            </a:pPr>
            <a:r>
              <a:rPr b="0" i="0" lang="en-US" sz="1300" u="none" cap="none" strike="noStrike">
                <a:solidFill>
                  <a:srgbClr val="C5D5F7"/>
                </a:solidFill>
                <a:latin typeface="Montserrat Medium"/>
                <a:ea typeface="Montserrat Medium"/>
                <a:cs typeface="Montserrat Medium"/>
                <a:sym typeface="Montserrat Medium"/>
              </a:rPr>
              <a:t>Una línea que anticipa qué se resuelve en esta sección.</a:t>
            </a:r>
            <a:endParaRPr b="0" i="0" sz="1300" u="none" cap="none" strike="noStrike">
              <a:solidFill>
                <a:schemeClr val="dk1"/>
              </a:solidFill>
              <a:latin typeface="Calibri"/>
              <a:ea typeface="Calibri"/>
              <a:cs typeface="Calibri"/>
              <a:sym typeface="Calibri"/>
            </a:endParaRPr>
          </a:p>
        </p:txBody>
      </p:sp>
      <p:sp>
        <p:nvSpPr>
          <p:cNvPr id="252" name="Google Shape;252;p5"/>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7" name="Shape 257"/>
        <p:cNvGrpSpPr/>
        <p:nvPr/>
      </p:nvGrpSpPr>
      <p:grpSpPr>
        <a:xfrm>
          <a:off x="0" y="0"/>
          <a:ext cx="0" cy="0"/>
          <a:chOff x="0" y="0"/>
          <a:chExt cx="0" cy="0"/>
        </a:xfrm>
      </p:grpSpPr>
      <p:sp>
        <p:nvSpPr>
          <p:cNvPr id="258" name="Google Shape;258;g3f8da4ebb8d_0_1173"/>
          <p:cNvSpPr/>
          <p:nvPr/>
        </p:nvSpPr>
        <p:spPr>
          <a:xfrm>
            <a:off x="571500" y="1557746"/>
            <a:ext cx="8090100" cy="20580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4A4A5F"/>
              </a:buClr>
              <a:buSzPts val="900"/>
              <a:buFont typeface="Calibri"/>
              <a:buNone/>
            </a:pPr>
            <a:r>
              <a:rPr lang="en-US" sz="1100">
                <a:solidFill>
                  <a:srgbClr val="000033"/>
                </a:solidFill>
                <a:latin typeface="Montserrat"/>
                <a:ea typeface="Montserrat"/>
                <a:cs typeface="Montserrat"/>
                <a:sym typeface="Montserrat"/>
              </a:rPr>
              <a:t>Una línea de bajada que explica de qué trata el conjunto de tarjetas.</a:t>
            </a:r>
            <a:endParaRPr b="0" i="0" sz="1100" u="none" cap="none" strike="noStrike">
              <a:solidFill>
                <a:schemeClr val="dk1"/>
              </a:solidFill>
              <a:latin typeface="Montserrat"/>
              <a:ea typeface="Montserrat"/>
              <a:cs typeface="Montserrat"/>
              <a:sym typeface="Montserrat"/>
            </a:endParaRPr>
          </a:p>
        </p:txBody>
      </p:sp>
      <p:sp>
        <p:nvSpPr>
          <p:cNvPr id="259" name="Google Shape;259;g3f8da4ebb8d_0_1173"/>
          <p:cNvSpPr/>
          <p:nvPr/>
        </p:nvSpPr>
        <p:spPr>
          <a:xfrm>
            <a:off x="550300" y="1861989"/>
            <a:ext cx="2626800" cy="1337400"/>
          </a:xfrm>
          <a:prstGeom prst="roundRect">
            <a:avLst>
              <a:gd fmla="val 4103" name="adj"/>
            </a:avLst>
          </a:prstGeom>
          <a:solidFill>
            <a:srgbClr val="000033"/>
          </a:solidFill>
          <a:ln cap="flat" cmpd="sng" w="12700">
            <a:solidFill>
              <a:srgbClr val="333333"/>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68575" lIns="68575" spcFirstLastPara="1" rIns="68575" wrap="square" tIns="6857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0" name="Google Shape;260;g3f8da4ebb8d_0_1173"/>
          <p:cNvSpPr/>
          <p:nvPr/>
        </p:nvSpPr>
        <p:spPr>
          <a:xfrm>
            <a:off x="728608" y="2012865"/>
            <a:ext cx="2270100" cy="164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9A7DA"/>
              </a:buClr>
              <a:buSzPts val="700"/>
              <a:buFont typeface="Calibri"/>
              <a:buNone/>
            </a:pPr>
            <a:r>
              <a:rPr b="1" i="0" lang="en-US" sz="1000" u="none" cap="none" strike="noStrike">
                <a:solidFill>
                  <a:srgbClr val="7E99FE"/>
                </a:solidFill>
                <a:latin typeface="Montserrat"/>
                <a:ea typeface="Montserrat"/>
                <a:cs typeface="Montserrat"/>
                <a:sym typeface="Montserrat"/>
              </a:rPr>
              <a:t>PILAR I</a:t>
            </a:r>
            <a:endParaRPr b="1" i="0" sz="1000" u="none" cap="none" strike="noStrike">
              <a:solidFill>
                <a:srgbClr val="7E99FE"/>
              </a:solidFill>
              <a:latin typeface="Montserrat"/>
              <a:ea typeface="Montserrat"/>
              <a:cs typeface="Montserrat"/>
              <a:sym typeface="Montserrat"/>
            </a:endParaRPr>
          </a:p>
        </p:txBody>
      </p:sp>
      <p:sp>
        <p:nvSpPr>
          <p:cNvPr id="261" name="Google Shape;261;g3f8da4ebb8d_0_1173"/>
          <p:cNvSpPr/>
          <p:nvPr/>
        </p:nvSpPr>
        <p:spPr>
          <a:xfrm>
            <a:off x="728603" y="2266599"/>
            <a:ext cx="2270100" cy="257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FFFFFF"/>
              </a:buClr>
              <a:buSzPts val="1000"/>
              <a:buFont typeface="Calibri"/>
              <a:buNone/>
            </a:pPr>
            <a:r>
              <a:rPr b="1" lang="en-US" sz="1200">
                <a:solidFill>
                  <a:srgbClr val="FFFFFF"/>
                </a:solidFill>
                <a:latin typeface="Montserrat"/>
                <a:ea typeface="Montserrat"/>
                <a:cs typeface="Montserrat"/>
                <a:sym typeface="Montserrat"/>
              </a:rPr>
              <a:t>Título del Pilar</a:t>
            </a:r>
            <a:endParaRPr b="0" i="0" sz="1200" u="none" cap="none" strike="noStrike">
              <a:solidFill>
                <a:schemeClr val="dk1"/>
              </a:solidFill>
              <a:latin typeface="Montserrat"/>
              <a:ea typeface="Montserrat"/>
              <a:cs typeface="Montserrat"/>
              <a:sym typeface="Montserrat"/>
            </a:endParaRPr>
          </a:p>
        </p:txBody>
      </p:sp>
      <p:sp>
        <p:nvSpPr>
          <p:cNvPr id="262" name="Google Shape;262;g3f8da4ebb8d_0_1173"/>
          <p:cNvSpPr/>
          <p:nvPr/>
        </p:nvSpPr>
        <p:spPr>
          <a:xfrm>
            <a:off x="728570" y="2530307"/>
            <a:ext cx="2270100" cy="3771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D6D5EE"/>
              </a:buClr>
              <a:buSzPts val="800"/>
              <a:buFont typeface="Calibri"/>
              <a:buNone/>
            </a:pPr>
            <a:r>
              <a:rPr lang="en-US" sz="1100">
                <a:solidFill>
                  <a:srgbClr val="EEF3FF"/>
                </a:solidFill>
                <a:latin typeface="Montserrat"/>
                <a:ea typeface="Montserrat"/>
                <a:cs typeface="Montserrat"/>
                <a:sym typeface="Montserrat"/>
              </a:rPr>
              <a:t>xxxxx</a:t>
            </a:r>
            <a:endParaRPr b="0" i="0" sz="1100" u="none" cap="none" strike="noStrike">
              <a:solidFill>
                <a:srgbClr val="EEF3FF"/>
              </a:solidFill>
              <a:latin typeface="Montserrat"/>
              <a:ea typeface="Montserrat"/>
              <a:cs typeface="Montserrat"/>
              <a:sym typeface="Montserrat"/>
            </a:endParaRPr>
          </a:p>
        </p:txBody>
      </p:sp>
      <p:sp>
        <p:nvSpPr>
          <p:cNvPr id="263" name="Google Shape;263;g3f8da4ebb8d_0_1173"/>
          <p:cNvSpPr/>
          <p:nvPr/>
        </p:nvSpPr>
        <p:spPr>
          <a:xfrm>
            <a:off x="3389512" y="1861989"/>
            <a:ext cx="2626800" cy="1337400"/>
          </a:xfrm>
          <a:prstGeom prst="roundRect">
            <a:avLst>
              <a:gd fmla="val 4103" name="adj"/>
            </a:avLst>
          </a:prstGeom>
          <a:solidFill>
            <a:srgbClr val="000033"/>
          </a:solidFill>
          <a:ln cap="flat" cmpd="sng" w="12700">
            <a:solidFill>
              <a:srgbClr val="333333"/>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68575" lIns="68575" spcFirstLastPara="1" rIns="68575" wrap="square" tIns="6857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4" name="Google Shape;264;g3f8da4ebb8d_0_1173"/>
          <p:cNvSpPr/>
          <p:nvPr/>
        </p:nvSpPr>
        <p:spPr>
          <a:xfrm>
            <a:off x="3567820" y="2012865"/>
            <a:ext cx="2270100" cy="164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9A7DA"/>
              </a:buClr>
              <a:buSzPts val="700"/>
              <a:buFont typeface="Calibri"/>
              <a:buNone/>
            </a:pPr>
            <a:r>
              <a:rPr b="1" i="0" lang="en-US" sz="1000" u="none" cap="none" strike="noStrike">
                <a:solidFill>
                  <a:srgbClr val="7E99FE"/>
                </a:solidFill>
                <a:latin typeface="Montserrat"/>
                <a:ea typeface="Montserrat"/>
                <a:cs typeface="Montserrat"/>
                <a:sym typeface="Montserrat"/>
              </a:rPr>
              <a:t>PILAR II</a:t>
            </a:r>
            <a:endParaRPr b="1" i="0" sz="1000" u="none" cap="none" strike="noStrike">
              <a:solidFill>
                <a:srgbClr val="7E99FE"/>
              </a:solidFill>
              <a:latin typeface="Montserrat"/>
              <a:ea typeface="Montserrat"/>
              <a:cs typeface="Montserrat"/>
              <a:sym typeface="Montserrat"/>
            </a:endParaRPr>
          </a:p>
        </p:txBody>
      </p:sp>
      <p:sp>
        <p:nvSpPr>
          <p:cNvPr id="265" name="Google Shape;265;g3f8da4ebb8d_0_1173"/>
          <p:cNvSpPr/>
          <p:nvPr/>
        </p:nvSpPr>
        <p:spPr>
          <a:xfrm>
            <a:off x="3567816" y="2266599"/>
            <a:ext cx="2270100" cy="257400"/>
          </a:xfrm>
          <a:prstGeom prst="rect">
            <a:avLst/>
          </a:prstGeom>
          <a:noFill/>
          <a:ln>
            <a:noFill/>
          </a:ln>
        </p:spPr>
        <p:txBody>
          <a:bodyPr anchorCtr="0" anchor="t" bIns="0" lIns="0" spcFirstLastPara="1" rIns="0" wrap="square" tIns="0">
            <a:noAutofit/>
          </a:bodyPr>
          <a:lstStyle/>
          <a:p>
            <a:pPr indent="0" lvl="0" marL="0" rtl="0" algn="l">
              <a:lnSpc>
                <a:spcPct val="105000"/>
              </a:lnSpc>
              <a:spcBef>
                <a:spcPts val="0"/>
              </a:spcBef>
              <a:spcAft>
                <a:spcPts val="0"/>
              </a:spcAft>
              <a:buClr>
                <a:schemeClr val="lt1"/>
              </a:buClr>
              <a:buSzPts val="1000"/>
              <a:buFont typeface="Calibri"/>
              <a:buNone/>
            </a:pPr>
            <a:r>
              <a:rPr b="1" lang="en-US" sz="1200">
                <a:solidFill>
                  <a:schemeClr val="lt1"/>
                </a:solidFill>
                <a:latin typeface="Montserrat"/>
                <a:ea typeface="Montserrat"/>
                <a:cs typeface="Montserrat"/>
                <a:sym typeface="Montserrat"/>
              </a:rPr>
              <a:t>Título del Pilar</a:t>
            </a:r>
            <a:endParaRPr sz="1200">
              <a:solidFill>
                <a:schemeClr val="dk1"/>
              </a:solidFill>
              <a:latin typeface="Montserrat"/>
              <a:ea typeface="Montserrat"/>
              <a:cs typeface="Montserrat"/>
              <a:sym typeface="Montserrat"/>
            </a:endParaRPr>
          </a:p>
          <a:p>
            <a:pPr indent="0" lvl="0" marL="0" marR="0" rtl="0" algn="l">
              <a:lnSpc>
                <a:spcPct val="105000"/>
              </a:lnSpc>
              <a:spcBef>
                <a:spcPts val="0"/>
              </a:spcBef>
              <a:spcAft>
                <a:spcPts val="0"/>
              </a:spcAft>
              <a:buClr>
                <a:srgbClr val="FFFFFF"/>
              </a:buClr>
              <a:buSzPts val="1000"/>
              <a:buFont typeface="Calibri"/>
              <a:buNone/>
            </a:pPr>
            <a:r>
              <a:t/>
            </a:r>
            <a:endParaRPr b="1" sz="1200">
              <a:solidFill>
                <a:srgbClr val="FFFFFF"/>
              </a:solidFill>
              <a:latin typeface="Montserrat"/>
              <a:ea typeface="Montserrat"/>
              <a:cs typeface="Montserrat"/>
              <a:sym typeface="Montserrat"/>
            </a:endParaRPr>
          </a:p>
        </p:txBody>
      </p:sp>
      <p:sp>
        <p:nvSpPr>
          <p:cNvPr id="266" name="Google Shape;266;g3f8da4ebb8d_0_1173"/>
          <p:cNvSpPr/>
          <p:nvPr/>
        </p:nvSpPr>
        <p:spPr>
          <a:xfrm>
            <a:off x="3567820" y="2530307"/>
            <a:ext cx="2270100" cy="3771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D6D5EE"/>
              </a:buClr>
              <a:buSzPts val="800"/>
              <a:buFont typeface="Calibri"/>
              <a:buNone/>
            </a:pPr>
            <a:r>
              <a:rPr lang="en-US" sz="1100">
                <a:solidFill>
                  <a:srgbClr val="EEF3FF"/>
                </a:solidFill>
                <a:latin typeface="Montserrat"/>
                <a:ea typeface="Montserrat"/>
                <a:cs typeface="Montserrat"/>
                <a:sym typeface="Montserrat"/>
              </a:rPr>
              <a:t>xxxx</a:t>
            </a:r>
            <a:endParaRPr b="0" i="0" sz="1100" u="none" cap="none" strike="noStrike">
              <a:solidFill>
                <a:srgbClr val="EEF3FF"/>
              </a:solidFill>
              <a:latin typeface="Montserrat"/>
              <a:ea typeface="Montserrat"/>
              <a:cs typeface="Montserrat"/>
              <a:sym typeface="Montserrat"/>
            </a:endParaRPr>
          </a:p>
        </p:txBody>
      </p:sp>
      <p:sp>
        <p:nvSpPr>
          <p:cNvPr id="267" name="Google Shape;267;g3f8da4ebb8d_0_1173"/>
          <p:cNvSpPr/>
          <p:nvPr/>
        </p:nvSpPr>
        <p:spPr>
          <a:xfrm>
            <a:off x="6228724" y="1861989"/>
            <a:ext cx="2626800" cy="1337400"/>
          </a:xfrm>
          <a:prstGeom prst="roundRect">
            <a:avLst>
              <a:gd fmla="val 4103" name="adj"/>
            </a:avLst>
          </a:prstGeom>
          <a:solidFill>
            <a:srgbClr val="000033"/>
          </a:solidFill>
          <a:ln cap="flat" cmpd="sng" w="12700">
            <a:solidFill>
              <a:srgbClr val="333333"/>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68575" lIns="68575" spcFirstLastPara="1" rIns="68575" wrap="square" tIns="6857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8" name="Google Shape;268;g3f8da4ebb8d_0_1173"/>
          <p:cNvSpPr/>
          <p:nvPr/>
        </p:nvSpPr>
        <p:spPr>
          <a:xfrm>
            <a:off x="6407032" y="2012865"/>
            <a:ext cx="2270100" cy="164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9A7DA"/>
              </a:buClr>
              <a:buSzPts val="700"/>
              <a:buFont typeface="Calibri"/>
              <a:buNone/>
            </a:pPr>
            <a:r>
              <a:rPr b="1" i="0" lang="en-US" sz="1000" u="none" cap="none" strike="noStrike">
                <a:solidFill>
                  <a:srgbClr val="7E99FE"/>
                </a:solidFill>
                <a:latin typeface="Montserrat"/>
                <a:ea typeface="Montserrat"/>
                <a:cs typeface="Montserrat"/>
                <a:sym typeface="Montserrat"/>
              </a:rPr>
              <a:t>PILAR III</a:t>
            </a:r>
            <a:endParaRPr b="1" i="0" sz="1000" u="none" cap="none" strike="noStrike">
              <a:solidFill>
                <a:srgbClr val="7E99FE"/>
              </a:solidFill>
              <a:latin typeface="Montserrat"/>
              <a:ea typeface="Montserrat"/>
              <a:cs typeface="Montserrat"/>
              <a:sym typeface="Montserrat"/>
            </a:endParaRPr>
          </a:p>
        </p:txBody>
      </p:sp>
      <p:sp>
        <p:nvSpPr>
          <p:cNvPr id="269" name="Google Shape;269;g3f8da4ebb8d_0_1173"/>
          <p:cNvSpPr/>
          <p:nvPr/>
        </p:nvSpPr>
        <p:spPr>
          <a:xfrm>
            <a:off x="6407028" y="2266599"/>
            <a:ext cx="2270100" cy="257400"/>
          </a:xfrm>
          <a:prstGeom prst="rect">
            <a:avLst/>
          </a:prstGeom>
          <a:noFill/>
          <a:ln>
            <a:noFill/>
          </a:ln>
        </p:spPr>
        <p:txBody>
          <a:bodyPr anchorCtr="0" anchor="t" bIns="0" lIns="0" spcFirstLastPara="1" rIns="0" wrap="square" tIns="0">
            <a:noAutofit/>
          </a:bodyPr>
          <a:lstStyle/>
          <a:p>
            <a:pPr indent="0" lvl="0" marL="0" rtl="0" algn="l">
              <a:lnSpc>
                <a:spcPct val="105000"/>
              </a:lnSpc>
              <a:spcBef>
                <a:spcPts val="0"/>
              </a:spcBef>
              <a:spcAft>
                <a:spcPts val="0"/>
              </a:spcAft>
              <a:buClr>
                <a:schemeClr val="lt1"/>
              </a:buClr>
              <a:buSzPts val="1000"/>
              <a:buFont typeface="Calibri"/>
              <a:buNone/>
            </a:pPr>
            <a:r>
              <a:rPr b="1" lang="en-US" sz="1200">
                <a:solidFill>
                  <a:schemeClr val="lt1"/>
                </a:solidFill>
                <a:latin typeface="Montserrat"/>
                <a:ea typeface="Montserrat"/>
                <a:cs typeface="Montserrat"/>
                <a:sym typeface="Montserrat"/>
              </a:rPr>
              <a:t>Título del Pilar</a:t>
            </a:r>
            <a:endParaRPr b="1" sz="1200">
              <a:solidFill>
                <a:srgbClr val="FFFFFF"/>
              </a:solidFill>
              <a:latin typeface="Montserrat"/>
              <a:ea typeface="Montserrat"/>
              <a:cs typeface="Montserrat"/>
              <a:sym typeface="Montserrat"/>
            </a:endParaRPr>
          </a:p>
        </p:txBody>
      </p:sp>
      <p:sp>
        <p:nvSpPr>
          <p:cNvPr id="270" name="Google Shape;270;g3f8da4ebb8d_0_1173"/>
          <p:cNvSpPr/>
          <p:nvPr/>
        </p:nvSpPr>
        <p:spPr>
          <a:xfrm>
            <a:off x="6406994" y="2530307"/>
            <a:ext cx="2270100" cy="3771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D6D5EE"/>
              </a:buClr>
              <a:buSzPts val="800"/>
              <a:buFont typeface="Calibri"/>
              <a:buNone/>
            </a:pPr>
            <a:r>
              <a:rPr lang="en-US" sz="1100">
                <a:solidFill>
                  <a:srgbClr val="EEF3FF"/>
                </a:solidFill>
                <a:latin typeface="Montserrat"/>
                <a:ea typeface="Montserrat"/>
                <a:cs typeface="Montserrat"/>
                <a:sym typeface="Montserrat"/>
              </a:rPr>
              <a:t>xxx</a:t>
            </a:r>
            <a:endParaRPr b="0" i="0" sz="1100" u="none" cap="none" strike="noStrike">
              <a:solidFill>
                <a:srgbClr val="EEF3FF"/>
              </a:solidFill>
              <a:latin typeface="Montserrat"/>
              <a:ea typeface="Montserrat"/>
              <a:cs typeface="Montserrat"/>
              <a:sym typeface="Montserrat"/>
            </a:endParaRPr>
          </a:p>
        </p:txBody>
      </p:sp>
      <p:sp>
        <p:nvSpPr>
          <p:cNvPr id="271" name="Google Shape;271;g3f8da4ebb8d_0_1173"/>
          <p:cNvSpPr/>
          <p:nvPr/>
        </p:nvSpPr>
        <p:spPr>
          <a:xfrm>
            <a:off x="550275" y="3411026"/>
            <a:ext cx="4114800" cy="173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BBF"/>
              </a:buClr>
              <a:buSzPts val="700"/>
              <a:buFont typeface="Calibri"/>
              <a:buNone/>
            </a:pPr>
            <a:r>
              <a:rPr b="1" i="0" lang="en-US" sz="1000" u="none" cap="none" strike="noStrike">
                <a:solidFill>
                  <a:srgbClr val="2B5BFC"/>
                </a:solidFill>
                <a:latin typeface="Montserrat"/>
                <a:ea typeface="Montserrat"/>
                <a:cs typeface="Montserrat"/>
                <a:sym typeface="Montserrat"/>
              </a:rPr>
              <a:t>CÓMO SE ABORDA HOY</a:t>
            </a:r>
            <a:endParaRPr b="1" i="0" sz="1000" u="none" cap="none" strike="noStrike">
              <a:solidFill>
                <a:srgbClr val="2B5BFC"/>
              </a:solidFill>
              <a:latin typeface="Montserrat"/>
              <a:ea typeface="Montserrat"/>
              <a:cs typeface="Montserrat"/>
              <a:sym typeface="Montserrat"/>
            </a:endParaRPr>
          </a:p>
        </p:txBody>
      </p:sp>
      <p:cxnSp>
        <p:nvCxnSpPr>
          <p:cNvPr id="272" name="Google Shape;272;g3f8da4ebb8d_0_1173"/>
          <p:cNvCxnSpPr/>
          <p:nvPr/>
        </p:nvCxnSpPr>
        <p:spPr>
          <a:xfrm>
            <a:off x="550275" y="3654239"/>
            <a:ext cx="2626800" cy="0"/>
          </a:xfrm>
          <a:prstGeom prst="straightConnector1">
            <a:avLst/>
          </a:prstGeom>
          <a:noFill/>
          <a:ln cap="flat" cmpd="sng" w="9525">
            <a:solidFill>
              <a:srgbClr val="D9D7EC"/>
            </a:solidFill>
            <a:prstDash val="solid"/>
            <a:round/>
            <a:headEnd len="sm" w="sm" type="none"/>
            <a:tailEnd len="sm" w="sm" type="none"/>
          </a:ln>
        </p:spPr>
      </p:cxnSp>
      <p:sp>
        <p:nvSpPr>
          <p:cNvPr id="273" name="Google Shape;273;g3f8da4ebb8d_0_1173"/>
          <p:cNvSpPr/>
          <p:nvPr/>
        </p:nvSpPr>
        <p:spPr>
          <a:xfrm>
            <a:off x="550275" y="3795666"/>
            <a:ext cx="2626800" cy="162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60A2E"/>
              </a:buClr>
              <a:buSzPts val="900"/>
              <a:buFont typeface="Calibri"/>
              <a:buNone/>
            </a:pPr>
            <a:r>
              <a:rPr b="1" lang="en-US" sz="1200">
                <a:solidFill>
                  <a:srgbClr val="000033"/>
                </a:solidFill>
                <a:latin typeface="Montserrat"/>
                <a:ea typeface="Montserrat"/>
                <a:cs typeface="Montserrat"/>
                <a:sym typeface="Montserrat"/>
              </a:rPr>
              <a:t>Título 1</a:t>
            </a:r>
            <a:endParaRPr b="0" i="0" sz="1200" u="none" cap="none" strike="noStrike">
              <a:solidFill>
                <a:schemeClr val="dk1"/>
              </a:solidFill>
              <a:latin typeface="Montserrat"/>
              <a:ea typeface="Montserrat"/>
              <a:cs typeface="Montserrat"/>
              <a:sym typeface="Montserrat"/>
            </a:endParaRPr>
          </a:p>
        </p:txBody>
      </p:sp>
      <p:sp>
        <p:nvSpPr>
          <p:cNvPr id="274" name="Google Shape;274;g3f8da4ebb8d_0_1173"/>
          <p:cNvSpPr/>
          <p:nvPr/>
        </p:nvSpPr>
        <p:spPr>
          <a:xfrm>
            <a:off x="550275" y="4034926"/>
            <a:ext cx="2626800" cy="4863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4A4A5F"/>
              </a:buClr>
              <a:buSzPts val="800"/>
              <a:buFont typeface="Calibri"/>
              <a:buNone/>
            </a:pPr>
            <a:r>
              <a:rPr lang="en-US" sz="1000">
                <a:solidFill>
                  <a:srgbClr val="000033"/>
                </a:solidFill>
                <a:latin typeface="Montserrat"/>
                <a:ea typeface="Montserrat"/>
                <a:cs typeface="Montserrat"/>
                <a:sym typeface="Montserrat"/>
              </a:rPr>
              <a:t>xxxx</a:t>
            </a:r>
            <a:endParaRPr b="0" i="0" sz="1000" u="none" cap="none" strike="noStrike">
              <a:solidFill>
                <a:schemeClr val="dk1"/>
              </a:solidFill>
              <a:latin typeface="Montserrat"/>
              <a:ea typeface="Montserrat"/>
              <a:cs typeface="Montserrat"/>
              <a:sym typeface="Montserrat"/>
            </a:endParaRPr>
          </a:p>
        </p:txBody>
      </p:sp>
      <p:cxnSp>
        <p:nvCxnSpPr>
          <p:cNvPr id="275" name="Google Shape;275;g3f8da4ebb8d_0_1173"/>
          <p:cNvCxnSpPr/>
          <p:nvPr/>
        </p:nvCxnSpPr>
        <p:spPr>
          <a:xfrm>
            <a:off x="3389487" y="3654239"/>
            <a:ext cx="2626800" cy="0"/>
          </a:xfrm>
          <a:prstGeom prst="straightConnector1">
            <a:avLst/>
          </a:prstGeom>
          <a:noFill/>
          <a:ln cap="flat" cmpd="sng" w="9525">
            <a:solidFill>
              <a:srgbClr val="D9D7EC"/>
            </a:solidFill>
            <a:prstDash val="solid"/>
            <a:round/>
            <a:headEnd len="sm" w="sm" type="none"/>
            <a:tailEnd len="sm" w="sm" type="none"/>
          </a:ln>
        </p:spPr>
      </p:cxnSp>
      <p:sp>
        <p:nvSpPr>
          <p:cNvPr id="276" name="Google Shape;276;g3f8da4ebb8d_0_1173"/>
          <p:cNvSpPr/>
          <p:nvPr/>
        </p:nvSpPr>
        <p:spPr>
          <a:xfrm>
            <a:off x="3389487" y="3795666"/>
            <a:ext cx="2626800" cy="162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060A2E"/>
              </a:buClr>
              <a:buSzPts val="900"/>
              <a:buFont typeface="Calibri"/>
              <a:buNone/>
            </a:pPr>
            <a:r>
              <a:rPr b="1" lang="en-US" sz="1200">
                <a:solidFill>
                  <a:srgbClr val="000033"/>
                </a:solidFill>
                <a:latin typeface="Montserrat"/>
                <a:ea typeface="Montserrat"/>
                <a:cs typeface="Montserrat"/>
                <a:sym typeface="Montserrat"/>
              </a:rPr>
              <a:t>Título 1</a:t>
            </a:r>
            <a:endParaRPr b="0" i="0" sz="1200" u="none" cap="none" strike="noStrike">
              <a:solidFill>
                <a:schemeClr val="dk1"/>
              </a:solidFill>
              <a:latin typeface="Montserrat"/>
              <a:ea typeface="Montserrat"/>
              <a:cs typeface="Montserrat"/>
              <a:sym typeface="Montserrat"/>
            </a:endParaRPr>
          </a:p>
        </p:txBody>
      </p:sp>
      <p:sp>
        <p:nvSpPr>
          <p:cNvPr id="277" name="Google Shape;277;g3f8da4ebb8d_0_1173"/>
          <p:cNvSpPr/>
          <p:nvPr/>
        </p:nvSpPr>
        <p:spPr>
          <a:xfrm>
            <a:off x="3389487" y="4034926"/>
            <a:ext cx="2626800" cy="4863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4A4A5F"/>
              </a:buClr>
              <a:buSzPts val="800"/>
              <a:buFont typeface="Calibri"/>
              <a:buNone/>
            </a:pPr>
            <a:r>
              <a:rPr lang="en-US" sz="1000">
                <a:solidFill>
                  <a:srgbClr val="000033"/>
                </a:solidFill>
                <a:latin typeface="Montserrat"/>
                <a:ea typeface="Montserrat"/>
                <a:cs typeface="Montserrat"/>
                <a:sym typeface="Montserrat"/>
              </a:rPr>
              <a:t>xxx</a:t>
            </a:r>
            <a:endParaRPr b="0" i="0" sz="1000" u="none" cap="none" strike="noStrike">
              <a:solidFill>
                <a:schemeClr val="dk1"/>
              </a:solidFill>
              <a:latin typeface="Montserrat"/>
              <a:ea typeface="Montserrat"/>
              <a:cs typeface="Montserrat"/>
              <a:sym typeface="Montserrat"/>
            </a:endParaRPr>
          </a:p>
        </p:txBody>
      </p:sp>
      <p:cxnSp>
        <p:nvCxnSpPr>
          <p:cNvPr id="278" name="Google Shape;278;g3f8da4ebb8d_0_1173"/>
          <p:cNvCxnSpPr/>
          <p:nvPr/>
        </p:nvCxnSpPr>
        <p:spPr>
          <a:xfrm>
            <a:off x="6228700" y="3654239"/>
            <a:ext cx="2626800" cy="0"/>
          </a:xfrm>
          <a:prstGeom prst="straightConnector1">
            <a:avLst/>
          </a:prstGeom>
          <a:noFill/>
          <a:ln cap="flat" cmpd="sng" w="9525">
            <a:solidFill>
              <a:srgbClr val="D9D7EC"/>
            </a:solidFill>
            <a:prstDash val="solid"/>
            <a:round/>
            <a:headEnd len="sm" w="sm" type="none"/>
            <a:tailEnd len="sm" w="sm" type="none"/>
          </a:ln>
        </p:spPr>
      </p:cxnSp>
      <p:sp>
        <p:nvSpPr>
          <p:cNvPr id="279" name="Google Shape;279;g3f8da4ebb8d_0_1173"/>
          <p:cNvSpPr/>
          <p:nvPr/>
        </p:nvSpPr>
        <p:spPr>
          <a:xfrm>
            <a:off x="6228700" y="3795666"/>
            <a:ext cx="2626800" cy="162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060A2E"/>
              </a:buClr>
              <a:buSzPts val="900"/>
              <a:buFont typeface="Calibri"/>
              <a:buNone/>
            </a:pPr>
            <a:r>
              <a:rPr b="1" lang="en-US" sz="1200">
                <a:solidFill>
                  <a:srgbClr val="000033"/>
                </a:solidFill>
                <a:latin typeface="Montserrat"/>
                <a:ea typeface="Montserrat"/>
                <a:cs typeface="Montserrat"/>
                <a:sym typeface="Montserrat"/>
              </a:rPr>
              <a:t>Título 1</a:t>
            </a:r>
            <a:endParaRPr b="0" i="0" sz="1200" u="none" cap="none" strike="noStrike">
              <a:solidFill>
                <a:schemeClr val="dk1"/>
              </a:solidFill>
              <a:latin typeface="Montserrat"/>
              <a:ea typeface="Montserrat"/>
              <a:cs typeface="Montserrat"/>
              <a:sym typeface="Montserrat"/>
            </a:endParaRPr>
          </a:p>
        </p:txBody>
      </p:sp>
      <p:sp>
        <p:nvSpPr>
          <p:cNvPr id="280" name="Google Shape;280;g3f8da4ebb8d_0_1173"/>
          <p:cNvSpPr/>
          <p:nvPr/>
        </p:nvSpPr>
        <p:spPr>
          <a:xfrm>
            <a:off x="6228700" y="4034926"/>
            <a:ext cx="2626800" cy="4863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4A4A5F"/>
              </a:buClr>
              <a:buSzPts val="800"/>
              <a:buFont typeface="Calibri"/>
              <a:buNone/>
            </a:pPr>
            <a:r>
              <a:rPr lang="en-US" sz="1000">
                <a:solidFill>
                  <a:srgbClr val="000033"/>
                </a:solidFill>
                <a:latin typeface="Montserrat"/>
                <a:ea typeface="Montserrat"/>
                <a:cs typeface="Montserrat"/>
                <a:sym typeface="Montserrat"/>
              </a:rPr>
              <a:t>xxxxx</a:t>
            </a:r>
            <a:endParaRPr b="0" i="0" sz="1000" u="none" cap="none" strike="noStrike">
              <a:solidFill>
                <a:schemeClr val="dk1"/>
              </a:solidFill>
              <a:latin typeface="Montserrat"/>
              <a:ea typeface="Montserrat"/>
              <a:cs typeface="Montserrat"/>
              <a:sym typeface="Montserrat"/>
            </a:endParaRPr>
          </a:p>
        </p:txBody>
      </p:sp>
      <p:sp>
        <p:nvSpPr>
          <p:cNvPr id="281" name="Google Shape;281;g3f8da4ebb8d_0_1173"/>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
        <p:nvSpPr>
          <p:cNvPr id="282" name="Google Shape;282;g3f8da4ebb8d_0_1173"/>
          <p:cNvSpPr txBox="1"/>
          <p:nvPr/>
        </p:nvSpPr>
        <p:spPr>
          <a:xfrm>
            <a:off x="571500" y="888551"/>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CONTEXTO</a:t>
            </a:r>
            <a:endParaRPr b="0" i="0" sz="1100" u="none" cap="none" strike="noStrike">
              <a:solidFill>
                <a:schemeClr val="dk1"/>
              </a:solidFill>
              <a:latin typeface="Calibri"/>
              <a:ea typeface="Calibri"/>
              <a:cs typeface="Calibri"/>
              <a:sym typeface="Calibri"/>
            </a:endParaRPr>
          </a:p>
        </p:txBody>
      </p:sp>
      <p:sp>
        <p:nvSpPr>
          <p:cNvPr id="283" name="Google Shape;283;g3f8da4ebb8d_0_1173"/>
          <p:cNvSpPr txBox="1"/>
          <p:nvPr/>
        </p:nvSpPr>
        <p:spPr>
          <a:xfrm>
            <a:off x="571500" y="1126100"/>
            <a:ext cx="8001000" cy="3771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000033"/>
              </a:buClr>
              <a:buSzPts val="2100"/>
              <a:buFont typeface="Montserrat ExtraBold"/>
              <a:buNone/>
            </a:pPr>
            <a:r>
              <a:rPr b="1" lang="en-US" sz="2100">
                <a:solidFill>
                  <a:srgbClr val="000033"/>
                </a:solidFill>
                <a:latin typeface="Montserrat ExtraBold"/>
                <a:ea typeface="Montserrat ExtraBold"/>
                <a:cs typeface="Montserrat ExtraBold"/>
                <a:sym typeface="Montserrat ExtraBold"/>
              </a:rPr>
              <a:t>Título de la</a:t>
            </a:r>
            <a:r>
              <a:rPr b="1" i="1" lang="en-US" sz="2100">
                <a:solidFill>
                  <a:srgbClr val="2B5BFC"/>
                </a:solidFill>
                <a:latin typeface="Montserrat Black"/>
                <a:ea typeface="Montserrat Black"/>
                <a:cs typeface="Montserrat Black"/>
                <a:sym typeface="Montserrat Black"/>
              </a:rPr>
              <a:t> sección</a:t>
            </a:r>
            <a:endParaRPr b="1" sz="2100">
              <a:solidFill>
                <a:srgbClr val="000033"/>
              </a:solidFill>
              <a:latin typeface="Montserrat ExtraBold"/>
              <a:ea typeface="Montserrat ExtraBold"/>
              <a:cs typeface="Montserrat ExtraBold"/>
              <a:sym typeface="Montserrat ExtraBo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200038" scaled="0"/>
        </a:gradFill>
      </p:bgPr>
    </p:bg>
    <p:spTree>
      <p:nvGrpSpPr>
        <p:cNvPr id="288" name="Shape 288"/>
        <p:cNvGrpSpPr/>
        <p:nvPr/>
      </p:nvGrpSpPr>
      <p:grpSpPr>
        <a:xfrm>
          <a:off x="0" y="0"/>
          <a:ext cx="0" cy="0"/>
          <a:chOff x="0" y="0"/>
          <a:chExt cx="0" cy="0"/>
        </a:xfrm>
      </p:grpSpPr>
      <p:sp>
        <p:nvSpPr>
          <p:cNvPr id="289" name="Google Shape;289;g3f8da4ebb8d_0_1206"/>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CONTEXTO</a:t>
            </a:r>
            <a:endParaRPr b="0" i="0" sz="1100" u="none" cap="none" strike="noStrike">
              <a:solidFill>
                <a:schemeClr val="dk1"/>
              </a:solidFill>
              <a:latin typeface="Calibri"/>
              <a:ea typeface="Calibri"/>
              <a:cs typeface="Calibri"/>
              <a:sym typeface="Calibri"/>
            </a:endParaRPr>
          </a:p>
        </p:txBody>
      </p:sp>
      <p:sp>
        <p:nvSpPr>
          <p:cNvPr id="290" name="Google Shape;290;g3f8da4ebb8d_0_1206"/>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000033"/>
              </a:buClr>
              <a:buSzPts val="2100"/>
              <a:buFont typeface="Montserrat ExtraBold"/>
              <a:buNone/>
            </a:pPr>
            <a:r>
              <a:rPr b="1" lang="en-US" sz="2100">
                <a:solidFill>
                  <a:srgbClr val="000033"/>
                </a:solidFill>
                <a:latin typeface="Montserrat ExtraBold"/>
                <a:ea typeface="Montserrat ExtraBold"/>
                <a:cs typeface="Montserrat ExtraBold"/>
                <a:sym typeface="Montserrat ExtraBold"/>
              </a:rPr>
              <a:t>Título de la</a:t>
            </a:r>
            <a:r>
              <a:rPr b="1" i="1" lang="en-US" sz="2100">
                <a:solidFill>
                  <a:srgbClr val="2B5BFC"/>
                </a:solidFill>
                <a:latin typeface="Montserrat Black"/>
                <a:ea typeface="Montserrat Black"/>
                <a:cs typeface="Montserrat Black"/>
                <a:sym typeface="Montserrat Black"/>
              </a:rPr>
              <a:t> sección</a:t>
            </a:r>
            <a:endParaRPr b="1" sz="2100">
              <a:solidFill>
                <a:srgbClr val="000033"/>
              </a:solidFill>
              <a:latin typeface="Montserrat ExtraBold"/>
              <a:ea typeface="Montserrat ExtraBold"/>
              <a:cs typeface="Montserrat ExtraBold"/>
              <a:sym typeface="Montserrat ExtraBold"/>
            </a:endParaRPr>
          </a:p>
        </p:txBody>
      </p:sp>
      <p:sp>
        <p:nvSpPr>
          <p:cNvPr id="291" name="Google Shape;291;g3f8da4ebb8d_0_1206"/>
          <p:cNvSpPr/>
          <p:nvPr/>
        </p:nvSpPr>
        <p:spPr>
          <a:xfrm>
            <a:off x="571525" y="1689338"/>
            <a:ext cx="2651700" cy="2651700"/>
          </a:xfrm>
          <a:prstGeom prst="roundRect">
            <a:avLst>
              <a:gd fmla="val 3279" name="adj"/>
            </a:avLst>
          </a:prstGeom>
          <a:solidFill>
            <a:srgbClr val="000033"/>
          </a:solidFill>
          <a:ln cap="flat" cmpd="sng" w="12700">
            <a:solidFill>
              <a:srgbClr val="333333"/>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g3f8da4ebb8d_0_1206"/>
          <p:cNvSpPr txBox="1"/>
          <p:nvPr/>
        </p:nvSpPr>
        <p:spPr>
          <a:xfrm>
            <a:off x="809269" y="1940394"/>
            <a:ext cx="21945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1000"/>
              <a:buFont typeface="Montserrat SemiBold"/>
              <a:buNone/>
            </a:pPr>
            <a:r>
              <a:rPr b="1" i="0" lang="en-US" sz="1000" u="none" cap="none" strike="noStrike">
                <a:solidFill>
                  <a:srgbClr val="7E99FE"/>
                </a:solidFill>
                <a:latin typeface="Montserrat SemiBold"/>
                <a:ea typeface="Montserrat SemiBold"/>
                <a:cs typeface="Montserrat SemiBold"/>
                <a:sym typeface="Montserrat SemiBold"/>
              </a:rPr>
              <a:t>ESTA PROPUESTA</a:t>
            </a:r>
            <a:endParaRPr b="1" i="0" sz="1000" u="none" cap="none" strike="noStrike">
              <a:solidFill>
                <a:srgbClr val="7E99FE"/>
              </a:solidFill>
              <a:latin typeface="Montserrat SemiBold"/>
              <a:ea typeface="Montserrat SemiBold"/>
              <a:cs typeface="Montserrat SemiBold"/>
              <a:sym typeface="Montserrat SemiBold"/>
            </a:endParaRPr>
          </a:p>
        </p:txBody>
      </p:sp>
      <p:sp>
        <p:nvSpPr>
          <p:cNvPr id="293" name="Google Shape;293;g3f8da4ebb8d_0_1206"/>
          <p:cNvSpPr txBox="1"/>
          <p:nvPr/>
        </p:nvSpPr>
        <p:spPr>
          <a:xfrm>
            <a:off x="809275" y="2857499"/>
            <a:ext cx="2194500" cy="3006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FFFFFF"/>
              </a:buClr>
              <a:buSzPts val="1700"/>
              <a:buFont typeface="Montserrat ExtraBold"/>
              <a:buNone/>
            </a:pPr>
            <a:r>
              <a:rPr b="1" lang="en-US" sz="1700">
                <a:solidFill>
                  <a:srgbClr val="FFFFFF"/>
                </a:solidFill>
                <a:latin typeface="Montserrat ExtraBold"/>
                <a:ea typeface="Montserrat ExtraBold"/>
                <a:cs typeface="Montserrat ExtraBold"/>
                <a:sym typeface="Montserrat ExtraBold"/>
              </a:rPr>
              <a:t>Título de la card</a:t>
            </a:r>
            <a:endParaRPr b="1" i="0" sz="1700" u="none" cap="none" strike="noStrike">
              <a:solidFill>
                <a:srgbClr val="FFFFFF"/>
              </a:solidFill>
              <a:latin typeface="Montserrat ExtraBold"/>
              <a:ea typeface="Montserrat ExtraBold"/>
              <a:cs typeface="Montserrat ExtraBold"/>
              <a:sym typeface="Montserrat ExtraBold"/>
            </a:endParaRPr>
          </a:p>
          <a:p>
            <a:pPr indent="0" lvl="0" marL="0" marR="0" rtl="0" algn="l">
              <a:lnSpc>
                <a:spcPct val="110000"/>
              </a:lnSpc>
              <a:spcBef>
                <a:spcPts val="0"/>
              </a:spcBef>
              <a:spcAft>
                <a:spcPts val="0"/>
              </a:spcAft>
              <a:buClr>
                <a:srgbClr val="FFFFFF"/>
              </a:buClr>
              <a:buSzPts val="1700"/>
              <a:buFont typeface="Montserrat ExtraBold"/>
              <a:buNone/>
            </a:pPr>
            <a:r>
              <a:t/>
            </a:r>
            <a:endParaRPr b="1" i="0" sz="1700" u="none" cap="none" strike="noStrike">
              <a:solidFill>
                <a:srgbClr val="FFFFFF"/>
              </a:solidFill>
              <a:latin typeface="Montserrat ExtraBold"/>
              <a:ea typeface="Montserrat ExtraBold"/>
              <a:cs typeface="Montserrat ExtraBold"/>
              <a:sym typeface="Montserrat ExtraBold"/>
            </a:endParaRPr>
          </a:p>
        </p:txBody>
      </p:sp>
      <p:sp>
        <p:nvSpPr>
          <p:cNvPr id="294" name="Google Shape;294;g3f8da4ebb8d_0_1206"/>
          <p:cNvSpPr txBox="1"/>
          <p:nvPr/>
        </p:nvSpPr>
        <p:spPr>
          <a:xfrm>
            <a:off x="809275" y="3402191"/>
            <a:ext cx="2194500" cy="674400"/>
          </a:xfrm>
          <a:prstGeom prst="rect">
            <a:avLst/>
          </a:prstGeom>
          <a:noFill/>
          <a:ln>
            <a:noFill/>
          </a:ln>
        </p:spPr>
        <p:txBody>
          <a:bodyPr anchorCtr="0" anchor="ctr" bIns="0" lIns="0" spcFirstLastPara="1" rIns="0" wrap="square" tIns="0">
            <a:noAutofit/>
          </a:bodyPr>
          <a:lstStyle/>
          <a:p>
            <a:pPr indent="0" lvl="0" marL="0" marR="0" rtl="0" algn="l">
              <a:lnSpc>
                <a:spcPct val="128000"/>
              </a:lnSpc>
              <a:spcBef>
                <a:spcPts val="0"/>
              </a:spcBef>
              <a:spcAft>
                <a:spcPts val="0"/>
              </a:spcAft>
              <a:buClr>
                <a:srgbClr val="C5D5F7"/>
              </a:buClr>
              <a:buSzPts val="1050"/>
              <a:buFont typeface="Montserrat"/>
              <a:buNone/>
            </a:pPr>
            <a:r>
              <a:rPr lang="en-US" sz="1050">
                <a:solidFill>
                  <a:srgbClr val="EEF3FF"/>
                </a:solidFill>
                <a:latin typeface="Montserrat"/>
                <a:ea typeface="Montserrat"/>
                <a:cs typeface="Montserrat"/>
                <a:sym typeface="Montserrat"/>
              </a:rPr>
              <a:t>xxxxx</a:t>
            </a:r>
            <a:endParaRPr b="0" i="0" sz="1050" u="none" cap="none" strike="noStrike">
              <a:solidFill>
                <a:srgbClr val="EEF3FF"/>
              </a:solidFill>
              <a:latin typeface="Montserrat"/>
              <a:ea typeface="Montserrat"/>
              <a:cs typeface="Montserrat"/>
              <a:sym typeface="Montserrat"/>
            </a:endParaRPr>
          </a:p>
          <a:p>
            <a:pPr indent="0" lvl="0" marL="0" marR="0" rtl="0" algn="l">
              <a:lnSpc>
                <a:spcPct val="128000"/>
              </a:lnSpc>
              <a:spcBef>
                <a:spcPts val="0"/>
              </a:spcBef>
              <a:spcAft>
                <a:spcPts val="0"/>
              </a:spcAft>
              <a:buClr>
                <a:srgbClr val="C5D5F7"/>
              </a:buClr>
              <a:buSzPts val="1050"/>
              <a:buFont typeface="Montserrat"/>
              <a:buNone/>
            </a:pPr>
            <a:r>
              <a:t/>
            </a:r>
            <a:endParaRPr b="0" i="0" sz="1050" u="none" cap="none" strike="noStrike">
              <a:solidFill>
                <a:srgbClr val="EEF3FF"/>
              </a:solidFill>
              <a:latin typeface="Montserrat"/>
              <a:ea typeface="Montserrat"/>
              <a:cs typeface="Montserrat"/>
              <a:sym typeface="Montserrat"/>
            </a:endParaRPr>
          </a:p>
        </p:txBody>
      </p:sp>
      <p:sp>
        <p:nvSpPr>
          <p:cNvPr id="295" name="Google Shape;295;g3f8da4ebb8d_0_1206"/>
          <p:cNvSpPr/>
          <p:nvPr/>
        </p:nvSpPr>
        <p:spPr>
          <a:xfrm>
            <a:off x="3406175" y="1689338"/>
            <a:ext cx="5166300" cy="2651700"/>
          </a:xfrm>
          <a:prstGeom prst="roundRect">
            <a:avLst>
              <a:gd fmla="val 3279"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6" name="Google Shape;296;g3f8da4ebb8d_0_1206"/>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
        <p:nvSpPr>
          <p:cNvPr id="297" name="Google Shape;297;g3f8da4ebb8d_0_1206"/>
          <p:cNvSpPr/>
          <p:nvPr/>
        </p:nvSpPr>
        <p:spPr>
          <a:xfrm>
            <a:off x="3595725" y="1911583"/>
            <a:ext cx="4951800" cy="2118600"/>
          </a:xfrm>
          <a:prstGeom prst="rect">
            <a:avLst/>
          </a:prstGeom>
          <a:noFill/>
          <a:ln>
            <a:noFill/>
          </a:ln>
        </p:spPr>
        <p:txBody>
          <a:bodyPr anchorCtr="0" anchor="t" bIns="0" lIns="0" spcFirstLastPara="1" rIns="0" wrap="square" tIns="0">
            <a:noAutofit/>
          </a:bodyPr>
          <a:lstStyle/>
          <a:p>
            <a:pPr indent="-292100" lvl="0" marL="457200" marR="0" rtl="0" algn="l">
              <a:lnSpc>
                <a:spcPct val="115000"/>
              </a:lnSpc>
              <a:spcBef>
                <a:spcPts val="1000"/>
              </a:spcBef>
              <a:spcAft>
                <a:spcPts val="0"/>
              </a:spcAft>
              <a:buClr>
                <a:srgbClr val="000033"/>
              </a:buClr>
              <a:buSzPts val="1000"/>
              <a:buFont typeface="Montserrat"/>
              <a:buChar char="●"/>
            </a:pPr>
            <a:r>
              <a:rPr b="1" lang="en-US" sz="1000">
                <a:solidFill>
                  <a:srgbClr val="000033"/>
                </a:solidFill>
                <a:latin typeface="Montserrat"/>
                <a:ea typeface="Montserrat"/>
                <a:cs typeface="Montserrat"/>
                <a:sym typeface="Montserrat"/>
              </a:rPr>
              <a:t>xxxxx: </a:t>
            </a:r>
            <a:r>
              <a:rPr lang="en-US" sz="1000">
                <a:solidFill>
                  <a:srgbClr val="000033"/>
                </a:solidFill>
                <a:latin typeface="Montserrat"/>
                <a:ea typeface="Montserrat"/>
                <a:cs typeface="Montserrat"/>
                <a:sym typeface="Montserrat"/>
              </a:rPr>
              <a:t>xxxxxxxx</a:t>
            </a:r>
            <a:endParaRPr i="0" sz="1000" u="none" cap="none" strike="noStrike">
              <a:solidFill>
                <a:srgbClr val="000033"/>
              </a:solidFill>
              <a:latin typeface="Montserrat"/>
              <a:ea typeface="Montserrat"/>
              <a:cs typeface="Montserrat"/>
              <a:sym typeface="Montserrat"/>
            </a:endParaRPr>
          </a:p>
          <a:p>
            <a:pPr indent="-292100" lvl="0" marL="457200" rtl="0" algn="l">
              <a:lnSpc>
                <a:spcPct val="115000"/>
              </a:lnSpc>
              <a:spcBef>
                <a:spcPts val="1000"/>
              </a:spcBef>
              <a:spcAft>
                <a:spcPts val="0"/>
              </a:spcAft>
              <a:buClr>
                <a:srgbClr val="000033"/>
              </a:buClr>
              <a:buSzPts val="1000"/>
              <a:buFont typeface="Montserrat"/>
              <a:buChar char="●"/>
            </a:pPr>
            <a:r>
              <a:rPr b="1" lang="en-US" sz="1000">
                <a:solidFill>
                  <a:srgbClr val="000033"/>
                </a:solidFill>
                <a:latin typeface="Montserrat"/>
                <a:ea typeface="Montserrat"/>
                <a:cs typeface="Montserrat"/>
                <a:sym typeface="Montserrat"/>
              </a:rPr>
              <a:t>xxxx</a:t>
            </a:r>
            <a:r>
              <a:rPr b="1" lang="en-US" sz="1000">
                <a:solidFill>
                  <a:srgbClr val="000033"/>
                </a:solidFill>
                <a:latin typeface="Montserrat"/>
                <a:ea typeface="Montserrat"/>
                <a:cs typeface="Montserrat"/>
                <a:sym typeface="Montserrat"/>
              </a:rPr>
              <a:t>: </a:t>
            </a:r>
            <a:r>
              <a:rPr lang="en-US" sz="1000">
                <a:solidFill>
                  <a:srgbClr val="000033"/>
                </a:solidFill>
                <a:latin typeface="Montserrat"/>
                <a:ea typeface="Montserrat"/>
                <a:cs typeface="Montserrat"/>
                <a:sym typeface="Montserrat"/>
              </a:rPr>
              <a:t>xxxxxxxx</a:t>
            </a:r>
            <a:endParaRPr sz="1000">
              <a:solidFill>
                <a:srgbClr val="000033"/>
              </a:solidFill>
              <a:latin typeface="Montserrat"/>
              <a:ea typeface="Montserrat"/>
              <a:cs typeface="Montserrat"/>
              <a:sym typeface="Montserrat"/>
            </a:endParaRPr>
          </a:p>
          <a:p>
            <a:pPr indent="-292100" lvl="0" marL="457200" rtl="0" algn="l">
              <a:lnSpc>
                <a:spcPct val="115000"/>
              </a:lnSpc>
              <a:spcBef>
                <a:spcPts val="1000"/>
              </a:spcBef>
              <a:spcAft>
                <a:spcPts val="0"/>
              </a:spcAft>
              <a:buClr>
                <a:srgbClr val="000033"/>
              </a:buClr>
              <a:buSzPts val="1000"/>
              <a:buFont typeface="Montserrat"/>
              <a:buChar char="●"/>
            </a:pPr>
            <a:r>
              <a:rPr b="1" lang="en-US" sz="1000">
                <a:solidFill>
                  <a:srgbClr val="000033"/>
                </a:solidFill>
                <a:latin typeface="Montserrat"/>
                <a:ea typeface="Montserrat"/>
                <a:cs typeface="Montserrat"/>
                <a:sym typeface="Montserrat"/>
              </a:rPr>
              <a:t>xxxxx</a:t>
            </a:r>
            <a:r>
              <a:rPr b="1" lang="en-US" sz="1000">
                <a:solidFill>
                  <a:srgbClr val="000033"/>
                </a:solidFill>
                <a:latin typeface="Montserrat"/>
                <a:ea typeface="Montserrat"/>
                <a:cs typeface="Montserrat"/>
                <a:sym typeface="Montserrat"/>
              </a:rPr>
              <a:t>: </a:t>
            </a:r>
            <a:r>
              <a:rPr lang="en-US" sz="1000">
                <a:solidFill>
                  <a:srgbClr val="000033"/>
                </a:solidFill>
                <a:latin typeface="Montserrat"/>
                <a:ea typeface="Montserrat"/>
                <a:cs typeface="Montserrat"/>
                <a:sym typeface="Montserrat"/>
              </a:rPr>
              <a:t>xxxxxxxx</a:t>
            </a:r>
            <a:endParaRPr sz="1000">
              <a:solidFill>
                <a:srgbClr val="000033"/>
              </a:solidFill>
              <a:latin typeface="Montserrat"/>
              <a:ea typeface="Montserrat"/>
              <a:cs typeface="Montserrat"/>
              <a:sym typeface="Montserrat"/>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302" name="Shape 302"/>
        <p:cNvGrpSpPr/>
        <p:nvPr/>
      </p:nvGrpSpPr>
      <p:grpSpPr>
        <a:xfrm>
          <a:off x="0" y="0"/>
          <a:ext cx="0" cy="0"/>
          <a:chOff x="0" y="0"/>
          <a:chExt cx="0" cy="0"/>
        </a:xfrm>
      </p:grpSpPr>
      <p:pic>
        <p:nvPicPr>
          <p:cNvPr descr="bg_divider.png" id="303" name="Google Shape;303;g3f8da4ebb8d_0_1024"/>
          <p:cNvPicPr preferRelativeResize="0"/>
          <p:nvPr/>
        </p:nvPicPr>
        <p:blipFill rotWithShape="1">
          <a:blip r:embed="rId3">
            <a:alphaModFix/>
          </a:blip>
          <a:srcRect b="0" l="0" r="0" t="0"/>
          <a:stretch/>
        </p:blipFill>
        <p:spPr>
          <a:xfrm>
            <a:off x="0" y="0"/>
            <a:ext cx="9143998" cy="5143501"/>
          </a:xfrm>
          <a:prstGeom prst="rect">
            <a:avLst/>
          </a:prstGeom>
          <a:noFill/>
          <a:ln>
            <a:noFill/>
          </a:ln>
        </p:spPr>
      </p:pic>
      <p:pic>
        <p:nvPicPr>
          <p:cNvPr descr="logo_blanco.png" id="304" name="Google Shape;304;g3f8da4ebb8d_0_1024"/>
          <p:cNvPicPr preferRelativeResize="0"/>
          <p:nvPr/>
        </p:nvPicPr>
        <p:blipFill rotWithShape="1">
          <a:blip r:embed="rId4">
            <a:alphaModFix/>
          </a:blip>
          <a:srcRect b="0" l="0" r="0" t="0"/>
          <a:stretch/>
        </p:blipFill>
        <p:spPr>
          <a:xfrm>
            <a:off x="569671" y="389534"/>
            <a:ext cx="1228039" cy="245059"/>
          </a:xfrm>
          <a:prstGeom prst="rect">
            <a:avLst/>
          </a:prstGeom>
          <a:noFill/>
          <a:ln>
            <a:noFill/>
          </a:ln>
        </p:spPr>
      </p:pic>
      <p:sp>
        <p:nvSpPr>
          <p:cNvPr id="305" name="Google Shape;305;g3f8da4ebb8d_0_1024"/>
          <p:cNvSpPr txBox="1"/>
          <p:nvPr/>
        </p:nvSpPr>
        <p:spPr>
          <a:xfrm>
            <a:off x="571500" y="1773936"/>
            <a:ext cx="2743200" cy="20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200"/>
              <a:buFont typeface="Montserrat SemiBold"/>
              <a:buNone/>
            </a:pPr>
            <a:r>
              <a:rPr b="1" i="0" lang="en-US" sz="1200" u="none" cap="none" strike="noStrike">
                <a:solidFill>
                  <a:srgbClr val="C5D5F7"/>
                </a:solidFill>
                <a:latin typeface="Montserrat SemiBold"/>
                <a:ea typeface="Montserrat SemiBold"/>
                <a:cs typeface="Montserrat SemiBold"/>
                <a:sym typeface="Montserrat SemiBold"/>
              </a:rPr>
              <a:t>SECCIÓN 02</a:t>
            </a:r>
            <a:endParaRPr b="0" i="0" sz="1200" u="none" cap="none" strike="noStrike">
              <a:solidFill>
                <a:schemeClr val="dk1"/>
              </a:solidFill>
              <a:latin typeface="Calibri"/>
              <a:ea typeface="Calibri"/>
              <a:cs typeface="Calibri"/>
              <a:sym typeface="Calibri"/>
            </a:endParaRPr>
          </a:p>
        </p:txBody>
      </p:sp>
      <p:sp>
        <p:nvSpPr>
          <p:cNvPr id="306" name="Google Shape;306;g3f8da4ebb8d_0_1024"/>
          <p:cNvSpPr txBox="1"/>
          <p:nvPr/>
        </p:nvSpPr>
        <p:spPr>
          <a:xfrm>
            <a:off x="571500" y="2157984"/>
            <a:ext cx="7863900" cy="731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4500"/>
              <a:buFont typeface="Montserrat ExtraBold"/>
              <a:buNone/>
            </a:pPr>
            <a:r>
              <a:rPr b="1" i="0" lang="en-US" sz="4500" u="none" cap="none" strike="noStrike">
                <a:solidFill>
                  <a:srgbClr val="FFFFFF"/>
                </a:solidFill>
                <a:latin typeface="Montserrat ExtraBold"/>
                <a:ea typeface="Montserrat ExtraBold"/>
                <a:cs typeface="Montserrat ExtraBold"/>
                <a:sym typeface="Montserrat ExtraBold"/>
              </a:rPr>
              <a:t>Diagnóstico</a:t>
            </a:r>
            <a:endParaRPr b="0" i="0" sz="4500" u="none" cap="none" strike="noStrike">
              <a:solidFill>
                <a:schemeClr val="dk1"/>
              </a:solidFill>
              <a:latin typeface="Calibri"/>
              <a:ea typeface="Calibri"/>
              <a:cs typeface="Calibri"/>
              <a:sym typeface="Calibri"/>
            </a:endParaRPr>
          </a:p>
        </p:txBody>
      </p:sp>
      <p:sp>
        <p:nvSpPr>
          <p:cNvPr id="307" name="Google Shape;307;g3f8da4ebb8d_0_1024"/>
          <p:cNvSpPr txBox="1"/>
          <p:nvPr/>
        </p:nvSpPr>
        <p:spPr>
          <a:xfrm>
            <a:off x="571500" y="3054096"/>
            <a:ext cx="4937700" cy="4938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C5D5F7"/>
              </a:buClr>
              <a:buSzPts val="1300"/>
              <a:buFont typeface="Montserrat Medium"/>
              <a:buNone/>
            </a:pPr>
            <a:r>
              <a:rPr lang="en-US" sz="1300">
                <a:solidFill>
                  <a:srgbClr val="C5D5F7"/>
                </a:solidFill>
                <a:latin typeface="Montserrat Medium"/>
                <a:ea typeface="Montserrat Medium"/>
                <a:cs typeface="Montserrat Medium"/>
                <a:sym typeface="Montserrat Medium"/>
              </a:rPr>
              <a:t>Una línea que anticipa qué se resuelve en esta sección.</a:t>
            </a:r>
            <a:endParaRPr sz="1300">
              <a:solidFill>
                <a:srgbClr val="C5D5F7"/>
              </a:solidFill>
              <a:latin typeface="Montserrat Medium"/>
              <a:ea typeface="Montserrat Medium"/>
              <a:cs typeface="Montserrat Medium"/>
              <a:sym typeface="Montserrat Medium"/>
            </a:endParaRPr>
          </a:p>
        </p:txBody>
      </p:sp>
      <p:sp>
        <p:nvSpPr>
          <p:cNvPr id="308" name="Google Shape;308;g3f8da4ebb8d_0_1024"/>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200038" scaled="0"/>
        </a:gradFill>
      </p:bgPr>
    </p:bg>
    <p:spTree>
      <p:nvGrpSpPr>
        <p:cNvPr id="313" name="Shape 313"/>
        <p:cNvGrpSpPr/>
        <p:nvPr/>
      </p:nvGrpSpPr>
      <p:grpSpPr>
        <a:xfrm>
          <a:off x="0" y="0"/>
          <a:ext cx="0" cy="0"/>
          <a:chOff x="0" y="0"/>
          <a:chExt cx="0" cy="0"/>
        </a:xfrm>
      </p:grpSpPr>
      <p:sp>
        <p:nvSpPr>
          <p:cNvPr id="314" name="Google Shape;314;g3f8da4ebb8d_0_1034"/>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DIAGNÓSTICO</a:t>
            </a:r>
            <a:endParaRPr b="0" i="0" sz="1100" u="none" cap="none" strike="noStrike">
              <a:solidFill>
                <a:schemeClr val="dk1"/>
              </a:solidFill>
              <a:latin typeface="Calibri"/>
              <a:ea typeface="Calibri"/>
              <a:cs typeface="Calibri"/>
              <a:sym typeface="Calibri"/>
            </a:endParaRPr>
          </a:p>
        </p:txBody>
      </p:sp>
      <p:sp>
        <p:nvSpPr>
          <p:cNvPr id="315" name="Google Shape;315;g3f8da4ebb8d_0_1034"/>
          <p:cNvSpPr txBox="1"/>
          <p:nvPr/>
        </p:nvSpPr>
        <p:spPr>
          <a:xfrm>
            <a:off x="571500" y="1097275"/>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lang="en-US" sz="2100">
                <a:solidFill>
                  <a:srgbClr val="000033"/>
                </a:solidFill>
                <a:latin typeface="Montserrat ExtraBold"/>
                <a:ea typeface="Montserrat ExtraBold"/>
                <a:cs typeface="Montserrat ExtraBold"/>
                <a:sym typeface="Montserrat ExtraBold"/>
              </a:rPr>
              <a:t>Título de la </a:t>
            </a:r>
            <a:r>
              <a:rPr b="1" i="1" lang="en-US" sz="2100">
                <a:solidFill>
                  <a:srgbClr val="2B5BFC"/>
                </a:solidFill>
                <a:latin typeface="Montserrat ExtraBold"/>
                <a:ea typeface="Montserrat ExtraBold"/>
                <a:cs typeface="Montserrat ExtraBold"/>
                <a:sym typeface="Montserrat ExtraBold"/>
              </a:rPr>
              <a:t>sección</a:t>
            </a:r>
            <a:endParaRPr b="0" i="1" sz="2100" u="none" cap="none" strike="noStrike">
              <a:solidFill>
                <a:srgbClr val="2B5BFC"/>
              </a:solidFill>
              <a:latin typeface="Calibri"/>
              <a:ea typeface="Calibri"/>
              <a:cs typeface="Calibri"/>
              <a:sym typeface="Calibri"/>
            </a:endParaRPr>
          </a:p>
        </p:txBody>
      </p:sp>
      <p:sp>
        <p:nvSpPr>
          <p:cNvPr id="316" name="Google Shape;316;g3f8da4ebb8d_0_1034"/>
          <p:cNvSpPr/>
          <p:nvPr/>
        </p:nvSpPr>
        <p:spPr>
          <a:xfrm>
            <a:off x="571500" y="1574825"/>
            <a:ext cx="1899600" cy="2923200"/>
          </a:xfrm>
          <a:prstGeom prst="roundRect">
            <a:avLst>
              <a:gd fmla="val 3898"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7" name="Google Shape;317;g3f8da4ebb8d_0_1034"/>
          <p:cNvSpPr txBox="1"/>
          <p:nvPr/>
        </p:nvSpPr>
        <p:spPr>
          <a:xfrm>
            <a:off x="756600" y="1680885"/>
            <a:ext cx="1529400" cy="16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1000" u="none" cap="none" strike="noStrike">
                <a:solidFill>
                  <a:srgbClr val="2B5BFC"/>
                </a:solidFill>
                <a:latin typeface="Montserrat SemiBold"/>
                <a:ea typeface="Montserrat SemiBold"/>
                <a:cs typeface="Montserrat SemiBold"/>
                <a:sym typeface="Montserrat SemiBold"/>
              </a:rPr>
              <a:t>BRECHA 1</a:t>
            </a:r>
            <a:endParaRPr b="0" i="0" sz="1000" u="none" cap="none" strike="noStrike">
              <a:solidFill>
                <a:schemeClr val="dk1"/>
              </a:solidFill>
              <a:latin typeface="Calibri"/>
              <a:ea typeface="Calibri"/>
              <a:cs typeface="Calibri"/>
              <a:sym typeface="Calibri"/>
            </a:endParaRPr>
          </a:p>
        </p:txBody>
      </p:sp>
      <p:sp>
        <p:nvSpPr>
          <p:cNvPr id="318" name="Google Shape;318;g3f8da4ebb8d_0_1034"/>
          <p:cNvSpPr txBox="1"/>
          <p:nvPr/>
        </p:nvSpPr>
        <p:spPr>
          <a:xfrm>
            <a:off x="756600" y="1930543"/>
            <a:ext cx="1529400" cy="5475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000033"/>
              </a:buClr>
              <a:buSzPts val="1300"/>
              <a:buFont typeface="Montserrat ExtraBold"/>
              <a:buNone/>
            </a:pPr>
            <a:r>
              <a:rPr b="1" lang="en-US" sz="1200">
                <a:solidFill>
                  <a:srgbClr val="000033"/>
                </a:solidFill>
                <a:latin typeface="Montserrat ExtraBold"/>
                <a:ea typeface="Montserrat ExtraBold"/>
                <a:cs typeface="Montserrat ExtraBold"/>
                <a:sym typeface="Montserrat ExtraBold"/>
              </a:rPr>
              <a:t>Título de la Brecha</a:t>
            </a:r>
            <a:endParaRPr b="1" i="0" sz="1200" u="none" cap="none" strike="noStrike">
              <a:solidFill>
                <a:srgbClr val="000033"/>
              </a:solidFill>
              <a:latin typeface="Montserrat ExtraBold"/>
              <a:ea typeface="Montserrat ExtraBold"/>
              <a:cs typeface="Montserrat ExtraBold"/>
              <a:sym typeface="Montserrat ExtraBold"/>
            </a:endParaRPr>
          </a:p>
        </p:txBody>
      </p:sp>
      <p:sp>
        <p:nvSpPr>
          <p:cNvPr id="319" name="Google Shape;319;g3f8da4ebb8d_0_1034"/>
          <p:cNvSpPr/>
          <p:nvPr/>
        </p:nvSpPr>
        <p:spPr>
          <a:xfrm>
            <a:off x="756605" y="2597774"/>
            <a:ext cx="1529400" cy="72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0" name="Google Shape;320;g3f8da4ebb8d_0_1034"/>
          <p:cNvSpPr txBox="1"/>
          <p:nvPr/>
        </p:nvSpPr>
        <p:spPr>
          <a:xfrm>
            <a:off x="756600" y="2693936"/>
            <a:ext cx="1529400" cy="15579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575757"/>
              </a:buClr>
              <a:buSzPts val="900"/>
              <a:buFont typeface="Montserrat"/>
              <a:buNone/>
            </a:pPr>
            <a:r>
              <a:rPr lang="en-US" sz="1000">
                <a:solidFill>
                  <a:srgbClr val="000033"/>
                </a:solidFill>
                <a:latin typeface="Montserrat"/>
                <a:ea typeface="Montserrat"/>
                <a:cs typeface="Montserrat"/>
                <a:sym typeface="Montserrat"/>
              </a:rPr>
              <a:t>xxxx</a:t>
            </a:r>
            <a:endParaRPr b="0" i="0" sz="1000" u="none" cap="none" strike="noStrike">
              <a:solidFill>
                <a:srgbClr val="000033"/>
              </a:solidFill>
              <a:latin typeface="Montserrat"/>
              <a:ea typeface="Montserrat"/>
              <a:cs typeface="Montserrat"/>
              <a:sym typeface="Montserrat"/>
            </a:endParaRPr>
          </a:p>
          <a:p>
            <a:pPr indent="0" lvl="0" marL="0" marR="0" rtl="0" algn="l">
              <a:lnSpc>
                <a:spcPct val="115000"/>
              </a:lnSpc>
              <a:spcBef>
                <a:spcPts val="0"/>
              </a:spcBef>
              <a:spcAft>
                <a:spcPts val="0"/>
              </a:spcAft>
              <a:buClr>
                <a:srgbClr val="575757"/>
              </a:buClr>
              <a:buSzPts val="900"/>
              <a:buFont typeface="Montserrat"/>
              <a:buNone/>
            </a:pPr>
            <a:r>
              <a:t/>
            </a:r>
            <a:endParaRPr b="0" i="0" sz="1000" u="none" cap="none" strike="noStrike">
              <a:solidFill>
                <a:srgbClr val="000033"/>
              </a:solidFill>
              <a:latin typeface="Montserrat"/>
              <a:ea typeface="Montserrat"/>
              <a:cs typeface="Montserrat"/>
              <a:sym typeface="Montserrat"/>
            </a:endParaRPr>
          </a:p>
        </p:txBody>
      </p:sp>
      <p:sp>
        <p:nvSpPr>
          <p:cNvPr id="321" name="Google Shape;321;g3f8da4ebb8d_0_1034"/>
          <p:cNvSpPr/>
          <p:nvPr/>
        </p:nvSpPr>
        <p:spPr>
          <a:xfrm>
            <a:off x="2637736" y="1574825"/>
            <a:ext cx="1899600" cy="2923200"/>
          </a:xfrm>
          <a:prstGeom prst="roundRect">
            <a:avLst>
              <a:gd fmla="val 3898"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2" name="Google Shape;322;g3f8da4ebb8d_0_1034"/>
          <p:cNvSpPr txBox="1"/>
          <p:nvPr/>
        </p:nvSpPr>
        <p:spPr>
          <a:xfrm>
            <a:off x="2822836" y="1680885"/>
            <a:ext cx="1529400" cy="16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1000" u="none" cap="none" strike="noStrike">
                <a:solidFill>
                  <a:srgbClr val="2B5BFC"/>
                </a:solidFill>
                <a:latin typeface="Montserrat SemiBold"/>
                <a:ea typeface="Montserrat SemiBold"/>
                <a:cs typeface="Montserrat SemiBold"/>
                <a:sym typeface="Montserrat SemiBold"/>
              </a:rPr>
              <a:t>BRECHA 2</a:t>
            </a:r>
            <a:endParaRPr b="0" i="0" sz="1000" u="none" cap="none" strike="noStrike">
              <a:solidFill>
                <a:schemeClr val="dk1"/>
              </a:solidFill>
              <a:latin typeface="Calibri"/>
              <a:ea typeface="Calibri"/>
              <a:cs typeface="Calibri"/>
              <a:sym typeface="Calibri"/>
            </a:endParaRPr>
          </a:p>
        </p:txBody>
      </p:sp>
      <p:sp>
        <p:nvSpPr>
          <p:cNvPr id="323" name="Google Shape;323;g3f8da4ebb8d_0_1034"/>
          <p:cNvSpPr txBox="1"/>
          <p:nvPr/>
        </p:nvSpPr>
        <p:spPr>
          <a:xfrm>
            <a:off x="2822836" y="1930543"/>
            <a:ext cx="1529400" cy="5475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000033"/>
              </a:buClr>
              <a:buSzPts val="1300"/>
              <a:buFont typeface="Montserrat ExtraBold"/>
              <a:buNone/>
            </a:pPr>
            <a:r>
              <a:rPr b="1" lang="en-US" sz="1200">
                <a:solidFill>
                  <a:srgbClr val="000033"/>
                </a:solidFill>
                <a:latin typeface="Montserrat ExtraBold"/>
                <a:ea typeface="Montserrat ExtraBold"/>
                <a:cs typeface="Montserrat ExtraBold"/>
                <a:sym typeface="Montserrat ExtraBold"/>
              </a:rPr>
              <a:t>Título de la Brecha</a:t>
            </a:r>
            <a:endParaRPr b="1" sz="1200">
              <a:solidFill>
                <a:srgbClr val="000033"/>
              </a:solidFill>
              <a:latin typeface="Montserrat ExtraBold"/>
              <a:ea typeface="Montserrat ExtraBold"/>
              <a:cs typeface="Montserrat ExtraBold"/>
              <a:sym typeface="Montserrat ExtraBold"/>
            </a:endParaRPr>
          </a:p>
        </p:txBody>
      </p:sp>
      <p:sp>
        <p:nvSpPr>
          <p:cNvPr id="324" name="Google Shape;324;g3f8da4ebb8d_0_1034"/>
          <p:cNvSpPr/>
          <p:nvPr/>
        </p:nvSpPr>
        <p:spPr>
          <a:xfrm>
            <a:off x="2822839" y="2597774"/>
            <a:ext cx="1529400" cy="72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5" name="Google Shape;325;g3f8da4ebb8d_0_1034"/>
          <p:cNvSpPr txBox="1"/>
          <p:nvPr/>
        </p:nvSpPr>
        <p:spPr>
          <a:xfrm>
            <a:off x="2822846" y="2693925"/>
            <a:ext cx="1581600" cy="15852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575757"/>
              </a:buClr>
              <a:buSzPts val="900"/>
              <a:buFont typeface="Montserrat"/>
              <a:buNone/>
            </a:pPr>
            <a:r>
              <a:rPr lang="en-US" sz="1000">
                <a:solidFill>
                  <a:srgbClr val="000033"/>
                </a:solidFill>
                <a:latin typeface="Montserrat"/>
                <a:ea typeface="Montserrat"/>
                <a:cs typeface="Montserrat"/>
                <a:sym typeface="Montserrat"/>
              </a:rPr>
              <a:t>xxxx</a:t>
            </a:r>
            <a:endParaRPr b="0" i="0" sz="1000" u="none" cap="none" strike="noStrike">
              <a:solidFill>
                <a:srgbClr val="000033"/>
              </a:solidFill>
              <a:latin typeface="Montserrat"/>
              <a:ea typeface="Montserrat"/>
              <a:cs typeface="Montserrat"/>
              <a:sym typeface="Montserrat"/>
            </a:endParaRPr>
          </a:p>
        </p:txBody>
      </p:sp>
      <p:sp>
        <p:nvSpPr>
          <p:cNvPr id="326" name="Google Shape;326;g3f8da4ebb8d_0_1034"/>
          <p:cNvSpPr/>
          <p:nvPr/>
        </p:nvSpPr>
        <p:spPr>
          <a:xfrm>
            <a:off x="4703971" y="1574825"/>
            <a:ext cx="1899600" cy="2923200"/>
          </a:xfrm>
          <a:prstGeom prst="roundRect">
            <a:avLst>
              <a:gd fmla="val 3898"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g3f8da4ebb8d_0_1034"/>
          <p:cNvSpPr txBox="1"/>
          <p:nvPr/>
        </p:nvSpPr>
        <p:spPr>
          <a:xfrm>
            <a:off x="4889072" y="1680885"/>
            <a:ext cx="1529400" cy="16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1000" u="none" cap="none" strike="noStrike">
                <a:solidFill>
                  <a:srgbClr val="2B5BFC"/>
                </a:solidFill>
                <a:latin typeface="Montserrat SemiBold"/>
                <a:ea typeface="Montserrat SemiBold"/>
                <a:cs typeface="Montserrat SemiBold"/>
                <a:sym typeface="Montserrat SemiBold"/>
              </a:rPr>
              <a:t>BRECHA 3</a:t>
            </a:r>
            <a:endParaRPr b="0" i="0" sz="1000" u="none" cap="none" strike="noStrike">
              <a:solidFill>
                <a:schemeClr val="dk1"/>
              </a:solidFill>
              <a:latin typeface="Calibri"/>
              <a:ea typeface="Calibri"/>
              <a:cs typeface="Calibri"/>
              <a:sym typeface="Calibri"/>
            </a:endParaRPr>
          </a:p>
        </p:txBody>
      </p:sp>
      <p:sp>
        <p:nvSpPr>
          <p:cNvPr id="328" name="Google Shape;328;g3f8da4ebb8d_0_1034"/>
          <p:cNvSpPr txBox="1"/>
          <p:nvPr/>
        </p:nvSpPr>
        <p:spPr>
          <a:xfrm>
            <a:off x="4889072" y="1930543"/>
            <a:ext cx="1529400" cy="5475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000033"/>
              </a:buClr>
              <a:buSzPts val="1300"/>
              <a:buFont typeface="Montserrat ExtraBold"/>
              <a:buNone/>
            </a:pPr>
            <a:r>
              <a:rPr b="1" lang="en-US" sz="1200">
                <a:solidFill>
                  <a:srgbClr val="000033"/>
                </a:solidFill>
                <a:latin typeface="Montserrat ExtraBold"/>
                <a:ea typeface="Montserrat ExtraBold"/>
                <a:cs typeface="Montserrat ExtraBold"/>
                <a:sym typeface="Montserrat ExtraBold"/>
              </a:rPr>
              <a:t>Título de la Brecha</a:t>
            </a:r>
            <a:endParaRPr b="1" sz="1200">
              <a:solidFill>
                <a:srgbClr val="000033"/>
              </a:solidFill>
              <a:latin typeface="Montserrat ExtraBold"/>
              <a:ea typeface="Montserrat ExtraBold"/>
              <a:cs typeface="Montserrat ExtraBold"/>
              <a:sym typeface="Montserrat ExtraBold"/>
            </a:endParaRPr>
          </a:p>
        </p:txBody>
      </p:sp>
      <p:sp>
        <p:nvSpPr>
          <p:cNvPr id="329" name="Google Shape;329;g3f8da4ebb8d_0_1034"/>
          <p:cNvSpPr/>
          <p:nvPr/>
        </p:nvSpPr>
        <p:spPr>
          <a:xfrm>
            <a:off x="4889073" y="2597774"/>
            <a:ext cx="1529400" cy="72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0" name="Google Shape;330;g3f8da4ebb8d_0_1034"/>
          <p:cNvSpPr txBox="1"/>
          <p:nvPr/>
        </p:nvSpPr>
        <p:spPr>
          <a:xfrm>
            <a:off x="4889050" y="2693925"/>
            <a:ext cx="1581600" cy="12558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575757"/>
              </a:buClr>
              <a:buSzPts val="900"/>
              <a:buFont typeface="Montserrat"/>
              <a:buNone/>
            </a:pPr>
            <a:r>
              <a:rPr lang="en-US" sz="1000">
                <a:solidFill>
                  <a:srgbClr val="000033"/>
                </a:solidFill>
                <a:latin typeface="Montserrat"/>
                <a:ea typeface="Montserrat"/>
                <a:cs typeface="Montserrat"/>
                <a:sym typeface="Montserrat"/>
              </a:rPr>
              <a:t>xxxx</a:t>
            </a:r>
            <a:endParaRPr b="0" i="0" sz="1000" u="none" cap="none" strike="noStrike">
              <a:solidFill>
                <a:srgbClr val="000033"/>
              </a:solidFill>
              <a:latin typeface="Montserrat"/>
              <a:ea typeface="Montserrat"/>
              <a:cs typeface="Montserrat"/>
              <a:sym typeface="Montserrat"/>
            </a:endParaRPr>
          </a:p>
        </p:txBody>
      </p:sp>
      <p:sp>
        <p:nvSpPr>
          <p:cNvPr id="331" name="Google Shape;331;g3f8da4ebb8d_0_1034"/>
          <p:cNvSpPr/>
          <p:nvPr/>
        </p:nvSpPr>
        <p:spPr>
          <a:xfrm>
            <a:off x="6770207" y="1574825"/>
            <a:ext cx="1899600" cy="2923200"/>
          </a:xfrm>
          <a:prstGeom prst="roundRect">
            <a:avLst>
              <a:gd fmla="val 3898"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2" name="Google Shape;332;g3f8da4ebb8d_0_1034"/>
          <p:cNvSpPr txBox="1"/>
          <p:nvPr/>
        </p:nvSpPr>
        <p:spPr>
          <a:xfrm>
            <a:off x="6955306" y="1680885"/>
            <a:ext cx="1529400" cy="16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1000" u="none" cap="none" strike="noStrike">
                <a:solidFill>
                  <a:srgbClr val="2B5BFC"/>
                </a:solidFill>
                <a:latin typeface="Montserrat SemiBold"/>
                <a:ea typeface="Montserrat SemiBold"/>
                <a:cs typeface="Montserrat SemiBold"/>
                <a:sym typeface="Montserrat SemiBold"/>
              </a:rPr>
              <a:t>BRECHA 4</a:t>
            </a:r>
            <a:endParaRPr b="0" i="0" sz="1000" u="none" cap="none" strike="noStrike">
              <a:solidFill>
                <a:schemeClr val="dk1"/>
              </a:solidFill>
              <a:latin typeface="Calibri"/>
              <a:ea typeface="Calibri"/>
              <a:cs typeface="Calibri"/>
              <a:sym typeface="Calibri"/>
            </a:endParaRPr>
          </a:p>
        </p:txBody>
      </p:sp>
      <p:sp>
        <p:nvSpPr>
          <p:cNvPr id="333" name="Google Shape;333;g3f8da4ebb8d_0_1034"/>
          <p:cNvSpPr txBox="1"/>
          <p:nvPr/>
        </p:nvSpPr>
        <p:spPr>
          <a:xfrm>
            <a:off x="6955306" y="1930543"/>
            <a:ext cx="1529400" cy="5475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000033"/>
              </a:buClr>
              <a:buSzPts val="1300"/>
              <a:buFont typeface="Montserrat ExtraBold"/>
              <a:buNone/>
            </a:pPr>
            <a:r>
              <a:rPr b="1" lang="en-US" sz="1200">
                <a:solidFill>
                  <a:srgbClr val="000033"/>
                </a:solidFill>
                <a:latin typeface="Montserrat ExtraBold"/>
                <a:ea typeface="Montserrat ExtraBold"/>
                <a:cs typeface="Montserrat ExtraBold"/>
                <a:sym typeface="Montserrat ExtraBold"/>
              </a:rPr>
              <a:t>Título de la Brecha</a:t>
            </a:r>
            <a:endParaRPr b="1" sz="1200">
              <a:solidFill>
                <a:srgbClr val="000033"/>
              </a:solidFill>
              <a:latin typeface="Montserrat ExtraBold"/>
              <a:ea typeface="Montserrat ExtraBold"/>
              <a:cs typeface="Montserrat ExtraBold"/>
              <a:sym typeface="Montserrat ExtraBold"/>
            </a:endParaRPr>
          </a:p>
        </p:txBody>
      </p:sp>
      <p:sp>
        <p:nvSpPr>
          <p:cNvPr id="334" name="Google Shape;334;g3f8da4ebb8d_0_1034"/>
          <p:cNvSpPr/>
          <p:nvPr/>
        </p:nvSpPr>
        <p:spPr>
          <a:xfrm>
            <a:off x="6955306" y="2597774"/>
            <a:ext cx="1529400" cy="72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5" name="Google Shape;335;g3f8da4ebb8d_0_1034"/>
          <p:cNvSpPr txBox="1"/>
          <p:nvPr/>
        </p:nvSpPr>
        <p:spPr>
          <a:xfrm>
            <a:off x="6955300" y="2693925"/>
            <a:ext cx="1529400" cy="11391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575757"/>
              </a:buClr>
              <a:buSzPts val="900"/>
              <a:buFont typeface="Montserrat"/>
              <a:buNone/>
            </a:pPr>
            <a:r>
              <a:rPr lang="en-US" sz="1000">
                <a:solidFill>
                  <a:srgbClr val="000033"/>
                </a:solidFill>
                <a:latin typeface="Montserrat"/>
                <a:ea typeface="Montserrat"/>
                <a:cs typeface="Montserrat"/>
                <a:sym typeface="Montserrat"/>
              </a:rPr>
              <a:t>xxxxx</a:t>
            </a:r>
            <a:endParaRPr b="0" i="0" sz="1000" u="none" cap="none" strike="noStrike">
              <a:solidFill>
                <a:srgbClr val="000033"/>
              </a:solidFill>
              <a:latin typeface="Montserrat"/>
              <a:ea typeface="Montserrat"/>
              <a:cs typeface="Montserrat"/>
              <a:sym typeface="Montserrat"/>
            </a:endParaRPr>
          </a:p>
        </p:txBody>
      </p:sp>
      <p:sp>
        <p:nvSpPr>
          <p:cNvPr id="336" name="Google Shape;336;g3f8da4ebb8d_0_1034"/>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341" name="Shape 341"/>
        <p:cNvGrpSpPr/>
        <p:nvPr/>
      </p:nvGrpSpPr>
      <p:grpSpPr>
        <a:xfrm>
          <a:off x="0" y="0"/>
          <a:ext cx="0" cy="0"/>
          <a:chOff x="0" y="0"/>
          <a:chExt cx="0" cy="0"/>
        </a:xfrm>
      </p:grpSpPr>
      <p:pic>
        <p:nvPicPr>
          <p:cNvPr descr="bg_divider.png" id="342" name="Google Shape;342;p9"/>
          <p:cNvPicPr preferRelativeResize="0"/>
          <p:nvPr/>
        </p:nvPicPr>
        <p:blipFill rotWithShape="1">
          <a:blip r:embed="rId3">
            <a:alphaModFix/>
          </a:blip>
          <a:srcRect b="0" l="0" r="0" t="0"/>
          <a:stretch/>
        </p:blipFill>
        <p:spPr>
          <a:xfrm>
            <a:off x="0" y="0"/>
            <a:ext cx="9143998" cy="5143501"/>
          </a:xfrm>
          <a:prstGeom prst="rect">
            <a:avLst/>
          </a:prstGeom>
          <a:noFill/>
          <a:ln>
            <a:noFill/>
          </a:ln>
        </p:spPr>
      </p:pic>
      <p:pic>
        <p:nvPicPr>
          <p:cNvPr descr="logo_blanco.png" id="343" name="Google Shape;343;p9"/>
          <p:cNvPicPr preferRelativeResize="0"/>
          <p:nvPr/>
        </p:nvPicPr>
        <p:blipFill rotWithShape="1">
          <a:blip r:embed="rId4">
            <a:alphaModFix/>
          </a:blip>
          <a:srcRect b="0" l="0" r="0" t="0"/>
          <a:stretch/>
        </p:blipFill>
        <p:spPr>
          <a:xfrm>
            <a:off x="569671" y="389534"/>
            <a:ext cx="1228039" cy="245059"/>
          </a:xfrm>
          <a:prstGeom prst="rect">
            <a:avLst/>
          </a:prstGeom>
          <a:noFill/>
          <a:ln>
            <a:noFill/>
          </a:ln>
        </p:spPr>
      </p:pic>
      <p:sp>
        <p:nvSpPr>
          <p:cNvPr id="344" name="Google Shape;344;p9"/>
          <p:cNvSpPr txBox="1"/>
          <p:nvPr/>
        </p:nvSpPr>
        <p:spPr>
          <a:xfrm>
            <a:off x="571500" y="1773936"/>
            <a:ext cx="2743200" cy="20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200"/>
              <a:buFont typeface="Montserrat SemiBold"/>
              <a:buNone/>
            </a:pPr>
            <a:r>
              <a:rPr b="1" i="0" lang="en-US" sz="1200" u="none" cap="none" strike="noStrike">
                <a:solidFill>
                  <a:srgbClr val="C5D5F7"/>
                </a:solidFill>
                <a:latin typeface="Montserrat SemiBold"/>
                <a:ea typeface="Montserrat SemiBold"/>
                <a:cs typeface="Montserrat SemiBold"/>
                <a:sym typeface="Montserrat SemiBold"/>
              </a:rPr>
              <a:t>SECCIÓN 03</a:t>
            </a:r>
            <a:endParaRPr b="0" i="0" sz="1200" u="none" cap="none" strike="noStrike">
              <a:solidFill>
                <a:schemeClr val="dk1"/>
              </a:solidFill>
              <a:latin typeface="Calibri"/>
              <a:ea typeface="Calibri"/>
              <a:cs typeface="Calibri"/>
              <a:sym typeface="Calibri"/>
            </a:endParaRPr>
          </a:p>
        </p:txBody>
      </p:sp>
      <p:sp>
        <p:nvSpPr>
          <p:cNvPr id="345" name="Google Shape;345;p9"/>
          <p:cNvSpPr txBox="1"/>
          <p:nvPr/>
        </p:nvSpPr>
        <p:spPr>
          <a:xfrm>
            <a:off x="571500" y="2157984"/>
            <a:ext cx="7863900" cy="731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4500"/>
              <a:buFont typeface="Montserrat ExtraBold"/>
              <a:buNone/>
            </a:pPr>
            <a:r>
              <a:rPr b="1" i="0" lang="en-US" sz="4500" u="none" cap="none" strike="noStrike">
                <a:solidFill>
                  <a:srgbClr val="FFFFFF"/>
                </a:solidFill>
                <a:latin typeface="Montserrat ExtraBold"/>
                <a:ea typeface="Montserrat ExtraBold"/>
                <a:cs typeface="Montserrat ExtraBold"/>
                <a:sym typeface="Montserrat ExtraBold"/>
              </a:rPr>
              <a:t>El</a:t>
            </a:r>
            <a:r>
              <a:rPr b="1" i="1" lang="en-US" sz="4500" u="none" cap="none" strike="noStrike">
                <a:solidFill>
                  <a:srgbClr val="7E99FE"/>
                </a:solidFill>
                <a:latin typeface="Montserrat Black"/>
                <a:ea typeface="Montserrat Black"/>
                <a:cs typeface="Montserrat Black"/>
                <a:sym typeface="Montserrat Black"/>
              </a:rPr>
              <a:t> reto</a:t>
            </a:r>
            <a:endParaRPr b="0" i="0" sz="4500" u="none" cap="none" strike="noStrike">
              <a:solidFill>
                <a:schemeClr val="dk1"/>
              </a:solidFill>
              <a:latin typeface="Calibri"/>
              <a:ea typeface="Calibri"/>
              <a:cs typeface="Calibri"/>
              <a:sym typeface="Calibri"/>
            </a:endParaRPr>
          </a:p>
        </p:txBody>
      </p:sp>
      <p:sp>
        <p:nvSpPr>
          <p:cNvPr id="346" name="Google Shape;346;p9"/>
          <p:cNvSpPr txBox="1"/>
          <p:nvPr/>
        </p:nvSpPr>
        <p:spPr>
          <a:xfrm>
            <a:off x="571500" y="3054096"/>
            <a:ext cx="4937700" cy="4938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C5D5F7"/>
              </a:buClr>
              <a:buSzPts val="1300"/>
              <a:buFont typeface="Montserrat Medium"/>
              <a:buNone/>
            </a:pPr>
            <a:r>
              <a:rPr lang="en-US" sz="1300">
                <a:solidFill>
                  <a:srgbClr val="C5D5F7"/>
                </a:solidFill>
                <a:latin typeface="Montserrat Medium"/>
                <a:ea typeface="Montserrat Medium"/>
                <a:cs typeface="Montserrat Medium"/>
                <a:sym typeface="Montserrat Medium"/>
              </a:rPr>
              <a:t>Una línea que anticipa qué se resuelve en esta sección.</a:t>
            </a:r>
            <a:endParaRPr sz="1300">
              <a:solidFill>
                <a:srgbClr val="C5D5F7"/>
              </a:solidFill>
              <a:latin typeface="Montserrat Medium"/>
              <a:ea typeface="Montserrat Medium"/>
              <a:cs typeface="Montserrat Medium"/>
              <a:sym typeface="Montserrat Medium"/>
            </a:endParaRPr>
          </a:p>
        </p:txBody>
      </p:sp>
      <p:sp>
        <p:nvSpPr>
          <p:cNvPr id="347" name="Google Shape;347;p9"/>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352" name="Shape 352"/>
        <p:cNvGrpSpPr/>
        <p:nvPr/>
      </p:nvGrpSpPr>
      <p:grpSpPr>
        <a:xfrm>
          <a:off x="0" y="0"/>
          <a:ext cx="0" cy="0"/>
          <a:chOff x="0" y="0"/>
          <a:chExt cx="0" cy="0"/>
        </a:xfrm>
      </p:grpSpPr>
      <p:sp>
        <p:nvSpPr>
          <p:cNvPr id="353" name="Google Shape;353;p10"/>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EL DESAFÍO</a:t>
            </a:r>
            <a:endParaRPr b="0" i="0" sz="1100" u="none" cap="none" strike="noStrike">
              <a:solidFill>
                <a:schemeClr val="dk1"/>
              </a:solidFill>
              <a:latin typeface="Calibri"/>
              <a:ea typeface="Calibri"/>
              <a:cs typeface="Calibri"/>
              <a:sym typeface="Calibri"/>
            </a:endParaRPr>
          </a:p>
        </p:txBody>
      </p:sp>
      <p:sp>
        <p:nvSpPr>
          <p:cNvPr id="354" name="Google Shape;354;p10"/>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000033"/>
              </a:buClr>
              <a:buSzPts val="2100"/>
              <a:buFont typeface="Montserrat ExtraBold"/>
              <a:buNone/>
            </a:pPr>
            <a:r>
              <a:rPr b="1" lang="en-US" sz="2100">
                <a:solidFill>
                  <a:srgbClr val="000033"/>
                </a:solidFill>
                <a:latin typeface="Montserrat ExtraBold"/>
                <a:ea typeface="Montserrat ExtraBold"/>
                <a:cs typeface="Montserrat ExtraBold"/>
                <a:sym typeface="Montserrat ExtraBold"/>
              </a:rPr>
              <a:t>Título de la </a:t>
            </a:r>
            <a:r>
              <a:rPr b="1" i="1" lang="en-US" sz="2100">
                <a:solidFill>
                  <a:srgbClr val="2B5BFC"/>
                </a:solidFill>
                <a:latin typeface="Montserrat ExtraBold"/>
                <a:ea typeface="Montserrat ExtraBold"/>
                <a:cs typeface="Montserrat ExtraBold"/>
                <a:sym typeface="Montserrat ExtraBold"/>
              </a:rPr>
              <a:t>sección</a:t>
            </a:r>
            <a:endParaRPr b="1" sz="2100">
              <a:solidFill>
                <a:srgbClr val="000033"/>
              </a:solidFill>
              <a:latin typeface="Montserrat ExtraBold"/>
              <a:ea typeface="Montserrat ExtraBold"/>
              <a:cs typeface="Montserrat ExtraBold"/>
              <a:sym typeface="Montserrat ExtraBold"/>
            </a:endParaRPr>
          </a:p>
        </p:txBody>
      </p:sp>
      <p:sp>
        <p:nvSpPr>
          <p:cNvPr id="355" name="Google Shape;355;p10"/>
          <p:cNvSpPr txBox="1"/>
          <p:nvPr/>
        </p:nvSpPr>
        <p:spPr>
          <a:xfrm>
            <a:off x="571500" y="1539850"/>
            <a:ext cx="6560700" cy="2742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575757"/>
              </a:buClr>
              <a:buSzPts val="1100"/>
              <a:buFont typeface="Montserrat"/>
              <a:buNone/>
            </a:pPr>
            <a:r>
              <a:rPr b="0" i="0" lang="en-US" sz="1100" u="none" cap="none" strike="noStrike">
                <a:solidFill>
                  <a:srgbClr val="000033"/>
                </a:solidFill>
                <a:latin typeface="Montserrat"/>
                <a:ea typeface="Montserrat"/>
                <a:cs typeface="Montserrat"/>
                <a:sym typeface="Montserrat"/>
              </a:rPr>
              <a:t>Resumen de lo que Neo tiene que solucionar y con qué lo hará.</a:t>
            </a:r>
            <a:endParaRPr b="0" i="0" sz="1100" u="none" cap="none" strike="noStrike">
              <a:solidFill>
                <a:schemeClr val="dk1"/>
              </a:solidFill>
              <a:latin typeface="Calibri"/>
              <a:ea typeface="Calibri"/>
              <a:cs typeface="Calibri"/>
              <a:sym typeface="Calibri"/>
            </a:endParaRPr>
          </a:p>
        </p:txBody>
      </p:sp>
      <p:sp>
        <p:nvSpPr>
          <p:cNvPr id="356" name="Google Shape;356;p10"/>
          <p:cNvSpPr/>
          <p:nvPr/>
        </p:nvSpPr>
        <p:spPr>
          <a:xfrm>
            <a:off x="571500" y="1920240"/>
            <a:ext cx="8001000" cy="768000"/>
          </a:xfrm>
          <a:prstGeom prst="roundRect">
            <a:avLst>
              <a:gd fmla="val 9524"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7" name="Google Shape;357;p10"/>
          <p:cNvSpPr/>
          <p:nvPr/>
        </p:nvSpPr>
        <p:spPr>
          <a:xfrm>
            <a:off x="772668" y="2121408"/>
            <a:ext cx="310800" cy="310800"/>
          </a:xfrm>
          <a:prstGeom prst="roundRect">
            <a:avLst>
              <a:gd fmla="val 20588" name="adj"/>
            </a:avLst>
          </a:prstGeom>
          <a:solidFill>
            <a:srgbClr val="2B5BF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8" name="Google Shape;358;p10"/>
          <p:cNvSpPr txBox="1"/>
          <p:nvPr/>
        </p:nvSpPr>
        <p:spPr>
          <a:xfrm>
            <a:off x="772668" y="2176272"/>
            <a:ext cx="310800" cy="201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200"/>
              <a:buFont typeface="Montserrat SemiBold"/>
              <a:buNone/>
            </a:pPr>
            <a:r>
              <a:rPr b="1" i="0" lang="en-US" sz="1200" u="none" cap="none" strike="noStrike">
                <a:solidFill>
                  <a:srgbClr val="FFFFFF"/>
                </a:solidFill>
                <a:latin typeface="Montserrat SemiBold"/>
                <a:ea typeface="Montserrat SemiBold"/>
                <a:cs typeface="Montserrat SemiBold"/>
                <a:sym typeface="Montserrat SemiBold"/>
              </a:rPr>
              <a:t>1</a:t>
            </a:r>
            <a:endParaRPr b="0" i="0" sz="1200" u="none" cap="none" strike="noStrike">
              <a:solidFill>
                <a:schemeClr val="dk1"/>
              </a:solidFill>
              <a:latin typeface="Calibri"/>
              <a:ea typeface="Calibri"/>
              <a:cs typeface="Calibri"/>
              <a:sym typeface="Calibri"/>
            </a:endParaRPr>
          </a:p>
        </p:txBody>
      </p:sp>
      <p:sp>
        <p:nvSpPr>
          <p:cNvPr id="359" name="Google Shape;359;p10"/>
          <p:cNvSpPr txBox="1"/>
          <p:nvPr/>
        </p:nvSpPr>
        <p:spPr>
          <a:xfrm>
            <a:off x="1229868" y="2048256"/>
            <a:ext cx="2231100" cy="51210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Reto 1</a:t>
            </a:r>
            <a:endParaRPr b="0" i="0" sz="1200" u="none" cap="none" strike="noStrike">
              <a:solidFill>
                <a:schemeClr val="dk1"/>
              </a:solidFill>
              <a:latin typeface="Calibri"/>
              <a:ea typeface="Calibri"/>
              <a:cs typeface="Calibri"/>
              <a:sym typeface="Calibri"/>
            </a:endParaRPr>
          </a:p>
        </p:txBody>
      </p:sp>
      <p:sp>
        <p:nvSpPr>
          <p:cNvPr id="360" name="Google Shape;360;p10"/>
          <p:cNvSpPr txBox="1"/>
          <p:nvPr/>
        </p:nvSpPr>
        <p:spPr>
          <a:xfrm>
            <a:off x="3625596" y="2048256"/>
            <a:ext cx="4718400" cy="512100"/>
          </a:xfrm>
          <a:prstGeom prst="rect">
            <a:avLst/>
          </a:prstGeom>
          <a:noFill/>
          <a:ln>
            <a:noFill/>
          </a:ln>
        </p:spPr>
        <p:txBody>
          <a:bodyPr anchorCtr="0" anchor="ctr" bIns="0" lIns="0" spcFirstLastPara="1" rIns="0" wrap="square" tIns="0">
            <a:noAutofit/>
          </a:bodyPr>
          <a:lstStyle/>
          <a:p>
            <a:pPr indent="0" lvl="0" marL="0" marR="0" rtl="0" algn="l">
              <a:lnSpc>
                <a:spcPct val="124000"/>
              </a:lnSpc>
              <a:spcBef>
                <a:spcPts val="0"/>
              </a:spcBef>
              <a:spcAft>
                <a:spcPts val="0"/>
              </a:spcAft>
              <a:buClr>
                <a:srgbClr val="575757"/>
              </a:buClr>
              <a:buSzPts val="1000"/>
              <a:buFont typeface="Montserrat"/>
              <a:buNone/>
            </a:pPr>
            <a:r>
              <a:rPr b="0" i="0" lang="en-US" sz="1000" u="none" cap="none" strike="noStrike">
                <a:solidFill>
                  <a:srgbClr val="000033"/>
                </a:solidFill>
                <a:latin typeface="Montserrat"/>
                <a:ea typeface="Montserrat"/>
                <a:cs typeface="Montserrat"/>
                <a:sym typeface="Montserrat"/>
              </a:rPr>
              <a:t>Descripción del Reto </a:t>
            </a:r>
            <a:endParaRPr b="0" i="0" sz="1000" u="none" cap="none" strike="noStrike">
              <a:solidFill>
                <a:schemeClr val="dk1"/>
              </a:solidFill>
              <a:latin typeface="Calibri"/>
              <a:ea typeface="Calibri"/>
              <a:cs typeface="Calibri"/>
              <a:sym typeface="Calibri"/>
            </a:endParaRPr>
          </a:p>
        </p:txBody>
      </p:sp>
      <p:sp>
        <p:nvSpPr>
          <p:cNvPr id="361" name="Google Shape;361;p10"/>
          <p:cNvSpPr/>
          <p:nvPr/>
        </p:nvSpPr>
        <p:spPr>
          <a:xfrm>
            <a:off x="571500" y="2761488"/>
            <a:ext cx="8001000" cy="768000"/>
          </a:xfrm>
          <a:prstGeom prst="roundRect">
            <a:avLst>
              <a:gd fmla="val 9524"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2" name="Google Shape;362;p10"/>
          <p:cNvSpPr/>
          <p:nvPr/>
        </p:nvSpPr>
        <p:spPr>
          <a:xfrm>
            <a:off x="772668" y="2962656"/>
            <a:ext cx="310800" cy="310800"/>
          </a:xfrm>
          <a:prstGeom prst="roundRect">
            <a:avLst>
              <a:gd fmla="val 20588" name="adj"/>
            </a:avLst>
          </a:prstGeom>
          <a:solidFill>
            <a:srgbClr val="2B5BF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3" name="Google Shape;363;p10"/>
          <p:cNvSpPr txBox="1"/>
          <p:nvPr/>
        </p:nvSpPr>
        <p:spPr>
          <a:xfrm>
            <a:off x="772668" y="3017520"/>
            <a:ext cx="310800" cy="201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200"/>
              <a:buFont typeface="Montserrat SemiBold"/>
              <a:buNone/>
            </a:pPr>
            <a:r>
              <a:rPr b="1" i="0" lang="en-US" sz="1200" u="none" cap="none" strike="noStrike">
                <a:solidFill>
                  <a:srgbClr val="FFFFFF"/>
                </a:solidFill>
                <a:latin typeface="Montserrat SemiBold"/>
                <a:ea typeface="Montserrat SemiBold"/>
                <a:cs typeface="Montserrat SemiBold"/>
                <a:sym typeface="Montserrat SemiBold"/>
              </a:rPr>
              <a:t>2</a:t>
            </a:r>
            <a:endParaRPr b="0" i="0" sz="1200" u="none" cap="none" strike="noStrike">
              <a:solidFill>
                <a:schemeClr val="dk1"/>
              </a:solidFill>
              <a:latin typeface="Calibri"/>
              <a:ea typeface="Calibri"/>
              <a:cs typeface="Calibri"/>
              <a:sym typeface="Calibri"/>
            </a:endParaRPr>
          </a:p>
        </p:txBody>
      </p:sp>
      <p:sp>
        <p:nvSpPr>
          <p:cNvPr id="364" name="Google Shape;364;p10"/>
          <p:cNvSpPr txBox="1"/>
          <p:nvPr/>
        </p:nvSpPr>
        <p:spPr>
          <a:xfrm>
            <a:off x="1229868" y="2889504"/>
            <a:ext cx="2231100" cy="51210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Reto 2</a:t>
            </a:r>
            <a:endParaRPr b="0" i="0" sz="1200" u="none" cap="none" strike="noStrike">
              <a:solidFill>
                <a:schemeClr val="dk1"/>
              </a:solidFill>
              <a:latin typeface="Calibri"/>
              <a:ea typeface="Calibri"/>
              <a:cs typeface="Calibri"/>
              <a:sym typeface="Calibri"/>
            </a:endParaRPr>
          </a:p>
        </p:txBody>
      </p:sp>
      <p:sp>
        <p:nvSpPr>
          <p:cNvPr id="365" name="Google Shape;365;p10"/>
          <p:cNvSpPr txBox="1"/>
          <p:nvPr/>
        </p:nvSpPr>
        <p:spPr>
          <a:xfrm>
            <a:off x="3625596" y="2889504"/>
            <a:ext cx="4718400" cy="512100"/>
          </a:xfrm>
          <a:prstGeom prst="rect">
            <a:avLst/>
          </a:prstGeom>
          <a:noFill/>
          <a:ln>
            <a:noFill/>
          </a:ln>
        </p:spPr>
        <p:txBody>
          <a:bodyPr anchorCtr="0" anchor="ctr" bIns="0" lIns="0" spcFirstLastPara="1" rIns="0" wrap="square" tIns="0">
            <a:noAutofit/>
          </a:bodyPr>
          <a:lstStyle/>
          <a:p>
            <a:pPr indent="0" lvl="0" marL="0" marR="0" rtl="0" algn="l">
              <a:lnSpc>
                <a:spcPct val="124000"/>
              </a:lnSpc>
              <a:spcBef>
                <a:spcPts val="0"/>
              </a:spcBef>
              <a:spcAft>
                <a:spcPts val="0"/>
              </a:spcAft>
              <a:buClr>
                <a:srgbClr val="575757"/>
              </a:buClr>
              <a:buSzPts val="1000"/>
              <a:buFont typeface="Montserrat"/>
              <a:buNone/>
            </a:pPr>
            <a:r>
              <a:rPr b="0" i="0" lang="en-US" sz="1000" u="none" cap="none" strike="noStrike">
                <a:solidFill>
                  <a:srgbClr val="000033"/>
                </a:solidFill>
                <a:latin typeface="Montserrat"/>
                <a:ea typeface="Montserrat"/>
                <a:cs typeface="Montserrat"/>
                <a:sym typeface="Montserrat"/>
              </a:rPr>
              <a:t>Descripción del Reto</a:t>
            </a:r>
            <a:endParaRPr b="0" i="0" sz="1000" u="none" cap="none" strike="noStrike">
              <a:solidFill>
                <a:schemeClr val="dk1"/>
              </a:solidFill>
              <a:latin typeface="Calibri"/>
              <a:ea typeface="Calibri"/>
              <a:cs typeface="Calibri"/>
              <a:sym typeface="Calibri"/>
            </a:endParaRPr>
          </a:p>
        </p:txBody>
      </p:sp>
      <p:sp>
        <p:nvSpPr>
          <p:cNvPr id="366" name="Google Shape;366;p10"/>
          <p:cNvSpPr/>
          <p:nvPr/>
        </p:nvSpPr>
        <p:spPr>
          <a:xfrm>
            <a:off x="571500" y="3602736"/>
            <a:ext cx="8001000" cy="768000"/>
          </a:xfrm>
          <a:prstGeom prst="roundRect">
            <a:avLst>
              <a:gd fmla="val 9524"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7" name="Google Shape;367;p10"/>
          <p:cNvSpPr/>
          <p:nvPr/>
        </p:nvSpPr>
        <p:spPr>
          <a:xfrm>
            <a:off x="772668" y="3803904"/>
            <a:ext cx="310800" cy="310800"/>
          </a:xfrm>
          <a:prstGeom prst="roundRect">
            <a:avLst>
              <a:gd fmla="val 20588" name="adj"/>
            </a:avLst>
          </a:prstGeom>
          <a:solidFill>
            <a:srgbClr val="2B5BF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8" name="Google Shape;368;p10"/>
          <p:cNvSpPr txBox="1"/>
          <p:nvPr/>
        </p:nvSpPr>
        <p:spPr>
          <a:xfrm>
            <a:off x="772668" y="3858768"/>
            <a:ext cx="310800" cy="201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200"/>
              <a:buFont typeface="Montserrat SemiBold"/>
              <a:buNone/>
            </a:pPr>
            <a:r>
              <a:rPr b="1" i="0" lang="en-US" sz="1200" u="none" cap="none" strike="noStrike">
                <a:solidFill>
                  <a:srgbClr val="FFFFFF"/>
                </a:solidFill>
                <a:latin typeface="Montserrat SemiBold"/>
                <a:ea typeface="Montserrat SemiBold"/>
                <a:cs typeface="Montserrat SemiBold"/>
                <a:sym typeface="Montserrat SemiBold"/>
              </a:rPr>
              <a:t>3</a:t>
            </a:r>
            <a:endParaRPr b="0" i="0" sz="1200" u="none" cap="none" strike="noStrike">
              <a:solidFill>
                <a:schemeClr val="dk1"/>
              </a:solidFill>
              <a:latin typeface="Calibri"/>
              <a:ea typeface="Calibri"/>
              <a:cs typeface="Calibri"/>
              <a:sym typeface="Calibri"/>
            </a:endParaRPr>
          </a:p>
        </p:txBody>
      </p:sp>
      <p:sp>
        <p:nvSpPr>
          <p:cNvPr id="369" name="Google Shape;369;p10"/>
          <p:cNvSpPr txBox="1"/>
          <p:nvPr/>
        </p:nvSpPr>
        <p:spPr>
          <a:xfrm>
            <a:off x="1229868" y="3730752"/>
            <a:ext cx="2231100" cy="51210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Reto 3</a:t>
            </a:r>
            <a:endParaRPr b="0" i="0" sz="1200" u="none" cap="none" strike="noStrike">
              <a:solidFill>
                <a:schemeClr val="dk1"/>
              </a:solidFill>
              <a:latin typeface="Calibri"/>
              <a:ea typeface="Calibri"/>
              <a:cs typeface="Calibri"/>
              <a:sym typeface="Calibri"/>
            </a:endParaRPr>
          </a:p>
        </p:txBody>
      </p:sp>
      <p:sp>
        <p:nvSpPr>
          <p:cNvPr id="370" name="Google Shape;370;p10"/>
          <p:cNvSpPr txBox="1"/>
          <p:nvPr/>
        </p:nvSpPr>
        <p:spPr>
          <a:xfrm>
            <a:off x="3625596" y="3730752"/>
            <a:ext cx="4718400" cy="512100"/>
          </a:xfrm>
          <a:prstGeom prst="rect">
            <a:avLst/>
          </a:prstGeom>
          <a:noFill/>
          <a:ln>
            <a:noFill/>
          </a:ln>
        </p:spPr>
        <p:txBody>
          <a:bodyPr anchorCtr="0" anchor="ctr" bIns="0" lIns="0" spcFirstLastPara="1" rIns="0" wrap="square" tIns="0">
            <a:noAutofit/>
          </a:bodyPr>
          <a:lstStyle/>
          <a:p>
            <a:pPr indent="0" lvl="0" marL="0" marR="0" rtl="0" algn="l">
              <a:lnSpc>
                <a:spcPct val="124000"/>
              </a:lnSpc>
              <a:spcBef>
                <a:spcPts val="0"/>
              </a:spcBef>
              <a:spcAft>
                <a:spcPts val="0"/>
              </a:spcAft>
              <a:buClr>
                <a:srgbClr val="575757"/>
              </a:buClr>
              <a:buSzPts val="1000"/>
              <a:buFont typeface="Montserrat"/>
              <a:buNone/>
            </a:pPr>
            <a:r>
              <a:rPr b="0" i="0" lang="en-US" sz="1000" u="none" cap="none" strike="noStrike">
                <a:solidFill>
                  <a:srgbClr val="000033"/>
                </a:solidFill>
                <a:latin typeface="Montserrat"/>
                <a:ea typeface="Montserrat"/>
                <a:cs typeface="Montserrat"/>
                <a:sym typeface="Montserrat"/>
              </a:rPr>
              <a:t>Descripción del Reto</a:t>
            </a:r>
            <a:endParaRPr b="0" i="0" sz="1000" u="none" cap="none" strike="noStrike">
              <a:solidFill>
                <a:schemeClr val="dk1"/>
              </a:solidFill>
              <a:latin typeface="Calibri"/>
              <a:ea typeface="Calibri"/>
              <a:cs typeface="Calibri"/>
              <a:sym typeface="Calibri"/>
            </a:endParaRPr>
          </a:p>
        </p:txBody>
      </p:sp>
      <p:sp>
        <p:nvSpPr>
          <p:cNvPr id="371" name="Google Shape;371;p10"/>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376" name="Shape 376"/>
        <p:cNvGrpSpPr/>
        <p:nvPr/>
      </p:nvGrpSpPr>
      <p:grpSpPr>
        <a:xfrm>
          <a:off x="0" y="0"/>
          <a:ext cx="0" cy="0"/>
          <a:chOff x="0" y="0"/>
          <a:chExt cx="0" cy="0"/>
        </a:xfrm>
      </p:grpSpPr>
      <p:pic>
        <p:nvPicPr>
          <p:cNvPr descr="bg_divider.png" id="377" name="Google Shape;377;p11"/>
          <p:cNvPicPr preferRelativeResize="0"/>
          <p:nvPr/>
        </p:nvPicPr>
        <p:blipFill rotWithShape="1">
          <a:blip r:embed="rId3">
            <a:alphaModFix/>
          </a:blip>
          <a:srcRect b="0" l="0" r="0" t="0"/>
          <a:stretch/>
        </p:blipFill>
        <p:spPr>
          <a:xfrm>
            <a:off x="0" y="0"/>
            <a:ext cx="9143998" cy="5143501"/>
          </a:xfrm>
          <a:prstGeom prst="rect">
            <a:avLst/>
          </a:prstGeom>
          <a:noFill/>
          <a:ln>
            <a:noFill/>
          </a:ln>
        </p:spPr>
      </p:pic>
      <p:pic>
        <p:nvPicPr>
          <p:cNvPr descr="logo_blanco.png" id="378" name="Google Shape;378;p11"/>
          <p:cNvPicPr preferRelativeResize="0"/>
          <p:nvPr/>
        </p:nvPicPr>
        <p:blipFill rotWithShape="1">
          <a:blip r:embed="rId4">
            <a:alphaModFix/>
          </a:blip>
          <a:srcRect b="0" l="0" r="0" t="0"/>
          <a:stretch/>
        </p:blipFill>
        <p:spPr>
          <a:xfrm>
            <a:off x="569671" y="389534"/>
            <a:ext cx="1228039" cy="245059"/>
          </a:xfrm>
          <a:prstGeom prst="rect">
            <a:avLst/>
          </a:prstGeom>
          <a:noFill/>
          <a:ln>
            <a:noFill/>
          </a:ln>
        </p:spPr>
      </p:pic>
      <p:sp>
        <p:nvSpPr>
          <p:cNvPr id="379" name="Google Shape;379;p11"/>
          <p:cNvSpPr txBox="1"/>
          <p:nvPr/>
        </p:nvSpPr>
        <p:spPr>
          <a:xfrm>
            <a:off x="571500" y="1773936"/>
            <a:ext cx="2743200" cy="20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200"/>
              <a:buFont typeface="Montserrat SemiBold"/>
              <a:buNone/>
            </a:pPr>
            <a:r>
              <a:rPr b="1" i="0" lang="en-US" sz="1200" u="none" cap="none" strike="noStrike">
                <a:solidFill>
                  <a:srgbClr val="C5D5F7"/>
                </a:solidFill>
                <a:latin typeface="Montserrat SemiBold"/>
                <a:ea typeface="Montserrat SemiBold"/>
                <a:cs typeface="Montserrat SemiBold"/>
                <a:sym typeface="Montserrat SemiBold"/>
              </a:rPr>
              <a:t>SECCIÓN 0</a:t>
            </a:r>
            <a:r>
              <a:rPr b="1" lang="en-US" sz="1200">
                <a:solidFill>
                  <a:srgbClr val="C5D5F7"/>
                </a:solidFill>
                <a:latin typeface="Montserrat SemiBold"/>
                <a:ea typeface="Montserrat SemiBold"/>
                <a:cs typeface="Montserrat SemiBold"/>
                <a:sym typeface="Montserrat SemiBold"/>
              </a:rPr>
              <a:t>4</a:t>
            </a:r>
            <a:endParaRPr b="0" i="0" sz="1200" u="none" cap="none" strike="noStrike">
              <a:solidFill>
                <a:schemeClr val="dk1"/>
              </a:solidFill>
              <a:latin typeface="Calibri"/>
              <a:ea typeface="Calibri"/>
              <a:cs typeface="Calibri"/>
              <a:sym typeface="Calibri"/>
            </a:endParaRPr>
          </a:p>
        </p:txBody>
      </p:sp>
      <p:sp>
        <p:nvSpPr>
          <p:cNvPr id="380" name="Google Shape;380;p11"/>
          <p:cNvSpPr txBox="1"/>
          <p:nvPr/>
        </p:nvSpPr>
        <p:spPr>
          <a:xfrm>
            <a:off x="571500" y="2157984"/>
            <a:ext cx="7863900" cy="7314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lt1"/>
              </a:buClr>
              <a:buSzPts val="4500"/>
              <a:buFont typeface="Montserrat ExtraBold"/>
              <a:buNone/>
            </a:pPr>
            <a:r>
              <a:rPr b="1" lang="en-US" sz="4500">
                <a:solidFill>
                  <a:schemeClr val="lt1"/>
                </a:solidFill>
                <a:latin typeface="Montserrat ExtraBold"/>
                <a:ea typeface="Montserrat ExtraBold"/>
                <a:cs typeface="Montserrat ExtraBold"/>
                <a:sym typeface="Montserrat ExtraBold"/>
              </a:rPr>
              <a:t>Objetivo y </a:t>
            </a:r>
            <a:r>
              <a:rPr b="1" i="1" lang="en-US" sz="4500">
                <a:solidFill>
                  <a:srgbClr val="7E99FE"/>
                </a:solidFill>
                <a:latin typeface="Montserrat ExtraBold"/>
                <a:ea typeface="Montserrat ExtraBold"/>
                <a:cs typeface="Montserrat ExtraBold"/>
                <a:sym typeface="Montserrat ExtraBold"/>
              </a:rPr>
              <a:t>componentes</a:t>
            </a:r>
            <a:endParaRPr b="1" sz="4500">
              <a:solidFill>
                <a:schemeClr val="lt1"/>
              </a:solidFill>
              <a:latin typeface="Montserrat ExtraBold"/>
              <a:ea typeface="Montserrat ExtraBold"/>
              <a:cs typeface="Montserrat ExtraBold"/>
              <a:sym typeface="Montserrat ExtraBold"/>
            </a:endParaRPr>
          </a:p>
        </p:txBody>
      </p:sp>
      <p:sp>
        <p:nvSpPr>
          <p:cNvPr id="381" name="Google Shape;381;p11"/>
          <p:cNvSpPr txBox="1"/>
          <p:nvPr/>
        </p:nvSpPr>
        <p:spPr>
          <a:xfrm>
            <a:off x="571500" y="3017525"/>
            <a:ext cx="6737400" cy="4938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C5D5F7"/>
              </a:buClr>
              <a:buSzPts val="1300"/>
              <a:buFont typeface="Montserrat Medium"/>
              <a:buNone/>
            </a:pPr>
            <a:r>
              <a:rPr b="0" i="0" lang="en-US" sz="1300" u="none" cap="none" strike="noStrike">
                <a:solidFill>
                  <a:srgbClr val="C5D5F7"/>
                </a:solidFill>
                <a:latin typeface="Montserrat Medium"/>
                <a:ea typeface="Montserrat Medium"/>
                <a:cs typeface="Montserrat Medium"/>
                <a:sym typeface="Montserrat Medium"/>
              </a:rPr>
              <a:t>Una línea que anticipa qué se resuelve en esta sección.</a:t>
            </a:r>
            <a:endParaRPr b="0" i="0" sz="1300" u="none" cap="none" strike="noStrike">
              <a:solidFill>
                <a:schemeClr val="dk1"/>
              </a:solidFill>
              <a:latin typeface="Calibri"/>
              <a:ea typeface="Calibri"/>
              <a:cs typeface="Calibri"/>
              <a:sym typeface="Calibri"/>
            </a:endParaRPr>
          </a:p>
        </p:txBody>
      </p:sp>
      <p:sp>
        <p:nvSpPr>
          <p:cNvPr id="382" name="Google Shape;382;p11"/>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200038" scaled="0"/>
        </a:gradFill>
      </p:bgPr>
    </p:bg>
    <p:spTree>
      <p:nvGrpSpPr>
        <p:cNvPr id="387" name="Shape 387"/>
        <p:cNvGrpSpPr/>
        <p:nvPr/>
      </p:nvGrpSpPr>
      <p:grpSpPr>
        <a:xfrm>
          <a:off x="0" y="0"/>
          <a:ext cx="0" cy="0"/>
          <a:chOff x="0" y="0"/>
          <a:chExt cx="0" cy="0"/>
        </a:xfrm>
      </p:grpSpPr>
      <p:sp>
        <p:nvSpPr>
          <p:cNvPr id="388" name="Google Shape;388;g3f8da4ebb8d_0_1077"/>
          <p:cNvSpPr txBox="1"/>
          <p:nvPr/>
        </p:nvSpPr>
        <p:spPr>
          <a:xfrm>
            <a:off x="571500" y="830051"/>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lang="en-US" sz="1100">
                <a:solidFill>
                  <a:srgbClr val="2B5BFC"/>
                </a:solidFill>
                <a:latin typeface="Montserrat SemiBold"/>
                <a:ea typeface="Montserrat SemiBold"/>
                <a:cs typeface="Montserrat SemiBold"/>
                <a:sym typeface="Montserrat SemiBold"/>
              </a:rPr>
              <a:t>OBJETIVO Y COMPONENTES</a:t>
            </a:r>
            <a:endParaRPr b="0" i="0" sz="1100" u="none" cap="none" strike="noStrike">
              <a:solidFill>
                <a:schemeClr val="dk1"/>
              </a:solidFill>
              <a:latin typeface="Calibri"/>
              <a:ea typeface="Calibri"/>
              <a:cs typeface="Calibri"/>
              <a:sym typeface="Calibri"/>
            </a:endParaRPr>
          </a:p>
        </p:txBody>
      </p:sp>
      <p:sp>
        <p:nvSpPr>
          <p:cNvPr id="389" name="Google Shape;389;g3f8da4ebb8d_0_1077"/>
          <p:cNvSpPr txBox="1"/>
          <p:nvPr/>
        </p:nvSpPr>
        <p:spPr>
          <a:xfrm>
            <a:off x="571500" y="1370965"/>
            <a:ext cx="8001000" cy="3537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000033"/>
              </a:buClr>
              <a:buSzPts val="2100"/>
              <a:buFont typeface="Montserrat ExtraBold"/>
              <a:buNone/>
            </a:pPr>
            <a:r>
              <a:rPr b="1" lang="en-US" sz="2100">
                <a:solidFill>
                  <a:srgbClr val="000033"/>
                </a:solidFill>
                <a:latin typeface="Montserrat ExtraBold"/>
                <a:ea typeface="Montserrat ExtraBold"/>
                <a:cs typeface="Montserrat ExtraBold"/>
                <a:sym typeface="Montserrat ExtraBold"/>
              </a:rPr>
              <a:t>Título de la </a:t>
            </a:r>
            <a:r>
              <a:rPr b="1" i="1" lang="en-US" sz="2100">
                <a:solidFill>
                  <a:srgbClr val="2B5BFC"/>
                </a:solidFill>
                <a:latin typeface="Montserrat ExtraBold"/>
                <a:ea typeface="Montserrat ExtraBold"/>
                <a:cs typeface="Montserrat ExtraBold"/>
                <a:sym typeface="Montserrat ExtraBold"/>
              </a:rPr>
              <a:t>sección</a:t>
            </a:r>
            <a:endParaRPr b="1" sz="2100">
              <a:solidFill>
                <a:srgbClr val="000033"/>
              </a:solidFill>
              <a:latin typeface="Montserrat ExtraBold"/>
              <a:ea typeface="Montserrat ExtraBold"/>
              <a:cs typeface="Montserrat ExtraBold"/>
              <a:sym typeface="Montserrat ExtraBold"/>
            </a:endParaRPr>
          </a:p>
          <a:p>
            <a:pPr indent="0" lvl="0" marL="0" marR="0" rtl="0" algn="l">
              <a:lnSpc>
                <a:spcPct val="100000"/>
              </a:lnSpc>
              <a:spcBef>
                <a:spcPts val="0"/>
              </a:spcBef>
              <a:spcAft>
                <a:spcPts val="0"/>
              </a:spcAft>
              <a:buClr>
                <a:srgbClr val="000033"/>
              </a:buClr>
              <a:buSzPts val="2100"/>
              <a:buFont typeface="Montserrat ExtraBold"/>
              <a:buNone/>
            </a:pPr>
            <a:r>
              <a:t/>
            </a:r>
            <a:endParaRPr b="1" i="0" sz="2100" u="none" cap="none" strike="noStrike">
              <a:solidFill>
                <a:srgbClr val="000033"/>
              </a:solidFill>
              <a:latin typeface="Montserrat ExtraBold"/>
              <a:ea typeface="Montserrat ExtraBold"/>
              <a:cs typeface="Montserrat ExtraBold"/>
              <a:sym typeface="Montserrat ExtraBold"/>
            </a:endParaRPr>
          </a:p>
        </p:txBody>
      </p:sp>
      <p:sp>
        <p:nvSpPr>
          <p:cNvPr id="390" name="Google Shape;390;g3f8da4ebb8d_0_1077"/>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
        <p:nvSpPr>
          <p:cNvPr id="391" name="Google Shape;391;g3f8da4ebb8d_0_1077"/>
          <p:cNvSpPr/>
          <p:nvPr/>
        </p:nvSpPr>
        <p:spPr>
          <a:xfrm>
            <a:off x="571500" y="1819240"/>
            <a:ext cx="8109300" cy="3537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A4A5F"/>
              </a:buClr>
              <a:buSzPts val="909"/>
              <a:buFont typeface="Calibri"/>
              <a:buNone/>
            </a:pPr>
            <a:r>
              <a:rPr lang="en-US" sz="1000">
                <a:solidFill>
                  <a:srgbClr val="000033"/>
                </a:solidFill>
                <a:latin typeface="Montserrat"/>
                <a:ea typeface="Montserrat"/>
                <a:cs typeface="Montserrat"/>
                <a:sym typeface="Montserrat"/>
              </a:rPr>
              <a:t>Una línea de bajada que explica de qué trata el conjunto de tarjetas.</a:t>
            </a:r>
            <a:endParaRPr sz="1000">
              <a:solidFill>
                <a:srgbClr val="000033"/>
              </a:solidFill>
              <a:latin typeface="Montserrat"/>
              <a:ea typeface="Montserrat"/>
              <a:cs typeface="Montserrat"/>
              <a:sym typeface="Montserrat"/>
            </a:endParaRPr>
          </a:p>
          <a:p>
            <a:pPr indent="0" lvl="0" marL="0" marR="0" rtl="0" algn="l">
              <a:lnSpc>
                <a:spcPct val="115000"/>
              </a:lnSpc>
              <a:spcBef>
                <a:spcPts val="0"/>
              </a:spcBef>
              <a:spcAft>
                <a:spcPts val="0"/>
              </a:spcAft>
              <a:buClr>
                <a:srgbClr val="4A4A5F"/>
              </a:buClr>
              <a:buSzPts val="909"/>
              <a:buFont typeface="Calibri"/>
              <a:buNone/>
            </a:pPr>
            <a:r>
              <a:t/>
            </a:r>
            <a:endParaRPr sz="1000">
              <a:solidFill>
                <a:srgbClr val="000033"/>
              </a:solidFill>
              <a:latin typeface="Montserrat"/>
              <a:ea typeface="Montserrat"/>
              <a:cs typeface="Montserrat"/>
              <a:sym typeface="Montserrat"/>
            </a:endParaRPr>
          </a:p>
        </p:txBody>
      </p:sp>
      <p:sp>
        <p:nvSpPr>
          <p:cNvPr id="392" name="Google Shape;392;g3f8da4ebb8d_0_1077"/>
          <p:cNvSpPr/>
          <p:nvPr/>
        </p:nvSpPr>
        <p:spPr>
          <a:xfrm>
            <a:off x="496500" y="2394475"/>
            <a:ext cx="4009800" cy="1925400"/>
          </a:xfrm>
          <a:prstGeom prst="roundRect">
            <a:avLst>
              <a:gd fmla="val 3077"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72300" lIns="72300" spcFirstLastPara="1" rIns="72300" wrap="square" tIns="723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3" name="Google Shape;393;g3f8da4ebb8d_0_1077"/>
          <p:cNvSpPr/>
          <p:nvPr/>
        </p:nvSpPr>
        <p:spPr>
          <a:xfrm>
            <a:off x="674721" y="2553547"/>
            <a:ext cx="3653400" cy="173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BBF"/>
              </a:buClr>
              <a:buSzPts val="712"/>
              <a:buFont typeface="Calibri"/>
              <a:buNone/>
            </a:pPr>
            <a:r>
              <a:rPr b="1" i="0" lang="en-US" sz="1000" u="none" cap="none" strike="noStrike">
                <a:solidFill>
                  <a:srgbClr val="2B5BFC"/>
                </a:solidFill>
                <a:latin typeface="Montserrat SemiBold"/>
                <a:ea typeface="Montserrat SemiBold"/>
                <a:cs typeface="Montserrat SemiBold"/>
                <a:sym typeface="Montserrat SemiBold"/>
              </a:rPr>
              <a:t>COMPONENTE </a:t>
            </a:r>
            <a:r>
              <a:rPr b="1" lang="en-US" sz="1000">
                <a:solidFill>
                  <a:srgbClr val="2B5BFC"/>
                </a:solidFill>
                <a:latin typeface="Montserrat SemiBold"/>
                <a:ea typeface="Montserrat SemiBold"/>
                <a:cs typeface="Montserrat SemiBold"/>
                <a:sym typeface="Montserrat SemiBold"/>
              </a:rPr>
              <a:t>X</a:t>
            </a:r>
            <a:endParaRPr b="1" i="0" sz="1000" u="none" cap="none" strike="noStrike">
              <a:solidFill>
                <a:srgbClr val="000033"/>
              </a:solidFill>
              <a:latin typeface="Montserrat"/>
              <a:ea typeface="Montserrat"/>
              <a:cs typeface="Montserrat"/>
              <a:sym typeface="Montserrat"/>
            </a:endParaRPr>
          </a:p>
        </p:txBody>
      </p:sp>
      <p:sp>
        <p:nvSpPr>
          <p:cNvPr id="394" name="Google Shape;394;g3f8da4ebb8d_0_1077"/>
          <p:cNvSpPr/>
          <p:nvPr/>
        </p:nvSpPr>
        <p:spPr>
          <a:xfrm>
            <a:off x="674721" y="2770459"/>
            <a:ext cx="3653400" cy="448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60A2E"/>
              </a:buClr>
              <a:buSzPts val="1067"/>
              <a:buFont typeface="Calibri"/>
              <a:buNone/>
            </a:pPr>
            <a:r>
              <a:rPr b="1" lang="en-US" sz="1200">
                <a:solidFill>
                  <a:srgbClr val="000033"/>
                </a:solidFill>
                <a:latin typeface="Montserrat"/>
                <a:ea typeface="Montserrat"/>
                <a:cs typeface="Montserrat"/>
                <a:sym typeface="Montserrat"/>
              </a:rPr>
              <a:t>Título del componente</a:t>
            </a:r>
            <a:endParaRPr b="0" i="0" sz="1200" u="none" cap="none" strike="noStrike">
              <a:solidFill>
                <a:srgbClr val="000033"/>
              </a:solidFill>
              <a:latin typeface="Montserrat"/>
              <a:ea typeface="Montserrat"/>
              <a:cs typeface="Montserrat"/>
              <a:sym typeface="Montserrat"/>
            </a:endParaRPr>
          </a:p>
        </p:txBody>
      </p:sp>
      <p:sp>
        <p:nvSpPr>
          <p:cNvPr id="395" name="Google Shape;395;g3f8da4ebb8d_0_1077"/>
          <p:cNvSpPr/>
          <p:nvPr/>
        </p:nvSpPr>
        <p:spPr>
          <a:xfrm>
            <a:off x="682700" y="3123230"/>
            <a:ext cx="3740400" cy="9858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A4A5F"/>
              </a:buClr>
              <a:buSzPts val="830"/>
              <a:buFont typeface="Calibri"/>
              <a:buNone/>
            </a:pPr>
            <a:r>
              <a:rPr lang="en-US" sz="1000">
                <a:solidFill>
                  <a:srgbClr val="000033"/>
                </a:solidFill>
                <a:latin typeface="Montserrat"/>
                <a:ea typeface="Montserrat"/>
                <a:cs typeface="Montserrat"/>
                <a:sym typeface="Montserrat"/>
              </a:rPr>
              <a:t>XXXXX</a:t>
            </a:r>
            <a:endParaRPr b="0" i="0" sz="1000" u="none" cap="none" strike="noStrike">
              <a:solidFill>
                <a:srgbClr val="000033"/>
              </a:solidFill>
              <a:latin typeface="Montserrat"/>
              <a:ea typeface="Montserrat"/>
              <a:cs typeface="Montserrat"/>
              <a:sym typeface="Montserrat"/>
            </a:endParaRPr>
          </a:p>
        </p:txBody>
      </p:sp>
      <p:sp>
        <p:nvSpPr>
          <p:cNvPr id="396" name="Google Shape;396;g3f8da4ebb8d_0_1077"/>
          <p:cNvSpPr/>
          <p:nvPr/>
        </p:nvSpPr>
        <p:spPr>
          <a:xfrm>
            <a:off x="4670999" y="2394475"/>
            <a:ext cx="4009800" cy="1925400"/>
          </a:xfrm>
          <a:prstGeom prst="roundRect">
            <a:avLst>
              <a:gd fmla="val 3077"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72300" lIns="72300" spcFirstLastPara="1" rIns="72300" wrap="square" tIns="723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7" name="Google Shape;397;g3f8da4ebb8d_0_1077"/>
          <p:cNvSpPr/>
          <p:nvPr/>
        </p:nvSpPr>
        <p:spPr>
          <a:xfrm>
            <a:off x="4849213" y="2553547"/>
            <a:ext cx="3653400" cy="173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BBF"/>
              </a:buClr>
              <a:buSzPts val="712"/>
              <a:buFont typeface="Calibri"/>
              <a:buNone/>
            </a:pPr>
            <a:r>
              <a:rPr b="1" i="0" lang="en-US" sz="1000" u="none" cap="none" strike="noStrike">
                <a:solidFill>
                  <a:srgbClr val="2B5BFC"/>
                </a:solidFill>
                <a:latin typeface="Montserrat SemiBold"/>
                <a:ea typeface="Montserrat SemiBold"/>
                <a:cs typeface="Montserrat SemiBold"/>
                <a:sym typeface="Montserrat SemiBold"/>
              </a:rPr>
              <a:t>COMPONENTE </a:t>
            </a:r>
            <a:r>
              <a:rPr b="1" lang="en-US" sz="1000">
                <a:solidFill>
                  <a:srgbClr val="2B5BFC"/>
                </a:solidFill>
                <a:latin typeface="Montserrat SemiBold"/>
                <a:ea typeface="Montserrat SemiBold"/>
                <a:cs typeface="Montserrat SemiBold"/>
                <a:sym typeface="Montserrat SemiBold"/>
              </a:rPr>
              <a:t>X</a:t>
            </a:r>
            <a:endParaRPr b="1" i="0" sz="1000" u="none" cap="none" strike="noStrike">
              <a:solidFill>
                <a:srgbClr val="000033"/>
              </a:solidFill>
              <a:latin typeface="Montserrat"/>
              <a:ea typeface="Montserrat"/>
              <a:cs typeface="Montserrat"/>
              <a:sym typeface="Montserrat"/>
            </a:endParaRPr>
          </a:p>
        </p:txBody>
      </p:sp>
      <p:sp>
        <p:nvSpPr>
          <p:cNvPr id="398" name="Google Shape;398;g3f8da4ebb8d_0_1077"/>
          <p:cNvSpPr/>
          <p:nvPr/>
        </p:nvSpPr>
        <p:spPr>
          <a:xfrm>
            <a:off x="4849213" y="2770459"/>
            <a:ext cx="3653400" cy="448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60A2E"/>
              </a:buClr>
              <a:buSzPts val="1067"/>
              <a:buFont typeface="Calibri"/>
              <a:buNone/>
            </a:pPr>
            <a:r>
              <a:rPr b="1" lang="en-US" sz="1200">
                <a:solidFill>
                  <a:srgbClr val="000033"/>
                </a:solidFill>
                <a:latin typeface="Montserrat"/>
                <a:ea typeface="Montserrat"/>
                <a:cs typeface="Montserrat"/>
                <a:sym typeface="Montserrat"/>
              </a:rPr>
              <a:t>Título del componente</a:t>
            </a:r>
            <a:endParaRPr b="0" i="0" sz="1200" u="none" cap="none" strike="noStrike">
              <a:solidFill>
                <a:srgbClr val="000033"/>
              </a:solidFill>
              <a:latin typeface="Montserrat"/>
              <a:ea typeface="Montserrat"/>
              <a:cs typeface="Montserrat"/>
              <a:sym typeface="Montserrat"/>
            </a:endParaRPr>
          </a:p>
        </p:txBody>
      </p:sp>
      <p:sp>
        <p:nvSpPr>
          <p:cNvPr id="399" name="Google Shape;399;g3f8da4ebb8d_0_1077"/>
          <p:cNvSpPr/>
          <p:nvPr/>
        </p:nvSpPr>
        <p:spPr>
          <a:xfrm>
            <a:off x="4849225" y="3123230"/>
            <a:ext cx="3653400" cy="11133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A4A5F"/>
              </a:buClr>
              <a:buSzPts val="830"/>
              <a:buFont typeface="Calibri"/>
              <a:buNone/>
            </a:pPr>
            <a:r>
              <a:rPr lang="en-US" sz="1000">
                <a:solidFill>
                  <a:srgbClr val="000033"/>
                </a:solidFill>
                <a:latin typeface="Montserrat"/>
                <a:ea typeface="Montserrat"/>
                <a:cs typeface="Montserrat"/>
                <a:sym typeface="Montserrat"/>
              </a:rPr>
              <a:t>XXXX</a:t>
            </a:r>
            <a:endParaRPr b="0" i="0" sz="1000" u="none" cap="none" strike="noStrike">
              <a:solidFill>
                <a:srgbClr val="000033"/>
              </a:solidFill>
              <a:latin typeface="Montserrat"/>
              <a:ea typeface="Montserrat"/>
              <a:cs typeface="Montserrat"/>
              <a:sym typeface="Montserrat"/>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404" name="Shape 404"/>
        <p:cNvGrpSpPr/>
        <p:nvPr/>
      </p:nvGrpSpPr>
      <p:grpSpPr>
        <a:xfrm>
          <a:off x="0" y="0"/>
          <a:ext cx="0" cy="0"/>
          <a:chOff x="0" y="0"/>
          <a:chExt cx="0" cy="0"/>
        </a:xfrm>
      </p:grpSpPr>
      <p:pic>
        <p:nvPicPr>
          <p:cNvPr descr="bg_divider.png" id="405" name="Google Shape;405;g3f8da4ebb8d_0_846"/>
          <p:cNvPicPr preferRelativeResize="0"/>
          <p:nvPr/>
        </p:nvPicPr>
        <p:blipFill rotWithShape="1">
          <a:blip r:embed="rId3">
            <a:alphaModFix/>
          </a:blip>
          <a:srcRect b="0" l="0" r="0" t="0"/>
          <a:stretch/>
        </p:blipFill>
        <p:spPr>
          <a:xfrm>
            <a:off x="0" y="0"/>
            <a:ext cx="9143998" cy="5143501"/>
          </a:xfrm>
          <a:prstGeom prst="rect">
            <a:avLst/>
          </a:prstGeom>
          <a:noFill/>
          <a:ln>
            <a:noFill/>
          </a:ln>
        </p:spPr>
      </p:pic>
      <p:pic>
        <p:nvPicPr>
          <p:cNvPr descr="logo_blanco.png" id="406" name="Google Shape;406;g3f8da4ebb8d_0_846"/>
          <p:cNvPicPr preferRelativeResize="0"/>
          <p:nvPr/>
        </p:nvPicPr>
        <p:blipFill rotWithShape="1">
          <a:blip r:embed="rId4">
            <a:alphaModFix/>
          </a:blip>
          <a:srcRect b="0" l="0" r="0" t="0"/>
          <a:stretch/>
        </p:blipFill>
        <p:spPr>
          <a:xfrm>
            <a:off x="569671" y="389534"/>
            <a:ext cx="1228039" cy="245059"/>
          </a:xfrm>
          <a:prstGeom prst="rect">
            <a:avLst/>
          </a:prstGeom>
          <a:noFill/>
          <a:ln>
            <a:noFill/>
          </a:ln>
        </p:spPr>
      </p:pic>
      <p:sp>
        <p:nvSpPr>
          <p:cNvPr id="407" name="Google Shape;407;g3f8da4ebb8d_0_846"/>
          <p:cNvSpPr txBox="1"/>
          <p:nvPr/>
        </p:nvSpPr>
        <p:spPr>
          <a:xfrm>
            <a:off x="571500" y="1773936"/>
            <a:ext cx="2743200" cy="20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200"/>
              <a:buFont typeface="Montserrat SemiBold"/>
              <a:buNone/>
            </a:pPr>
            <a:r>
              <a:rPr b="1" i="0" lang="en-US" sz="1200" u="none" cap="none" strike="noStrike">
                <a:solidFill>
                  <a:srgbClr val="C5D5F7"/>
                </a:solidFill>
                <a:latin typeface="Montserrat SemiBold"/>
                <a:ea typeface="Montserrat SemiBold"/>
                <a:cs typeface="Montserrat SemiBold"/>
                <a:sym typeface="Montserrat SemiBold"/>
              </a:rPr>
              <a:t>SECCIÓN 0</a:t>
            </a:r>
            <a:r>
              <a:rPr b="1" lang="en-US" sz="1200">
                <a:solidFill>
                  <a:srgbClr val="C5D5F7"/>
                </a:solidFill>
                <a:latin typeface="Montserrat SemiBold"/>
                <a:ea typeface="Montserrat SemiBold"/>
                <a:cs typeface="Montserrat SemiBold"/>
                <a:sym typeface="Montserrat SemiBold"/>
              </a:rPr>
              <a:t>5</a:t>
            </a:r>
            <a:endParaRPr b="0" i="0" sz="1200" u="none" cap="none" strike="noStrike">
              <a:solidFill>
                <a:schemeClr val="dk1"/>
              </a:solidFill>
              <a:latin typeface="Calibri"/>
              <a:ea typeface="Calibri"/>
              <a:cs typeface="Calibri"/>
              <a:sym typeface="Calibri"/>
            </a:endParaRPr>
          </a:p>
        </p:txBody>
      </p:sp>
      <p:sp>
        <p:nvSpPr>
          <p:cNvPr id="408" name="Google Shape;408;g3f8da4ebb8d_0_846"/>
          <p:cNvSpPr txBox="1"/>
          <p:nvPr/>
        </p:nvSpPr>
        <p:spPr>
          <a:xfrm>
            <a:off x="571500" y="2157984"/>
            <a:ext cx="7863900" cy="731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4500"/>
              <a:buFont typeface="Montserrat ExtraBold"/>
              <a:buNone/>
            </a:pPr>
            <a:r>
              <a:rPr b="1" i="0" lang="en-US" sz="4500" u="none" cap="none" strike="noStrike">
                <a:solidFill>
                  <a:srgbClr val="FFFFFF"/>
                </a:solidFill>
                <a:latin typeface="Montserrat ExtraBold"/>
                <a:ea typeface="Montserrat ExtraBold"/>
                <a:cs typeface="Montserrat ExtraBold"/>
                <a:sym typeface="Montserrat ExtraBold"/>
              </a:rPr>
              <a:t>Proceso</a:t>
            </a:r>
            <a:r>
              <a:rPr b="1" i="1" lang="en-US" sz="4500" u="none" cap="none" strike="noStrike">
                <a:solidFill>
                  <a:srgbClr val="7E99FE"/>
                </a:solidFill>
                <a:latin typeface="Montserrat Black"/>
                <a:ea typeface="Montserrat Black"/>
                <a:cs typeface="Montserrat Black"/>
                <a:sym typeface="Montserrat Black"/>
              </a:rPr>
              <a:t> general</a:t>
            </a:r>
            <a:endParaRPr b="0" i="0" sz="4500" u="none" cap="none" strike="noStrike">
              <a:solidFill>
                <a:schemeClr val="dk1"/>
              </a:solidFill>
              <a:latin typeface="Calibri"/>
              <a:ea typeface="Calibri"/>
              <a:cs typeface="Calibri"/>
              <a:sym typeface="Calibri"/>
            </a:endParaRPr>
          </a:p>
        </p:txBody>
      </p:sp>
      <p:sp>
        <p:nvSpPr>
          <p:cNvPr id="409" name="Google Shape;409;g3f8da4ebb8d_0_846"/>
          <p:cNvSpPr txBox="1"/>
          <p:nvPr/>
        </p:nvSpPr>
        <p:spPr>
          <a:xfrm>
            <a:off x="571500" y="3054096"/>
            <a:ext cx="4937700" cy="4938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C5D5F7"/>
              </a:buClr>
              <a:buSzPts val="1300"/>
              <a:buFont typeface="Montserrat Medium"/>
              <a:buNone/>
            </a:pPr>
            <a:r>
              <a:rPr b="0" i="0" lang="en-US" sz="1300" u="none" cap="none" strike="noStrike">
                <a:solidFill>
                  <a:srgbClr val="C5D5F7"/>
                </a:solidFill>
                <a:latin typeface="Montserrat Medium"/>
                <a:ea typeface="Montserrat Medium"/>
                <a:cs typeface="Montserrat Medium"/>
                <a:sym typeface="Montserrat Medium"/>
              </a:rPr>
              <a:t>*Número* de fases, cada una con su entregable.</a:t>
            </a:r>
            <a:endParaRPr b="0" i="0" sz="1300" u="none" cap="none" strike="noStrike">
              <a:solidFill>
                <a:schemeClr val="dk1"/>
              </a:solidFill>
              <a:latin typeface="Calibri"/>
              <a:ea typeface="Calibri"/>
              <a:cs typeface="Calibri"/>
              <a:sym typeface="Calibri"/>
            </a:endParaRPr>
          </a:p>
        </p:txBody>
      </p:sp>
      <p:sp>
        <p:nvSpPr>
          <p:cNvPr id="410" name="Google Shape;410;g3f8da4ebb8d_0_846"/>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415" name="Shape 415"/>
        <p:cNvGrpSpPr/>
        <p:nvPr/>
      </p:nvGrpSpPr>
      <p:grpSpPr>
        <a:xfrm>
          <a:off x="0" y="0"/>
          <a:ext cx="0" cy="0"/>
          <a:chOff x="0" y="0"/>
          <a:chExt cx="0" cy="0"/>
        </a:xfrm>
      </p:grpSpPr>
      <p:sp>
        <p:nvSpPr>
          <p:cNvPr id="416" name="Google Shape;416;p14"/>
          <p:cNvSpPr txBox="1"/>
          <p:nvPr/>
        </p:nvSpPr>
        <p:spPr>
          <a:xfrm>
            <a:off x="571500" y="890626"/>
            <a:ext cx="80010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lang="en-US" sz="1100">
                <a:solidFill>
                  <a:srgbClr val="2B5BFC"/>
                </a:solidFill>
                <a:latin typeface="Montserrat SemiBold"/>
                <a:ea typeface="Montserrat SemiBold"/>
                <a:cs typeface="Montserrat SemiBold"/>
                <a:sym typeface="Montserrat SemiBold"/>
              </a:rPr>
              <a:t>DETALLE DEL PROCESO</a:t>
            </a:r>
            <a:endParaRPr b="0" i="0" sz="1100" u="none" cap="none" strike="noStrike">
              <a:solidFill>
                <a:schemeClr val="dk1"/>
              </a:solidFill>
              <a:latin typeface="Calibri"/>
              <a:ea typeface="Calibri"/>
              <a:cs typeface="Calibri"/>
              <a:sym typeface="Calibri"/>
            </a:endParaRPr>
          </a:p>
        </p:txBody>
      </p:sp>
      <p:sp>
        <p:nvSpPr>
          <p:cNvPr id="417" name="Google Shape;417;p14"/>
          <p:cNvSpPr txBox="1"/>
          <p:nvPr/>
        </p:nvSpPr>
        <p:spPr>
          <a:xfrm>
            <a:off x="571500" y="1174090"/>
            <a:ext cx="8001000"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Nuestro</a:t>
            </a:r>
            <a:r>
              <a:rPr b="1" i="1" lang="en-US" sz="2100" u="none" cap="none" strike="noStrike">
                <a:solidFill>
                  <a:srgbClr val="2B5BFC"/>
                </a:solidFill>
                <a:latin typeface="Montserrat Black"/>
                <a:ea typeface="Montserrat Black"/>
                <a:cs typeface="Montserrat Black"/>
                <a:sym typeface="Montserrat Black"/>
              </a:rPr>
              <a:t> proceso</a:t>
            </a:r>
            <a:endParaRPr b="0" i="0" sz="2100" u="none" cap="none" strike="noStrike">
              <a:solidFill>
                <a:schemeClr val="dk1"/>
              </a:solidFill>
              <a:latin typeface="Calibri"/>
              <a:ea typeface="Calibri"/>
              <a:cs typeface="Calibri"/>
              <a:sym typeface="Calibri"/>
            </a:endParaRPr>
          </a:p>
        </p:txBody>
      </p:sp>
      <p:sp>
        <p:nvSpPr>
          <p:cNvPr id="418" name="Google Shape;418;p14"/>
          <p:cNvSpPr txBox="1"/>
          <p:nvPr/>
        </p:nvSpPr>
        <p:spPr>
          <a:xfrm>
            <a:off x="571500" y="1539850"/>
            <a:ext cx="6560820" cy="27432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575757"/>
              </a:buClr>
              <a:buSzPts val="1100"/>
              <a:buFont typeface="Montserrat"/>
              <a:buNone/>
            </a:pPr>
            <a:r>
              <a:rPr b="0" i="0" lang="en-US" sz="1100" u="none" cap="none" strike="noStrike">
                <a:solidFill>
                  <a:srgbClr val="000033"/>
                </a:solidFill>
                <a:latin typeface="Montserrat"/>
                <a:ea typeface="Montserrat"/>
                <a:cs typeface="Montserrat"/>
                <a:sym typeface="Montserrat"/>
              </a:rPr>
              <a:t>Cada fase cierra con un entregable concreto y verificable.</a:t>
            </a:r>
            <a:endParaRPr b="0" i="0" sz="1100" u="none" cap="none" strike="noStrike">
              <a:solidFill>
                <a:schemeClr val="dk1"/>
              </a:solidFill>
              <a:latin typeface="Calibri"/>
              <a:ea typeface="Calibri"/>
              <a:cs typeface="Calibri"/>
              <a:sym typeface="Calibri"/>
            </a:endParaRPr>
          </a:p>
        </p:txBody>
      </p:sp>
      <p:sp>
        <p:nvSpPr>
          <p:cNvPr id="419" name="Google Shape;419;p14"/>
          <p:cNvSpPr/>
          <p:nvPr/>
        </p:nvSpPr>
        <p:spPr>
          <a:xfrm>
            <a:off x="571500" y="2029968"/>
            <a:ext cx="1863090" cy="2395728"/>
          </a:xfrm>
          <a:prstGeom prst="roundRect">
            <a:avLst>
              <a:gd fmla="val 392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0" name="Google Shape;420;p14"/>
          <p:cNvSpPr txBox="1"/>
          <p:nvPr/>
        </p:nvSpPr>
        <p:spPr>
          <a:xfrm>
            <a:off x="772668" y="2212848"/>
            <a:ext cx="13716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FASE 1</a:t>
            </a:r>
            <a:endParaRPr b="0" i="0" sz="900" u="none" cap="none" strike="noStrike">
              <a:solidFill>
                <a:schemeClr val="dk1"/>
              </a:solidFill>
              <a:latin typeface="Calibri"/>
              <a:ea typeface="Calibri"/>
              <a:cs typeface="Calibri"/>
              <a:sym typeface="Calibri"/>
            </a:endParaRPr>
          </a:p>
        </p:txBody>
      </p:sp>
      <p:sp>
        <p:nvSpPr>
          <p:cNvPr id="421" name="Google Shape;421;p14"/>
          <p:cNvSpPr txBox="1"/>
          <p:nvPr/>
        </p:nvSpPr>
        <p:spPr>
          <a:xfrm>
            <a:off x="772668" y="2432304"/>
            <a:ext cx="1460754" cy="438912"/>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Nombre de la fase</a:t>
            </a:r>
            <a:endParaRPr b="0" i="0" sz="1200" u="none" cap="none" strike="noStrike">
              <a:solidFill>
                <a:schemeClr val="dk1"/>
              </a:solidFill>
              <a:latin typeface="Calibri"/>
              <a:ea typeface="Calibri"/>
              <a:cs typeface="Calibri"/>
              <a:sym typeface="Calibri"/>
            </a:endParaRPr>
          </a:p>
        </p:txBody>
      </p:sp>
      <p:sp>
        <p:nvSpPr>
          <p:cNvPr id="422" name="Google Shape;422;p14"/>
          <p:cNvSpPr txBox="1"/>
          <p:nvPr/>
        </p:nvSpPr>
        <p:spPr>
          <a:xfrm>
            <a:off x="772675" y="2853871"/>
            <a:ext cx="1460700" cy="1439400"/>
          </a:xfrm>
          <a:prstGeom prst="rect">
            <a:avLst/>
          </a:prstGeom>
          <a:noFill/>
          <a:ln>
            <a:noFill/>
          </a:ln>
        </p:spPr>
        <p:txBody>
          <a:bodyPr anchorCtr="0" anchor="t" bIns="0" lIns="0" spcFirstLastPara="1" rIns="0" wrap="square" tIns="0">
            <a:noAutofit/>
          </a:bodyPr>
          <a:lstStyle/>
          <a:p>
            <a:pPr indent="0" lvl="0" marL="0" marR="0" rtl="0" algn="l">
              <a:lnSpc>
                <a:spcPct val="124000"/>
              </a:lnSpc>
              <a:spcBef>
                <a:spcPts val="0"/>
              </a:spcBef>
              <a:spcAft>
                <a:spcPts val="0"/>
              </a:spcAft>
              <a:buClr>
                <a:srgbClr val="575757"/>
              </a:buClr>
              <a:buSzPts val="1000"/>
              <a:buFont typeface="Montserrat"/>
              <a:buNone/>
            </a:pPr>
            <a:r>
              <a:rPr b="0" i="0" lang="en-US" sz="900" u="none" cap="none" strike="noStrike">
                <a:solidFill>
                  <a:srgbClr val="000033"/>
                </a:solidFill>
                <a:latin typeface="Montserrat"/>
                <a:ea typeface="Montserrat"/>
                <a:cs typeface="Montserrat"/>
                <a:sym typeface="Montserrat"/>
              </a:rPr>
              <a:t>Ingresar aquí una descripción breve, de dos o tres líneas.</a:t>
            </a:r>
            <a:endParaRPr b="0" i="0" sz="900" u="none" cap="none" strike="noStrike">
              <a:solidFill>
                <a:schemeClr val="dk1"/>
              </a:solidFill>
              <a:latin typeface="Calibri"/>
              <a:ea typeface="Calibri"/>
              <a:cs typeface="Calibri"/>
              <a:sym typeface="Calibri"/>
            </a:endParaRPr>
          </a:p>
        </p:txBody>
      </p:sp>
      <p:sp>
        <p:nvSpPr>
          <p:cNvPr id="423" name="Google Shape;423;p14"/>
          <p:cNvSpPr/>
          <p:nvPr/>
        </p:nvSpPr>
        <p:spPr>
          <a:xfrm>
            <a:off x="2617470" y="2029968"/>
            <a:ext cx="1863090" cy="2395728"/>
          </a:xfrm>
          <a:prstGeom prst="roundRect">
            <a:avLst>
              <a:gd fmla="val 392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4" name="Google Shape;424;p14"/>
          <p:cNvSpPr txBox="1"/>
          <p:nvPr/>
        </p:nvSpPr>
        <p:spPr>
          <a:xfrm>
            <a:off x="2818638" y="2212848"/>
            <a:ext cx="13716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FASE 2</a:t>
            </a:r>
            <a:endParaRPr b="0" i="0" sz="900" u="none" cap="none" strike="noStrike">
              <a:solidFill>
                <a:schemeClr val="dk1"/>
              </a:solidFill>
              <a:latin typeface="Calibri"/>
              <a:ea typeface="Calibri"/>
              <a:cs typeface="Calibri"/>
              <a:sym typeface="Calibri"/>
            </a:endParaRPr>
          </a:p>
        </p:txBody>
      </p:sp>
      <p:sp>
        <p:nvSpPr>
          <p:cNvPr id="425" name="Google Shape;425;p14"/>
          <p:cNvSpPr txBox="1"/>
          <p:nvPr/>
        </p:nvSpPr>
        <p:spPr>
          <a:xfrm>
            <a:off x="2818638" y="2432304"/>
            <a:ext cx="1460754" cy="438912"/>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Nombre de la fase</a:t>
            </a:r>
            <a:endParaRPr b="0" i="0" sz="1200" u="none" cap="none" strike="noStrike">
              <a:solidFill>
                <a:schemeClr val="dk1"/>
              </a:solidFill>
              <a:latin typeface="Calibri"/>
              <a:ea typeface="Calibri"/>
              <a:cs typeface="Calibri"/>
              <a:sym typeface="Calibri"/>
            </a:endParaRPr>
          </a:p>
        </p:txBody>
      </p:sp>
      <p:sp>
        <p:nvSpPr>
          <p:cNvPr id="426" name="Google Shape;426;p14"/>
          <p:cNvSpPr txBox="1"/>
          <p:nvPr/>
        </p:nvSpPr>
        <p:spPr>
          <a:xfrm>
            <a:off x="2818633" y="2853871"/>
            <a:ext cx="1460700" cy="1439400"/>
          </a:xfrm>
          <a:prstGeom prst="rect">
            <a:avLst/>
          </a:prstGeom>
          <a:noFill/>
          <a:ln>
            <a:noFill/>
          </a:ln>
        </p:spPr>
        <p:txBody>
          <a:bodyPr anchorCtr="0" anchor="t" bIns="0" lIns="0" spcFirstLastPara="1" rIns="0" wrap="square" tIns="0">
            <a:noAutofit/>
          </a:bodyPr>
          <a:lstStyle/>
          <a:p>
            <a:pPr indent="0" lvl="0" marL="0" marR="0" rtl="0" algn="l">
              <a:lnSpc>
                <a:spcPct val="124000"/>
              </a:lnSpc>
              <a:spcBef>
                <a:spcPts val="0"/>
              </a:spcBef>
              <a:spcAft>
                <a:spcPts val="0"/>
              </a:spcAft>
              <a:buClr>
                <a:srgbClr val="575757"/>
              </a:buClr>
              <a:buSzPts val="1000"/>
              <a:buFont typeface="Montserrat"/>
              <a:buNone/>
            </a:pPr>
            <a:r>
              <a:rPr b="0" i="0" lang="en-US" sz="900" u="none" cap="none" strike="noStrike">
                <a:solidFill>
                  <a:srgbClr val="000033"/>
                </a:solidFill>
                <a:latin typeface="Montserrat"/>
                <a:ea typeface="Montserrat"/>
                <a:cs typeface="Montserrat"/>
                <a:sym typeface="Montserrat"/>
              </a:rPr>
              <a:t>Ingresar aquí una descripción breve, de dos o tres líneas.</a:t>
            </a:r>
            <a:endParaRPr b="0" i="0" sz="900" u="none" cap="none" strike="noStrike">
              <a:solidFill>
                <a:schemeClr val="dk1"/>
              </a:solidFill>
              <a:latin typeface="Calibri"/>
              <a:ea typeface="Calibri"/>
              <a:cs typeface="Calibri"/>
              <a:sym typeface="Calibri"/>
            </a:endParaRPr>
          </a:p>
        </p:txBody>
      </p:sp>
      <p:sp>
        <p:nvSpPr>
          <p:cNvPr id="427" name="Google Shape;427;p14"/>
          <p:cNvSpPr/>
          <p:nvPr/>
        </p:nvSpPr>
        <p:spPr>
          <a:xfrm>
            <a:off x="4663440" y="2029968"/>
            <a:ext cx="1863090" cy="2395728"/>
          </a:xfrm>
          <a:prstGeom prst="roundRect">
            <a:avLst>
              <a:gd fmla="val 392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8" name="Google Shape;428;p14"/>
          <p:cNvSpPr txBox="1"/>
          <p:nvPr/>
        </p:nvSpPr>
        <p:spPr>
          <a:xfrm>
            <a:off x="4864608" y="2212848"/>
            <a:ext cx="13716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FASE 3</a:t>
            </a:r>
            <a:endParaRPr b="0" i="0" sz="900" u="none" cap="none" strike="noStrike">
              <a:solidFill>
                <a:schemeClr val="dk1"/>
              </a:solidFill>
              <a:latin typeface="Calibri"/>
              <a:ea typeface="Calibri"/>
              <a:cs typeface="Calibri"/>
              <a:sym typeface="Calibri"/>
            </a:endParaRPr>
          </a:p>
        </p:txBody>
      </p:sp>
      <p:sp>
        <p:nvSpPr>
          <p:cNvPr id="429" name="Google Shape;429;p14"/>
          <p:cNvSpPr txBox="1"/>
          <p:nvPr/>
        </p:nvSpPr>
        <p:spPr>
          <a:xfrm>
            <a:off x="4864608" y="2432304"/>
            <a:ext cx="1460754" cy="438912"/>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Nombre de la fase</a:t>
            </a:r>
            <a:endParaRPr b="0" i="0" sz="1200" u="none" cap="none" strike="noStrike">
              <a:solidFill>
                <a:schemeClr val="dk1"/>
              </a:solidFill>
              <a:latin typeface="Calibri"/>
              <a:ea typeface="Calibri"/>
              <a:cs typeface="Calibri"/>
              <a:sym typeface="Calibri"/>
            </a:endParaRPr>
          </a:p>
        </p:txBody>
      </p:sp>
      <p:sp>
        <p:nvSpPr>
          <p:cNvPr id="430" name="Google Shape;430;p14"/>
          <p:cNvSpPr txBox="1"/>
          <p:nvPr/>
        </p:nvSpPr>
        <p:spPr>
          <a:xfrm>
            <a:off x="4864604" y="2853871"/>
            <a:ext cx="1460700" cy="1439400"/>
          </a:xfrm>
          <a:prstGeom prst="rect">
            <a:avLst/>
          </a:prstGeom>
          <a:noFill/>
          <a:ln>
            <a:noFill/>
          </a:ln>
        </p:spPr>
        <p:txBody>
          <a:bodyPr anchorCtr="0" anchor="t" bIns="0" lIns="0" spcFirstLastPara="1" rIns="0" wrap="square" tIns="0">
            <a:noAutofit/>
          </a:bodyPr>
          <a:lstStyle/>
          <a:p>
            <a:pPr indent="0" lvl="0" marL="0" marR="0" rtl="0" algn="l">
              <a:lnSpc>
                <a:spcPct val="124000"/>
              </a:lnSpc>
              <a:spcBef>
                <a:spcPts val="0"/>
              </a:spcBef>
              <a:spcAft>
                <a:spcPts val="0"/>
              </a:spcAft>
              <a:buClr>
                <a:srgbClr val="575757"/>
              </a:buClr>
              <a:buSzPts val="1000"/>
              <a:buFont typeface="Montserrat"/>
              <a:buNone/>
            </a:pPr>
            <a:r>
              <a:rPr b="0" i="0" lang="en-US" sz="900" u="none" cap="none" strike="noStrike">
                <a:solidFill>
                  <a:srgbClr val="000033"/>
                </a:solidFill>
                <a:latin typeface="Montserrat"/>
                <a:ea typeface="Montserrat"/>
                <a:cs typeface="Montserrat"/>
                <a:sym typeface="Montserrat"/>
              </a:rPr>
              <a:t>Ingresar aquí una descripción breve, de dos o tres líneas.</a:t>
            </a:r>
            <a:endParaRPr b="0" i="0" sz="900" u="none" cap="none" strike="noStrike">
              <a:solidFill>
                <a:schemeClr val="dk1"/>
              </a:solidFill>
              <a:latin typeface="Calibri"/>
              <a:ea typeface="Calibri"/>
              <a:cs typeface="Calibri"/>
              <a:sym typeface="Calibri"/>
            </a:endParaRPr>
          </a:p>
        </p:txBody>
      </p:sp>
      <p:sp>
        <p:nvSpPr>
          <p:cNvPr id="431" name="Google Shape;431;p14"/>
          <p:cNvSpPr/>
          <p:nvPr/>
        </p:nvSpPr>
        <p:spPr>
          <a:xfrm>
            <a:off x="6709410" y="2029968"/>
            <a:ext cx="1863090" cy="2395728"/>
          </a:xfrm>
          <a:prstGeom prst="roundRect">
            <a:avLst>
              <a:gd fmla="val 392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2" name="Google Shape;432;p14"/>
          <p:cNvSpPr txBox="1"/>
          <p:nvPr/>
        </p:nvSpPr>
        <p:spPr>
          <a:xfrm>
            <a:off x="6910578" y="2212848"/>
            <a:ext cx="13716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FASE 4</a:t>
            </a:r>
            <a:endParaRPr b="0" i="0" sz="900" u="none" cap="none" strike="noStrike">
              <a:solidFill>
                <a:schemeClr val="dk1"/>
              </a:solidFill>
              <a:latin typeface="Calibri"/>
              <a:ea typeface="Calibri"/>
              <a:cs typeface="Calibri"/>
              <a:sym typeface="Calibri"/>
            </a:endParaRPr>
          </a:p>
        </p:txBody>
      </p:sp>
      <p:sp>
        <p:nvSpPr>
          <p:cNvPr id="433" name="Google Shape;433;p14"/>
          <p:cNvSpPr txBox="1"/>
          <p:nvPr/>
        </p:nvSpPr>
        <p:spPr>
          <a:xfrm>
            <a:off x="6910578" y="2432304"/>
            <a:ext cx="1460754" cy="438912"/>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Nombre de la fase</a:t>
            </a:r>
            <a:endParaRPr b="0" i="0" sz="1200" u="none" cap="none" strike="noStrike">
              <a:solidFill>
                <a:schemeClr val="dk1"/>
              </a:solidFill>
              <a:latin typeface="Calibri"/>
              <a:ea typeface="Calibri"/>
              <a:cs typeface="Calibri"/>
              <a:sym typeface="Calibri"/>
            </a:endParaRPr>
          </a:p>
        </p:txBody>
      </p:sp>
      <p:sp>
        <p:nvSpPr>
          <p:cNvPr id="434" name="Google Shape;434;p14"/>
          <p:cNvSpPr txBox="1"/>
          <p:nvPr/>
        </p:nvSpPr>
        <p:spPr>
          <a:xfrm>
            <a:off x="6910575" y="2853871"/>
            <a:ext cx="1460700" cy="1439400"/>
          </a:xfrm>
          <a:prstGeom prst="rect">
            <a:avLst/>
          </a:prstGeom>
          <a:noFill/>
          <a:ln>
            <a:noFill/>
          </a:ln>
        </p:spPr>
        <p:txBody>
          <a:bodyPr anchorCtr="0" anchor="t" bIns="0" lIns="0" spcFirstLastPara="1" rIns="0" wrap="square" tIns="0">
            <a:noAutofit/>
          </a:bodyPr>
          <a:lstStyle/>
          <a:p>
            <a:pPr indent="0" lvl="0" marL="0" marR="0" rtl="0" algn="l">
              <a:lnSpc>
                <a:spcPct val="124000"/>
              </a:lnSpc>
              <a:spcBef>
                <a:spcPts val="0"/>
              </a:spcBef>
              <a:spcAft>
                <a:spcPts val="0"/>
              </a:spcAft>
              <a:buClr>
                <a:srgbClr val="575757"/>
              </a:buClr>
              <a:buSzPts val="1000"/>
              <a:buFont typeface="Montserrat"/>
              <a:buNone/>
            </a:pPr>
            <a:r>
              <a:rPr b="0" i="0" lang="en-US" sz="900" u="none" cap="none" strike="noStrike">
                <a:solidFill>
                  <a:srgbClr val="000033"/>
                </a:solidFill>
                <a:latin typeface="Montserrat"/>
                <a:ea typeface="Montserrat"/>
                <a:cs typeface="Montserrat"/>
                <a:sym typeface="Montserrat"/>
              </a:rPr>
              <a:t>Ingresar aquí una descripción breve, de dos o tres líneas.</a:t>
            </a:r>
            <a:endParaRPr b="0" i="0" sz="900" u="none" cap="none" strike="noStrike">
              <a:solidFill>
                <a:schemeClr val="dk1"/>
              </a:solidFill>
              <a:latin typeface="Calibri"/>
              <a:ea typeface="Calibri"/>
              <a:cs typeface="Calibri"/>
              <a:sym typeface="Calibri"/>
            </a:endParaRPr>
          </a:p>
        </p:txBody>
      </p:sp>
      <p:sp>
        <p:nvSpPr>
          <p:cNvPr id="435" name="Google Shape;435;p14"/>
          <p:cNvSpPr txBox="1"/>
          <p:nvPr/>
        </p:nvSpPr>
        <p:spPr>
          <a:xfrm>
            <a:off x="571500" y="4590288"/>
            <a:ext cx="18288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
        <p:nvSpPr>
          <p:cNvPr id="436" name="Google Shape;436;p14"/>
          <p:cNvSpPr/>
          <p:nvPr/>
        </p:nvSpPr>
        <p:spPr>
          <a:xfrm>
            <a:off x="730450" y="3831625"/>
            <a:ext cx="1604700" cy="537300"/>
          </a:xfrm>
          <a:prstGeom prst="roundRect">
            <a:avLst>
              <a:gd fmla="val 9677" name="adj"/>
            </a:avLst>
          </a:prstGeom>
          <a:solidFill>
            <a:srgbClr val="000033"/>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7" name="Google Shape;437;p14"/>
          <p:cNvSpPr txBox="1"/>
          <p:nvPr/>
        </p:nvSpPr>
        <p:spPr>
          <a:xfrm>
            <a:off x="809875" y="3894701"/>
            <a:ext cx="1445700" cy="101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750"/>
              <a:buFont typeface="Montserrat SemiBold"/>
              <a:buNone/>
            </a:pPr>
            <a:r>
              <a:rPr b="1" i="0" lang="en-US" sz="750" u="none" cap="none" strike="noStrike">
                <a:solidFill>
                  <a:srgbClr val="7E99FE"/>
                </a:solidFill>
                <a:latin typeface="Montserrat SemiBold"/>
                <a:ea typeface="Montserrat SemiBold"/>
                <a:cs typeface="Montserrat SemiBold"/>
                <a:sym typeface="Montserrat SemiBold"/>
              </a:rPr>
              <a:t>Entregable:</a:t>
            </a:r>
            <a:endParaRPr b="0" i="0" sz="750" u="none" cap="none" strike="noStrike">
              <a:solidFill>
                <a:srgbClr val="000000"/>
              </a:solidFill>
              <a:latin typeface="Calibri"/>
              <a:ea typeface="Calibri"/>
              <a:cs typeface="Calibri"/>
              <a:sym typeface="Calibri"/>
            </a:endParaRPr>
          </a:p>
        </p:txBody>
      </p:sp>
      <p:sp>
        <p:nvSpPr>
          <p:cNvPr id="438" name="Google Shape;438;p14"/>
          <p:cNvSpPr txBox="1"/>
          <p:nvPr/>
        </p:nvSpPr>
        <p:spPr>
          <a:xfrm>
            <a:off x="809875" y="4015599"/>
            <a:ext cx="1445700" cy="2289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FFFFFF"/>
              </a:buClr>
              <a:buSzPts val="750"/>
              <a:buFont typeface="Montserrat"/>
              <a:buNone/>
            </a:pPr>
            <a:r>
              <a:rPr lang="en-US" sz="750">
                <a:solidFill>
                  <a:srgbClr val="FFFFFF"/>
                </a:solidFill>
                <a:latin typeface="Montserrat"/>
                <a:ea typeface="Montserrat"/>
                <a:cs typeface="Montserrat"/>
                <a:sym typeface="Montserrat"/>
              </a:rPr>
              <a:t>xxxx</a:t>
            </a:r>
            <a:endParaRPr b="0" i="0" sz="750" u="none" cap="none" strike="noStrike">
              <a:solidFill>
                <a:srgbClr val="000000"/>
              </a:solidFill>
              <a:latin typeface="Calibri"/>
              <a:ea typeface="Calibri"/>
              <a:cs typeface="Calibri"/>
              <a:sym typeface="Calibri"/>
            </a:endParaRPr>
          </a:p>
        </p:txBody>
      </p:sp>
      <p:sp>
        <p:nvSpPr>
          <p:cNvPr id="439" name="Google Shape;439;p14"/>
          <p:cNvSpPr/>
          <p:nvPr/>
        </p:nvSpPr>
        <p:spPr>
          <a:xfrm>
            <a:off x="2746675" y="3831625"/>
            <a:ext cx="1604700" cy="537300"/>
          </a:xfrm>
          <a:prstGeom prst="roundRect">
            <a:avLst>
              <a:gd fmla="val 9677" name="adj"/>
            </a:avLst>
          </a:prstGeom>
          <a:solidFill>
            <a:srgbClr val="000033"/>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0" name="Google Shape;440;p14"/>
          <p:cNvSpPr txBox="1"/>
          <p:nvPr/>
        </p:nvSpPr>
        <p:spPr>
          <a:xfrm>
            <a:off x="2826100" y="3894701"/>
            <a:ext cx="1445700" cy="101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750"/>
              <a:buFont typeface="Montserrat SemiBold"/>
              <a:buNone/>
            </a:pPr>
            <a:r>
              <a:rPr b="1" i="0" lang="en-US" sz="750" u="none" cap="none" strike="noStrike">
                <a:solidFill>
                  <a:srgbClr val="7E99FE"/>
                </a:solidFill>
                <a:latin typeface="Montserrat SemiBold"/>
                <a:ea typeface="Montserrat SemiBold"/>
                <a:cs typeface="Montserrat SemiBold"/>
                <a:sym typeface="Montserrat SemiBold"/>
              </a:rPr>
              <a:t>Entregable:</a:t>
            </a:r>
            <a:endParaRPr b="0" i="0" sz="750" u="none" cap="none" strike="noStrike">
              <a:solidFill>
                <a:srgbClr val="000000"/>
              </a:solidFill>
              <a:latin typeface="Calibri"/>
              <a:ea typeface="Calibri"/>
              <a:cs typeface="Calibri"/>
              <a:sym typeface="Calibri"/>
            </a:endParaRPr>
          </a:p>
        </p:txBody>
      </p:sp>
      <p:sp>
        <p:nvSpPr>
          <p:cNvPr id="441" name="Google Shape;441;p14"/>
          <p:cNvSpPr txBox="1"/>
          <p:nvPr/>
        </p:nvSpPr>
        <p:spPr>
          <a:xfrm>
            <a:off x="2826100" y="4015599"/>
            <a:ext cx="1445700" cy="2289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FFFFFF"/>
              </a:buClr>
              <a:buSzPts val="750"/>
              <a:buFont typeface="Montserrat"/>
              <a:buNone/>
            </a:pPr>
            <a:r>
              <a:rPr lang="en-US" sz="750">
                <a:solidFill>
                  <a:srgbClr val="FFFFFF"/>
                </a:solidFill>
                <a:latin typeface="Montserrat"/>
                <a:ea typeface="Montserrat"/>
                <a:cs typeface="Montserrat"/>
                <a:sym typeface="Montserrat"/>
              </a:rPr>
              <a:t>xxxx</a:t>
            </a:r>
            <a:endParaRPr b="0" i="0" sz="750" u="none" cap="none" strike="noStrike">
              <a:solidFill>
                <a:srgbClr val="000000"/>
              </a:solidFill>
              <a:latin typeface="Calibri"/>
              <a:ea typeface="Calibri"/>
              <a:cs typeface="Calibri"/>
              <a:sym typeface="Calibri"/>
            </a:endParaRPr>
          </a:p>
        </p:txBody>
      </p:sp>
      <p:sp>
        <p:nvSpPr>
          <p:cNvPr id="442" name="Google Shape;442;p14"/>
          <p:cNvSpPr/>
          <p:nvPr/>
        </p:nvSpPr>
        <p:spPr>
          <a:xfrm>
            <a:off x="4828625" y="3831625"/>
            <a:ext cx="1604700" cy="537300"/>
          </a:xfrm>
          <a:prstGeom prst="roundRect">
            <a:avLst>
              <a:gd fmla="val 9677" name="adj"/>
            </a:avLst>
          </a:prstGeom>
          <a:solidFill>
            <a:srgbClr val="000033"/>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3" name="Google Shape;443;p14"/>
          <p:cNvSpPr txBox="1"/>
          <p:nvPr/>
        </p:nvSpPr>
        <p:spPr>
          <a:xfrm>
            <a:off x="4908050" y="3894701"/>
            <a:ext cx="1445700" cy="101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750"/>
              <a:buFont typeface="Montserrat SemiBold"/>
              <a:buNone/>
            </a:pPr>
            <a:r>
              <a:rPr b="1" i="0" lang="en-US" sz="750" u="none" cap="none" strike="noStrike">
                <a:solidFill>
                  <a:srgbClr val="7E99FE"/>
                </a:solidFill>
                <a:latin typeface="Montserrat SemiBold"/>
                <a:ea typeface="Montserrat SemiBold"/>
                <a:cs typeface="Montserrat SemiBold"/>
                <a:sym typeface="Montserrat SemiBold"/>
              </a:rPr>
              <a:t>Entregable:</a:t>
            </a:r>
            <a:endParaRPr b="0" i="0" sz="750" u="none" cap="none" strike="noStrike">
              <a:solidFill>
                <a:srgbClr val="000000"/>
              </a:solidFill>
              <a:latin typeface="Calibri"/>
              <a:ea typeface="Calibri"/>
              <a:cs typeface="Calibri"/>
              <a:sym typeface="Calibri"/>
            </a:endParaRPr>
          </a:p>
        </p:txBody>
      </p:sp>
      <p:sp>
        <p:nvSpPr>
          <p:cNvPr id="444" name="Google Shape;444;p14"/>
          <p:cNvSpPr txBox="1"/>
          <p:nvPr/>
        </p:nvSpPr>
        <p:spPr>
          <a:xfrm>
            <a:off x="4908050" y="4015599"/>
            <a:ext cx="1445700" cy="2289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FFFFFF"/>
              </a:buClr>
              <a:buSzPts val="750"/>
              <a:buFont typeface="Montserrat"/>
              <a:buNone/>
            </a:pPr>
            <a:r>
              <a:rPr lang="en-US" sz="750">
                <a:solidFill>
                  <a:srgbClr val="FFFFFF"/>
                </a:solidFill>
                <a:latin typeface="Montserrat"/>
                <a:ea typeface="Montserrat"/>
                <a:cs typeface="Montserrat"/>
                <a:sym typeface="Montserrat"/>
              </a:rPr>
              <a:t>xxxx</a:t>
            </a:r>
            <a:endParaRPr b="0" i="0" sz="750" u="none" cap="none" strike="noStrike">
              <a:solidFill>
                <a:srgbClr val="000000"/>
              </a:solidFill>
              <a:latin typeface="Calibri"/>
              <a:ea typeface="Calibri"/>
              <a:cs typeface="Calibri"/>
              <a:sym typeface="Calibri"/>
            </a:endParaRPr>
          </a:p>
        </p:txBody>
      </p:sp>
      <p:sp>
        <p:nvSpPr>
          <p:cNvPr id="445" name="Google Shape;445;p14"/>
          <p:cNvSpPr/>
          <p:nvPr/>
        </p:nvSpPr>
        <p:spPr>
          <a:xfrm>
            <a:off x="6838600" y="3831625"/>
            <a:ext cx="1604700" cy="537300"/>
          </a:xfrm>
          <a:prstGeom prst="roundRect">
            <a:avLst>
              <a:gd fmla="val 9677" name="adj"/>
            </a:avLst>
          </a:prstGeom>
          <a:solidFill>
            <a:srgbClr val="000033"/>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6" name="Google Shape;446;p14"/>
          <p:cNvSpPr txBox="1"/>
          <p:nvPr/>
        </p:nvSpPr>
        <p:spPr>
          <a:xfrm>
            <a:off x="6918025" y="3894701"/>
            <a:ext cx="1445700" cy="101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750"/>
              <a:buFont typeface="Montserrat SemiBold"/>
              <a:buNone/>
            </a:pPr>
            <a:r>
              <a:rPr b="1" i="0" lang="en-US" sz="750" u="none" cap="none" strike="noStrike">
                <a:solidFill>
                  <a:srgbClr val="7E99FE"/>
                </a:solidFill>
                <a:latin typeface="Montserrat SemiBold"/>
                <a:ea typeface="Montserrat SemiBold"/>
                <a:cs typeface="Montserrat SemiBold"/>
                <a:sym typeface="Montserrat SemiBold"/>
              </a:rPr>
              <a:t>Entregable:</a:t>
            </a:r>
            <a:endParaRPr b="0" i="0" sz="750" u="none" cap="none" strike="noStrike">
              <a:solidFill>
                <a:srgbClr val="000000"/>
              </a:solidFill>
              <a:latin typeface="Calibri"/>
              <a:ea typeface="Calibri"/>
              <a:cs typeface="Calibri"/>
              <a:sym typeface="Calibri"/>
            </a:endParaRPr>
          </a:p>
        </p:txBody>
      </p:sp>
      <p:sp>
        <p:nvSpPr>
          <p:cNvPr id="447" name="Google Shape;447;p14"/>
          <p:cNvSpPr txBox="1"/>
          <p:nvPr/>
        </p:nvSpPr>
        <p:spPr>
          <a:xfrm>
            <a:off x="6918025" y="4015599"/>
            <a:ext cx="1445700" cy="2289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FFFFFF"/>
              </a:buClr>
              <a:buSzPts val="750"/>
              <a:buFont typeface="Montserrat"/>
              <a:buNone/>
            </a:pPr>
            <a:r>
              <a:rPr lang="en-US" sz="750">
                <a:solidFill>
                  <a:srgbClr val="FFFFFF"/>
                </a:solidFill>
                <a:latin typeface="Montserrat"/>
                <a:ea typeface="Montserrat"/>
                <a:cs typeface="Montserrat"/>
                <a:sym typeface="Montserrat"/>
              </a:rPr>
              <a:t>xxxx</a:t>
            </a:r>
            <a:endParaRPr b="0" i="0" sz="750" u="none" cap="none" strike="noStrike">
              <a:solidFill>
                <a:srgbClr val="000000"/>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452" name="Shape 452"/>
        <p:cNvGrpSpPr/>
        <p:nvPr/>
      </p:nvGrpSpPr>
      <p:grpSpPr>
        <a:xfrm>
          <a:off x="0" y="0"/>
          <a:ext cx="0" cy="0"/>
          <a:chOff x="0" y="0"/>
          <a:chExt cx="0" cy="0"/>
        </a:xfrm>
      </p:grpSpPr>
      <p:pic>
        <p:nvPicPr>
          <p:cNvPr descr="bg_divider.png" id="453" name="Google Shape;453;p13"/>
          <p:cNvPicPr preferRelativeResize="0"/>
          <p:nvPr/>
        </p:nvPicPr>
        <p:blipFill rotWithShape="1">
          <a:blip r:embed="rId3">
            <a:alphaModFix/>
          </a:blip>
          <a:srcRect b="0" l="0" r="0" t="0"/>
          <a:stretch/>
        </p:blipFill>
        <p:spPr>
          <a:xfrm>
            <a:off x="0" y="0"/>
            <a:ext cx="9143998" cy="5143501"/>
          </a:xfrm>
          <a:prstGeom prst="rect">
            <a:avLst/>
          </a:prstGeom>
          <a:noFill/>
          <a:ln>
            <a:noFill/>
          </a:ln>
        </p:spPr>
      </p:pic>
      <p:pic>
        <p:nvPicPr>
          <p:cNvPr descr="logo_blanco.png" id="454" name="Google Shape;454;p13"/>
          <p:cNvPicPr preferRelativeResize="0"/>
          <p:nvPr/>
        </p:nvPicPr>
        <p:blipFill rotWithShape="1">
          <a:blip r:embed="rId4">
            <a:alphaModFix/>
          </a:blip>
          <a:srcRect b="0" l="0" r="0" t="0"/>
          <a:stretch/>
        </p:blipFill>
        <p:spPr>
          <a:xfrm>
            <a:off x="569671" y="389534"/>
            <a:ext cx="1228039" cy="245059"/>
          </a:xfrm>
          <a:prstGeom prst="rect">
            <a:avLst/>
          </a:prstGeom>
          <a:noFill/>
          <a:ln>
            <a:noFill/>
          </a:ln>
        </p:spPr>
      </p:pic>
      <p:sp>
        <p:nvSpPr>
          <p:cNvPr id="455" name="Google Shape;455;p13"/>
          <p:cNvSpPr txBox="1"/>
          <p:nvPr/>
        </p:nvSpPr>
        <p:spPr>
          <a:xfrm>
            <a:off x="571500" y="1773936"/>
            <a:ext cx="2743200" cy="20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200"/>
              <a:buFont typeface="Montserrat SemiBold"/>
              <a:buNone/>
            </a:pPr>
            <a:r>
              <a:rPr b="1" i="0" lang="en-US" sz="1200" u="none" cap="none" strike="noStrike">
                <a:solidFill>
                  <a:srgbClr val="C5D5F7"/>
                </a:solidFill>
                <a:latin typeface="Montserrat SemiBold"/>
                <a:ea typeface="Montserrat SemiBold"/>
                <a:cs typeface="Montserrat SemiBold"/>
                <a:sym typeface="Montserrat SemiBold"/>
              </a:rPr>
              <a:t>SECCIÓN 0</a:t>
            </a:r>
            <a:r>
              <a:rPr b="1" lang="en-US" sz="1200">
                <a:solidFill>
                  <a:srgbClr val="C5D5F7"/>
                </a:solidFill>
                <a:latin typeface="Montserrat SemiBold"/>
                <a:ea typeface="Montserrat SemiBold"/>
                <a:cs typeface="Montserrat SemiBold"/>
                <a:sym typeface="Montserrat SemiBold"/>
              </a:rPr>
              <a:t>6</a:t>
            </a:r>
            <a:endParaRPr b="0" i="0" sz="1200" u="none" cap="none" strike="noStrike">
              <a:solidFill>
                <a:schemeClr val="dk1"/>
              </a:solidFill>
              <a:latin typeface="Calibri"/>
              <a:ea typeface="Calibri"/>
              <a:cs typeface="Calibri"/>
              <a:sym typeface="Calibri"/>
            </a:endParaRPr>
          </a:p>
        </p:txBody>
      </p:sp>
      <p:sp>
        <p:nvSpPr>
          <p:cNvPr id="456" name="Google Shape;456;p13"/>
          <p:cNvSpPr txBox="1"/>
          <p:nvPr/>
        </p:nvSpPr>
        <p:spPr>
          <a:xfrm>
            <a:off x="571500" y="2157984"/>
            <a:ext cx="7863900" cy="731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4500"/>
              <a:buFont typeface="Montserrat ExtraBold"/>
              <a:buNone/>
            </a:pPr>
            <a:r>
              <a:rPr b="1" lang="en-US" sz="4500">
                <a:solidFill>
                  <a:srgbClr val="FFFFFF"/>
                </a:solidFill>
                <a:latin typeface="Montserrat ExtraBold"/>
                <a:ea typeface="Montserrat ExtraBold"/>
                <a:cs typeface="Montserrat ExtraBold"/>
                <a:sym typeface="Montserrat ExtraBold"/>
              </a:rPr>
              <a:t>Detalle del</a:t>
            </a:r>
            <a:r>
              <a:rPr b="1" i="1" lang="en-US" sz="4500" u="none" cap="none" strike="noStrike">
                <a:solidFill>
                  <a:srgbClr val="7E99FE"/>
                </a:solidFill>
                <a:latin typeface="Montserrat Black"/>
                <a:ea typeface="Montserrat Black"/>
                <a:cs typeface="Montserrat Black"/>
                <a:sym typeface="Montserrat Black"/>
              </a:rPr>
              <a:t> </a:t>
            </a:r>
            <a:r>
              <a:rPr b="1" i="1" lang="en-US" sz="4500">
                <a:solidFill>
                  <a:srgbClr val="7E99FE"/>
                </a:solidFill>
                <a:latin typeface="Montserrat Black"/>
                <a:ea typeface="Montserrat Black"/>
                <a:cs typeface="Montserrat Black"/>
                <a:sym typeface="Montserrat Black"/>
              </a:rPr>
              <a:t>Proceso</a:t>
            </a:r>
            <a:endParaRPr b="0" i="0" sz="4500" u="none" cap="none" strike="noStrike">
              <a:solidFill>
                <a:schemeClr val="dk1"/>
              </a:solidFill>
              <a:latin typeface="Calibri"/>
              <a:ea typeface="Calibri"/>
              <a:cs typeface="Calibri"/>
              <a:sym typeface="Calibri"/>
            </a:endParaRPr>
          </a:p>
        </p:txBody>
      </p:sp>
      <p:sp>
        <p:nvSpPr>
          <p:cNvPr id="457" name="Google Shape;457;p13"/>
          <p:cNvSpPr txBox="1"/>
          <p:nvPr/>
        </p:nvSpPr>
        <p:spPr>
          <a:xfrm>
            <a:off x="571500" y="3054096"/>
            <a:ext cx="4937700" cy="4938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C5D5F7"/>
              </a:buClr>
              <a:buSzPts val="1300"/>
              <a:buFont typeface="Montserrat Medium"/>
              <a:buNone/>
            </a:pPr>
            <a:r>
              <a:rPr b="0" i="0" lang="en-US" sz="1300" u="none" cap="none" strike="noStrike">
                <a:solidFill>
                  <a:srgbClr val="C5D5F7"/>
                </a:solidFill>
                <a:latin typeface="Montserrat Medium"/>
                <a:ea typeface="Montserrat Medium"/>
                <a:cs typeface="Montserrat Medium"/>
                <a:sym typeface="Montserrat Medium"/>
              </a:rPr>
              <a:t>*Número* de fases, cada una con su entregable.</a:t>
            </a:r>
            <a:endParaRPr b="0" i="0" sz="1300" u="none" cap="none" strike="noStrike">
              <a:solidFill>
                <a:schemeClr val="dk1"/>
              </a:solidFill>
              <a:latin typeface="Calibri"/>
              <a:ea typeface="Calibri"/>
              <a:cs typeface="Calibri"/>
              <a:sym typeface="Calibri"/>
            </a:endParaRPr>
          </a:p>
        </p:txBody>
      </p:sp>
      <p:sp>
        <p:nvSpPr>
          <p:cNvPr id="458" name="Google Shape;458;p13"/>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463" name="Shape 463"/>
        <p:cNvGrpSpPr/>
        <p:nvPr/>
      </p:nvGrpSpPr>
      <p:grpSpPr>
        <a:xfrm>
          <a:off x="0" y="0"/>
          <a:ext cx="0" cy="0"/>
          <a:chOff x="0" y="0"/>
          <a:chExt cx="0" cy="0"/>
        </a:xfrm>
      </p:grpSpPr>
      <p:sp>
        <p:nvSpPr>
          <p:cNvPr id="464" name="Google Shape;464;p15"/>
          <p:cNvSpPr txBox="1"/>
          <p:nvPr/>
        </p:nvSpPr>
        <p:spPr>
          <a:xfrm>
            <a:off x="571500" y="890626"/>
            <a:ext cx="80010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PASO X</a:t>
            </a:r>
            <a:endParaRPr b="0" i="0" sz="1100" u="none" cap="none" strike="noStrike">
              <a:solidFill>
                <a:schemeClr val="dk1"/>
              </a:solidFill>
              <a:latin typeface="Calibri"/>
              <a:ea typeface="Calibri"/>
              <a:cs typeface="Calibri"/>
              <a:sym typeface="Calibri"/>
            </a:endParaRPr>
          </a:p>
        </p:txBody>
      </p:sp>
      <p:sp>
        <p:nvSpPr>
          <p:cNvPr id="465" name="Google Shape;465;p15"/>
          <p:cNvSpPr txBox="1"/>
          <p:nvPr/>
        </p:nvSpPr>
        <p:spPr>
          <a:xfrm>
            <a:off x="571500" y="1174090"/>
            <a:ext cx="8001000"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Nombre del</a:t>
            </a:r>
            <a:r>
              <a:rPr b="1" i="1" lang="en-US" sz="2100" u="none" cap="none" strike="noStrike">
                <a:solidFill>
                  <a:srgbClr val="2B5BFC"/>
                </a:solidFill>
                <a:latin typeface="Montserrat Black"/>
                <a:ea typeface="Montserrat Black"/>
                <a:cs typeface="Montserrat Black"/>
                <a:sym typeface="Montserrat Black"/>
              </a:rPr>
              <a:t> paso</a:t>
            </a:r>
            <a:endParaRPr b="0" i="0" sz="2100" u="none" cap="none" strike="noStrike">
              <a:solidFill>
                <a:schemeClr val="dk1"/>
              </a:solidFill>
              <a:latin typeface="Calibri"/>
              <a:ea typeface="Calibri"/>
              <a:cs typeface="Calibri"/>
              <a:sym typeface="Calibri"/>
            </a:endParaRPr>
          </a:p>
        </p:txBody>
      </p:sp>
      <p:sp>
        <p:nvSpPr>
          <p:cNvPr id="466" name="Google Shape;466;p15"/>
          <p:cNvSpPr txBox="1"/>
          <p:nvPr/>
        </p:nvSpPr>
        <p:spPr>
          <a:xfrm>
            <a:off x="571500" y="1539850"/>
            <a:ext cx="6560820" cy="27432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575757"/>
              </a:buClr>
              <a:buSzPts val="1100"/>
              <a:buFont typeface="Montserrat"/>
              <a:buNone/>
            </a:pPr>
            <a:r>
              <a:rPr b="0" i="0" lang="en-US" sz="1100" u="none" cap="none" strike="noStrike">
                <a:solidFill>
                  <a:srgbClr val="000033"/>
                </a:solidFill>
                <a:latin typeface="Montserrat"/>
                <a:ea typeface="Montserrat"/>
                <a:cs typeface="Montserrat"/>
                <a:sym typeface="Montserrat"/>
              </a:rPr>
              <a:t>Una línea que resume el objetivo de esta etapa.</a:t>
            </a:r>
            <a:endParaRPr b="0" i="0" sz="1100" u="none" cap="none" strike="noStrike">
              <a:solidFill>
                <a:schemeClr val="dk1"/>
              </a:solidFill>
              <a:latin typeface="Calibri"/>
              <a:ea typeface="Calibri"/>
              <a:cs typeface="Calibri"/>
              <a:sym typeface="Calibri"/>
            </a:endParaRPr>
          </a:p>
        </p:txBody>
      </p:sp>
      <p:sp>
        <p:nvSpPr>
          <p:cNvPr id="467" name="Google Shape;467;p15"/>
          <p:cNvSpPr txBox="1"/>
          <p:nvPr/>
        </p:nvSpPr>
        <p:spPr>
          <a:xfrm>
            <a:off x="571500" y="4590288"/>
            <a:ext cx="18288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
        <p:nvSpPr>
          <p:cNvPr id="468" name="Google Shape;468;p15"/>
          <p:cNvSpPr/>
          <p:nvPr/>
        </p:nvSpPr>
        <p:spPr>
          <a:xfrm>
            <a:off x="571500" y="1875250"/>
            <a:ext cx="3711300" cy="2038200"/>
          </a:xfrm>
          <a:prstGeom prst="roundRect">
            <a:avLst>
              <a:gd fmla="val 404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15"/>
          <p:cNvSpPr txBox="1"/>
          <p:nvPr/>
        </p:nvSpPr>
        <p:spPr>
          <a:xfrm>
            <a:off x="681800" y="1953819"/>
            <a:ext cx="3405300" cy="15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ACTIVIDADES CLAVE</a:t>
            </a:r>
            <a:endParaRPr b="0" i="0" sz="850" u="none" cap="none" strike="noStrike">
              <a:solidFill>
                <a:srgbClr val="000000"/>
              </a:solidFill>
              <a:latin typeface="Calibri"/>
              <a:ea typeface="Calibri"/>
              <a:cs typeface="Calibri"/>
              <a:sym typeface="Calibri"/>
            </a:endParaRPr>
          </a:p>
        </p:txBody>
      </p:sp>
      <p:sp>
        <p:nvSpPr>
          <p:cNvPr id="470" name="Google Shape;470;p15"/>
          <p:cNvSpPr txBox="1"/>
          <p:nvPr/>
        </p:nvSpPr>
        <p:spPr>
          <a:xfrm>
            <a:off x="681850" y="2210950"/>
            <a:ext cx="3601200" cy="1625100"/>
          </a:xfrm>
          <a:prstGeom prst="rect">
            <a:avLst/>
          </a:prstGeom>
          <a:noFill/>
          <a:ln>
            <a:noFill/>
          </a:ln>
        </p:spPr>
        <p:txBody>
          <a:bodyPr anchorCtr="0" anchor="t" bIns="0" lIns="0" spcFirstLastPara="1" rIns="0" wrap="square" tIns="0">
            <a:noAutofit/>
          </a:bodyPr>
          <a:lstStyle/>
          <a:p>
            <a:pPr indent="-174625" lvl="0" marL="228600" marR="0" rtl="0" algn="l">
              <a:lnSpc>
                <a:spcPct val="115000"/>
              </a:lnSpc>
              <a:spcBef>
                <a:spcPts val="1000"/>
              </a:spcBef>
              <a:spcAft>
                <a:spcPts val="0"/>
              </a:spcAft>
              <a:buClr>
                <a:srgbClr val="2B5BFC"/>
              </a:buClr>
              <a:buSzPts val="500"/>
              <a:buFont typeface="Montserrat"/>
              <a:buChar char="●"/>
            </a:pPr>
            <a:r>
              <a:rPr lang="en-US" sz="800">
                <a:solidFill>
                  <a:srgbClr val="000033"/>
                </a:solidFill>
                <a:latin typeface="Montserrat"/>
                <a:ea typeface="Montserrat"/>
                <a:cs typeface="Montserrat"/>
                <a:sym typeface="Montserrat"/>
              </a:rPr>
              <a:t>xxxxx</a:t>
            </a:r>
            <a:endParaRPr sz="800">
              <a:solidFill>
                <a:srgbClr val="000033"/>
              </a:solidFill>
              <a:latin typeface="Montserrat"/>
              <a:ea typeface="Montserrat"/>
              <a:cs typeface="Montserrat"/>
              <a:sym typeface="Montserrat"/>
            </a:endParaRPr>
          </a:p>
          <a:p>
            <a:pPr indent="-174625" lvl="0" marL="228600" marR="0" rtl="0" algn="l">
              <a:lnSpc>
                <a:spcPct val="115000"/>
              </a:lnSpc>
              <a:spcBef>
                <a:spcPts val="1000"/>
              </a:spcBef>
              <a:spcAft>
                <a:spcPts val="0"/>
              </a:spcAft>
              <a:buClr>
                <a:srgbClr val="2B5BFC"/>
              </a:buClr>
              <a:buSzPts val="500"/>
              <a:buFont typeface="Montserrat"/>
              <a:buChar char="●"/>
            </a:pPr>
            <a:r>
              <a:rPr lang="en-US" sz="800">
                <a:solidFill>
                  <a:srgbClr val="000033"/>
                </a:solidFill>
                <a:latin typeface="Montserrat"/>
                <a:ea typeface="Montserrat"/>
                <a:cs typeface="Montserrat"/>
                <a:sym typeface="Montserrat"/>
              </a:rPr>
              <a:t>xxxxx</a:t>
            </a:r>
            <a:endParaRPr sz="800">
              <a:solidFill>
                <a:srgbClr val="000033"/>
              </a:solidFill>
              <a:latin typeface="Montserrat"/>
              <a:ea typeface="Montserrat"/>
              <a:cs typeface="Montserrat"/>
              <a:sym typeface="Montserrat"/>
            </a:endParaRPr>
          </a:p>
          <a:p>
            <a:pPr indent="-174625" lvl="0" marL="228600" marR="0" rtl="0" algn="l">
              <a:lnSpc>
                <a:spcPct val="115000"/>
              </a:lnSpc>
              <a:spcBef>
                <a:spcPts val="1000"/>
              </a:spcBef>
              <a:spcAft>
                <a:spcPts val="0"/>
              </a:spcAft>
              <a:buClr>
                <a:srgbClr val="2B5BFC"/>
              </a:buClr>
              <a:buSzPts val="500"/>
              <a:buFont typeface="Montserrat"/>
              <a:buChar char="●"/>
            </a:pPr>
            <a:r>
              <a:rPr lang="en-US" sz="800">
                <a:solidFill>
                  <a:srgbClr val="000033"/>
                </a:solidFill>
                <a:latin typeface="Montserrat"/>
                <a:ea typeface="Montserrat"/>
                <a:cs typeface="Montserrat"/>
                <a:sym typeface="Montserrat"/>
              </a:rPr>
              <a:t>xxxxx</a:t>
            </a:r>
            <a:endParaRPr sz="800">
              <a:solidFill>
                <a:srgbClr val="000033"/>
              </a:solidFill>
              <a:latin typeface="Montserrat"/>
              <a:ea typeface="Montserrat"/>
              <a:cs typeface="Montserrat"/>
              <a:sym typeface="Montserrat"/>
            </a:endParaRPr>
          </a:p>
        </p:txBody>
      </p:sp>
      <p:sp>
        <p:nvSpPr>
          <p:cNvPr id="471" name="Google Shape;471;p15"/>
          <p:cNvSpPr/>
          <p:nvPr/>
        </p:nvSpPr>
        <p:spPr>
          <a:xfrm>
            <a:off x="4405447" y="1875563"/>
            <a:ext cx="2214300" cy="2038200"/>
          </a:xfrm>
          <a:prstGeom prst="roundRect">
            <a:avLst>
              <a:gd fmla="val 404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2" name="Google Shape;472;p15"/>
          <p:cNvSpPr txBox="1"/>
          <p:nvPr/>
        </p:nvSpPr>
        <p:spPr>
          <a:xfrm>
            <a:off x="4493827" y="1964403"/>
            <a:ext cx="2248200" cy="15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REQUERIMIENTOS AL CLIENTE</a:t>
            </a:r>
            <a:endParaRPr b="0" i="0" sz="850" u="none" cap="none" strike="noStrike">
              <a:solidFill>
                <a:srgbClr val="000000"/>
              </a:solidFill>
              <a:latin typeface="Calibri"/>
              <a:ea typeface="Calibri"/>
              <a:cs typeface="Calibri"/>
              <a:sym typeface="Calibri"/>
            </a:endParaRPr>
          </a:p>
        </p:txBody>
      </p:sp>
      <p:sp>
        <p:nvSpPr>
          <p:cNvPr id="473" name="Google Shape;473;p15"/>
          <p:cNvSpPr/>
          <p:nvPr/>
        </p:nvSpPr>
        <p:spPr>
          <a:xfrm>
            <a:off x="571500" y="4010673"/>
            <a:ext cx="8001000" cy="475200"/>
          </a:xfrm>
          <a:prstGeom prst="roundRect">
            <a:avLst>
              <a:gd fmla="val 12500" name="adj"/>
            </a:avLst>
          </a:prstGeom>
          <a:solidFill>
            <a:srgbClr val="000033"/>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4" name="Google Shape;474;p15"/>
          <p:cNvSpPr txBox="1"/>
          <p:nvPr/>
        </p:nvSpPr>
        <p:spPr>
          <a:xfrm>
            <a:off x="790956" y="4051389"/>
            <a:ext cx="1280100" cy="141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800"/>
              <a:buFont typeface="Montserrat SemiBold"/>
              <a:buNone/>
            </a:pPr>
            <a:r>
              <a:rPr b="1" i="0" lang="en-US" sz="800" u="none" cap="none" strike="noStrike">
                <a:solidFill>
                  <a:srgbClr val="7E99FE"/>
                </a:solidFill>
                <a:latin typeface="Montserrat SemiBold"/>
                <a:ea typeface="Montserrat SemiBold"/>
                <a:cs typeface="Montserrat SemiBold"/>
                <a:sym typeface="Montserrat SemiBold"/>
              </a:rPr>
              <a:t>ENTREGABLES</a:t>
            </a:r>
            <a:endParaRPr b="0" i="0" sz="800" u="none" cap="none" strike="noStrike">
              <a:solidFill>
                <a:srgbClr val="000000"/>
              </a:solidFill>
              <a:latin typeface="Calibri"/>
              <a:ea typeface="Calibri"/>
              <a:cs typeface="Calibri"/>
              <a:sym typeface="Calibri"/>
            </a:endParaRPr>
          </a:p>
        </p:txBody>
      </p:sp>
      <p:sp>
        <p:nvSpPr>
          <p:cNvPr id="475" name="Google Shape;475;p15"/>
          <p:cNvSpPr txBox="1"/>
          <p:nvPr/>
        </p:nvSpPr>
        <p:spPr>
          <a:xfrm>
            <a:off x="790950" y="4171577"/>
            <a:ext cx="7671000" cy="301200"/>
          </a:xfrm>
          <a:prstGeom prst="rect">
            <a:avLst/>
          </a:prstGeom>
          <a:noFill/>
          <a:ln>
            <a:noFill/>
          </a:ln>
        </p:spPr>
        <p:txBody>
          <a:bodyPr anchorCtr="0" anchor="ctr" bIns="0" lIns="0" spcFirstLastPara="1" rIns="0" wrap="square" tIns="0">
            <a:noAutofit/>
          </a:bodyPr>
          <a:lstStyle/>
          <a:p>
            <a:pPr indent="-279400" lvl="0" marL="342900" marR="0" rtl="0" algn="l">
              <a:lnSpc>
                <a:spcPct val="115000"/>
              </a:lnSpc>
              <a:spcBef>
                <a:spcPts val="0"/>
              </a:spcBef>
              <a:spcAft>
                <a:spcPts val="0"/>
              </a:spcAft>
              <a:buClr>
                <a:srgbClr val="7E99FE"/>
              </a:buClr>
              <a:buSzPts val="800"/>
              <a:buFont typeface="Montserrat"/>
              <a:buChar char="➔"/>
            </a:pPr>
            <a:r>
              <a:rPr lang="en-US" sz="800">
                <a:solidFill>
                  <a:srgbClr val="FFFFFF"/>
                </a:solidFill>
                <a:latin typeface="Montserrat"/>
                <a:ea typeface="Montserrat"/>
                <a:cs typeface="Montserrat"/>
                <a:sym typeface="Montserrat"/>
              </a:rPr>
              <a:t>xxxxx</a:t>
            </a:r>
            <a:endParaRPr sz="800">
              <a:solidFill>
                <a:srgbClr val="FFFFFF"/>
              </a:solidFill>
              <a:latin typeface="Montserrat"/>
              <a:ea typeface="Montserrat"/>
              <a:cs typeface="Montserrat"/>
              <a:sym typeface="Montserrat"/>
            </a:endParaRPr>
          </a:p>
          <a:p>
            <a:pPr indent="-279400" lvl="0" marL="342900" marR="0" rtl="0" algn="l">
              <a:lnSpc>
                <a:spcPct val="115000"/>
              </a:lnSpc>
              <a:spcBef>
                <a:spcPts val="0"/>
              </a:spcBef>
              <a:spcAft>
                <a:spcPts val="0"/>
              </a:spcAft>
              <a:buClr>
                <a:srgbClr val="7E99FE"/>
              </a:buClr>
              <a:buSzPts val="800"/>
              <a:buFont typeface="Montserrat"/>
              <a:buChar char="➔"/>
            </a:pPr>
            <a:r>
              <a:rPr lang="en-US" sz="800">
                <a:solidFill>
                  <a:srgbClr val="FFFFFF"/>
                </a:solidFill>
                <a:latin typeface="Montserrat"/>
                <a:ea typeface="Montserrat"/>
                <a:cs typeface="Montserrat"/>
                <a:sym typeface="Montserrat"/>
              </a:rPr>
              <a:t>xxxxx</a:t>
            </a:r>
            <a:endParaRPr sz="800">
              <a:solidFill>
                <a:srgbClr val="FFFFFF"/>
              </a:solidFill>
              <a:latin typeface="Montserrat"/>
              <a:ea typeface="Montserrat"/>
              <a:cs typeface="Montserrat"/>
              <a:sym typeface="Montserrat"/>
            </a:endParaRPr>
          </a:p>
        </p:txBody>
      </p:sp>
      <p:sp>
        <p:nvSpPr>
          <p:cNvPr id="476" name="Google Shape;476;p15"/>
          <p:cNvSpPr txBox="1"/>
          <p:nvPr/>
        </p:nvSpPr>
        <p:spPr>
          <a:xfrm>
            <a:off x="4493825" y="2210950"/>
            <a:ext cx="2082900" cy="475200"/>
          </a:xfrm>
          <a:prstGeom prst="rect">
            <a:avLst/>
          </a:prstGeom>
          <a:noFill/>
          <a:ln>
            <a:noFill/>
          </a:ln>
        </p:spPr>
        <p:txBody>
          <a:bodyPr anchorCtr="0" anchor="t" bIns="91425" lIns="91425" spcFirstLastPara="1" rIns="91425" wrap="square" tIns="91425">
            <a:noAutofit/>
          </a:bodyPr>
          <a:lstStyle/>
          <a:p>
            <a:pPr indent="-209550" lvl="0" marL="228600" marR="0" rtl="0" algn="l">
              <a:lnSpc>
                <a:spcPct val="115000"/>
              </a:lnSpc>
              <a:spcBef>
                <a:spcPts val="1000"/>
              </a:spcBef>
              <a:spcAft>
                <a:spcPts val="0"/>
              </a:spcAft>
              <a:buClr>
                <a:srgbClr val="2B5BFC"/>
              </a:buClr>
              <a:buSzPts val="500"/>
              <a:buFont typeface="Montserrat"/>
              <a:buChar char="●"/>
            </a:pPr>
            <a:r>
              <a:rPr lang="en-US" sz="800">
                <a:solidFill>
                  <a:srgbClr val="000033"/>
                </a:solidFill>
                <a:latin typeface="Montserrat"/>
                <a:ea typeface="Montserrat"/>
                <a:cs typeface="Montserrat"/>
                <a:sym typeface="Montserrat"/>
              </a:rPr>
              <a:t>xxxx</a:t>
            </a:r>
            <a:endParaRPr sz="800">
              <a:solidFill>
                <a:srgbClr val="000033"/>
              </a:solidFill>
              <a:latin typeface="Montserrat"/>
              <a:ea typeface="Montserrat"/>
              <a:cs typeface="Montserrat"/>
              <a:sym typeface="Montserrat"/>
            </a:endParaRPr>
          </a:p>
          <a:p>
            <a:pPr indent="-209550" lvl="0" marL="228600" marR="0" rtl="0" algn="l">
              <a:lnSpc>
                <a:spcPct val="115000"/>
              </a:lnSpc>
              <a:spcBef>
                <a:spcPts val="1000"/>
              </a:spcBef>
              <a:spcAft>
                <a:spcPts val="0"/>
              </a:spcAft>
              <a:buClr>
                <a:srgbClr val="2B5BFC"/>
              </a:buClr>
              <a:buSzPts val="500"/>
              <a:buFont typeface="Montserrat"/>
              <a:buChar char="●"/>
            </a:pPr>
            <a:r>
              <a:rPr lang="en-US" sz="800">
                <a:solidFill>
                  <a:srgbClr val="000033"/>
                </a:solidFill>
                <a:latin typeface="Montserrat"/>
                <a:ea typeface="Montserrat"/>
                <a:cs typeface="Montserrat"/>
                <a:sym typeface="Montserrat"/>
              </a:rPr>
              <a:t>xxxx</a:t>
            </a:r>
            <a:endParaRPr sz="800">
              <a:solidFill>
                <a:srgbClr val="000033"/>
              </a:solidFill>
              <a:latin typeface="Montserrat"/>
              <a:ea typeface="Montserrat"/>
              <a:cs typeface="Montserrat"/>
              <a:sym typeface="Montserrat"/>
            </a:endParaRPr>
          </a:p>
          <a:p>
            <a:pPr indent="-209550" lvl="0" marL="228600" marR="0" rtl="0" algn="l">
              <a:lnSpc>
                <a:spcPct val="115000"/>
              </a:lnSpc>
              <a:spcBef>
                <a:spcPts val="1000"/>
              </a:spcBef>
              <a:spcAft>
                <a:spcPts val="0"/>
              </a:spcAft>
              <a:buClr>
                <a:srgbClr val="2B5BFC"/>
              </a:buClr>
              <a:buSzPts val="500"/>
              <a:buFont typeface="Montserrat"/>
              <a:buChar char="●"/>
            </a:pPr>
            <a:r>
              <a:rPr lang="en-US" sz="800">
                <a:solidFill>
                  <a:srgbClr val="000033"/>
                </a:solidFill>
                <a:latin typeface="Montserrat"/>
                <a:ea typeface="Montserrat"/>
                <a:cs typeface="Montserrat"/>
                <a:sym typeface="Montserrat"/>
              </a:rPr>
              <a:t>xxxx</a:t>
            </a:r>
            <a:endParaRPr sz="800">
              <a:solidFill>
                <a:srgbClr val="000033"/>
              </a:solidFill>
              <a:latin typeface="Montserrat"/>
              <a:ea typeface="Montserrat"/>
              <a:cs typeface="Montserrat"/>
              <a:sym typeface="Montserrat"/>
            </a:endParaRPr>
          </a:p>
        </p:txBody>
      </p:sp>
      <p:pic>
        <p:nvPicPr>
          <p:cNvPr descr="/home/claude/build/img/photo_f1.jpg" id="477" name="Google Shape;477;p15"/>
          <p:cNvPicPr preferRelativeResize="0"/>
          <p:nvPr/>
        </p:nvPicPr>
        <p:blipFill rotWithShape="1">
          <a:blip r:embed="rId3">
            <a:alphaModFix/>
          </a:blip>
          <a:srcRect b="0" l="0" r="18006" t="18093"/>
          <a:stretch/>
        </p:blipFill>
        <p:spPr>
          <a:xfrm>
            <a:off x="6710100" y="1908414"/>
            <a:ext cx="1862400" cy="1972500"/>
          </a:xfrm>
          <a:prstGeom prst="roundRect">
            <a:avLst>
              <a:gd fmla="val 6720" name="adj"/>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482" name="Shape 482"/>
        <p:cNvGrpSpPr/>
        <p:nvPr/>
      </p:nvGrpSpPr>
      <p:grpSpPr>
        <a:xfrm>
          <a:off x="0" y="0"/>
          <a:ext cx="0" cy="0"/>
          <a:chOff x="0" y="0"/>
          <a:chExt cx="0" cy="0"/>
        </a:xfrm>
      </p:grpSpPr>
      <p:sp>
        <p:nvSpPr>
          <p:cNvPr id="483" name="Google Shape;483;g3f8da4ebb8d_0_43"/>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PASO X</a:t>
            </a:r>
            <a:endParaRPr b="0" i="0" sz="1100" u="none" cap="none" strike="noStrike">
              <a:solidFill>
                <a:schemeClr val="dk1"/>
              </a:solidFill>
              <a:latin typeface="Calibri"/>
              <a:ea typeface="Calibri"/>
              <a:cs typeface="Calibri"/>
              <a:sym typeface="Calibri"/>
            </a:endParaRPr>
          </a:p>
        </p:txBody>
      </p:sp>
      <p:sp>
        <p:nvSpPr>
          <p:cNvPr id="484" name="Google Shape;484;g3f8da4ebb8d_0_43"/>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Nombre del</a:t>
            </a:r>
            <a:r>
              <a:rPr b="1" i="1" lang="en-US" sz="2100" u="none" cap="none" strike="noStrike">
                <a:solidFill>
                  <a:srgbClr val="2B5BFC"/>
                </a:solidFill>
                <a:latin typeface="Montserrat Black"/>
                <a:ea typeface="Montserrat Black"/>
                <a:cs typeface="Montserrat Black"/>
                <a:sym typeface="Montserrat Black"/>
              </a:rPr>
              <a:t> paso</a:t>
            </a:r>
            <a:endParaRPr b="0" i="0" sz="2100" u="none" cap="none" strike="noStrike">
              <a:solidFill>
                <a:schemeClr val="dk1"/>
              </a:solidFill>
              <a:latin typeface="Calibri"/>
              <a:ea typeface="Calibri"/>
              <a:cs typeface="Calibri"/>
              <a:sym typeface="Calibri"/>
            </a:endParaRPr>
          </a:p>
        </p:txBody>
      </p:sp>
      <p:sp>
        <p:nvSpPr>
          <p:cNvPr id="485" name="Google Shape;485;g3f8da4ebb8d_0_43"/>
          <p:cNvSpPr txBox="1"/>
          <p:nvPr/>
        </p:nvSpPr>
        <p:spPr>
          <a:xfrm>
            <a:off x="571500" y="1539850"/>
            <a:ext cx="6560700" cy="2742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575757"/>
              </a:buClr>
              <a:buSzPts val="1100"/>
              <a:buFont typeface="Montserrat"/>
              <a:buNone/>
            </a:pPr>
            <a:r>
              <a:rPr b="0" i="0" lang="en-US" sz="1100" u="none" cap="none" strike="noStrike">
                <a:solidFill>
                  <a:srgbClr val="000033"/>
                </a:solidFill>
                <a:latin typeface="Montserrat"/>
                <a:ea typeface="Montserrat"/>
                <a:cs typeface="Montserrat"/>
                <a:sym typeface="Montserrat"/>
              </a:rPr>
              <a:t>Una línea que resume el objetivo de esta etapa.</a:t>
            </a:r>
            <a:endParaRPr b="0" i="0" sz="1100" u="none" cap="none" strike="noStrike">
              <a:solidFill>
                <a:schemeClr val="dk1"/>
              </a:solidFill>
              <a:latin typeface="Calibri"/>
              <a:ea typeface="Calibri"/>
              <a:cs typeface="Calibri"/>
              <a:sym typeface="Calibri"/>
            </a:endParaRPr>
          </a:p>
        </p:txBody>
      </p:sp>
      <p:sp>
        <p:nvSpPr>
          <p:cNvPr id="486" name="Google Shape;486;g3f8da4ebb8d_0_43"/>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
        <p:nvSpPr>
          <p:cNvPr id="487" name="Google Shape;487;g3f8da4ebb8d_0_43"/>
          <p:cNvSpPr/>
          <p:nvPr/>
        </p:nvSpPr>
        <p:spPr>
          <a:xfrm>
            <a:off x="571500" y="1875250"/>
            <a:ext cx="3711300" cy="2038200"/>
          </a:xfrm>
          <a:prstGeom prst="roundRect">
            <a:avLst>
              <a:gd fmla="val 404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8" name="Google Shape;488;g3f8da4ebb8d_0_43"/>
          <p:cNvSpPr txBox="1"/>
          <p:nvPr/>
        </p:nvSpPr>
        <p:spPr>
          <a:xfrm>
            <a:off x="681800" y="1953819"/>
            <a:ext cx="3405300" cy="15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ACTIVIDADES CLAVE</a:t>
            </a:r>
            <a:endParaRPr b="0" i="0" sz="850" u="none" cap="none" strike="noStrike">
              <a:solidFill>
                <a:srgbClr val="000000"/>
              </a:solidFill>
              <a:latin typeface="Calibri"/>
              <a:ea typeface="Calibri"/>
              <a:cs typeface="Calibri"/>
              <a:sym typeface="Calibri"/>
            </a:endParaRPr>
          </a:p>
        </p:txBody>
      </p:sp>
      <p:sp>
        <p:nvSpPr>
          <p:cNvPr id="489" name="Google Shape;489;g3f8da4ebb8d_0_43"/>
          <p:cNvSpPr/>
          <p:nvPr/>
        </p:nvSpPr>
        <p:spPr>
          <a:xfrm>
            <a:off x="4405447" y="1875563"/>
            <a:ext cx="2214300" cy="2038200"/>
          </a:xfrm>
          <a:prstGeom prst="roundRect">
            <a:avLst>
              <a:gd fmla="val 404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0" name="Google Shape;490;g3f8da4ebb8d_0_43"/>
          <p:cNvSpPr txBox="1"/>
          <p:nvPr/>
        </p:nvSpPr>
        <p:spPr>
          <a:xfrm>
            <a:off x="4493827" y="1964403"/>
            <a:ext cx="2248200" cy="15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REQUERIMIENTOS AL CLIENTE</a:t>
            </a:r>
            <a:endParaRPr b="0" i="0" sz="850" u="none" cap="none" strike="noStrike">
              <a:solidFill>
                <a:srgbClr val="000000"/>
              </a:solidFill>
              <a:latin typeface="Calibri"/>
              <a:ea typeface="Calibri"/>
              <a:cs typeface="Calibri"/>
              <a:sym typeface="Calibri"/>
            </a:endParaRPr>
          </a:p>
        </p:txBody>
      </p:sp>
      <p:sp>
        <p:nvSpPr>
          <p:cNvPr id="491" name="Google Shape;491;g3f8da4ebb8d_0_43"/>
          <p:cNvSpPr/>
          <p:nvPr/>
        </p:nvSpPr>
        <p:spPr>
          <a:xfrm>
            <a:off x="571500" y="4010673"/>
            <a:ext cx="8001000" cy="475200"/>
          </a:xfrm>
          <a:prstGeom prst="roundRect">
            <a:avLst>
              <a:gd fmla="val 12500" name="adj"/>
            </a:avLst>
          </a:prstGeom>
          <a:solidFill>
            <a:srgbClr val="000033"/>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 name="Google Shape;492;g3f8da4ebb8d_0_43"/>
          <p:cNvSpPr txBox="1"/>
          <p:nvPr/>
        </p:nvSpPr>
        <p:spPr>
          <a:xfrm>
            <a:off x="790956" y="4051389"/>
            <a:ext cx="1280100" cy="141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800"/>
              <a:buFont typeface="Montserrat SemiBold"/>
              <a:buNone/>
            </a:pPr>
            <a:r>
              <a:rPr b="1" i="0" lang="en-US" sz="800" u="none" cap="none" strike="noStrike">
                <a:solidFill>
                  <a:srgbClr val="7E99FE"/>
                </a:solidFill>
                <a:latin typeface="Montserrat SemiBold"/>
                <a:ea typeface="Montserrat SemiBold"/>
                <a:cs typeface="Montserrat SemiBold"/>
                <a:sym typeface="Montserrat SemiBold"/>
              </a:rPr>
              <a:t>ENTREGABLES</a:t>
            </a:r>
            <a:endParaRPr b="0" i="0" sz="800" u="none" cap="none" strike="noStrike">
              <a:solidFill>
                <a:srgbClr val="000000"/>
              </a:solidFill>
              <a:latin typeface="Calibri"/>
              <a:ea typeface="Calibri"/>
              <a:cs typeface="Calibri"/>
              <a:sym typeface="Calibri"/>
            </a:endParaRPr>
          </a:p>
        </p:txBody>
      </p:sp>
      <p:sp>
        <p:nvSpPr>
          <p:cNvPr id="493" name="Google Shape;493;g3f8da4ebb8d_0_43"/>
          <p:cNvSpPr txBox="1"/>
          <p:nvPr/>
        </p:nvSpPr>
        <p:spPr>
          <a:xfrm>
            <a:off x="790950" y="4171577"/>
            <a:ext cx="7671000" cy="301200"/>
          </a:xfrm>
          <a:prstGeom prst="rect">
            <a:avLst/>
          </a:prstGeom>
          <a:noFill/>
          <a:ln>
            <a:noFill/>
          </a:ln>
        </p:spPr>
        <p:txBody>
          <a:bodyPr anchorCtr="0" anchor="ctr" bIns="0" lIns="0" spcFirstLastPara="1" rIns="0" wrap="square" tIns="0">
            <a:noAutofit/>
          </a:bodyPr>
          <a:lstStyle/>
          <a:p>
            <a:pPr indent="-279400" lvl="0" marL="342900" marR="0" rtl="0" algn="l">
              <a:lnSpc>
                <a:spcPct val="115000"/>
              </a:lnSpc>
              <a:spcBef>
                <a:spcPts val="0"/>
              </a:spcBef>
              <a:spcAft>
                <a:spcPts val="0"/>
              </a:spcAft>
              <a:buClr>
                <a:srgbClr val="7E99FE"/>
              </a:buClr>
              <a:buSzPts val="800"/>
              <a:buFont typeface="Montserrat"/>
              <a:buChar char="➔"/>
            </a:pPr>
            <a:r>
              <a:rPr lang="en-US" sz="800">
                <a:solidFill>
                  <a:srgbClr val="FFFFFF"/>
                </a:solidFill>
                <a:latin typeface="Montserrat"/>
                <a:ea typeface="Montserrat"/>
                <a:cs typeface="Montserrat"/>
                <a:sym typeface="Montserrat"/>
              </a:rPr>
              <a:t>xxxxx</a:t>
            </a:r>
            <a:endParaRPr sz="800">
              <a:solidFill>
                <a:srgbClr val="FFFFFF"/>
              </a:solidFill>
              <a:latin typeface="Montserrat"/>
              <a:ea typeface="Montserrat"/>
              <a:cs typeface="Montserrat"/>
              <a:sym typeface="Montserrat"/>
            </a:endParaRPr>
          </a:p>
          <a:p>
            <a:pPr indent="-279400" lvl="0" marL="342900" marR="0" rtl="0" algn="l">
              <a:lnSpc>
                <a:spcPct val="115000"/>
              </a:lnSpc>
              <a:spcBef>
                <a:spcPts val="0"/>
              </a:spcBef>
              <a:spcAft>
                <a:spcPts val="0"/>
              </a:spcAft>
              <a:buClr>
                <a:srgbClr val="7E99FE"/>
              </a:buClr>
              <a:buSzPts val="800"/>
              <a:buFont typeface="Montserrat"/>
              <a:buChar char="➔"/>
            </a:pPr>
            <a:r>
              <a:rPr lang="en-US" sz="800">
                <a:solidFill>
                  <a:srgbClr val="FFFFFF"/>
                </a:solidFill>
                <a:latin typeface="Montserrat"/>
                <a:ea typeface="Montserrat"/>
                <a:cs typeface="Montserrat"/>
                <a:sym typeface="Montserrat"/>
              </a:rPr>
              <a:t>xxxxx</a:t>
            </a:r>
            <a:endParaRPr sz="800">
              <a:solidFill>
                <a:srgbClr val="FFFFFF"/>
              </a:solidFill>
              <a:latin typeface="Montserrat"/>
              <a:ea typeface="Montserrat"/>
              <a:cs typeface="Montserrat"/>
              <a:sym typeface="Montserrat"/>
            </a:endParaRPr>
          </a:p>
        </p:txBody>
      </p:sp>
      <p:pic>
        <p:nvPicPr>
          <p:cNvPr descr="/home/claude/build/img/photo_f1.jpg" id="494" name="Google Shape;494;g3f8da4ebb8d_0_43"/>
          <p:cNvPicPr preferRelativeResize="0"/>
          <p:nvPr/>
        </p:nvPicPr>
        <p:blipFill rotWithShape="1">
          <a:blip r:embed="rId3">
            <a:alphaModFix/>
          </a:blip>
          <a:srcRect b="0" l="0" r="18006" t="18093"/>
          <a:stretch/>
        </p:blipFill>
        <p:spPr>
          <a:xfrm>
            <a:off x="6710100" y="1908414"/>
            <a:ext cx="1862400" cy="1972500"/>
          </a:xfrm>
          <a:prstGeom prst="roundRect">
            <a:avLst>
              <a:gd fmla="val 6720" name="adj"/>
            </a:avLst>
          </a:prstGeom>
          <a:noFill/>
          <a:ln>
            <a:noFill/>
          </a:ln>
        </p:spPr>
      </p:pic>
      <p:sp>
        <p:nvSpPr>
          <p:cNvPr id="495" name="Google Shape;495;g3f8da4ebb8d_0_43"/>
          <p:cNvSpPr txBox="1"/>
          <p:nvPr/>
        </p:nvSpPr>
        <p:spPr>
          <a:xfrm>
            <a:off x="681850" y="2210950"/>
            <a:ext cx="3601200" cy="1625100"/>
          </a:xfrm>
          <a:prstGeom prst="rect">
            <a:avLst/>
          </a:prstGeom>
          <a:noFill/>
          <a:ln>
            <a:noFill/>
          </a:ln>
        </p:spPr>
        <p:txBody>
          <a:bodyPr anchorCtr="0" anchor="t" bIns="0" lIns="0" spcFirstLastPara="1" rIns="0" wrap="square" tIns="0">
            <a:noAutofit/>
          </a:bodyPr>
          <a:lstStyle/>
          <a:p>
            <a:pPr indent="-174625" lvl="0" marL="228600" marR="0" rtl="0" algn="l">
              <a:lnSpc>
                <a:spcPct val="115000"/>
              </a:lnSpc>
              <a:spcBef>
                <a:spcPts val="1000"/>
              </a:spcBef>
              <a:spcAft>
                <a:spcPts val="0"/>
              </a:spcAft>
              <a:buClr>
                <a:srgbClr val="2B5BFC"/>
              </a:buClr>
              <a:buSzPts val="500"/>
              <a:buFont typeface="Montserrat"/>
              <a:buChar char="●"/>
            </a:pPr>
            <a:r>
              <a:rPr lang="en-US" sz="800">
                <a:solidFill>
                  <a:srgbClr val="000033"/>
                </a:solidFill>
                <a:latin typeface="Montserrat"/>
                <a:ea typeface="Montserrat"/>
                <a:cs typeface="Montserrat"/>
                <a:sym typeface="Montserrat"/>
              </a:rPr>
              <a:t>xxxxx</a:t>
            </a:r>
            <a:endParaRPr sz="800">
              <a:solidFill>
                <a:srgbClr val="000033"/>
              </a:solidFill>
              <a:latin typeface="Montserrat"/>
              <a:ea typeface="Montserrat"/>
              <a:cs typeface="Montserrat"/>
              <a:sym typeface="Montserrat"/>
            </a:endParaRPr>
          </a:p>
          <a:p>
            <a:pPr indent="-174625" lvl="0" marL="228600" marR="0" rtl="0" algn="l">
              <a:lnSpc>
                <a:spcPct val="115000"/>
              </a:lnSpc>
              <a:spcBef>
                <a:spcPts val="1000"/>
              </a:spcBef>
              <a:spcAft>
                <a:spcPts val="0"/>
              </a:spcAft>
              <a:buClr>
                <a:srgbClr val="2B5BFC"/>
              </a:buClr>
              <a:buSzPts val="500"/>
              <a:buFont typeface="Montserrat"/>
              <a:buChar char="●"/>
            </a:pPr>
            <a:r>
              <a:rPr lang="en-US" sz="800">
                <a:solidFill>
                  <a:srgbClr val="000033"/>
                </a:solidFill>
                <a:latin typeface="Montserrat"/>
                <a:ea typeface="Montserrat"/>
                <a:cs typeface="Montserrat"/>
                <a:sym typeface="Montserrat"/>
              </a:rPr>
              <a:t>xxxxx</a:t>
            </a:r>
            <a:endParaRPr sz="800">
              <a:solidFill>
                <a:srgbClr val="000033"/>
              </a:solidFill>
              <a:latin typeface="Montserrat"/>
              <a:ea typeface="Montserrat"/>
              <a:cs typeface="Montserrat"/>
              <a:sym typeface="Montserrat"/>
            </a:endParaRPr>
          </a:p>
          <a:p>
            <a:pPr indent="-174625" lvl="0" marL="228600" marR="0" rtl="0" algn="l">
              <a:lnSpc>
                <a:spcPct val="115000"/>
              </a:lnSpc>
              <a:spcBef>
                <a:spcPts val="1000"/>
              </a:spcBef>
              <a:spcAft>
                <a:spcPts val="0"/>
              </a:spcAft>
              <a:buClr>
                <a:srgbClr val="2B5BFC"/>
              </a:buClr>
              <a:buSzPts val="500"/>
              <a:buFont typeface="Montserrat"/>
              <a:buChar char="●"/>
            </a:pPr>
            <a:r>
              <a:rPr lang="en-US" sz="800">
                <a:solidFill>
                  <a:srgbClr val="000033"/>
                </a:solidFill>
                <a:latin typeface="Montserrat"/>
                <a:ea typeface="Montserrat"/>
                <a:cs typeface="Montserrat"/>
                <a:sym typeface="Montserrat"/>
              </a:rPr>
              <a:t>xxxxx</a:t>
            </a:r>
            <a:endParaRPr sz="800">
              <a:solidFill>
                <a:srgbClr val="000033"/>
              </a:solidFill>
              <a:latin typeface="Montserrat"/>
              <a:ea typeface="Montserrat"/>
              <a:cs typeface="Montserrat"/>
              <a:sym typeface="Montserrat"/>
            </a:endParaRPr>
          </a:p>
        </p:txBody>
      </p:sp>
      <p:sp>
        <p:nvSpPr>
          <p:cNvPr id="496" name="Google Shape;496;g3f8da4ebb8d_0_43"/>
          <p:cNvSpPr txBox="1"/>
          <p:nvPr/>
        </p:nvSpPr>
        <p:spPr>
          <a:xfrm>
            <a:off x="4493825" y="2210950"/>
            <a:ext cx="2082900" cy="475200"/>
          </a:xfrm>
          <a:prstGeom prst="rect">
            <a:avLst/>
          </a:prstGeom>
          <a:noFill/>
          <a:ln>
            <a:noFill/>
          </a:ln>
        </p:spPr>
        <p:txBody>
          <a:bodyPr anchorCtr="0" anchor="t" bIns="91425" lIns="91425" spcFirstLastPara="1" rIns="91425" wrap="square" tIns="91425">
            <a:noAutofit/>
          </a:bodyPr>
          <a:lstStyle/>
          <a:p>
            <a:pPr indent="-209550" lvl="0" marL="228600" marR="0" rtl="0" algn="l">
              <a:lnSpc>
                <a:spcPct val="115000"/>
              </a:lnSpc>
              <a:spcBef>
                <a:spcPts val="1000"/>
              </a:spcBef>
              <a:spcAft>
                <a:spcPts val="0"/>
              </a:spcAft>
              <a:buClr>
                <a:srgbClr val="2B5BFC"/>
              </a:buClr>
              <a:buSzPts val="500"/>
              <a:buFont typeface="Montserrat"/>
              <a:buChar char="●"/>
            </a:pPr>
            <a:r>
              <a:rPr lang="en-US" sz="800">
                <a:solidFill>
                  <a:srgbClr val="000033"/>
                </a:solidFill>
                <a:latin typeface="Montserrat"/>
                <a:ea typeface="Montserrat"/>
                <a:cs typeface="Montserrat"/>
                <a:sym typeface="Montserrat"/>
              </a:rPr>
              <a:t>xxxx</a:t>
            </a:r>
            <a:endParaRPr sz="800">
              <a:solidFill>
                <a:srgbClr val="000033"/>
              </a:solidFill>
              <a:latin typeface="Montserrat"/>
              <a:ea typeface="Montserrat"/>
              <a:cs typeface="Montserrat"/>
              <a:sym typeface="Montserrat"/>
            </a:endParaRPr>
          </a:p>
          <a:p>
            <a:pPr indent="-209550" lvl="0" marL="228600" marR="0" rtl="0" algn="l">
              <a:lnSpc>
                <a:spcPct val="115000"/>
              </a:lnSpc>
              <a:spcBef>
                <a:spcPts val="1000"/>
              </a:spcBef>
              <a:spcAft>
                <a:spcPts val="0"/>
              </a:spcAft>
              <a:buClr>
                <a:srgbClr val="2B5BFC"/>
              </a:buClr>
              <a:buSzPts val="500"/>
              <a:buFont typeface="Montserrat"/>
              <a:buChar char="●"/>
            </a:pPr>
            <a:r>
              <a:rPr lang="en-US" sz="800">
                <a:solidFill>
                  <a:srgbClr val="000033"/>
                </a:solidFill>
                <a:latin typeface="Montserrat"/>
                <a:ea typeface="Montserrat"/>
                <a:cs typeface="Montserrat"/>
                <a:sym typeface="Montserrat"/>
              </a:rPr>
              <a:t>xxxx</a:t>
            </a:r>
            <a:endParaRPr sz="800">
              <a:solidFill>
                <a:srgbClr val="000033"/>
              </a:solidFill>
              <a:latin typeface="Montserrat"/>
              <a:ea typeface="Montserrat"/>
              <a:cs typeface="Montserrat"/>
              <a:sym typeface="Montserrat"/>
            </a:endParaRPr>
          </a:p>
          <a:p>
            <a:pPr indent="-209550" lvl="0" marL="228600" marR="0" rtl="0" algn="l">
              <a:lnSpc>
                <a:spcPct val="115000"/>
              </a:lnSpc>
              <a:spcBef>
                <a:spcPts val="1000"/>
              </a:spcBef>
              <a:spcAft>
                <a:spcPts val="0"/>
              </a:spcAft>
              <a:buClr>
                <a:srgbClr val="2B5BFC"/>
              </a:buClr>
              <a:buSzPts val="500"/>
              <a:buFont typeface="Montserrat"/>
              <a:buChar char="●"/>
            </a:pPr>
            <a:r>
              <a:rPr lang="en-US" sz="800">
                <a:solidFill>
                  <a:srgbClr val="000033"/>
                </a:solidFill>
                <a:latin typeface="Montserrat"/>
                <a:ea typeface="Montserrat"/>
                <a:cs typeface="Montserrat"/>
                <a:sym typeface="Montserrat"/>
              </a:rPr>
              <a:t>xxxx</a:t>
            </a:r>
            <a:endParaRPr sz="800">
              <a:solidFill>
                <a:srgbClr val="000033"/>
              </a:solidFill>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501" name="Shape 501"/>
        <p:cNvGrpSpPr/>
        <p:nvPr/>
      </p:nvGrpSpPr>
      <p:grpSpPr>
        <a:xfrm>
          <a:off x="0" y="0"/>
          <a:ext cx="0" cy="0"/>
          <a:chOff x="0" y="0"/>
          <a:chExt cx="0" cy="0"/>
        </a:xfrm>
      </p:grpSpPr>
      <p:sp>
        <p:nvSpPr>
          <p:cNvPr id="502" name="Google Shape;502;g3f8da4ebb8d_0_63"/>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PASO X</a:t>
            </a:r>
            <a:endParaRPr b="0" i="0" sz="1100" u="none" cap="none" strike="noStrike">
              <a:solidFill>
                <a:schemeClr val="dk1"/>
              </a:solidFill>
              <a:latin typeface="Calibri"/>
              <a:ea typeface="Calibri"/>
              <a:cs typeface="Calibri"/>
              <a:sym typeface="Calibri"/>
            </a:endParaRPr>
          </a:p>
        </p:txBody>
      </p:sp>
      <p:sp>
        <p:nvSpPr>
          <p:cNvPr id="503" name="Google Shape;503;g3f8da4ebb8d_0_63"/>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Nombre del</a:t>
            </a:r>
            <a:r>
              <a:rPr b="1" i="1" lang="en-US" sz="2100" u="none" cap="none" strike="noStrike">
                <a:solidFill>
                  <a:srgbClr val="2B5BFC"/>
                </a:solidFill>
                <a:latin typeface="Montserrat Black"/>
                <a:ea typeface="Montserrat Black"/>
                <a:cs typeface="Montserrat Black"/>
                <a:sym typeface="Montserrat Black"/>
              </a:rPr>
              <a:t> paso</a:t>
            </a:r>
            <a:endParaRPr b="0" i="0" sz="2100" u="none" cap="none" strike="noStrike">
              <a:solidFill>
                <a:schemeClr val="dk1"/>
              </a:solidFill>
              <a:latin typeface="Calibri"/>
              <a:ea typeface="Calibri"/>
              <a:cs typeface="Calibri"/>
              <a:sym typeface="Calibri"/>
            </a:endParaRPr>
          </a:p>
        </p:txBody>
      </p:sp>
      <p:sp>
        <p:nvSpPr>
          <p:cNvPr id="504" name="Google Shape;504;g3f8da4ebb8d_0_63"/>
          <p:cNvSpPr txBox="1"/>
          <p:nvPr/>
        </p:nvSpPr>
        <p:spPr>
          <a:xfrm>
            <a:off x="571500" y="1539850"/>
            <a:ext cx="6560700" cy="2742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575757"/>
              </a:buClr>
              <a:buSzPts val="1100"/>
              <a:buFont typeface="Montserrat"/>
              <a:buNone/>
            </a:pPr>
            <a:r>
              <a:rPr b="0" i="0" lang="en-US" sz="1100" u="none" cap="none" strike="noStrike">
                <a:solidFill>
                  <a:srgbClr val="000033"/>
                </a:solidFill>
                <a:latin typeface="Montserrat"/>
                <a:ea typeface="Montserrat"/>
                <a:cs typeface="Montserrat"/>
                <a:sym typeface="Montserrat"/>
              </a:rPr>
              <a:t>Una línea que resume el objetivo de esta etapa.</a:t>
            </a:r>
            <a:endParaRPr b="0" i="0" sz="1100" u="none" cap="none" strike="noStrike">
              <a:solidFill>
                <a:schemeClr val="dk1"/>
              </a:solidFill>
              <a:latin typeface="Calibri"/>
              <a:ea typeface="Calibri"/>
              <a:cs typeface="Calibri"/>
              <a:sym typeface="Calibri"/>
            </a:endParaRPr>
          </a:p>
        </p:txBody>
      </p:sp>
      <p:sp>
        <p:nvSpPr>
          <p:cNvPr id="505" name="Google Shape;505;g3f8da4ebb8d_0_63"/>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
        <p:nvSpPr>
          <p:cNvPr id="506" name="Google Shape;506;g3f8da4ebb8d_0_63"/>
          <p:cNvSpPr/>
          <p:nvPr/>
        </p:nvSpPr>
        <p:spPr>
          <a:xfrm>
            <a:off x="571500" y="1875250"/>
            <a:ext cx="3711300" cy="2038200"/>
          </a:xfrm>
          <a:prstGeom prst="roundRect">
            <a:avLst>
              <a:gd fmla="val 404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7" name="Google Shape;507;g3f8da4ebb8d_0_63"/>
          <p:cNvSpPr txBox="1"/>
          <p:nvPr/>
        </p:nvSpPr>
        <p:spPr>
          <a:xfrm>
            <a:off x="681800" y="1953819"/>
            <a:ext cx="3405300" cy="15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ACTIVIDADES CLAVE</a:t>
            </a:r>
            <a:endParaRPr b="0" i="0" sz="850" u="none" cap="none" strike="noStrike">
              <a:solidFill>
                <a:srgbClr val="000000"/>
              </a:solidFill>
              <a:latin typeface="Calibri"/>
              <a:ea typeface="Calibri"/>
              <a:cs typeface="Calibri"/>
              <a:sym typeface="Calibri"/>
            </a:endParaRPr>
          </a:p>
        </p:txBody>
      </p:sp>
      <p:sp>
        <p:nvSpPr>
          <p:cNvPr id="508" name="Google Shape;508;g3f8da4ebb8d_0_63"/>
          <p:cNvSpPr/>
          <p:nvPr/>
        </p:nvSpPr>
        <p:spPr>
          <a:xfrm>
            <a:off x="4405447" y="1875563"/>
            <a:ext cx="2214300" cy="2038200"/>
          </a:xfrm>
          <a:prstGeom prst="roundRect">
            <a:avLst>
              <a:gd fmla="val 404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9" name="Google Shape;509;g3f8da4ebb8d_0_63"/>
          <p:cNvSpPr txBox="1"/>
          <p:nvPr/>
        </p:nvSpPr>
        <p:spPr>
          <a:xfrm>
            <a:off x="4493827" y="1964403"/>
            <a:ext cx="2248200" cy="15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REQUERIMIENTOS AL CLIENTE</a:t>
            </a:r>
            <a:endParaRPr b="0" i="0" sz="850" u="none" cap="none" strike="noStrike">
              <a:solidFill>
                <a:srgbClr val="000000"/>
              </a:solidFill>
              <a:latin typeface="Calibri"/>
              <a:ea typeface="Calibri"/>
              <a:cs typeface="Calibri"/>
              <a:sym typeface="Calibri"/>
            </a:endParaRPr>
          </a:p>
        </p:txBody>
      </p:sp>
      <p:sp>
        <p:nvSpPr>
          <p:cNvPr id="510" name="Google Shape;510;g3f8da4ebb8d_0_63"/>
          <p:cNvSpPr/>
          <p:nvPr/>
        </p:nvSpPr>
        <p:spPr>
          <a:xfrm>
            <a:off x="571500" y="4010673"/>
            <a:ext cx="8001000" cy="475200"/>
          </a:xfrm>
          <a:prstGeom prst="roundRect">
            <a:avLst>
              <a:gd fmla="val 12500" name="adj"/>
            </a:avLst>
          </a:prstGeom>
          <a:solidFill>
            <a:srgbClr val="000033"/>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 name="Google Shape;511;g3f8da4ebb8d_0_63"/>
          <p:cNvSpPr txBox="1"/>
          <p:nvPr/>
        </p:nvSpPr>
        <p:spPr>
          <a:xfrm>
            <a:off x="790956" y="4051389"/>
            <a:ext cx="1280100" cy="141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800"/>
              <a:buFont typeface="Montserrat SemiBold"/>
              <a:buNone/>
            </a:pPr>
            <a:r>
              <a:rPr b="1" i="0" lang="en-US" sz="800" u="none" cap="none" strike="noStrike">
                <a:solidFill>
                  <a:srgbClr val="7E99FE"/>
                </a:solidFill>
                <a:latin typeface="Montserrat SemiBold"/>
                <a:ea typeface="Montserrat SemiBold"/>
                <a:cs typeface="Montserrat SemiBold"/>
                <a:sym typeface="Montserrat SemiBold"/>
              </a:rPr>
              <a:t>ENTREGABLES</a:t>
            </a:r>
            <a:endParaRPr b="0" i="0" sz="800" u="none" cap="none" strike="noStrike">
              <a:solidFill>
                <a:srgbClr val="000000"/>
              </a:solidFill>
              <a:latin typeface="Calibri"/>
              <a:ea typeface="Calibri"/>
              <a:cs typeface="Calibri"/>
              <a:sym typeface="Calibri"/>
            </a:endParaRPr>
          </a:p>
        </p:txBody>
      </p:sp>
      <p:sp>
        <p:nvSpPr>
          <p:cNvPr id="512" name="Google Shape;512;g3f8da4ebb8d_0_63"/>
          <p:cNvSpPr txBox="1"/>
          <p:nvPr/>
        </p:nvSpPr>
        <p:spPr>
          <a:xfrm>
            <a:off x="790950" y="4171577"/>
            <a:ext cx="7671000" cy="301200"/>
          </a:xfrm>
          <a:prstGeom prst="rect">
            <a:avLst/>
          </a:prstGeom>
          <a:noFill/>
          <a:ln>
            <a:noFill/>
          </a:ln>
        </p:spPr>
        <p:txBody>
          <a:bodyPr anchorCtr="0" anchor="ctr" bIns="0" lIns="0" spcFirstLastPara="1" rIns="0" wrap="square" tIns="0">
            <a:noAutofit/>
          </a:bodyPr>
          <a:lstStyle/>
          <a:p>
            <a:pPr indent="-279400" lvl="0" marL="342900" marR="0" rtl="0" algn="l">
              <a:lnSpc>
                <a:spcPct val="115000"/>
              </a:lnSpc>
              <a:spcBef>
                <a:spcPts val="0"/>
              </a:spcBef>
              <a:spcAft>
                <a:spcPts val="0"/>
              </a:spcAft>
              <a:buClr>
                <a:srgbClr val="7E99FE"/>
              </a:buClr>
              <a:buSzPts val="800"/>
              <a:buFont typeface="Montserrat"/>
              <a:buChar char="➔"/>
            </a:pPr>
            <a:r>
              <a:rPr lang="en-US" sz="800">
                <a:solidFill>
                  <a:srgbClr val="FFFFFF"/>
                </a:solidFill>
                <a:latin typeface="Montserrat"/>
                <a:ea typeface="Montserrat"/>
                <a:cs typeface="Montserrat"/>
                <a:sym typeface="Montserrat"/>
              </a:rPr>
              <a:t>xxxxx</a:t>
            </a:r>
            <a:endParaRPr sz="800">
              <a:solidFill>
                <a:srgbClr val="FFFFFF"/>
              </a:solidFill>
              <a:latin typeface="Montserrat"/>
              <a:ea typeface="Montserrat"/>
              <a:cs typeface="Montserrat"/>
              <a:sym typeface="Montserrat"/>
            </a:endParaRPr>
          </a:p>
          <a:p>
            <a:pPr indent="-279400" lvl="0" marL="342900" marR="0" rtl="0" algn="l">
              <a:lnSpc>
                <a:spcPct val="115000"/>
              </a:lnSpc>
              <a:spcBef>
                <a:spcPts val="0"/>
              </a:spcBef>
              <a:spcAft>
                <a:spcPts val="0"/>
              </a:spcAft>
              <a:buClr>
                <a:srgbClr val="7E99FE"/>
              </a:buClr>
              <a:buSzPts val="800"/>
              <a:buFont typeface="Montserrat"/>
              <a:buChar char="➔"/>
            </a:pPr>
            <a:r>
              <a:rPr lang="en-US" sz="800">
                <a:solidFill>
                  <a:srgbClr val="FFFFFF"/>
                </a:solidFill>
                <a:latin typeface="Montserrat"/>
                <a:ea typeface="Montserrat"/>
                <a:cs typeface="Montserrat"/>
                <a:sym typeface="Montserrat"/>
              </a:rPr>
              <a:t>xxxxx</a:t>
            </a:r>
            <a:endParaRPr sz="800">
              <a:solidFill>
                <a:srgbClr val="FFFFFF"/>
              </a:solidFill>
              <a:latin typeface="Montserrat"/>
              <a:ea typeface="Montserrat"/>
              <a:cs typeface="Montserrat"/>
              <a:sym typeface="Montserrat"/>
            </a:endParaRPr>
          </a:p>
        </p:txBody>
      </p:sp>
      <p:pic>
        <p:nvPicPr>
          <p:cNvPr descr="/home/claude/build/img/photo_f1.jpg" id="513" name="Google Shape;513;g3f8da4ebb8d_0_63"/>
          <p:cNvPicPr preferRelativeResize="0"/>
          <p:nvPr/>
        </p:nvPicPr>
        <p:blipFill rotWithShape="1">
          <a:blip r:embed="rId3">
            <a:alphaModFix/>
          </a:blip>
          <a:srcRect b="0" l="0" r="18006" t="18093"/>
          <a:stretch/>
        </p:blipFill>
        <p:spPr>
          <a:xfrm>
            <a:off x="6710100" y="1908414"/>
            <a:ext cx="1862400" cy="1972500"/>
          </a:xfrm>
          <a:prstGeom prst="roundRect">
            <a:avLst>
              <a:gd fmla="val 6720" name="adj"/>
            </a:avLst>
          </a:prstGeom>
          <a:noFill/>
          <a:ln>
            <a:noFill/>
          </a:ln>
        </p:spPr>
      </p:pic>
      <p:sp>
        <p:nvSpPr>
          <p:cNvPr id="514" name="Google Shape;514;g3f8da4ebb8d_0_63"/>
          <p:cNvSpPr txBox="1"/>
          <p:nvPr/>
        </p:nvSpPr>
        <p:spPr>
          <a:xfrm>
            <a:off x="681850" y="2210950"/>
            <a:ext cx="3601200" cy="1625100"/>
          </a:xfrm>
          <a:prstGeom prst="rect">
            <a:avLst/>
          </a:prstGeom>
          <a:noFill/>
          <a:ln>
            <a:noFill/>
          </a:ln>
        </p:spPr>
        <p:txBody>
          <a:bodyPr anchorCtr="0" anchor="t" bIns="0" lIns="0" spcFirstLastPara="1" rIns="0" wrap="square" tIns="0">
            <a:noAutofit/>
          </a:bodyPr>
          <a:lstStyle/>
          <a:p>
            <a:pPr indent="-174625" lvl="0" marL="228600" marR="0" rtl="0" algn="l">
              <a:lnSpc>
                <a:spcPct val="115000"/>
              </a:lnSpc>
              <a:spcBef>
                <a:spcPts val="1000"/>
              </a:spcBef>
              <a:spcAft>
                <a:spcPts val="0"/>
              </a:spcAft>
              <a:buClr>
                <a:srgbClr val="2B5BFC"/>
              </a:buClr>
              <a:buSzPts val="500"/>
              <a:buFont typeface="Montserrat"/>
              <a:buChar char="●"/>
            </a:pPr>
            <a:r>
              <a:rPr lang="en-US" sz="800">
                <a:solidFill>
                  <a:srgbClr val="000033"/>
                </a:solidFill>
                <a:latin typeface="Montserrat"/>
                <a:ea typeface="Montserrat"/>
                <a:cs typeface="Montserrat"/>
                <a:sym typeface="Montserrat"/>
              </a:rPr>
              <a:t>xxxxx</a:t>
            </a:r>
            <a:endParaRPr sz="800">
              <a:solidFill>
                <a:srgbClr val="000033"/>
              </a:solidFill>
              <a:latin typeface="Montserrat"/>
              <a:ea typeface="Montserrat"/>
              <a:cs typeface="Montserrat"/>
              <a:sym typeface="Montserrat"/>
            </a:endParaRPr>
          </a:p>
          <a:p>
            <a:pPr indent="-174625" lvl="0" marL="228600" marR="0" rtl="0" algn="l">
              <a:lnSpc>
                <a:spcPct val="115000"/>
              </a:lnSpc>
              <a:spcBef>
                <a:spcPts val="1000"/>
              </a:spcBef>
              <a:spcAft>
                <a:spcPts val="0"/>
              </a:spcAft>
              <a:buClr>
                <a:srgbClr val="2B5BFC"/>
              </a:buClr>
              <a:buSzPts val="500"/>
              <a:buFont typeface="Montserrat"/>
              <a:buChar char="●"/>
            </a:pPr>
            <a:r>
              <a:rPr lang="en-US" sz="800">
                <a:solidFill>
                  <a:srgbClr val="000033"/>
                </a:solidFill>
                <a:latin typeface="Montserrat"/>
                <a:ea typeface="Montserrat"/>
                <a:cs typeface="Montserrat"/>
                <a:sym typeface="Montserrat"/>
              </a:rPr>
              <a:t>xxxxx</a:t>
            </a:r>
            <a:endParaRPr sz="800">
              <a:solidFill>
                <a:srgbClr val="000033"/>
              </a:solidFill>
              <a:latin typeface="Montserrat"/>
              <a:ea typeface="Montserrat"/>
              <a:cs typeface="Montserrat"/>
              <a:sym typeface="Montserrat"/>
            </a:endParaRPr>
          </a:p>
          <a:p>
            <a:pPr indent="-174625" lvl="0" marL="228600" marR="0" rtl="0" algn="l">
              <a:lnSpc>
                <a:spcPct val="115000"/>
              </a:lnSpc>
              <a:spcBef>
                <a:spcPts val="1000"/>
              </a:spcBef>
              <a:spcAft>
                <a:spcPts val="0"/>
              </a:spcAft>
              <a:buClr>
                <a:srgbClr val="2B5BFC"/>
              </a:buClr>
              <a:buSzPts val="500"/>
              <a:buFont typeface="Montserrat"/>
              <a:buChar char="●"/>
            </a:pPr>
            <a:r>
              <a:rPr lang="en-US" sz="800">
                <a:solidFill>
                  <a:srgbClr val="000033"/>
                </a:solidFill>
                <a:latin typeface="Montserrat"/>
                <a:ea typeface="Montserrat"/>
                <a:cs typeface="Montserrat"/>
                <a:sym typeface="Montserrat"/>
              </a:rPr>
              <a:t>xxxxx</a:t>
            </a:r>
            <a:endParaRPr sz="800">
              <a:solidFill>
                <a:srgbClr val="000033"/>
              </a:solidFill>
              <a:latin typeface="Montserrat"/>
              <a:ea typeface="Montserrat"/>
              <a:cs typeface="Montserrat"/>
              <a:sym typeface="Montserrat"/>
            </a:endParaRPr>
          </a:p>
        </p:txBody>
      </p:sp>
      <p:sp>
        <p:nvSpPr>
          <p:cNvPr id="515" name="Google Shape;515;g3f8da4ebb8d_0_63"/>
          <p:cNvSpPr txBox="1"/>
          <p:nvPr/>
        </p:nvSpPr>
        <p:spPr>
          <a:xfrm>
            <a:off x="4493825" y="2210950"/>
            <a:ext cx="2082900" cy="475200"/>
          </a:xfrm>
          <a:prstGeom prst="rect">
            <a:avLst/>
          </a:prstGeom>
          <a:noFill/>
          <a:ln>
            <a:noFill/>
          </a:ln>
        </p:spPr>
        <p:txBody>
          <a:bodyPr anchorCtr="0" anchor="t" bIns="91425" lIns="91425" spcFirstLastPara="1" rIns="91425" wrap="square" tIns="91425">
            <a:noAutofit/>
          </a:bodyPr>
          <a:lstStyle/>
          <a:p>
            <a:pPr indent="-209550" lvl="0" marL="228600" marR="0" rtl="0" algn="l">
              <a:lnSpc>
                <a:spcPct val="115000"/>
              </a:lnSpc>
              <a:spcBef>
                <a:spcPts val="1000"/>
              </a:spcBef>
              <a:spcAft>
                <a:spcPts val="0"/>
              </a:spcAft>
              <a:buClr>
                <a:srgbClr val="2B5BFC"/>
              </a:buClr>
              <a:buSzPts val="500"/>
              <a:buFont typeface="Montserrat"/>
              <a:buChar char="●"/>
            </a:pPr>
            <a:r>
              <a:rPr lang="en-US" sz="800">
                <a:solidFill>
                  <a:srgbClr val="000033"/>
                </a:solidFill>
                <a:latin typeface="Montserrat"/>
                <a:ea typeface="Montserrat"/>
                <a:cs typeface="Montserrat"/>
                <a:sym typeface="Montserrat"/>
              </a:rPr>
              <a:t>xxxx</a:t>
            </a:r>
            <a:endParaRPr sz="800">
              <a:solidFill>
                <a:srgbClr val="000033"/>
              </a:solidFill>
              <a:latin typeface="Montserrat"/>
              <a:ea typeface="Montserrat"/>
              <a:cs typeface="Montserrat"/>
              <a:sym typeface="Montserrat"/>
            </a:endParaRPr>
          </a:p>
          <a:p>
            <a:pPr indent="-209550" lvl="0" marL="228600" marR="0" rtl="0" algn="l">
              <a:lnSpc>
                <a:spcPct val="115000"/>
              </a:lnSpc>
              <a:spcBef>
                <a:spcPts val="1000"/>
              </a:spcBef>
              <a:spcAft>
                <a:spcPts val="0"/>
              </a:spcAft>
              <a:buClr>
                <a:srgbClr val="2B5BFC"/>
              </a:buClr>
              <a:buSzPts val="500"/>
              <a:buFont typeface="Montserrat"/>
              <a:buChar char="●"/>
            </a:pPr>
            <a:r>
              <a:rPr lang="en-US" sz="800">
                <a:solidFill>
                  <a:srgbClr val="000033"/>
                </a:solidFill>
                <a:latin typeface="Montserrat"/>
                <a:ea typeface="Montserrat"/>
                <a:cs typeface="Montserrat"/>
                <a:sym typeface="Montserrat"/>
              </a:rPr>
              <a:t>xxxx</a:t>
            </a:r>
            <a:endParaRPr sz="800">
              <a:solidFill>
                <a:srgbClr val="000033"/>
              </a:solidFill>
              <a:latin typeface="Montserrat"/>
              <a:ea typeface="Montserrat"/>
              <a:cs typeface="Montserrat"/>
              <a:sym typeface="Montserrat"/>
            </a:endParaRPr>
          </a:p>
          <a:p>
            <a:pPr indent="-209550" lvl="0" marL="228600" marR="0" rtl="0" algn="l">
              <a:lnSpc>
                <a:spcPct val="115000"/>
              </a:lnSpc>
              <a:spcBef>
                <a:spcPts val="1000"/>
              </a:spcBef>
              <a:spcAft>
                <a:spcPts val="0"/>
              </a:spcAft>
              <a:buClr>
                <a:srgbClr val="2B5BFC"/>
              </a:buClr>
              <a:buSzPts val="500"/>
              <a:buFont typeface="Montserrat"/>
              <a:buChar char="●"/>
            </a:pPr>
            <a:r>
              <a:rPr lang="en-US" sz="800">
                <a:solidFill>
                  <a:srgbClr val="000033"/>
                </a:solidFill>
                <a:latin typeface="Montserrat"/>
                <a:ea typeface="Montserrat"/>
                <a:cs typeface="Montserrat"/>
                <a:sym typeface="Montserrat"/>
              </a:rPr>
              <a:t>xxxx</a:t>
            </a:r>
            <a:endParaRPr sz="800">
              <a:solidFill>
                <a:srgbClr val="000033"/>
              </a:solidFill>
              <a:latin typeface="Montserrat"/>
              <a:ea typeface="Montserrat"/>
              <a:cs typeface="Montserrat"/>
              <a:sym typeface="Montserra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520" name="Shape 520"/>
        <p:cNvGrpSpPr/>
        <p:nvPr/>
      </p:nvGrpSpPr>
      <p:grpSpPr>
        <a:xfrm>
          <a:off x="0" y="0"/>
          <a:ext cx="0" cy="0"/>
          <a:chOff x="0" y="0"/>
          <a:chExt cx="0" cy="0"/>
        </a:xfrm>
      </p:grpSpPr>
      <p:sp>
        <p:nvSpPr>
          <p:cNvPr id="521" name="Google Shape;521;g3f8da4ebb8d_0_83"/>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PASO X</a:t>
            </a:r>
            <a:endParaRPr b="0" i="0" sz="1100" u="none" cap="none" strike="noStrike">
              <a:solidFill>
                <a:schemeClr val="dk1"/>
              </a:solidFill>
              <a:latin typeface="Calibri"/>
              <a:ea typeface="Calibri"/>
              <a:cs typeface="Calibri"/>
              <a:sym typeface="Calibri"/>
            </a:endParaRPr>
          </a:p>
        </p:txBody>
      </p:sp>
      <p:sp>
        <p:nvSpPr>
          <p:cNvPr id="522" name="Google Shape;522;g3f8da4ebb8d_0_83"/>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Nombre del</a:t>
            </a:r>
            <a:r>
              <a:rPr b="1" i="1" lang="en-US" sz="2100" u="none" cap="none" strike="noStrike">
                <a:solidFill>
                  <a:srgbClr val="2B5BFC"/>
                </a:solidFill>
                <a:latin typeface="Montserrat Black"/>
                <a:ea typeface="Montserrat Black"/>
                <a:cs typeface="Montserrat Black"/>
                <a:sym typeface="Montserrat Black"/>
              </a:rPr>
              <a:t> paso</a:t>
            </a:r>
            <a:endParaRPr b="0" i="0" sz="2100" u="none" cap="none" strike="noStrike">
              <a:solidFill>
                <a:schemeClr val="dk1"/>
              </a:solidFill>
              <a:latin typeface="Calibri"/>
              <a:ea typeface="Calibri"/>
              <a:cs typeface="Calibri"/>
              <a:sym typeface="Calibri"/>
            </a:endParaRPr>
          </a:p>
        </p:txBody>
      </p:sp>
      <p:sp>
        <p:nvSpPr>
          <p:cNvPr id="523" name="Google Shape;523;g3f8da4ebb8d_0_83"/>
          <p:cNvSpPr txBox="1"/>
          <p:nvPr/>
        </p:nvSpPr>
        <p:spPr>
          <a:xfrm>
            <a:off x="571500" y="1539850"/>
            <a:ext cx="6560700" cy="2742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575757"/>
              </a:buClr>
              <a:buSzPts val="1100"/>
              <a:buFont typeface="Montserrat"/>
              <a:buNone/>
            </a:pPr>
            <a:r>
              <a:rPr b="0" i="0" lang="en-US" sz="1100" u="none" cap="none" strike="noStrike">
                <a:solidFill>
                  <a:srgbClr val="000033"/>
                </a:solidFill>
                <a:latin typeface="Montserrat"/>
                <a:ea typeface="Montserrat"/>
                <a:cs typeface="Montserrat"/>
                <a:sym typeface="Montserrat"/>
              </a:rPr>
              <a:t>Una línea que resume el objetivo de esta etapa.</a:t>
            </a:r>
            <a:endParaRPr b="0" i="0" sz="1100" u="none" cap="none" strike="noStrike">
              <a:solidFill>
                <a:schemeClr val="dk1"/>
              </a:solidFill>
              <a:latin typeface="Calibri"/>
              <a:ea typeface="Calibri"/>
              <a:cs typeface="Calibri"/>
              <a:sym typeface="Calibri"/>
            </a:endParaRPr>
          </a:p>
        </p:txBody>
      </p:sp>
      <p:sp>
        <p:nvSpPr>
          <p:cNvPr id="524" name="Google Shape;524;g3f8da4ebb8d_0_83"/>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
        <p:nvSpPr>
          <p:cNvPr id="525" name="Google Shape;525;g3f8da4ebb8d_0_83"/>
          <p:cNvSpPr/>
          <p:nvPr/>
        </p:nvSpPr>
        <p:spPr>
          <a:xfrm>
            <a:off x="571500" y="1875250"/>
            <a:ext cx="3711300" cy="2038200"/>
          </a:xfrm>
          <a:prstGeom prst="roundRect">
            <a:avLst>
              <a:gd fmla="val 404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6" name="Google Shape;526;g3f8da4ebb8d_0_83"/>
          <p:cNvSpPr txBox="1"/>
          <p:nvPr/>
        </p:nvSpPr>
        <p:spPr>
          <a:xfrm>
            <a:off x="681800" y="1953819"/>
            <a:ext cx="3405300" cy="15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ACTIVIDADES CLAVE</a:t>
            </a:r>
            <a:endParaRPr b="0" i="0" sz="850" u="none" cap="none" strike="noStrike">
              <a:solidFill>
                <a:srgbClr val="000000"/>
              </a:solidFill>
              <a:latin typeface="Calibri"/>
              <a:ea typeface="Calibri"/>
              <a:cs typeface="Calibri"/>
              <a:sym typeface="Calibri"/>
            </a:endParaRPr>
          </a:p>
        </p:txBody>
      </p:sp>
      <p:sp>
        <p:nvSpPr>
          <p:cNvPr id="527" name="Google Shape;527;g3f8da4ebb8d_0_83"/>
          <p:cNvSpPr/>
          <p:nvPr/>
        </p:nvSpPr>
        <p:spPr>
          <a:xfrm>
            <a:off x="4405447" y="1875563"/>
            <a:ext cx="2214300" cy="2038200"/>
          </a:xfrm>
          <a:prstGeom prst="roundRect">
            <a:avLst>
              <a:gd fmla="val 404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 name="Google Shape;528;g3f8da4ebb8d_0_83"/>
          <p:cNvSpPr txBox="1"/>
          <p:nvPr/>
        </p:nvSpPr>
        <p:spPr>
          <a:xfrm>
            <a:off x="4493827" y="1964403"/>
            <a:ext cx="2248200" cy="15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REQUERIMIENTOS AL CLIENTE</a:t>
            </a:r>
            <a:endParaRPr b="0" i="0" sz="850" u="none" cap="none" strike="noStrike">
              <a:solidFill>
                <a:srgbClr val="000000"/>
              </a:solidFill>
              <a:latin typeface="Calibri"/>
              <a:ea typeface="Calibri"/>
              <a:cs typeface="Calibri"/>
              <a:sym typeface="Calibri"/>
            </a:endParaRPr>
          </a:p>
        </p:txBody>
      </p:sp>
      <p:sp>
        <p:nvSpPr>
          <p:cNvPr id="529" name="Google Shape;529;g3f8da4ebb8d_0_83"/>
          <p:cNvSpPr/>
          <p:nvPr/>
        </p:nvSpPr>
        <p:spPr>
          <a:xfrm>
            <a:off x="571500" y="4010673"/>
            <a:ext cx="8001000" cy="475200"/>
          </a:xfrm>
          <a:prstGeom prst="roundRect">
            <a:avLst>
              <a:gd fmla="val 12500" name="adj"/>
            </a:avLst>
          </a:prstGeom>
          <a:solidFill>
            <a:srgbClr val="000033"/>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0" name="Google Shape;530;g3f8da4ebb8d_0_83"/>
          <p:cNvSpPr txBox="1"/>
          <p:nvPr/>
        </p:nvSpPr>
        <p:spPr>
          <a:xfrm>
            <a:off x="790956" y="4051389"/>
            <a:ext cx="1280100" cy="141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800"/>
              <a:buFont typeface="Montserrat SemiBold"/>
              <a:buNone/>
            </a:pPr>
            <a:r>
              <a:rPr b="1" i="0" lang="en-US" sz="800" u="none" cap="none" strike="noStrike">
                <a:solidFill>
                  <a:srgbClr val="7E99FE"/>
                </a:solidFill>
                <a:latin typeface="Montserrat SemiBold"/>
                <a:ea typeface="Montserrat SemiBold"/>
                <a:cs typeface="Montserrat SemiBold"/>
                <a:sym typeface="Montserrat SemiBold"/>
              </a:rPr>
              <a:t>ENTREGABLES</a:t>
            </a:r>
            <a:endParaRPr b="0" i="0" sz="800" u="none" cap="none" strike="noStrike">
              <a:solidFill>
                <a:srgbClr val="000000"/>
              </a:solidFill>
              <a:latin typeface="Calibri"/>
              <a:ea typeface="Calibri"/>
              <a:cs typeface="Calibri"/>
              <a:sym typeface="Calibri"/>
            </a:endParaRPr>
          </a:p>
        </p:txBody>
      </p:sp>
      <p:sp>
        <p:nvSpPr>
          <p:cNvPr id="531" name="Google Shape;531;g3f8da4ebb8d_0_83"/>
          <p:cNvSpPr txBox="1"/>
          <p:nvPr/>
        </p:nvSpPr>
        <p:spPr>
          <a:xfrm>
            <a:off x="790950" y="4171577"/>
            <a:ext cx="7671000" cy="301200"/>
          </a:xfrm>
          <a:prstGeom prst="rect">
            <a:avLst/>
          </a:prstGeom>
          <a:noFill/>
          <a:ln>
            <a:noFill/>
          </a:ln>
        </p:spPr>
        <p:txBody>
          <a:bodyPr anchorCtr="0" anchor="ctr" bIns="0" lIns="0" spcFirstLastPara="1" rIns="0" wrap="square" tIns="0">
            <a:noAutofit/>
          </a:bodyPr>
          <a:lstStyle/>
          <a:p>
            <a:pPr indent="-279400" lvl="0" marL="342900" marR="0" rtl="0" algn="l">
              <a:lnSpc>
                <a:spcPct val="115000"/>
              </a:lnSpc>
              <a:spcBef>
                <a:spcPts val="0"/>
              </a:spcBef>
              <a:spcAft>
                <a:spcPts val="0"/>
              </a:spcAft>
              <a:buClr>
                <a:srgbClr val="7E99FE"/>
              </a:buClr>
              <a:buSzPts val="800"/>
              <a:buFont typeface="Montserrat"/>
              <a:buChar char="➔"/>
            </a:pPr>
            <a:r>
              <a:rPr lang="en-US" sz="800">
                <a:solidFill>
                  <a:srgbClr val="FFFFFF"/>
                </a:solidFill>
                <a:latin typeface="Montserrat"/>
                <a:ea typeface="Montserrat"/>
                <a:cs typeface="Montserrat"/>
                <a:sym typeface="Montserrat"/>
              </a:rPr>
              <a:t>xxxxx</a:t>
            </a:r>
            <a:endParaRPr sz="800">
              <a:solidFill>
                <a:srgbClr val="FFFFFF"/>
              </a:solidFill>
              <a:latin typeface="Montserrat"/>
              <a:ea typeface="Montserrat"/>
              <a:cs typeface="Montserrat"/>
              <a:sym typeface="Montserrat"/>
            </a:endParaRPr>
          </a:p>
          <a:p>
            <a:pPr indent="-279400" lvl="0" marL="342900" marR="0" rtl="0" algn="l">
              <a:lnSpc>
                <a:spcPct val="115000"/>
              </a:lnSpc>
              <a:spcBef>
                <a:spcPts val="0"/>
              </a:spcBef>
              <a:spcAft>
                <a:spcPts val="0"/>
              </a:spcAft>
              <a:buClr>
                <a:srgbClr val="7E99FE"/>
              </a:buClr>
              <a:buSzPts val="800"/>
              <a:buFont typeface="Montserrat"/>
              <a:buChar char="➔"/>
            </a:pPr>
            <a:r>
              <a:rPr lang="en-US" sz="800">
                <a:solidFill>
                  <a:srgbClr val="FFFFFF"/>
                </a:solidFill>
                <a:latin typeface="Montserrat"/>
                <a:ea typeface="Montserrat"/>
                <a:cs typeface="Montserrat"/>
                <a:sym typeface="Montserrat"/>
              </a:rPr>
              <a:t>xxxxx</a:t>
            </a:r>
            <a:endParaRPr sz="800">
              <a:solidFill>
                <a:srgbClr val="FFFFFF"/>
              </a:solidFill>
              <a:latin typeface="Montserrat"/>
              <a:ea typeface="Montserrat"/>
              <a:cs typeface="Montserrat"/>
              <a:sym typeface="Montserrat"/>
            </a:endParaRPr>
          </a:p>
        </p:txBody>
      </p:sp>
      <p:pic>
        <p:nvPicPr>
          <p:cNvPr descr="/home/claude/build/img/photo_f1.jpg" id="532" name="Google Shape;532;g3f8da4ebb8d_0_83"/>
          <p:cNvPicPr preferRelativeResize="0"/>
          <p:nvPr/>
        </p:nvPicPr>
        <p:blipFill rotWithShape="1">
          <a:blip r:embed="rId3">
            <a:alphaModFix/>
          </a:blip>
          <a:srcRect b="0" l="0" r="18006" t="18093"/>
          <a:stretch/>
        </p:blipFill>
        <p:spPr>
          <a:xfrm>
            <a:off x="6710100" y="1908414"/>
            <a:ext cx="1862400" cy="1972500"/>
          </a:xfrm>
          <a:prstGeom prst="roundRect">
            <a:avLst>
              <a:gd fmla="val 6720" name="adj"/>
            </a:avLst>
          </a:prstGeom>
          <a:noFill/>
          <a:ln>
            <a:noFill/>
          </a:ln>
        </p:spPr>
      </p:pic>
      <p:sp>
        <p:nvSpPr>
          <p:cNvPr id="533" name="Google Shape;533;g3f8da4ebb8d_0_83"/>
          <p:cNvSpPr txBox="1"/>
          <p:nvPr/>
        </p:nvSpPr>
        <p:spPr>
          <a:xfrm>
            <a:off x="681850" y="2210950"/>
            <a:ext cx="3601200" cy="1625100"/>
          </a:xfrm>
          <a:prstGeom prst="rect">
            <a:avLst/>
          </a:prstGeom>
          <a:noFill/>
          <a:ln>
            <a:noFill/>
          </a:ln>
        </p:spPr>
        <p:txBody>
          <a:bodyPr anchorCtr="0" anchor="t" bIns="0" lIns="0" spcFirstLastPara="1" rIns="0" wrap="square" tIns="0">
            <a:noAutofit/>
          </a:bodyPr>
          <a:lstStyle/>
          <a:p>
            <a:pPr indent="-174625" lvl="0" marL="228600" marR="0" rtl="0" algn="l">
              <a:lnSpc>
                <a:spcPct val="115000"/>
              </a:lnSpc>
              <a:spcBef>
                <a:spcPts val="1000"/>
              </a:spcBef>
              <a:spcAft>
                <a:spcPts val="0"/>
              </a:spcAft>
              <a:buClr>
                <a:srgbClr val="2B5BFC"/>
              </a:buClr>
              <a:buSzPts val="500"/>
              <a:buFont typeface="Montserrat"/>
              <a:buChar char="●"/>
            </a:pPr>
            <a:r>
              <a:rPr lang="en-US" sz="800">
                <a:solidFill>
                  <a:srgbClr val="000033"/>
                </a:solidFill>
                <a:latin typeface="Montserrat"/>
                <a:ea typeface="Montserrat"/>
                <a:cs typeface="Montserrat"/>
                <a:sym typeface="Montserrat"/>
              </a:rPr>
              <a:t>xxxxx</a:t>
            </a:r>
            <a:endParaRPr sz="800">
              <a:solidFill>
                <a:srgbClr val="000033"/>
              </a:solidFill>
              <a:latin typeface="Montserrat"/>
              <a:ea typeface="Montserrat"/>
              <a:cs typeface="Montserrat"/>
              <a:sym typeface="Montserrat"/>
            </a:endParaRPr>
          </a:p>
          <a:p>
            <a:pPr indent="-174625" lvl="0" marL="228600" marR="0" rtl="0" algn="l">
              <a:lnSpc>
                <a:spcPct val="115000"/>
              </a:lnSpc>
              <a:spcBef>
                <a:spcPts val="1000"/>
              </a:spcBef>
              <a:spcAft>
                <a:spcPts val="0"/>
              </a:spcAft>
              <a:buClr>
                <a:srgbClr val="2B5BFC"/>
              </a:buClr>
              <a:buSzPts val="500"/>
              <a:buFont typeface="Montserrat"/>
              <a:buChar char="●"/>
            </a:pPr>
            <a:r>
              <a:rPr lang="en-US" sz="800">
                <a:solidFill>
                  <a:srgbClr val="000033"/>
                </a:solidFill>
                <a:latin typeface="Montserrat"/>
                <a:ea typeface="Montserrat"/>
                <a:cs typeface="Montserrat"/>
                <a:sym typeface="Montserrat"/>
              </a:rPr>
              <a:t>xxxxx</a:t>
            </a:r>
            <a:endParaRPr sz="800">
              <a:solidFill>
                <a:srgbClr val="000033"/>
              </a:solidFill>
              <a:latin typeface="Montserrat"/>
              <a:ea typeface="Montserrat"/>
              <a:cs typeface="Montserrat"/>
              <a:sym typeface="Montserrat"/>
            </a:endParaRPr>
          </a:p>
          <a:p>
            <a:pPr indent="-174625" lvl="0" marL="228600" marR="0" rtl="0" algn="l">
              <a:lnSpc>
                <a:spcPct val="115000"/>
              </a:lnSpc>
              <a:spcBef>
                <a:spcPts val="1000"/>
              </a:spcBef>
              <a:spcAft>
                <a:spcPts val="0"/>
              </a:spcAft>
              <a:buClr>
                <a:srgbClr val="2B5BFC"/>
              </a:buClr>
              <a:buSzPts val="500"/>
              <a:buFont typeface="Montserrat"/>
              <a:buChar char="●"/>
            </a:pPr>
            <a:r>
              <a:rPr lang="en-US" sz="800">
                <a:solidFill>
                  <a:srgbClr val="000033"/>
                </a:solidFill>
                <a:latin typeface="Montserrat"/>
                <a:ea typeface="Montserrat"/>
                <a:cs typeface="Montserrat"/>
                <a:sym typeface="Montserrat"/>
              </a:rPr>
              <a:t>xxxxx</a:t>
            </a:r>
            <a:endParaRPr sz="800">
              <a:solidFill>
                <a:srgbClr val="000033"/>
              </a:solidFill>
              <a:latin typeface="Montserrat"/>
              <a:ea typeface="Montserrat"/>
              <a:cs typeface="Montserrat"/>
              <a:sym typeface="Montserrat"/>
            </a:endParaRPr>
          </a:p>
        </p:txBody>
      </p:sp>
      <p:sp>
        <p:nvSpPr>
          <p:cNvPr id="534" name="Google Shape;534;g3f8da4ebb8d_0_83"/>
          <p:cNvSpPr txBox="1"/>
          <p:nvPr/>
        </p:nvSpPr>
        <p:spPr>
          <a:xfrm>
            <a:off x="4493825" y="2210950"/>
            <a:ext cx="2082900" cy="475200"/>
          </a:xfrm>
          <a:prstGeom prst="rect">
            <a:avLst/>
          </a:prstGeom>
          <a:noFill/>
          <a:ln>
            <a:noFill/>
          </a:ln>
        </p:spPr>
        <p:txBody>
          <a:bodyPr anchorCtr="0" anchor="t" bIns="91425" lIns="91425" spcFirstLastPara="1" rIns="91425" wrap="square" tIns="91425">
            <a:noAutofit/>
          </a:bodyPr>
          <a:lstStyle/>
          <a:p>
            <a:pPr indent="-209550" lvl="0" marL="228600" marR="0" rtl="0" algn="l">
              <a:lnSpc>
                <a:spcPct val="115000"/>
              </a:lnSpc>
              <a:spcBef>
                <a:spcPts val="1000"/>
              </a:spcBef>
              <a:spcAft>
                <a:spcPts val="0"/>
              </a:spcAft>
              <a:buClr>
                <a:srgbClr val="2B5BFC"/>
              </a:buClr>
              <a:buSzPts val="500"/>
              <a:buFont typeface="Montserrat"/>
              <a:buChar char="●"/>
            </a:pPr>
            <a:r>
              <a:rPr lang="en-US" sz="800">
                <a:solidFill>
                  <a:srgbClr val="000033"/>
                </a:solidFill>
                <a:latin typeface="Montserrat"/>
                <a:ea typeface="Montserrat"/>
                <a:cs typeface="Montserrat"/>
                <a:sym typeface="Montserrat"/>
              </a:rPr>
              <a:t>xxxx</a:t>
            </a:r>
            <a:endParaRPr sz="800">
              <a:solidFill>
                <a:srgbClr val="000033"/>
              </a:solidFill>
              <a:latin typeface="Montserrat"/>
              <a:ea typeface="Montserrat"/>
              <a:cs typeface="Montserrat"/>
              <a:sym typeface="Montserrat"/>
            </a:endParaRPr>
          </a:p>
          <a:p>
            <a:pPr indent="-209550" lvl="0" marL="228600" marR="0" rtl="0" algn="l">
              <a:lnSpc>
                <a:spcPct val="115000"/>
              </a:lnSpc>
              <a:spcBef>
                <a:spcPts val="1000"/>
              </a:spcBef>
              <a:spcAft>
                <a:spcPts val="0"/>
              </a:spcAft>
              <a:buClr>
                <a:srgbClr val="2B5BFC"/>
              </a:buClr>
              <a:buSzPts val="500"/>
              <a:buFont typeface="Montserrat"/>
              <a:buChar char="●"/>
            </a:pPr>
            <a:r>
              <a:rPr lang="en-US" sz="800">
                <a:solidFill>
                  <a:srgbClr val="000033"/>
                </a:solidFill>
                <a:latin typeface="Montserrat"/>
                <a:ea typeface="Montserrat"/>
                <a:cs typeface="Montserrat"/>
                <a:sym typeface="Montserrat"/>
              </a:rPr>
              <a:t>xxxx</a:t>
            </a:r>
            <a:endParaRPr sz="800">
              <a:solidFill>
                <a:srgbClr val="000033"/>
              </a:solidFill>
              <a:latin typeface="Montserrat"/>
              <a:ea typeface="Montserrat"/>
              <a:cs typeface="Montserrat"/>
              <a:sym typeface="Montserrat"/>
            </a:endParaRPr>
          </a:p>
          <a:p>
            <a:pPr indent="-209550" lvl="0" marL="228600" marR="0" rtl="0" algn="l">
              <a:lnSpc>
                <a:spcPct val="115000"/>
              </a:lnSpc>
              <a:spcBef>
                <a:spcPts val="1000"/>
              </a:spcBef>
              <a:spcAft>
                <a:spcPts val="0"/>
              </a:spcAft>
              <a:buClr>
                <a:srgbClr val="2B5BFC"/>
              </a:buClr>
              <a:buSzPts val="500"/>
              <a:buFont typeface="Montserrat"/>
              <a:buChar char="●"/>
            </a:pPr>
            <a:r>
              <a:rPr lang="en-US" sz="800">
                <a:solidFill>
                  <a:srgbClr val="000033"/>
                </a:solidFill>
                <a:latin typeface="Montserrat"/>
                <a:ea typeface="Montserrat"/>
                <a:cs typeface="Montserrat"/>
                <a:sym typeface="Montserrat"/>
              </a:rPr>
              <a:t>xxxx</a:t>
            </a:r>
            <a:endParaRPr sz="800">
              <a:solidFill>
                <a:srgbClr val="000033"/>
              </a:solidFill>
              <a:latin typeface="Montserrat"/>
              <a:ea typeface="Montserrat"/>
              <a:cs typeface="Montserrat"/>
              <a:sym typeface="Montserrat"/>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9" name="Shape 539"/>
        <p:cNvGrpSpPr/>
        <p:nvPr/>
      </p:nvGrpSpPr>
      <p:grpSpPr>
        <a:xfrm>
          <a:off x="0" y="0"/>
          <a:ext cx="0" cy="0"/>
          <a:chOff x="0" y="0"/>
          <a:chExt cx="0" cy="0"/>
        </a:xfrm>
      </p:grpSpPr>
      <p:sp>
        <p:nvSpPr>
          <p:cNvPr id="540" name="Google Shape;540;p24"/>
          <p:cNvSpPr/>
          <p:nvPr/>
        </p:nvSpPr>
        <p:spPr>
          <a:xfrm>
            <a:off x="0" y="0"/>
            <a:ext cx="9144000" cy="5143500"/>
          </a:xfrm>
          <a:prstGeom prst="rect">
            <a:avLst/>
          </a:prstGeom>
          <a:solidFill>
            <a:srgbClr val="000033"/>
          </a:solidFill>
          <a:ln>
            <a:noFill/>
          </a:ln>
        </p:spPr>
        <p:txBody>
          <a:bodyPr anchorCtr="0" anchor="ctr" bIns="45725" lIns="45725" spcFirstLastPara="1" rIns="45725" wrap="square" tIns="457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541" name="Google Shape;541;p24"/>
          <p:cNvPicPr preferRelativeResize="0"/>
          <p:nvPr/>
        </p:nvPicPr>
        <p:blipFill rotWithShape="1">
          <a:blip r:embed="rId3">
            <a:alphaModFix/>
          </a:blip>
          <a:srcRect b="0" l="0" r="0" t="0"/>
          <a:stretch/>
        </p:blipFill>
        <p:spPr>
          <a:xfrm>
            <a:off x="0" y="0"/>
            <a:ext cx="9143998" cy="5143501"/>
          </a:xfrm>
          <a:prstGeom prst="rect">
            <a:avLst/>
          </a:prstGeom>
          <a:noFill/>
          <a:ln>
            <a:noFill/>
          </a:ln>
        </p:spPr>
      </p:pic>
      <p:pic>
        <p:nvPicPr>
          <p:cNvPr descr="preencoded.png" id="542" name="Google Shape;542;p24"/>
          <p:cNvPicPr preferRelativeResize="0"/>
          <p:nvPr/>
        </p:nvPicPr>
        <p:blipFill rotWithShape="1">
          <a:blip r:embed="rId4">
            <a:alphaModFix/>
          </a:blip>
          <a:srcRect b="0" l="0" r="0" t="0"/>
          <a:stretch/>
        </p:blipFill>
        <p:spPr>
          <a:xfrm>
            <a:off x="571500" y="399117"/>
            <a:ext cx="8001000" cy="244750"/>
          </a:xfrm>
          <a:prstGeom prst="rect">
            <a:avLst/>
          </a:prstGeom>
          <a:noFill/>
          <a:ln>
            <a:noFill/>
          </a:ln>
        </p:spPr>
      </p:pic>
      <p:pic>
        <p:nvPicPr>
          <p:cNvPr descr="preencoded.png" id="543" name="Google Shape;543;p24"/>
          <p:cNvPicPr preferRelativeResize="0"/>
          <p:nvPr/>
        </p:nvPicPr>
        <p:blipFill rotWithShape="1">
          <a:blip r:embed="rId5">
            <a:alphaModFix/>
          </a:blip>
          <a:srcRect b="0" l="0" r="0" t="0"/>
          <a:stretch/>
        </p:blipFill>
        <p:spPr>
          <a:xfrm>
            <a:off x="0" y="0"/>
            <a:ext cx="9143998" cy="5143501"/>
          </a:xfrm>
          <a:prstGeom prst="rect">
            <a:avLst/>
          </a:prstGeom>
          <a:noFill/>
          <a:ln>
            <a:noFill/>
          </a:ln>
        </p:spPr>
      </p:pic>
      <p:sp>
        <p:nvSpPr>
          <p:cNvPr id="544" name="Google Shape;544;p24"/>
          <p:cNvSpPr/>
          <p:nvPr/>
        </p:nvSpPr>
        <p:spPr>
          <a:xfrm>
            <a:off x="571500" y="4593432"/>
            <a:ext cx="12810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 </a:t>
            </a:r>
            <a:endParaRPr b="0" i="0" sz="1100" u="none" cap="none" strike="noStrike">
              <a:solidFill>
                <a:schemeClr val="dk1"/>
              </a:solidFill>
              <a:latin typeface="Calibri"/>
              <a:ea typeface="Calibri"/>
              <a:cs typeface="Calibri"/>
              <a:sym typeface="Calibri"/>
            </a:endParaRPr>
          </a:p>
        </p:txBody>
      </p:sp>
      <p:sp>
        <p:nvSpPr>
          <p:cNvPr id="545" name="Google Shape;545;p24"/>
          <p:cNvSpPr/>
          <p:nvPr/>
        </p:nvSpPr>
        <p:spPr>
          <a:xfrm>
            <a:off x="1676144" y="506083"/>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FFFFFF"/>
              </a:buClr>
              <a:buSzPts val="300"/>
              <a:buFont typeface="Montserrat SemiBold"/>
              <a:buNone/>
            </a:pPr>
            <a:r>
              <a:rPr b="1" i="0" lang="en-US" sz="300" u="none" cap="none" strike="noStrike">
                <a:solidFill>
                  <a:srgbClr val="FFFFFF"/>
                </a:solidFill>
                <a:latin typeface="Montserrat SemiBold"/>
                <a:ea typeface="Montserrat SemiBold"/>
                <a:cs typeface="Montserrat SemiBold"/>
                <a:sym typeface="Montserrat SemiBold"/>
              </a:rPr>
              <a:t>AÑOS </a:t>
            </a:r>
            <a:endParaRPr b="0" i="0" sz="300" u="none" cap="none" strike="noStrike">
              <a:solidFill>
                <a:schemeClr val="dk1"/>
              </a:solidFill>
              <a:latin typeface="Calibri"/>
              <a:ea typeface="Calibri"/>
              <a:cs typeface="Calibri"/>
              <a:sym typeface="Calibri"/>
            </a:endParaRPr>
          </a:p>
        </p:txBody>
      </p:sp>
      <p:sp>
        <p:nvSpPr>
          <p:cNvPr id="546" name="Google Shape;546;p24"/>
          <p:cNvSpPr/>
          <p:nvPr/>
        </p:nvSpPr>
        <p:spPr>
          <a:xfrm>
            <a:off x="571500" y="1762581"/>
            <a:ext cx="11001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C5D5F7"/>
              </a:buClr>
              <a:buSzPts val="1200"/>
              <a:buFont typeface="Montserrat"/>
              <a:buNone/>
            </a:pPr>
            <a:r>
              <a:rPr b="1" i="0" lang="en-US" sz="1200" u="none" cap="none" strike="noStrike">
                <a:solidFill>
                  <a:srgbClr val="C5D5F7"/>
                </a:solidFill>
                <a:latin typeface="Montserrat"/>
                <a:ea typeface="Montserrat"/>
                <a:cs typeface="Montserrat"/>
                <a:sym typeface="Montserrat"/>
              </a:rPr>
              <a:t>SECCIÓN 0</a:t>
            </a:r>
            <a:r>
              <a:rPr b="1" lang="en-US" sz="1200">
                <a:solidFill>
                  <a:srgbClr val="C5D5F7"/>
                </a:solidFill>
                <a:latin typeface="Montserrat"/>
                <a:ea typeface="Montserrat"/>
                <a:cs typeface="Montserrat"/>
                <a:sym typeface="Montserrat"/>
              </a:rPr>
              <a:t>7</a:t>
            </a:r>
            <a:r>
              <a:rPr b="1" i="0" lang="en-US" sz="1200" u="none" cap="none" strike="noStrike">
                <a:solidFill>
                  <a:srgbClr val="C5D5F7"/>
                </a:solidFill>
                <a:latin typeface="Montserrat"/>
                <a:ea typeface="Montserrat"/>
                <a:cs typeface="Montserrat"/>
                <a:sym typeface="Montserrat"/>
              </a:rPr>
              <a:t> </a:t>
            </a:r>
            <a:endParaRPr b="0" i="0" sz="1200" u="none" cap="none" strike="noStrike">
              <a:solidFill>
                <a:schemeClr val="dk1"/>
              </a:solidFill>
              <a:latin typeface="Calibri"/>
              <a:ea typeface="Calibri"/>
              <a:cs typeface="Calibri"/>
              <a:sym typeface="Calibri"/>
            </a:endParaRPr>
          </a:p>
        </p:txBody>
      </p:sp>
      <p:sp>
        <p:nvSpPr>
          <p:cNvPr id="547" name="Google Shape;547;p24"/>
          <p:cNvSpPr/>
          <p:nvPr/>
        </p:nvSpPr>
        <p:spPr>
          <a:xfrm>
            <a:off x="571500" y="2988925"/>
            <a:ext cx="5196000" cy="485700"/>
          </a:xfrm>
          <a:prstGeom prst="rect">
            <a:avLst/>
          </a:prstGeom>
          <a:noFill/>
          <a:ln>
            <a:noFill/>
          </a:ln>
        </p:spPr>
        <p:txBody>
          <a:bodyPr anchorCtr="0" anchor="t" bIns="0" lIns="0" spcFirstLastPara="1" rIns="0" wrap="square" tIns="0">
            <a:noAutofit/>
          </a:bodyPr>
          <a:lstStyle/>
          <a:p>
            <a:pPr indent="0" lvl="0" marL="0" marR="0" rtl="0" algn="l">
              <a:lnSpc>
                <a:spcPct val="105843"/>
              </a:lnSpc>
              <a:spcBef>
                <a:spcPts val="0"/>
              </a:spcBef>
              <a:spcAft>
                <a:spcPts val="0"/>
              </a:spcAft>
              <a:buClr>
                <a:srgbClr val="C5D5F7"/>
              </a:buClr>
              <a:buSzPts val="1300"/>
              <a:buFont typeface="Montserrat Medium"/>
              <a:buNone/>
            </a:pPr>
            <a:r>
              <a:rPr b="0" i="0" lang="en-US" sz="1300" u="none" cap="none" strike="noStrike">
                <a:solidFill>
                  <a:srgbClr val="C5D5F7"/>
                </a:solidFill>
                <a:latin typeface="Montserrat Medium"/>
                <a:ea typeface="Montserrat Medium"/>
                <a:cs typeface="Montserrat Medium"/>
                <a:sym typeface="Montserrat Medium"/>
              </a:rPr>
              <a:t>Planificación temporal y propuestas de inversión económica estimadas para el desarrollo del proyecto. </a:t>
            </a:r>
            <a:endParaRPr b="0" i="0" sz="1300" u="none" cap="none" strike="noStrike">
              <a:solidFill>
                <a:schemeClr val="dk1"/>
              </a:solidFill>
              <a:latin typeface="Calibri"/>
              <a:ea typeface="Calibri"/>
              <a:cs typeface="Calibri"/>
              <a:sym typeface="Calibri"/>
            </a:endParaRPr>
          </a:p>
        </p:txBody>
      </p:sp>
      <p:sp>
        <p:nvSpPr>
          <p:cNvPr id="548" name="Google Shape;548;p24"/>
          <p:cNvSpPr/>
          <p:nvPr/>
        </p:nvSpPr>
        <p:spPr>
          <a:xfrm>
            <a:off x="571500" y="2155488"/>
            <a:ext cx="7839000" cy="695400"/>
          </a:xfrm>
          <a:prstGeom prst="rect">
            <a:avLst/>
          </a:prstGeom>
          <a:noFill/>
          <a:ln>
            <a:noFill/>
          </a:ln>
        </p:spPr>
        <p:txBody>
          <a:bodyPr anchorCtr="0" anchor="t" bIns="0" lIns="0" spcFirstLastPara="1" rIns="0" wrap="square" tIns="0">
            <a:noAutofit/>
          </a:bodyPr>
          <a:lstStyle/>
          <a:p>
            <a:pPr indent="0" lvl="0" marL="0" marR="0" rtl="0" algn="l">
              <a:lnSpc>
                <a:spcPct val="88188"/>
              </a:lnSpc>
              <a:spcBef>
                <a:spcPts val="0"/>
              </a:spcBef>
              <a:spcAft>
                <a:spcPts val="0"/>
              </a:spcAft>
              <a:buClr>
                <a:srgbClr val="FFFFFF"/>
              </a:buClr>
              <a:buSzPts val="4500"/>
              <a:buFont typeface="Montserrat ExtraBold"/>
              <a:buNone/>
            </a:pPr>
            <a:r>
              <a:rPr b="1" i="0" lang="en-US" sz="4500" u="none" cap="none" strike="noStrike">
                <a:solidFill>
                  <a:srgbClr val="FFFFFF"/>
                </a:solidFill>
                <a:latin typeface="Montserrat ExtraBold"/>
                <a:ea typeface="Montserrat ExtraBold"/>
                <a:cs typeface="Montserrat ExtraBold"/>
                <a:sym typeface="Montserrat ExtraBold"/>
              </a:rPr>
              <a:t>Cronograma </a:t>
            </a:r>
            <a:endParaRPr b="0" i="0" sz="4500" u="none" cap="none" strike="noStrike">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553" name="Shape 553"/>
        <p:cNvGrpSpPr/>
        <p:nvPr/>
      </p:nvGrpSpPr>
      <p:grpSpPr>
        <a:xfrm>
          <a:off x="0" y="0"/>
          <a:ext cx="0" cy="0"/>
          <a:chOff x="0" y="0"/>
          <a:chExt cx="0" cy="0"/>
        </a:xfrm>
      </p:grpSpPr>
      <p:sp>
        <p:nvSpPr>
          <p:cNvPr id="554" name="Google Shape;554;p25"/>
          <p:cNvSpPr/>
          <p:nvPr/>
        </p:nvSpPr>
        <p:spPr>
          <a:xfrm>
            <a:off x="571500" y="4591050"/>
            <a:ext cx="1362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neoconsulting.ai </a:t>
            </a:r>
            <a:endParaRPr b="0" i="0" sz="1200" u="none" cap="none" strike="noStrike">
              <a:solidFill>
                <a:schemeClr val="dk1"/>
              </a:solidFill>
              <a:latin typeface="Calibri"/>
              <a:ea typeface="Calibri"/>
              <a:cs typeface="Calibri"/>
              <a:sym typeface="Calibri"/>
            </a:endParaRPr>
          </a:p>
        </p:txBody>
      </p:sp>
      <p:sp>
        <p:nvSpPr>
          <p:cNvPr id="555" name="Google Shape;555;p25"/>
          <p:cNvSpPr/>
          <p:nvPr/>
        </p:nvSpPr>
        <p:spPr>
          <a:xfrm>
            <a:off x="590550" y="933450"/>
            <a:ext cx="6048300" cy="261900"/>
          </a:xfrm>
          <a:prstGeom prst="rect">
            <a:avLst/>
          </a:prstGeom>
          <a:noFill/>
          <a:ln>
            <a:noFill/>
          </a:ln>
        </p:spPr>
        <p:txBody>
          <a:bodyPr anchorCtr="0" anchor="t" bIns="0" lIns="0" spcFirstLastPara="1" rIns="0" wrap="square" tIns="0">
            <a:noAutofit/>
          </a:bodyPr>
          <a:lstStyle/>
          <a:p>
            <a:pPr indent="0" lvl="0" marL="0" marR="0" rtl="0" algn="l">
              <a:lnSpc>
                <a:spcPct val="88181"/>
              </a:lnSpc>
              <a:spcBef>
                <a:spcPts val="0"/>
              </a:spcBef>
              <a:spcAft>
                <a:spcPts val="0"/>
              </a:spcAft>
              <a:buClr>
                <a:srgbClr val="0D1B3E"/>
              </a:buClr>
              <a:buSzPts val="1700"/>
              <a:buFont typeface="Montserrat ExtraBold"/>
              <a:buNone/>
            </a:pPr>
            <a:r>
              <a:rPr b="1" i="0" lang="en-US" sz="1700" u="none" cap="none" strike="noStrike">
                <a:solidFill>
                  <a:srgbClr val="000033"/>
                </a:solidFill>
                <a:latin typeface="Montserrat ExtraBold"/>
                <a:ea typeface="Montserrat ExtraBold"/>
                <a:cs typeface="Montserrat ExtraBold"/>
                <a:sym typeface="Montserrat ExtraBold"/>
              </a:rPr>
              <a:t>Cronograma e </a:t>
            </a:r>
            <a:r>
              <a:rPr b="1" i="0" lang="en-US" sz="1700" u="none" cap="none" strike="noStrike">
                <a:solidFill>
                  <a:srgbClr val="2B5BFC"/>
                </a:solidFill>
                <a:latin typeface="Montserrat ExtraBold"/>
                <a:ea typeface="Montserrat ExtraBold"/>
                <a:cs typeface="Montserrat ExtraBold"/>
                <a:sym typeface="Montserrat ExtraBold"/>
              </a:rPr>
              <a:t>Inversión</a:t>
            </a:r>
            <a:endParaRPr b="0" i="0" sz="1700" u="none" cap="none" strike="noStrike">
              <a:solidFill>
                <a:srgbClr val="2B5BFC"/>
              </a:solidFill>
              <a:latin typeface="Calibri"/>
              <a:ea typeface="Calibri"/>
              <a:cs typeface="Calibri"/>
              <a:sym typeface="Calibri"/>
            </a:endParaRPr>
          </a:p>
        </p:txBody>
      </p:sp>
      <p:sp>
        <p:nvSpPr>
          <p:cNvPr id="556" name="Google Shape;556;p25"/>
          <p:cNvSpPr/>
          <p:nvPr/>
        </p:nvSpPr>
        <p:spPr>
          <a:xfrm>
            <a:off x="571500" y="1339350"/>
            <a:ext cx="8001000" cy="2289900"/>
          </a:xfrm>
          <a:prstGeom prst="roundRect">
            <a:avLst>
              <a:gd fmla="val 2941"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25"/>
          <p:cNvSpPr txBox="1"/>
          <p:nvPr/>
        </p:nvSpPr>
        <p:spPr>
          <a:xfrm>
            <a:off x="3223260" y="1507732"/>
            <a:ext cx="1278000" cy="168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33"/>
              </a:buClr>
              <a:buSzPts val="1000"/>
              <a:buFont typeface="Montserrat SemiBold"/>
              <a:buNone/>
            </a:pPr>
            <a:r>
              <a:rPr b="1" lang="en-US" sz="1000">
                <a:solidFill>
                  <a:srgbClr val="000033"/>
                </a:solidFill>
                <a:latin typeface="Montserrat SemiBold"/>
                <a:ea typeface="Montserrat SemiBold"/>
                <a:cs typeface="Montserrat SemiBold"/>
                <a:sym typeface="Montserrat SemiBold"/>
              </a:rPr>
              <a:t>TIEMPO X</a:t>
            </a:r>
            <a:endParaRPr b="0" i="0" sz="1000" u="none" cap="none" strike="noStrike">
              <a:solidFill>
                <a:schemeClr val="dk1"/>
              </a:solidFill>
              <a:latin typeface="Calibri"/>
              <a:ea typeface="Calibri"/>
              <a:cs typeface="Calibri"/>
              <a:sym typeface="Calibri"/>
            </a:endParaRPr>
          </a:p>
        </p:txBody>
      </p:sp>
      <p:sp>
        <p:nvSpPr>
          <p:cNvPr id="558" name="Google Shape;558;p25"/>
          <p:cNvSpPr txBox="1"/>
          <p:nvPr/>
        </p:nvSpPr>
        <p:spPr>
          <a:xfrm>
            <a:off x="4501134" y="1507732"/>
            <a:ext cx="1278000" cy="168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33"/>
              </a:buClr>
              <a:buSzPts val="1000"/>
              <a:buFont typeface="Montserrat SemiBold"/>
              <a:buNone/>
            </a:pPr>
            <a:r>
              <a:rPr b="1" lang="en-US" sz="1000">
                <a:solidFill>
                  <a:srgbClr val="000033"/>
                </a:solidFill>
                <a:latin typeface="Montserrat SemiBold"/>
                <a:ea typeface="Montserrat SemiBold"/>
                <a:cs typeface="Montserrat SemiBold"/>
                <a:sym typeface="Montserrat SemiBold"/>
              </a:rPr>
              <a:t>TIEMPO X</a:t>
            </a:r>
            <a:endParaRPr b="0" i="0" sz="1000" u="none" cap="none" strike="noStrike">
              <a:solidFill>
                <a:schemeClr val="dk1"/>
              </a:solidFill>
              <a:latin typeface="Calibri"/>
              <a:ea typeface="Calibri"/>
              <a:cs typeface="Calibri"/>
              <a:sym typeface="Calibri"/>
            </a:endParaRPr>
          </a:p>
        </p:txBody>
      </p:sp>
      <p:sp>
        <p:nvSpPr>
          <p:cNvPr id="559" name="Google Shape;559;p25"/>
          <p:cNvSpPr txBox="1"/>
          <p:nvPr/>
        </p:nvSpPr>
        <p:spPr>
          <a:xfrm>
            <a:off x="5779008" y="1507732"/>
            <a:ext cx="1278000" cy="168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33"/>
              </a:buClr>
              <a:buSzPts val="1000"/>
              <a:buFont typeface="Montserrat SemiBold"/>
              <a:buNone/>
            </a:pPr>
            <a:r>
              <a:rPr b="1" lang="en-US" sz="1000">
                <a:solidFill>
                  <a:srgbClr val="000033"/>
                </a:solidFill>
                <a:latin typeface="Montserrat SemiBold"/>
                <a:ea typeface="Montserrat SemiBold"/>
                <a:cs typeface="Montserrat SemiBold"/>
                <a:sym typeface="Montserrat SemiBold"/>
              </a:rPr>
              <a:t>TIEMPO X</a:t>
            </a:r>
            <a:endParaRPr b="0" i="0" sz="1000" u="none" cap="none" strike="noStrike">
              <a:solidFill>
                <a:schemeClr val="dk1"/>
              </a:solidFill>
              <a:latin typeface="Calibri"/>
              <a:ea typeface="Calibri"/>
              <a:cs typeface="Calibri"/>
              <a:sym typeface="Calibri"/>
            </a:endParaRPr>
          </a:p>
        </p:txBody>
      </p:sp>
      <p:sp>
        <p:nvSpPr>
          <p:cNvPr id="560" name="Google Shape;560;p25"/>
          <p:cNvSpPr txBox="1"/>
          <p:nvPr/>
        </p:nvSpPr>
        <p:spPr>
          <a:xfrm>
            <a:off x="7056882" y="1507732"/>
            <a:ext cx="1278000" cy="168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33"/>
              </a:buClr>
              <a:buSzPts val="1000"/>
              <a:buFont typeface="Montserrat SemiBold"/>
              <a:buNone/>
            </a:pPr>
            <a:r>
              <a:rPr b="1" lang="en-US" sz="1000">
                <a:solidFill>
                  <a:srgbClr val="000033"/>
                </a:solidFill>
                <a:latin typeface="Montserrat SemiBold"/>
                <a:ea typeface="Montserrat SemiBold"/>
                <a:cs typeface="Montserrat SemiBold"/>
                <a:sym typeface="Montserrat SemiBold"/>
              </a:rPr>
              <a:t>TIEMPO X</a:t>
            </a:r>
            <a:endParaRPr b="0" i="0" sz="1000" u="none" cap="none" strike="noStrike">
              <a:solidFill>
                <a:schemeClr val="dk1"/>
              </a:solidFill>
              <a:latin typeface="Calibri"/>
              <a:ea typeface="Calibri"/>
              <a:cs typeface="Calibri"/>
              <a:sym typeface="Calibri"/>
            </a:endParaRPr>
          </a:p>
        </p:txBody>
      </p:sp>
      <p:sp>
        <p:nvSpPr>
          <p:cNvPr id="561" name="Google Shape;561;p25"/>
          <p:cNvSpPr/>
          <p:nvPr/>
        </p:nvSpPr>
        <p:spPr>
          <a:xfrm>
            <a:off x="809244" y="1743468"/>
            <a:ext cx="7525500" cy="69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2" name="Google Shape;562;p25"/>
          <p:cNvSpPr txBox="1"/>
          <p:nvPr/>
        </p:nvSpPr>
        <p:spPr>
          <a:xfrm>
            <a:off x="809244" y="1928689"/>
            <a:ext cx="2286000" cy="202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Fase 1 · Nombre</a:t>
            </a:r>
            <a:endParaRPr b="0" i="0" sz="1000" u="none" cap="none" strike="noStrike">
              <a:solidFill>
                <a:schemeClr val="dk1"/>
              </a:solidFill>
              <a:latin typeface="Calibri"/>
              <a:ea typeface="Calibri"/>
              <a:cs typeface="Calibri"/>
              <a:sym typeface="Calibri"/>
            </a:endParaRPr>
          </a:p>
        </p:txBody>
      </p:sp>
      <p:sp>
        <p:nvSpPr>
          <p:cNvPr id="563" name="Google Shape;563;p25"/>
          <p:cNvSpPr/>
          <p:nvPr/>
        </p:nvSpPr>
        <p:spPr>
          <a:xfrm>
            <a:off x="3223260" y="1945527"/>
            <a:ext cx="1788900" cy="185400"/>
          </a:xfrm>
          <a:prstGeom prst="roundRect">
            <a:avLst>
              <a:gd fmla="val 50000" name="adj"/>
            </a:avLst>
          </a:prstGeom>
          <a:solidFill>
            <a:srgbClr val="2B5BF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4" name="Google Shape;564;p25"/>
          <p:cNvSpPr/>
          <p:nvPr/>
        </p:nvSpPr>
        <p:spPr>
          <a:xfrm>
            <a:off x="809244" y="2231777"/>
            <a:ext cx="7525500" cy="69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5" name="Google Shape;565;p25"/>
          <p:cNvSpPr txBox="1"/>
          <p:nvPr/>
        </p:nvSpPr>
        <p:spPr>
          <a:xfrm>
            <a:off x="809244" y="2349645"/>
            <a:ext cx="2286000" cy="202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Fase 2 · Nombre</a:t>
            </a:r>
            <a:endParaRPr b="0" i="0" sz="1000" u="none" cap="none" strike="noStrike">
              <a:solidFill>
                <a:schemeClr val="dk1"/>
              </a:solidFill>
              <a:latin typeface="Calibri"/>
              <a:ea typeface="Calibri"/>
              <a:cs typeface="Calibri"/>
              <a:sym typeface="Calibri"/>
            </a:endParaRPr>
          </a:p>
        </p:txBody>
      </p:sp>
      <p:sp>
        <p:nvSpPr>
          <p:cNvPr id="566" name="Google Shape;566;p25"/>
          <p:cNvSpPr/>
          <p:nvPr/>
        </p:nvSpPr>
        <p:spPr>
          <a:xfrm>
            <a:off x="4501134" y="2366483"/>
            <a:ext cx="2044500" cy="185400"/>
          </a:xfrm>
          <a:prstGeom prst="roundRect">
            <a:avLst>
              <a:gd fmla="val 50000" name="adj"/>
            </a:avLst>
          </a:prstGeom>
          <a:solidFill>
            <a:srgbClr val="2B5BF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7" name="Google Shape;567;p25"/>
          <p:cNvSpPr/>
          <p:nvPr/>
        </p:nvSpPr>
        <p:spPr>
          <a:xfrm>
            <a:off x="809244" y="2652733"/>
            <a:ext cx="7525500" cy="69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8" name="Google Shape;568;p25"/>
          <p:cNvSpPr txBox="1"/>
          <p:nvPr/>
        </p:nvSpPr>
        <p:spPr>
          <a:xfrm>
            <a:off x="809244" y="2770601"/>
            <a:ext cx="2286000" cy="202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Fase 3 · Nombre</a:t>
            </a:r>
            <a:endParaRPr b="0" i="0" sz="1000" u="none" cap="none" strike="noStrike">
              <a:solidFill>
                <a:schemeClr val="dk1"/>
              </a:solidFill>
              <a:latin typeface="Calibri"/>
              <a:ea typeface="Calibri"/>
              <a:cs typeface="Calibri"/>
              <a:sym typeface="Calibri"/>
            </a:endParaRPr>
          </a:p>
        </p:txBody>
      </p:sp>
      <p:sp>
        <p:nvSpPr>
          <p:cNvPr id="569" name="Google Shape;569;p25"/>
          <p:cNvSpPr/>
          <p:nvPr/>
        </p:nvSpPr>
        <p:spPr>
          <a:xfrm>
            <a:off x="6034583" y="2787439"/>
            <a:ext cx="1788900" cy="185400"/>
          </a:xfrm>
          <a:prstGeom prst="roundRect">
            <a:avLst>
              <a:gd fmla="val 50000" name="adj"/>
            </a:avLst>
          </a:prstGeom>
          <a:solidFill>
            <a:srgbClr val="2B5BF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0" name="Google Shape;570;p25"/>
          <p:cNvSpPr/>
          <p:nvPr/>
        </p:nvSpPr>
        <p:spPr>
          <a:xfrm>
            <a:off x="809244" y="3073689"/>
            <a:ext cx="7525500" cy="69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1" name="Google Shape;571;p25"/>
          <p:cNvSpPr txBox="1"/>
          <p:nvPr/>
        </p:nvSpPr>
        <p:spPr>
          <a:xfrm>
            <a:off x="809244" y="3191557"/>
            <a:ext cx="2286000" cy="202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Fase 4 · Nombre</a:t>
            </a:r>
            <a:endParaRPr b="0" i="0" sz="1000" u="none" cap="none" strike="noStrike">
              <a:solidFill>
                <a:schemeClr val="dk1"/>
              </a:solidFill>
              <a:latin typeface="Calibri"/>
              <a:ea typeface="Calibri"/>
              <a:cs typeface="Calibri"/>
              <a:sym typeface="Calibri"/>
            </a:endParaRPr>
          </a:p>
        </p:txBody>
      </p:sp>
      <p:sp>
        <p:nvSpPr>
          <p:cNvPr id="572" name="Google Shape;572;p25"/>
          <p:cNvSpPr/>
          <p:nvPr/>
        </p:nvSpPr>
        <p:spPr>
          <a:xfrm>
            <a:off x="7312457" y="3208395"/>
            <a:ext cx="1022400" cy="185400"/>
          </a:xfrm>
          <a:prstGeom prst="roundRect">
            <a:avLst>
              <a:gd fmla="val 50000" name="adj"/>
            </a:avLst>
          </a:prstGeom>
          <a:solidFill>
            <a:srgbClr val="00003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3" name="Google Shape;573;p25"/>
          <p:cNvSpPr/>
          <p:nvPr/>
        </p:nvSpPr>
        <p:spPr>
          <a:xfrm>
            <a:off x="586550" y="4018450"/>
            <a:ext cx="799200" cy="193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60A2E"/>
              </a:buClr>
              <a:buSzPts val="549"/>
              <a:buFont typeface="Calibri"/>
              <a:buNone/>
            </a:pPr>
            <a:r>
              <a:rPr b="1" i="0" lang="en-US" sz="549" u="none" cap="none" strike="noStrike">
                <a:solidFill>
                  <a:srgbClr val="000033"/>
                </a:solidFill>
                <a:latin typeface="Montserrat"/>
                <a:ea typeface="Montserrat"/>
                <a:cs typeface="Montserrat"/>
                <a:sym typeface="Montserrat"/>
              </a:rPr>
              <a:t>HITOS DE CONTROL</a:t>
            </a:r>
            <a:endParaRPr b="0" i="0" sz="549" u="none" cap="none" strike="noStrike">
              <a:solidFill>
                <a:srgbClr val="000033"/>
              </a:solidFill>
              <a:latin typeface="Montserrat"/>
              <a:ea typeface="Montserrat"/>
              <a:cs typeface="Montserrat"/>
              <a:sym typeface="Montserrat"/>
            </a:endParaRPr>
          </a:p>
        </p:txBody>
      </p:sp>
      <p:sp>
        <p:nvSpPr>
          <p:cNvPr id="574" name="Google Shape;574;p25"/>
          <p:cNvSpPr/>
          <p:nvPr/>
        </p:nvSpPr>
        <p:spPr>
          <a:xfrm>
            <a:off x="1467718" y="3942575"/>
            <a:ext cx="1728900" cy="507900"/>
          </a:xfrm>
          <a:prstGeom prst="roundRect">
            <a:avLst>
              <a:gd fmla="val 5714" name="adj"/>
            </a:avLst>
          </a:prstGeom>
          <a:solidFill>
            <a:srgbClr val="EEF3FF"/>
          </a:solidFill>
          <a:ln cap="flat" cmpd="sng" w="9525">
            <a:solidFill>
              <a:srgbClr val="F4F2FD"/>
            </a:solidFill>
            <a:prstDash val="solid"/>
            <a:round/>
            <a:headEnd len="sm" w="sm" type="none"/>
            <a:tailEnd len="sm" w="sm" type="none"/>
          </a:ln>
        </p:spPr>
        <p:txBody>
          <a:bodyPr anchorCtr="0" anchor="ctr" bIns="55750" lIns="55750" spcFirstLastPara="1" rIns="55750" wrap="square" tIns="557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5" name="Google Shape;575;p25"/>
          <p:cNvSpPr/>
          <p:nvPr/>
        </p:nvSpPr>
        <p:spPr>
          <a:xfrm>
            <a:off x="1568080" y="3990955"/>
            <a:ext cx="1527900" cy="120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BBF"/>
              </a:buClr>
              <a:buSzPts val="549"/>
              <a:buFont typeface="Calibri"/>
              <a:buNone/>
            </a:pPr>
            <a:r>
              <a:rPr b="1" i="0" lang="en-US" sz="549" u="none" cap="none" strike="noStrike">
                <a:solidFill>
                  <a:srgbClr val="2B5BFC"/>
                </a:solidFill>
                <a:latin typeface="Montserrat"/>
                <a:ea typeface="Montserrat"/>
                <a:cs typeface="Montserrat"/>
                <a:sym typeface="Montserrat"/>
              </a:rPr>
              <a:t>◆  </a:t>
            </a:r>
            <a:r>
              <a:rPr b="1" lang="en-US" sz="549">
                <a:solidFill>
                  <a:srgbClr val="2B5BFC"/>
                </a:solidFill>
                <a:latin typeface="Montserrat"/>
                <a:ea typeface="Montserrat"/>
                <a:cs typeface="Montserrat"/>
                <a:sym typeface="Montserrat"/>
              </a:rPr>
              <a:t>TIEMPO X</a:t>
            </a:r>
            <a:endParaRPr b="0" i="0" sz="549" u="none" cap="none" strike="noStrike">
              <a:solidFill>
                <a:srgbClr val="2B5BFC"/>
              </a:solidFill>
              <a:latin typeface="Montserrat"/>
              <a:ea typeface="Montserrat"/>
              <a:cs typeface="Montserrat"/>
              <a:sym typeface="Montserrat"/>
            </a:endParaRPr>
          </a:p>
        </p:txBody>
      </p:sp>
      <p:sp>
        <p:nvSpPr>
          <p:cNvPr id="576" name="Google Shape;576;p25"/>
          <p:cNvSpPr/>
          <p:nvPr/>
        </p:nvSpPr>
        <p:spPr>
          <a:xfrm>
            <a:off x="1568080" y="4126419"/>
            <a:ext cx="1527900" cy="290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A4A5F"/>
              </a:buClr>
              <a:buSzPts val="579"/>
              <a:buFont typeface="Calibri"/>
              <a:buNone/>
            </a:pPr>
            <a:r>
              <a:rPr lang="en-US" sz="579">
                <a:solidFill>
                  <a:srgbClr val="000033"/>
                </a:solidFill>
                <a:latin typeface="Montserrat"/>
                <a:ea typeface="Montserrat"/>
                <a:cs typeface="Montserrat"/>
                <a:sym typeface="Montserrat"/>
              </a:rPr>
              <a:t>XXXX</a:t>
            </a:r>
            <a:endParaRPr b="0" i="0" sz="579" u="none" cap="none" strike="noStrike">
              <a:solidFill>
                <a:srgbClr val="000033"/>
              </a:solidFill>
              <a:latin typeface="Montserrat"/>
              <a:ea typeface="Montserrat"/>
              <a:cs typeface="Montserrat"/>
              <a:sym typeface="Montserrat"/>
            </a:endParaRPr>
          </a:p>
        </p:txBody>
      </p:sp>
      <p:sp>
        <p:nvSpPr>
          <p:cNvPr id="577" name="Google Shape;577;p25"/>
          <p:cNvSpPr/>
          <p:nvPr/>
        </p:nvSpPr>
        <p:spPr>
          <a:xfrm>
            <a:off x="3278760" y="3944400"/>
            <a:ext cx="1728900" cy="507900"/>
          </a:xfrm>
          <a:prstGeom prst="roundRect">
            <a:avLst>
              <a:gd fmla="val 5714" name="adj"/>
            </a:avLst>
          </a:prstGeom>
          <a:solidFill>
            <a:srgbClr val="EEF3FF"/>
          </a:solidFill>
          <a:ln cap="flat" cmpd="sng" w="9525">
            <a:solidFill>
              <a:srgbClr val="F4F2FD"/>
            </a:solidFill>
            <a:prstDash val="solid"/>
            <a:round/>
            <a:headEnd len="sm" w="sm" type="none"/>
            <a:tailEnd len="sm" w="sm" type="none"/>
          </a:ln>
        </p:spPr>
        <p:txBody>
          <a:bodyPr anchorCtr="0" anchor="ctr" bIns="55750" lIns="55750" spcFirstLastPara="1" rIns="55750" wrap="square" tIns="557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 name="Google Shape;578;p25"/>
          <p:cNvSpPr/>
          <p:nvPr/>
        </p:nvSpPr>
        <p:spPr>
          <a:xfrm>
            <a:off x="3379121" y="3992780"/>
            <a:ext cx="1527900" cy="120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BBF"/>
              </a:buClr>
              <a:buSzPts val="549"/>
              <a:buFont typeface="Calibri"/>
              <a:buNone/>
            </a:pPr>
            <a:r>
              <a:rPr b="1" i="0" lang="en-US" sz="549" u="none" cap="none" strike="noStrike">
                <a:solidFill>
                  <a:srgbClr val="2B5BFC"/>
                </a:solidFill>
                <a:latin typeface="Montserrat"/>
                <a:ea typeface="Montserrat"/>
                <a:cs typeface="Montserrat"/>
                <a:sym typeface="Montserrat"/>
              </a:rPr>
              <a:t>◆  </a:t>
            </a:r>
            <a:r>
              <a:rPr b="1" lang="en-US" sz="549">
                <a:solidFill>
                  <a:srgbClr val="2B5BFC"/>
                </a:solidFill>
                <a:latin typeface="Montserrat"/>
                <a:ea typeface="Montserrat"/>
                <a:cs typeface="Montserrat"/>
                <a:sym typeface="Montserrat"/>
              </a:rPr>
              <a:t>TIEMPO X</a:t>
            </a:r>
            <a:endParaRPr b="0" i="0" sz="549" u="none" cap="none" strike="noStrike">
              <a:solidFill>
                <a:srgbClr val="2B5BFC"/>
              </a:solidFill>
              <a:latin typeface="Montserrat"/>
              <a:ea typeface="Montserrat"/>
              <a:cs typeface="Montserrat"/>
              <a:sym typeface="Montserrat"/>
            </a:endParaRPr>
          </a:p>
        </p:txBody>
      </p:sp>
      <p:sp>
        <p:nvSpPr>
          <p:cNvPr id="579" name="Google Shape;579;p25"/>
          <p:cNvSpPr/>
          <p:nvPr/>
        </p:nvSpPr>
        <p:spPr>
          <a:xfrm>
            <a:off x="3379121" y="4128244"/>
            <a:ext cx="1527900" cy="290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A4A5F"/>
              </a:buClr>
              <a:buSzPts val="579"/>
              <a:buFont typeface="Calibri"/>
              <a:buNone/>
            </a:pPr>
            <a:r>
              <a:rPr lang="en-US" sz="579">
                <a:solidFill>
                  <a:srgbClr val="000033"/>
                </a:solidFill>
                <a:latin typeface="Montserrat"/>
                <a:ea typeface="Montserrat"/>
                <a:cs typeface="Montserrat"/>
                <a:sym typeface="Montserrat"/>
              </a:rPr>
              <a:t>XXXXX</a:t>
            </a:r>
            <a:endParaRPr b="0" i="0" sz="579" u="none" cap="none" strike="noStrike">
              <a:solidFill>
                <a:srgbClr val="000033"/>
              </a:solidFill>
              <a:latin typeface="Montserrat"/>
              <a:ea typeface="Montserrat"/>
              <a:cs typeface="Montserrat"/>
              <a:sym typeface="Montserrat"/>
            </a:endParaRPr>
          </a:p>
        </p:txBody>
      </p:sp>
      <p:sp>
        <p:nvSpPr>
          <p:cNvPr id="580" name="Google Shape;580;p25"/>
          <p:cNvSpPr/>
          <p:nvPr/>
        </p:nvSpPr>
        <p:spPr>
          <a:xfrm>
            <a:off x="5085517" y="3946275"/>
            <a:ext cx="1728900" cy="507900"/>
          </a:xfrm>
          <a:prstGeom prst="roundRect">
            <a:avLst>
              <a:gd fmla="val 5714" name="adj"/>
            </a:avLst>
          </a:prstGeom>
          <a:solidFill>
            <a:srgbClr val="EEF3FF"/>
          </a:solidFill>
          <a:ln cap="flat" cmpd="sng" w="9525">
            <a:solidFill>
              <a:srgbClr val="F4F2FD"/>
            </a:solidFill>
            <a:prstDash val="solid"/>
            <a:round/>
            <a:headEnd len="sm" w="sm" type="none"/>
            <a:tailEnd len="sm" w="sm" type="none"/>
          </a:ln>
        </p:spPr>
        <p:txBody>
          <a:bodyPr anchorCtr="0" anchor="ctr" bIns="55750" lIns="55750" spcFirstLastPara="1" rIns="55750" wrap="square" tIns="557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1" name="Google Shape;581;p25"/>
          <p:cNvSpPr/>
          <p:nvPr/>
        </p:nvSpPr>
        <p:spPr>
          <a:xfrm>
            <a:off x="5185879" y="3994655"/>
            <a:ext cx="1527900" cy="120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BBF"/>
              </a:buClr>
              <a:buSzPts val="549"/>
              <a:buFont typeface="Calibri"/>
              <a:buNone/>
            </a:pPr>
            <a:r>
              <a:rPr b="1" i="0" lang="en-US" sz="549" u="none" cap="none" strike="noStrike">
                <a:solidFill>
                  <a:srgbClr val="2B5BFC"/>
                </a:solidFill>
                <a:latin typeface="Montserrat"/>
                <a:ea typeface="Montserrat"/>
                <a:cs typeface="Montserrat"/>
                <a:sym typeface="Montserrat"/>
              </a:rPr>
              <a:t>◆ </a:t>
            </a:r>
            <a:r>
              <a:rPr b="1" lang="en-US" sz="549">
                <a:solidFill>
                  <a:srgbClr val="2B5BFC"/>
                </a:solidFill>
                <a:latin typeface="Montserrat"/>
                <a:ea typeface="Montserrat"/>
                <a:cs typeface="Montserrat"/>
                <a:sym typeface="Montserrat"/>
              </a:rPr>
              <a:t>TIEMPO X</a:t>
            </a:r>
            <a:endParaRPr b="0" i="0" sz="549" u="none" cap="none" strike="noStrike">
              <a:solidFill>
                <a:srgbClr val="2B5BFC"/>
              </a:solidFill>
              <a:latin typeface="Montserrat"/>
              <a:ea typeface="Montserrat"/>
              <a:cs typeface="Montserrat"/>
              <a:sym typeface="Montserrat"/>
            </a:endParaRPr>
          </a:p>
        </p:txBody>
      </p:sp>
      <p:sp>
        <p:nvSpPr>
          <p:cNvPr id="582" name="Google Shape;582;p25"/>
          <p:cNvSpPr/>
          <p:nvPr/>
        </p:nvSpPr>
        <p:spPr>
          <a:xfrm>
            <a:off x="5185879" y="4130119"/>
            <a:ext cx="1527900" cy="290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A4A5F"/>
              </a:buClr>
              <a:buSzPts val="579"/>
              <a:buFont typeface="Calibri"/>
              <a:buNone/>
            </a:pPr>
            <a:r>
              <a:rPr lang="en-US" sz="579">
                <a:solidFill>
                  <a:srgbClr val="000033"/>
                </a:solidFill>
                <a:latin typeface="Montserrat"/>
                <a:ea typeface="Montserrat"/>
                <a:cs typeface="Montserrat"/>
                <a:sym typeface="Montserrat"/>
              </a:rPr>
              <a:t>XXXX</a:t>
            </a:r>
            <a:endParaRPr b="0" i="0" sz="579" u="none" cap="none" strike="noStrike">
              <a:solidFill>
                <a:srgbClr val="000033"/>
              </a:solidFill>
              <a:latin typeface="Montserrat"/>
              <a:ea typeface="Montserrat"/>
              <a:cs typeface="Montserrat"/>
              <a:sym typeface="Montserrat"/>
            </a:endParaRPr>
          </a:p>
        </p:txBody>
      </p:sp>
      <p:sp>
        <p:nvSpPr>
          <p:cNvPr id="583" name="Google Shape;583;p25"/>
          <p:cNvSpPr/>
          <p:nvPr/>
        </p:nvSpPr>
        <p:spPr>
          <a:xfrm>
            <a:off x="6904126" y="3970075"/>
            <a:ext cx="1653300" cy="507900"/>
          </a:xfrm>
          <a:prstGeom prst="roundRect">
            <a:avLst>
              <a:gd fmla="val 5714" name="adj"/>
            </a:avLst>
          </a:prstGeom>
          <a:solidFill>
            <a:srgbClr val="EEF3FF"/>
          </a:solidFill>
          <a:ln cap="flat" cmpd="sng" w="9525">
            <a:solidFill>
              <a:srgbClr val="F4F2FD"/>
            </a:solidFill>
            <a:prstDash val="solid"/>
            <a:round/>
            <a:headEnd len="sm" w="sm" type="none"/>
            <a:tailEnd len="sm" w="sm" type="none"/>
          </a:ln>
        </p:spPr>
        <p:txBody>
          <a:bodyPr anchorCtr="0" anchor="ctr" bIns="55750" lIns="55750" spcFirstLastPara="1" rIns="55750" wrap="square" tIns="557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4" name="Google Shape;584;p25"/>
          <p:cNvSpPr/>
          <p:nvPr/>
        </p:nvSpPr>
        <p:spPr>
          <a:xfrm>
            <a:off x="7004479" y="4018455"/>
            <a:ext cx="1527900" cy="120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BBF"/>
              </a:buClr>
              <a:buSzPts val="549"/>
              <a:buFont typeface="Calibri"/>
              <a:buNone/>
            </a:pPr>
            <a:r>
              <a:rPr b="1" i="0" lang="en-US" sz="549" u="none" cap="none" strike="noStrike">
                <a:solidFill>
                  <a:srgbClr val="2B5BFC"/>
                </a:solidFill>
                <a:latin typeface="Montserrat"/>
                <a:ea typeface="Montserrat"/>
                <a:cs typeface="Montserrat"/>
                <a:sym typeface="Montserrat"/>
              </a:rPr>
              <a:t>◆  </a:t>
            </a:r>
            <a:r>
              <a:rPr b="1" lang="en-US" sz="549">
                <a:solidFill>
                  <a:srgbClr val="2B5BFC"/>
                </a:solidFill>
                <a:latin typeface="Montserrat"/>
                <a:ea typeface="Montserrat"/>
                <a:cs typeface="Montserrat"/>
                <a:sym typeface="Montserrat"/>
              </a:rPr>
              <a:t>TIEMPO X</a:t>
            </a:r>
            <a:endParaRPr b="0" i="0" sz="549" u="none" cap="none" strike="noStrike">
              <a:solidFill>
                <a:srgbClr val="2B5BFC"/>
              </a:solidFill>
              <a:latin typeface="Montserrat"/>
              <a:ea typeface="Montserrat"/>
              <a:cs typeface="Montserrat"/>
              <a:sym typeface="Montserrat"/>
            </a:endParaRPr>
          </a:p>
        </p:txBody>
      </p:sp>
      <p:sp>
        <p:nvSpPr>
          <p:cNvPr id="585" name="Google Shape;585;p25"/>
          <p:cNvSpPr/>
          <p:nvPr/>
        </p:nvSpPr>
        <p:spPr>
          <a:xfrm>
            <a:off x="7004479" y="4153919"/>
            <a:ext cx="1527900" cy="290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A4A5F"/>
              </a:buClr>
              <a:buSzPts val="579"/>
              <a:buFont typeface="Calibri"/>
              <a:buNone/>
            </a:pPr>
            <a:r>
              <a:rPr lang="en-US" sz="579">
                <a:solidFill>
                  <a:srgbClr val="000033"/>
                </a:solidFill>
                <a:latin typeface="Montserrat"/>
                <a:ea typeface="Montserrat"/>
                <a:cs typeface="Montserrat"/>
                <a:sym typeface="Montserrat"/>
              </a:rPr>
              <a:t>XXXX</a:t>
            </a:r>
            <a:endParaRPr b="0" i="0" sz="579" u="none" cap="none" strike="noStrike">
              <a:solidFill>
                <a:srgbClr val="000033"/>
              </a:solidFill>
              <a:latin typeface="Montserrat"/>
              <a:ea typeface="Montserrat"/>
              <a:cs typeface="Montserrat"/>
              <a:sym typeface="Montserrat"/>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590" name="Shape 590"/>
        <p:cNvGrpSpPr/>
        <p:nvPr/>
      </p:nvGrpSpPr>
      <p:grpSpPr>
        <a:xfrm>
          <a:off x="0" y="0"/>
          <a:ext cx="0" cy="0"/>
          <a:chOff x="0" y="0"/>
          <a:chExt cx="0" cy="0"/>
        </a:xfrm>
      </p:grpSpPr>
      <p:pic>
        <p:nvPicPr>
          <p:cNvPr descr="bg_divider.png" id="591" name="Google Shape;591;p16"/>
          <p:cNvPicPr preferRelativeResize="0"/>
          <p:nvPr/>
        </p:nvPicPr>
        <p:blipFill rotWithShape="1">
          <a:blip r:embed="rId3">
            <a:alphaModFix/>
          </a:blip>
          <a:srcRect b="0" l="0" r="0" t="0"/>
          <a:stretch/>
        </p:blipFill>
        <p:spPr>
          <a:xfrm>
            <a:off x="0" y="0"/>
            <a:ext cx="9143998" cy="5143501"/>
          </a:xfrm>
          <a:prstGeom prst="rect">
            <a:avLst/>
          </a:prstGeom>
          <a:noFill/>
          <a:ln>
            <a:noFill/>
          </a:ln>
        </p:spPr>
      </p:pic>
      <p:pic>
        <p:nvPicPr>
          <p:cNvPr descr="logo_blanco.png" id="592" name="Google Shape;592;p16"/>
          <p:cNvPicPr preferRelativeResize="0"/>
          <p:nvPr/>
        </p:nvPicPr>
        <p:blipFill rotWithShape="1">
          <a:blip r:embed="rId4">
            <a:alphaModFix/>
          </a:blip>
          <a:srcRect b="0" l="0" r="0" t="0"/>
          <a:stretch/>
        </p:blipFill>
        <p:spPr>
          <a:xfrm>
            <a:off x="569671" y="389534"/>
            <a:ext cx="1228039" cy="245059"/>
          </a:xfrm>
          <a:prstGeom prst="rect">
            <a:avLst/>
          </a:prstGeom>
          <a:noFill/>
          <a:ln>
            <a:noFill/>
          </a:ln>
        </p:spPr>
      </p:pic>
      <p:sp>
        <p:nvSpPr>
          <p:cNvPr id="593" name="Google Shape;593;p16"/>
          <p:cNvSpPr txBox="1"/>
          <p:nvPr/>
        </p:nvSpPr>
        <p:spPr>
          <a:xfrm>
            <a:off x="571500" y="1773936"/>
            <a:ext cx="2743200" cy="20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200"/>
              <a:buFont typeface="Montserrat SemiBold"/>
              <a:buNone/>
            </a:pPr>
            <a:r>
              <a:rPr b="1" i="0" lang="en-US" sz="1200" u="none" cap="none" strike="noStrike">
                <a:solidFill>
                  <a:srgbClr val="C5D5F7"/>
                </a:solidFill>
                <a:latin typeface="Montserrat SemiBold"/>
                <a:ea typeface="Montserrat SemiBold"/>
                <a:cs typeface="Montserrat SemiBold"/>
                <a:sym typeface="Montserrat SemiBold"/>
              </a:rPr>
              <a:t>SECCIÓN 0</a:t>
            </a:r>
            <a:r>
              <a:rPr b="1" lang="en-US" sz="1200">
                <a:solidFill>
                  <a:srgbClr val="C5D5F7"/>
                </a:solidFill>
                <a:latin typeface="Montserrat SemiBold"/>
                <a:ea typeface="Montserrat SemiBold"/>
                <a:cs typeface="Montserrat SemiBold"/>
                <a:sym typeface="Montserrat SemiBold"/>
              </a:rPr>
              <a:t>8</a:t>
            </a:r>
            <a:endParaRPr b="0" i="0" sz="1200" u="none" cap="none" strike="noStrike">
              <a:solidFill>
                <a:schemeClr val="dk1"/>
              </a:solidFill>
              <a:latin typeface="Calibri"/>
              <a:ea typeface="Calibri"/>
              <a:cs typeface="Calibri"/>
              <a:sym typeface="Calibri"/>
            </a:endParaRPr>
          </a:p>
        </p:txBody>
      </p:sp>
      <p:sp>
        <p:nvSpPr>
          <p:cNvPr id="594" name="Google Shape;594;p16"/>
          <p:cNvSpPr txBox="1"/>
          <p:nvPr/>
        </p:nvSpPr>
        <p:spPr>
          <a:xfrm>
            <a:off x="571500" y="2157984"/>
            <a:ext cx="7863900" cy="731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4500"/>
              <a:buFont typeface="Montserrat ExtraBold"/>
              <a:buNone/>
            </a:pPr>
            <a:r>
              <a:rPr b="1" i="0" lang="en-US" sz="4500" u="none" cap="none" strike="noStrike">
                <a:solidFill>
                  <a:srgbClr val="FFFFFF"/>
                </a:solidFill>
                <a:latin typeface="Montserrat ExtraBold"/>
                <a:ea typeface="Montserrat ExtraBold"/>
                <a:cs typeface="Montserrat ExtraBold"/>
                <a:sym typeface="Montserrat ExtraBold"/>
              </a:rPr>
              <a:t>Consideraciones </a:t>
            </a:r>
            <a:endParaRPr b="0" i="0" sz="4500" u="none" cap="none" strike="noStrike">
              <a:solidFill>
                <a:schemeClr val="dk1"/>
              </a:solidFill>
              <a:latin typeface="Calibri"/>
              <a:ea typeface="Calibri"/>
              <a:cs typeface="Calibri"/>
              <a:sym typeface="Calibri"/>
            </a:endParaRPr>
          </a:p>
        </p:txBody>
      </p:sp>
      <p:sp>
        <p:nvSpPr>
          <p:cNvPr id="595" name="Google Shape;595;p16"/>
          <p:cNvSpPr txBox="1"/>
          <p:nvPr/>
        </p:nvSpPr>
        <p:spPr>
          <a:xfrm>
            <a:off x="571500" y="3017520"/>
            <a:ext cx="4572000" cy="4938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C5D5F7"/>
              </a:buClr>
              <a:buSzPts val="1300"/>
              <a:buFont typeface="Montserrat Medium"/>
              <a:buNone/>
            </a:pPr>
            <a:r>
              <a:rPr b="0" i="0" lang="en-US" sz="1300" u="none" cap="none" strike="noStrike">
                <a:solidFill>
                  <a:srgbClr val="C5D5F7"/>
                </a:solidFill>
                <a:latin typeface="Montserrat Medium"/>
                <a:ea typeface="Montserrat Medium"/>
                <a:cs typeface="Montserrat Medium"/>
                <a:sym typeface="Montserrat Medium"/>
              </a:rPr>
              <a:t>Una línea que anticipa qué se resuelve en esta sección.</a:t>
            </a:r>
            <a:endParaRPr b="0" i="0" sz="1300" u="none" cap="none" strike="noStrike">
              <a:solidFill>
                <a:schemeClr val="dk1"/>
              </a:solidFill>
              <a:latin typeface="Calibri"/>
              <a:ea typeface="Calibri"/>
              <a:cs typeface="Calibri"/>
              <a:sym typeface="Calibri"/>
            </a:endParaRPr>
          </a:p>
        </p:txBody>
      </p:sp>
      <p:sp>
        <p:nvSpPr>
          <p:cNvPr id="596" name="Google Shape;596;p16"/>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601" name="Shape 601"/>
        <p:cNvGrpSpPr/>
        <p:nvPr/>
      </p:nvGrpSpPr>
      <p:grpSpPr>
        <a:xfrm>
          <a:off x="0" y="0"/>
          <a:ext cx="0" cy="0"/>
          <a:chOff x="0" y="0"/>
          <a:chExt cx="0" cy="0"/>
        </a:xfrm>
      </p:grpSpPr>
      <p:pic>
        <p:nvPicPr>
          <p:cNvPr descr="bg_content.png" id="602" name="Google Shape;602;p17"/>
          <p:cNvPicPr preferRelativeResize="0"/>
          <p:nvPr/>
        </p:nvPicPr>
        <p:blipFill rotWithShape="1">
          <a:blip r:embed="rId3">
            <a:alphaModFix/>
          </a:blip>
          <a:srcRect b="0" l="0" r="0" t="0"/>
          <a:stretch/>
        </p:blipFill>
        <p:spPr>
          <a:xfrm>
            <a:off x="0" y="0"/>
            <a:ext cx="9144000" cy="5143500"/>
          </a:xfrm>
          <a:prstGeom prst="rect">
            <a:avLst/>
          </a:prstGeom>
          <a:noFill/>
          <a:ln>
            <a:noFill/>
          </a:ln>
        </p:spPr>
      </p:pic>
      <p:pic>
        <p:nvPicPr>
          <p:cNvPr descr="logo_navy.png" id="603" name="Google Shape;603;p17"/>
          <p:cNvPicPr preferRelativeResize="0"/>
          <p:nvPr/>
        </p:nvPicPr>
        <p:blipFill rotWithShape="1">
          <a:blip r:embed="rId4">
            <a:alphaModFix/>
          </a:blip>
          <a:srcRect b="0" l="0" r="0" t="0"/>
          <a:stretch/>
        </p:blipFill>
        <p:spPr>
          <a:xfrm>
            <a:off x="569671" y="389534"/>
            <a:ext cx="1228039" cy="245059"/>
          </a:xfrm>
          <a:prstGeom prst="rect">
            <a:avLst/>
          </a:prstGeom>
          <a:noFill/>
          <a:ln>
            <a:noFill/>
          </a:ln>
        </p:spPr>
      </p:pic>
      <p:sp>
        <p:nvSpPr>
          <p:cNvPr id="604" name="Google Shape;604;p17"/>
          <p:cNvSpPr txBox="1"/>
          <p:nvPr/>
        </p:nvSpPr>
        <p:spPr>
          <a:xfrm>
            <a:off x="571500" y="890626"/>
            <a:ext cx="80010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CONSIDERACIONES</a:t>
            </a:r>
            <a:endParaRPr b="0" i="0" sz="1100" u="none" cap="none" strike="noStrike">
              <a:solidFill>
                <a:schemeClr val="dk1"/>
              </a:solidFill>
              <a:latin typeface="Calibri"/>
              <a:ea typeface="Calibri"/>
              <a:cs typeface="Calibri"/>
              <a:sym typeface="Calibri"/>
            </a:endParaRPr>
          </a:p>
        </p:txBody>
      </p:sp>
      <p:sp>
        <p:nvSpPr>
          <p:cNvPr id="605" name="Google Shape;605;p17"/>
          <p:cNvSpPr txBox="1"/>
          <p:nvPr/>
        </p:nvSpPr>
        <p:spPr>
          <a:xfrm>
            <a:off x="571500" y="1174090"/>
            <a:ext cx="8001000"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Qué entrega cada</a:t>
            </a:r>
            <a:r>
              <a:rPr b="1" i="1" lang="en-US" sz="2100" u="none" cap="none" strike="noStrike">
                <a:solidFill>
                  <a:srgbClr val="2B5BFC"/>
                </a:solidFill>
                <a:latin typeface="Montserrat Black"/>
                <a:ea typeface="Montserrat Black"/>
                <a:cs typeface="Montserrat Black"/>
                <a:sym typeface="Montserrat Black"/>
              </a:rPr>
              <a:t> parte</a:t>
            </a:r>
            <a:endParaRPr b="0" i="0" sz="2100" u="none" cap="none" strike="noStrike">
              <a:solidFill>
                <a:schemeClr val="dk1"/>
              </a:solidFill>
              <a:latin typeface="Calibri"/>
              <a:ea typeface="Calibri"/>
              <a:cs typeface="Calibri"/>
              <a:sym typeface="Calibri"/>
            </a:endParaRPr>
          </a:p>
        </p:txBody>
      </p:sp>
      <p:sp>
        <p:nvSpPr>
          <p:cNvPr id="606" name="Google Shape;606;p17"/>
          <p:cNvSpPr/>
          <p:nvPr/>
        </p:nvSpPr>
        <p:spPr>
          <a:xfrm>
            <a:off x="571500" y="1975104"/>
            <a:ext cx="3890772" cy="2487168"/>
          </a:xfrm>
          <a:prstGeom prst="roundRect">
            <a:avLst>
              <a:gd fmla="val 2941"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7" name="Google Shape;607;p17"/>
          <p:cNvSpPr/>
          <p:nvPr/>
        </p:nvSpPr>
        <p:spPr>
          <a:xfrm>
            <a:off x="754380" y="2157984"/>
            <a:ext cx="1700784" cy="274320"/>
          </a:xfrm>
          <a:prstGeom prst="roundRect">
            <a:avLst>
              <a:gd fmla="val 50000" name="adj"/>
            </a:avLst>
          </a:prstGeom>
          <a:solidFill>
            <a:srgbClr val="2B5BF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8" name="Google Shape;608;p17"/>
          <p:cNvSpPr txBox="1"/>
          <p:nvPr/>
        </p:nvSpPr>
        <p:spPr>
          <a:xfrm>
            <a:off x="754380" y="2221992"/>
            <a:ext cx="1700784" cy="1828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900"/>
              <a:buFont typeface="Montserrat SemiBold"/>
              <a:buNone/>
            </a:pPr>
            <a:r>
              <a:rPr b="1" i="0" lang="en-US" sz="900" u="none" cap="none" strike="noStrike">
                <a:solidFill>
                  <a:srgbClr val="FFFFFF"/>
                </a:solidFill>
                <a:latin typeface="Montserrat SemiBold"/>
                <a:ea typeface="Montserrat SemiBold"/>
                <a:cs typeface="Montserrat SemiBold"/>
                <a:sym typeface="Montserrat SemiBold"/>
              </a:rPr>
              <a:t>NEO ENTREGA</a:t>
            </a:r>
            <a:endParaRPr b="0" i="0" sz="900" u="none" cap="none" strike="noStrike">
              <a:solidFill>
                <a:schemeClr val="dk1"/>
              </a:solidFill>
              <a:latin typeface="Calibri"/>
              <a:ea typeface="Calibri"/>
              <a:cs typeface="Calibri"/>
              <a:sym typeface="Calibri"/>
            </a:endParaRPr>
          </a:p>
        </p:txBody>
      </p:sp>
      <p:sp>
        <p:nvSpPr>
          <p:cNvPr id="609" name="Google Shape;609;p17"/>
          <p:cNvSpPr txBox="1"/>
          <p:nvPr/>
        </p:nvSpPr>
        <p:spPr>
          <a:xfrm>
            <a:off x="790956" y="2578608"/>
            <a:ext cx="345186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Subtítulo del bloque 1</a:t>
            </a:r>
            <a:endParaRPr b="0" i="0" sz="1100" u="none" cap="none" strike="noStrike">
              <a:solidFill>
                <a:schemeClr val="dk1"/>
              </a:solidFill>
              <a:latin typeface="Calibri"/>
              <a:ea typeface="Calibri"/>
              <a:cs typeface="Calibri"/>
              <a:sym typeface="Calibri"/>
            </a:endParaRPr>
          </a:p>
        </p:txBody>
      </p:sp>
      <p:sp>
        <p:nvSpPr>
          <p:cNvPr id="610" name="Google Shape;610;p17"/>
          <p:cNvSpPr txBox="1"/>
          <p:nvPr/>
        </p:nvSpPr>
        <p:spPr>
          <a:xfrm>
            <a:off x="790956" y="2798064"/>
            <a:ext cx="3451860" cy="347472"/>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575757"/>
              </a:buClr>
              <a:buSzPts val="950"/>
              <a:buFont typeface="Montserrat"/>
              <a:buNone/>
            </a:pPr>
            <a:r>
              <a:rPr b="0" i="0" lang="en-US" sz="950" u="none" cap="none" strike="noStrike">
                <a:solidFill>
                  <a:srgbClr val="000033"/>
                </a:solidFill>
                <a:latin typeface="Montserrat"/>
                <a:ea typeface="Montserrat"/>
                <a:cs typeface="Montserrat"/>
                <a:sym typeface="Montserrat"/>
              </a:rPr>
              <a:t>Ingresar aquí una descripción breve, de dos o tres líneas.</a:t>
            </a:r>
            <a:endParaRPr b="0" i="0" sz="950" u="none" cap="none" strike="noStrike">
              <a:solidFill>
                <a:schemeClr val="dk1"/>
              </a:solidFill>
              <a:latin typeface="Calibri"/>
              <a:ea typeface="Calibri"/>
              <a:cs typeface="Calibri"/>
              <a:sym typeface="Calibri"/>
            </a:endParaRPr>
          </a:p>
        </p:txBody>
      </p:sp>
      <p:sp>
        <p:nvSpPr>
          <p:cNvPr id="611" name="Google Shape;611;p17"/>
          <p:cNvSpPr txBox="1"/>
          <p:nvPr/>
        </p:nvSpPr>
        <p:spPr>
          <a:xfrm>
            <a:off x="790956" y="3182112"/>
            <a:ext cx="345186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Subtítulo del bloque 2</a:t>
            </a:r>
            <a:endParaRPr b="0" i="0" sz="1100" u="none" cap="none" strike="noStrike">
              <a:solidFill>
                <a:schemeClr val="dk1"/>
              </a:solidFill>
              <a:latin typeface="Calibri"/>
              <a:ea typeface="Calibri"/>
              <a:cs typeface="Calibri"/>
              <a:sym typeface="Calibri"/>
            </a:endParaRPr>
          </a:p>
        </p:txBody>
      </p:sp>
      <p:sp>
        <p:nvSpPr>
          <p:cNvPr id="612" name="Google Shape;612;p17"/>
          <p:cNvSpPr txBox="1"/>
          <p:nvPr/>
        </p:nvSpPr>
        <p:spPr>
          <a:xfrm>
            <a:off x="790956" y="3401568"/>
            <a:ext cx="3451860" cy="347472"/>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575757"/>
              </a:buClr>
              <a:buSzPts val="950"/>
              <a:buFont typeface="Montserrat"/>
              <a:buNone/>
            </a:pPr>
            <a:r>
              <a:rPr b="0" i="0" lang="en-US" sz="950" u="none" cap="none" strike="noStrike">
                <a:solidFill>
                  <a:srgbClr val="000033"/>
                </a:solidFill>
                <a:latin typeface="Montserrat"/>
                <a:ea typeface="Montserrat"/>
                <a:cs typeface="Montserrat"/>
                <a:sym typeface="Montserrat"/>
              </a:rPr>
              <a:t>Ingresar aquí una descripción breve, de dos o tres líneas.</a:t>
            </a:r>
            <a:endParaRPr b="0" i="0" sz="950" u="none" cap="none" strike="noStrike">
              <a:solidFill>
                <a:schemeClr val="dk1"/>
              </a:solidFill>
              <a:latin typeface="Calibri"/>
              <a:ea typeface="Calibri"/>
              <a:cs typeface="Calibri"/>
              <a:sym typeface="Calibri"/>
            </a:endParaRPr>
          </a:p>
        </p:txBody>
      </p:sp>
      <p:sp>
        <p:nvSpPr>
          <p:cNvPr id="613" name="Google Shape;613;p17"/>
          <p:cNvSpPr txBox="1"/>
          <p:nvPr/>
        </p:nvSpPr>
        <p:spPr>
          <a:xfrm>
            <a:off x="790956" y="3785616"/>
            <a:ext cx="345186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Subtítulo del bloque 3</a:t>
            </a:r>
            <a:endParaRPr b="0" i="0" sz="1100" u="none" cap="none" strike="noStrike">
              <a:solidFill>
                <a:schemeClr val="dk1"/>
              </a:solidFill>
              <a:latin typeface="Calibri"/>
              <a:ea typeface="Calibri"/>
              <a:cs typeface="Calibri"/>
              <a:sym typeface="Calibri"/>
            </a:endParaRPr>
          </a:p>
        </p:txBody>
      </p:sp>
      <p:sp>
        <p:nvSpPr>
          <p:cNvPr id="614" name="Google Shape;614;p17"/>
          <p:cNvSpPr txBox="1"/>
          <p:nvPr/>
        </p:nvSpPr>
        <p:spPr>
          <a:xfrm>
            <a:off x="790956" y="4005072"/>
            <a:ext cx="3451860" cy="347472"/>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575757"/>
              </a:buClr>
              <a:buSzPts val="950"/>
              <a:buFont typeface="Montserrat"/>
              <a:buNone/>
            </a:pPr>
            <a:r>
              <a:rPr b="0" i="0" lang="en-US" sz="950" u="none" cap="none" strike="noStrike">
                <a:solidFill>
                  <a:srgbClr val="000033"/>
                </a:solidFill>
                <a:latin typeface="Montserrat"/>
                <a:ea typeface="Montserrat"/>
                <a:cs typeface="Montserrat"/>
                <a:sym typeface="Montserrat"/>
              </a:rPr>
              <a:t>Ingresar aquí una descripción breve, de dos o tres líneas.</a:t>
            </a:r>
            <a:endParaRPr b="0" i="0" sz="950" u="none" cap="none" strike="noStrike">
              <a:solidFill>
                <a:schemeClr val="dk1"/>
              </a:solidFill>
              <a:latin typeface="Calibri"/>
              <a:ea typeface="Calibri"/>
              <a:cs typeface="Calibri"/>
              <a:sym typeface="Calibri"/>
            </a:endParaRPr>
          </a:p>
        </p:txBody>
      </p:sp>
      <p:sp>
        <p:nvSpPr>
          <p:cNvPr id="615" name="Google Shape;615;p17"/>
          <p:cNvSpPr/>
          <p:nvPr/>
        </p:nvSpPr>
        <p:spPr>
          <a:xfrm>
            <a:off x="4681728" y="1975104"/>
            <a:ext cx="3890772" cy="2487168"/>
          </a:xfrm>
          <a:prstGeom prst="roundRect">
            <a:avLst>
              <a:gd fmla="val 2941"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6" name="Google Shape;616;p17"/>
          <p:cNvSpPr/>
          <p:nvPr/>
        </p:nvSpPr>
        <p:spPr>
          <a:xfrm>
            <a:off x="4864608" y="2157984"/>
            <a:ext cx="1700784" cy="274320"/>
          </a:xfrm>
          <a:prstGeom prst="roundRect">
            <a:avLst>
              <a:gd fmla="val 50000" name="adj"/>
            </a:avLst>
          </a:prstGeom>
          <a:solidFill>
            <a:srgbClr val="EEF3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7" name="Google Shape;617;p17"/>
          <p:cNvSpPr txBox="1"/>
          <p:nvPr/>
        </p:nvSpPr>
        <p:spPr>
          <a:xfrm>
            <a:off x="4864608" y="2221992"/>
            <a:ext cx="1700784" cy="1828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EL CLIENTE APORTA</a:t>
            </a:r>
            <a:endParaRPr b="0" i="0" sz="900" u="none" cap="none" strike="noStrike">
              <a:solidFill>
                <a:schemeClr val="dk1"/>
              </a:solidFill>
              <a:latin typeface="Calibri"/>
              <a:ea typeface="Calibri"/>
              <a:cs typeface="Calibri"/>
              <a:sym typeface="Calibri"/>
            </a:endParaRPr>
          </a:p>
        </p:txBody>
      </p:sp>
      <p:sp>
        <p:nvSpPr>
          <p:cNvPr id="618" name="Google Shape;618;p17"/>
          <p:cNvSpPr txBox="1"/>
          <p:nvPr/>
        </p:nvSpPr>
        <p:spPr>
          <a:xfrm>
            <a:off x="4901184" y="2578608"/>
            <a:ext cx="345186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Subtítulo del bloque 1</a:t>
            </a:r>
            <a:endParaRPr b="0" i="0" sz="1100" u="none" cap="none" strike="noStrike">
              <a:solidFill>
                <a:schemeClr val="dk1"/>
              </a:solidFill>
              <a:latin typeface="Calibri"/>
              <a:ea typeface="Calibri"/>
              <a:cs typeface="Calibri"/>
              <a:sym typeface="Calibri"/>
            </a:endParaRPr>
          </a:p>
        </p:txBody>
      </p:sp>
      <p:sp>
        <p:nvSpPr>
          <p:cNvPr id="619" name="Google Shape;619;p17"/>
          <p:cNvSpPr txBox="1"/>
          <p:nvPr/>
        </p:nvSpPr>
        <p:spPr>
          <a:xfrm>
            <a:off x="4901184" y="2798064"/>
            <a:ext cx="3451860" cy="347472"/>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575757"/>
              </a:buClr>
              <a:buSzPts val="950"/>
              <a:buFont typeface="Montserrat"/>
              <a:buNone/>
            </a:pPr>
            <a:r>
              <a:rPr b="0" i="0" lang="en-US" sz="950" u="none" cap="none" strike="noStrike">
                <a:solidFill>
                  <a:srgbClr val="000033"/>
                </a:solidFill>
                <a:latin typeface="Montserrat"/>
                <a:ea typeface="Montserrat"/>
                <a:cs typeface="Montserrat"/>
                <a:sym typeface="Montserrat"/>
              </a:rPr>
              <a:t>Ingresar aquí una descripción breve, de dos o tres líneas.</a:t>
            </a:r>
            <a:endParaRPr b="0" i="0" sz="950" u="none" cap="none" strike="noStrike">
              <a:solidFill>
                <a:schemeClr val="dk1"/>
              </a:solidFill>
              <a:latin typeface="Calibri"/>
              <a:ea typeface="Calibri"/>
              <a:cs typeface="Calibri"/>
              <a:sym typeface="Calibri"/>
            </a:endParaRPr>
          </a:p>
        </p:txBody>
      </p:sp>
      <p:sp>
        <p:nvSpPr>
          <p:cNvPr id="620" name="Google Shape;620;p17"/>
          <p:cNvSpPr txBox="1"/>
          <p:nvPr/>
        </p:nvSpPr>
        <p:spPr>
          <a:xfrm>
            <a:off x="4901184" y="3182112"/>
            <a:ext cx="345186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Subtítulo del bloque 2</a:t>
            </a:r>
            <a:endParaRPr b="0" i="0" sz="1100" u="none" cap="none" strike="noStrike">
              <a:solidFill>
                <a:schemeClr val="dk1"/>
              </a:solidFill>
              <a:latin typeface="Calibri"/>
              <a:ea typeface="Calibri"/>
              <a:cs typeface="Calibri"/>
              <a:sym typeface="Calibri"/>
            </a:endParaRPr>
          </a:p>
        </p:txBody>
      </p:sp>
      <p:sp>
        <p:nvSpPr>
          <p:cNvPr id="621" name="Google Shape;621;p17"/>
          <p:cNvSpPr txBox="1"/>
          <p:nvPr/>
        </p:nvSpPr>
        <p:spPr>
          <a:xfrm>
            <a:off x="4901184" y="3401568"/>
            <a:ext cx="3451860" cy="347472"/>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575757"/>
              </a:buClr>
              <a:buSzPts val="950"/>
              <a:buFont typeface="Montserrat"/>
              <a:buNone/>
            </a:pPr>
            <a:r>
              <a:rPr b="0" i="0" lang="en-US" sz="950" u="none" cap="none" strike="noStrike">
                <a:solidFill>
                  <a:srgbClr val="000033"/>
                </a:solidFill>
                <a:latin typeface="Montserrat"/>
                <a:ea typeface="Montserrat"/>
                <a:cs typeface="Montserrat"/>
                <a:sym typeface="Montserrat"/>
              </a:rPr>
              <a:t>Ingresar aquí una descripción breve, de dos o tres líneas.</a:t>
            </a:r>
            <a:endParaRPr b="0" i="0" sz="950" u="none" cap="none" strike="noStrike">
              <a:solidFill>
                <a:schemeClr val="dk1"/>
              </a:solidFill>
              <a:latin typeface="Calibri"/>
              <a:ea typeface="Calibri"/>
              <a:cs typeface="Calibri"/>
              <a:sym typeface="Calibri"/>
            </a:endParaRPr>
          </a:p>
        </p:txBody>
      </p:sp>
      <p:sp>
        <p:nvSpPr>
          <p:cNvPr id="622" name="Google Shape;622;p17"/>
          <p:cNvSpPr txBox="1"/>
          <p:nvPr/>
        </p:nvSpPr>
        <p:spPr>
          <a:xfrm>
            <a:off x="4901184" y="3785616"/>
            <a:ext cx="345186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Subtítulo del bloque 3</a:t>
            </a:r>
            <a:endParaRPr b="0" i="0" sz="1100" u="none" cap="none" strike="noStrike">
              <a:solidFill>
                <a:schemeClr val="dk1"/>
              </a:solidFill>
              <a:latin typeface="Calibri"/>
              <a:ea typeface="Calibri"/>
              <a:cs typeface="Calibri"/>
              <a:sym typeface="Calibri"/>
            </a:endParaRPr>
          </a:p>
        </p:txBody>
      </p:sp>
      <p:sp>
        <p:nvSpPr>
          <p:cNvPr id="623" name="Google Shape;623;p17"/>
          <p:cNvSpPr txBox="1"/>
          <p:nvPr/>
        </p:nvSpPr>
        <p:spPr>
          <a:xfrm>
            <a:off x="4901184" y="4005072"/>
            <a:ext cx="3451860" cy="347472"/>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575757"/>
              </a:buClr>
              <a:buSzPts val="950"/>
              <a:buFont typeface="Montserrat"/>
              <a:buNone/>
            </a:pPr>
            <a:r>
              <a:rPr b="0" i="0" lang="en-US" sz="950" u="none" cap="none" strike="noStrike">
                <a:solidFill>
                  <a:srgbClr val="000033"/>
                </a:solidFill>
                <a:latin typeface="Montserrat"/>
                <a:ea typeface="Montserrat"/>
                <a:cs typeface="Montserrat"/>
                <a:sym typeface="Montserrat"/>
              </a:rPr>
              <a:t>Ingresar aquí una descripción breve, de dos o tres líneas.</a:t>
            </a:r>
            <a:endParaRPr b="0" i="0" sz="950" u="none" cap="none" strike="noStrike">
              <a:solidFill>
                <a:schemeClr val="dk1"/>
              </a:solidFill>
              <a:latin typeface="Calibri"/>
              <a:ea typeface="Calibri"/>
              <a:cs typeface="Calibri"/>
              <a:sym typeface="Calibri"/>
            </a:endParaRPr>
          </a:p>
        </p:txBody>
      </p:sp>
      <p:sp>
        <p:nvSpPr>
          <p:cNvPr id="624" name="Google Shape;624;p17"/>
          <p:cNvSpPr txBox="1"/>
          <p:nvPr/>
        </p:nvSpPr>
        <p:spPr>
          <a:xfrm>
            <a:off x="571500" y="4590288"/>
            <a:ext cx="18288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629" name="Shape 629"/>
        <p:cNvGrpSpPr/>
        <p:nvPr/>
      </p:nvGrpSpPr>
      <p:grpSpPr>
        <a:xfrm>
          <a:off x="0" y="0"/>
          <a:ext cx="0" cy="0"/>
          <a:chOff x="0" y="0"/>
          <a:chExt cx="0" cy="0"/>
        </a:xfrm>
      </p:grpSpPr>
      <p:pic>
        <p:nvPicPr>
          <p:cNvPr descr="bg_divider.png" id="630" name="Google Shape;630;g3f8da4ebb8d_0_106"/>
          <p:cNvPicPr preferRelativeResize="0"/>
          <p:nvPr/>
        </p:nvPicPr>
        <p:blipFill rotWithShape="1">
          <a:blip r:embed="rId3">
            <a:alphaModFix/>
          </a:blip>
          <a:srcRect b="0" l="0" r="0" t="0"/>
          <a:stretch/>
        </p:blipFill>
        <p:spPr>
          <a:xfrm>
            <a:off x="0" y="0"/>
            <a:ext cx="9143998" cy="5143501"/>
          </a:xfrm>
          <a:prstGeom prst="rect">
            <a:avLst/>
          </a:prstGeom>
          <a:noFill/>
          <a:ln>
            <a:noFill/>
          </a:ln>
        </p:spPr>
      </p:pic>
      <p:pic>
        <p:nvPicPr>
          <p:cNvPr descr="logo_blanco.png" id="631" name="Google Shape;631;g3f8da4ebb8d_0_106"/>
          <p:cNvPicPr preferRelativeResize="0"/>
          <p:nvPr/>
        </p:nvPicPr>
        <p:blipFill rotWithShape="1">
          <a:blip r:embed="rId4">
            <a:alphaModFix/>
          </a:blip>
          <a:srcRect b="0" l="0" r="0" t="0"/>
          <a:stretch/>
        </p:blipFill>
        <p:spPr>
          <a:xfrm>
            <a:off x="569671" y="389534"/>
            <a:ext cx="1228039" cy="245059"/>
          </a:xfrm>
          <a:prstGeom prst="rect">
            <a:avLst/>
          </a:prstGeom>
          <a:noFill/>
          <a:ln>
            <a:noFill/>
          </a:ln>
        </p:spPr>
      </p:pic>
      <p:sp>
        <p:nvSpPr>
          <p:cNvPr id="632" name="Google Shape;632;g3f8da4ebb8d_0_106"/>
          <p:cNvSpPr txBox="1"/>
          <p:nvPr/>
        </p:nvSpPr>
        <p:spPr>
          <a:xfrm>
            <a:off x="571500" y="1773936"/>
            <a:ext cx="2743200" cy="20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200"/>
              <a:buFont typeface="Montserrat SemiBold"/>
              <a:buNone/>
            </a:pPr>
            <a:r>
              <a:rPr b="1" i="0" lang="en-US" sz="1200" u="none" cap="none" strike="noStrike">
                <a:solidFill>
                  <a:srgbClr val="C5D5F7"/>
                </a:solidFill>
                <a:latin typeface="Montserrat SemiBold"/>
                <a:ea typeface="Montserrat SemiBold"/>
                <a:cs typeface="Montserrat SemiBold"/>
                <a:sym typeface="Montserrat SemiBold"/>
              </a:rPr>
              <a:t>SECCIÓN </a:t>
            </a:r>
            <a:r>
              <a:rPr b="1" lang="en-US" sz="1200">
                <a:solidFill>
                  <a:srgbClr val="C5D5F7"/>
                </a:solidFill>
                <a:latin typeface="Montserrat SemiBold"/>
                <a:ea typeface="Montserrat SemiBold"/>
                <a:cs typeface="Montserrat SemiBold"/>
                <a:sym typeface="Montserrat SemiBold"/>
              </a:rPr>
              <a:t>9</a:t>
            </a:r>
            <a:endParaRPr b="0" i="0" sz="1200" u="none" cap="none" strike="noStrike">
              <a:solidFill>
                <a:schemeClr val="dk1"/>
              </a:solidFill>
              <a:latin typeface="Calibri"/>
              <a:ea typeface="Calibri"/>
              <a:cs typeface="Calibri"/>
              <a:sym typeface="Calibri"/>
            </a:endParaRPr>
          </a:p>
        </p:txBody>
      </p:sp>
      <p:sp>
        <p:nvSpPr>
          <p:cNvPr id="633" name="Google Shape;633;g3f8da4ebb8d_0_106"/>
          <p:cNvSpPr txBox="1"/>
          <p:nvPr/>
        </p:nvSpPr>
        <p:spPr>
          <a:xfrm>
            <a:off x="571500" y="2157984"/>
            <a:ext cx="7863900" cy="731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4500"/>
              <a:buFont typeface="Montserrat ExtraBold"/>
              <a:buNone/>
            </a:pPr>
            <a:r>
              <a:rPr b="1" i="0" lang="en-US" sz="4500" u="none" cap="none" strike="noStrike">
                <a:solidFill>
                  <a:srgbClr val="FFFFFF"/>
                </a:solidFill>
                <a:latin typeface="Montserrat ExtraBold"/>
                <a:ea typeface="Montserrat ExtraBold"/>
                <a:cs typeface="Montserrat ExtraBold"/>
                <a:sym typeface="Montserrat ExtraBold"/>
              </a:rPr>
              <a:t>Estimación de</a:t>
            </a:r>
            <a:r>
              <a:rPr b="1" i="1" lang="en-US" sz="4500" u="none" cap="none" strike="noStrike">
                <a:solidFill>
                  <a:srgbClr val="7E99FE"/>
                </a:solidFill>
                <a:latin typeface="Montserrat Black"/>
                <a:ea typeface="Montserrat Black"/>
                <a:cs typeface="Montserrat Black"/>
                <a:sym typeface="Montserrat Black"/>
              </a:rPr>
              <a:t> impacto</a:t>
            </a:r>
            <a:endParaRPr b="0" i="0" sz="4500" u="none" cap="none" strike="noStrike">
              <a:solidFill>
                <a:schemeClr val="dk1"/>
              </a:solidFill>
              <a:latin typeface="Calibri"/>
              <a:ea typeface="Calibri"/>
              <a:cs typeface="Calibri"/>
              <a:sym typeface="Calibri"/>
            </a:endParaRPr>
          </a:p>
        </p:txBody>
      </p:sp>
      <p:sp>
        <p:nvSpPr>
          <p:cNvPr id="634" name="Google Shape;634;g3f8da4ebb8d_0_106"/>
          <p:cNvSpPr txBox="1"/>
          <p:nvPr/>
        </p:nvSpPr>
        <p:spPr>
          <a:xfrm>
            <a:off x="571500" y="3054096"/>
            <a:ext cx="4937700" cy="4938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C5D5F7"/>
              </a:buClr>
              <a:buSzPts val="1300"/>
              <a:buFont typeface="Montserrat Medium"/>
              <a:buNone/>
            </a:pPr>
            <a:r>
              <a:rPr b="0" i="0" lang="en-US" sz="1300" u="none" cap="none" strike="noStrike">
                <a:solidFill>
                  <a:srgbClr val="C5D5F7"/>
                </a:solidFill>
                <a:latin typeface="Montserrat Medium"/>
                <a:ea typeface="Montserrat Medium"/>
                <a:cs typeface="Montserrat Medium"/>
                <a:sym typeface="Montserrat Medium"/>
              </a:rPr>
              <a:t>El impacto esperado de la ruta, a completar con Pacasmayo.</a:t>
            </a:r>
            <a:endParaRPr b="0" i="0" sz="1300" u="none" cap="none" strike="noStrike">
              <a:solidFill>
                <a:schemeClr val="dk1"/>
              </a:solidFill>
              <a:latin typeface="Calibri"/>
              <a:ea typeface="Calibri"/>
              <a:cs typeface="Calibri"/>
              <a:sym typeface="Calibri"/>
            </a:endParaRPr>
          </a:p>
        </p:txBody>
      </p:sp>
      <p:sp>
        <p:nvSpPr>
          <p:cNvPr id="635" name="Google Shape;635;g3f8da4ebb8d_0_106"/>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640" name="Shape 640"/>
        <p:cNvGrpSpPr/>
        <p:nvPr/>
      </p:nvGrpSpPr>
      <p:grpSpPr>
        <a:xfrm>
          <a:off x="0" y="0"/>
          <a:ext cx="0" cy="0"/>
          <a:chOff x="0" y="0"/>
          <a:chExt cx="0" cy="0"/>
        </a:xfrm>
      </p:grpSpPr>
      <p:sp>
        <p:nvSpPr>
          <p:cNvPr id="641" name="Google Shape;641;g3f8da4ebb8d_0_116"/>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ESTIMACIÓN DE IMPACTO</a:t>
            </a:r>
            <a:endParaRPr b="0" i="0" sz="1100" u="none" cap="none" strike="noStrike">
              <a:solidFill>
                <a:schemeClr val="dk1"/>
              </a:solidFill>
              <a:latin typeface="Calibri"/>
              <a:ea typeface="Calibri"/>
              <a:cs typeface="Calibri"/>
              <a:sym typeface="Calibri"/>
            </a:endParaRPr>
          </a:p>
        </p:txBody>
      </p:sp>
      <p:sp>
        <p:nvSpPr>
          <p:cNvPr id="642" name="Google Shape;642;g3f8da4ebb8d_0_116"/>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lang="en-US" sz="2100">
                <a:solidFill>
                  <a:srgbClr val="000033"/>
                </a:solidFill>
                <a:latin typeface="Montserrat ExtraBold"/>
                <a:ea typeface="Montserrat ExtraBold"/>
                <a:cs typeface="Montserrat ExtraBold"/>
                <a:sym typeface="Montserrat ExtraBold"/>
              </a:rPr>
              <a:t>Título de la sección</a:t>
            </a:r>
            <a:endParaRPr b="1" sz="2100">
              <a:solidFill>
                <a:srgbClr val="000033"/>
              </a:solidFill>
              <a:latin typeface="Montserrat ExtraBold"/>
              <a:ea typeface="Montserrat ExtraBold"/>
              <a:cs typeface="Montserrat ExtraBold"/>
              <a:sym typeface="Montserrat ExtraBold"/>
            </a:endParaRPr>
          </a:p>
        </p:txBody>
      </p:sp>
      <p:sp>
        <p:nvSpPr>
          <p:cNvPr id="643" name="Google Shape;643;g3f8da4ebb8d_0_116"/>
          <p:cNvSpPr/>
          <p:nvPr/>
        </p:nvSpPr>
        <p:spPr>
          <a:xfrm>
            <a:off x="571500" y="1992762"/>
            <a:ext cx="2479200" cy="2056500"/>
          </a:xfrm>
          <a:prstGeom prst="roundRect">
            <a:avLst>
              <a:gd fmla="val 1052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4" name="Google Shape;644;g3f8da4ebb8d_0_116"/>
          <p:cNvSpPr/>
          <p:nvPr/>
        </p:nvSpPr>
        <p:spPr>
          <a:xfrm>
            <a:off x="3332400" y="1992762"/>
            <a:ext cx="2479200" cy="2056500"/>
          </a:xfrm>
          <a:prstGeom prst="roundRect">
            <a:avLst>
              <a:gd fmla="val 1052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5" name="Google Shape;645;g3f8da4ebb8d_0_116"/>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
        <p:nvSpPr>
          <p:cNvPr id="646" name="Google Shape;646;g3f8da4ebb8d_0_116"/>
          <p:cNvSpPr/>
          <p:nvPr/>
        </p:nvSpPr>
        <p:spPr>
          <a:xfrm>
            <a:off x="6093300" y="1992762"/>
            <a:ext cx="2479200" cy="2056500"/>
          </a:xfrm>
          <a:prstGeom prst="roundRect">
            <a:avLst>
              <a:gd fmla="val 1052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7" name="Google Shape;647;g3f8da4ebb8d_0_116"/>
          <p:cNvSpPr/>
          <p:nvPr/>
        </p:nvSpPr>
        <p:spPr>
          <a:xfrm>
            <a:off x="731804" y="2070950"/>
            <a:ext cx="2429100" cy="500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60A2E"/>
              </a:buClr>
              <a:buSzPts val="2774"/>
              <a:buFont typeface="Calibri"/>
              <a:buNone/>
            </a:pPr>
            <a:r>
              <a:rPr b="1" lang="en-US" sz="2544">
                <a:solidFill>
                  <a:srgbClr val="2B5BFC"/>
                </a:solidFill>
                <a:latin typeface="Montserrat"/>
                <a:ea typeface="Montserrat"/>
                <a:cs typeface="Montserrat"/>
                <a:sym typeface="Montserrat"/>
              </a:rPr>
              <a:t>#</a:t>
            </a:r>
            <a:endParaRPr i="0" sz="2544" u="none" cap="none" strike="noStrike">
              <a:solidFill>
                <a:srgbClr val="2B5BFC"/>
              </a:solidFill>
              <a:latin typeface="Montserrat"/>
              <a:ea typeface="Montserrat"/>
              <a:cs typeface="Montserrat"/>
              <a:sym typeface="Montserrat"/>
            </a:endParaRPr>
          </a:p>
        </p:txBody>
      </p:sp>
      <p:sp>
        <p:nvSpPr>
          <p:cNvPr id="648" name="Google Shape;648;g3f8da4ebb8d_0_116"/>
          <p:cNvSpPr/>
          <p:nvPr/>
        </p:nvSpPr>
        <p:spPr>
          <a:xfrm>
            <a:off x="731812" y="2555847"/>
            <a:ext cx="2148900" cy="294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60A2E"/>
              </a:buClr>
              <a:buSzPts val="867"/>
              <a:buFont typeface="Calibri"/>
              <a:buNone/>
            </a:pPr>
            <a:r>
              <a:rPr b="1" lang="en-US" sz="1200">
                <a:solidFill>
                  <a:srgbClr val="060A2E"/>
                </a:solidFill>
                <a:latin typeface="Montserrat"/>
                <a:ea typeface="Montserrat"/>
                <a:cs typeface="Montserrat"/>
                <a:sym typeface="Montserrat"/>
              </a:rPr>
              <a:t>Subtítulo de tarjeta</a:t>
            </a:r>
            <a:endParaRPr b="1" sz="1200">
              <a:solidFill>
                <a:srgbClr val="060A2E"/>
              </a:solidFill>
              <a:latin typeface="Montserrat"/>
              <a:ea typeface="Montserrat"/>
              <a:cs typeface="Montserrat"/>
              <a:sym typeface="Montserrat"/>
            </a:endParaRPr>
          </a:p>
          <a:p>
            <a:pPr indent="0" lvl="0" marL="0" marR="0" rtl="0" algn="l">
              <a:lnSpc>
                <a:spcPct val="105000"/>
              </a:lnSpc>
              <a:spcBef>
                <a:spcPts val="0"/>
              </a:spcBef>
              <a:spcAft>
                <a:spcPts val="0"/>
              </a:spcAft>
              <a:buClr>
                <a:srgbClr val="060A2E"/>
              </a:buClr>
              <a:buSzPts val="867"/>
              <a:buFont typeface="Calibri"/>
              <a:buNone/>
            </a:pPr>
            <a:r>
              <a:t/>
            </a:r>
            <a:endParaRPr b="1" sz="1200">
              <a:solidFill>
                <a:srgbClr val="060A2E"/>
              </a:solidFill>
              <a:latin typeface="Montserrat"/>
              <a:ea typeface="Montserrat"/>
              <a:cs typeface="Montserrat"/>
              <a:sym typeface="Montserrat"/>
            </a:endParaRPr>
          </a:p>
        </p:txBody>
      </p:sp>
      <p:sp>
        <p:nvSpPr>
          <p:cNvPr id="649" name="Google Shape;649;g3f8da4ebb8d_0_116"/>
          <p:cNvSpPr/>
          <p:nvPr/>
        </p:nvSpPr>
        <p:spPr>
          <a:xfrm>
            <a:off x="731824" y="3013788"/>
            <a:ext cx="2148900" cy="765000"/>
          </a:xfrm>
          <a:prstGeom prst="rect">
            <a:avLst/>
          </a:prstGeom>
          <a:noFill/>
          <a:ln>
            <a:noFill/>
          </a:ln>
        </p:spPr>
        <p:txBody>
          <a:bodyPr anchorCtr="0" anchor="t" bIns="0" lIns="0" spcFirstLastPara="1" rIns="0" wrap="square" tIns="0">
            <a:noAutofit/>
          </a:bodyPr>
          <a:lstStyle/>
          <a:p>
            <a:pPr indent="0" lvl="0" marL="0" marR="0" rtl="0" algn="l">
              <a:lnSpc>
                <a:spcPct val="122000"/>
              </a:lnSpc>
              <a:spcBef>
                <a:spcPts val="0"/>
              </a:spcBef>
              <a:spcAft>
                <a:spcPts val="0"/>
              </a:spcAft>
              <a:buClr>
                <a:srgbClr val="4A4A5F"/>
              </a:buClr>
              <a:buSzPts val="728"/>
              <a:buFont typeface="Calibri"/>
              <a:buNone/>
            </a:pPr>
            <a:r>
              <a:rPr lang="en-US" sz="1000">
                <a:solidFill>
                  <a:srgbClr val="4A4A5F"/>
                </a:solidFill>
                <a:latin typeface="Montserrat"/>
                <a:ea typeface="Montserrat"/>
                <a:cs typeface="Montserrat"/>
                <a:sym typeface="Montserrat"/>
              </a:rPr>
              <a:t>xxxxx</a:t>
            </a:r>
            <a:endParaRPr i="0" sz="1000" u="none" cap="none" strike="noStrike">
              <a:solidFill>
                <a:srgbClr val="000000"/>
              </a:solidFill>
              <a:latin typeface="Montserrat"/>
              <a:ea typeface="Montserrat"/>
              <a:cs typeface="Montserrat"/>
              <a:sym typeface="Montserrat"/>
            </a:endParaRPr>
          </a:p>
        </p:txBody>
      </p:sp>
      <p:sp>
        <p:nvSpPr>
          <p:cNvPr id="650" name="Google Shape;650;g3f8da4ebb8d_0_116"/>
          <p:cNvSpPr/>
          <p:nvPr/>
        </p:nvSpPr>
        <p:spPr>
          <a:xfrm>
            <a:off x="3491238" y="2070952"/>
            <a:ext cx="2295300" cy="500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60A2E"/>
              </a:buClr>
              <a:buSzPts val="2774"/>
              <a:buFont typeface="Calibri"/>
              <a:buNone/>
            </a:pPr>
            <a:r>
              <a:rPr b="1" lang="en-US" sz="2544">
                <a:solidFill>
                  <a:srgbClr val="2B5BFC"/>
                </a:solidFill>
                <a:latin typeface="Montserrat"/>
                <a:ea typeface="Montserrat"/>
                <a:cs typeface="Montserrat"/>
                <a:sym typeface="Montserrat"/>
              </a:rPr>
              <a:t>#</a:t>
            </a:r>
            <a:endParaRPr i="0" sz="2544" u="none" cap="none" strike="noStrike">
              <a:solidFill>
                <a:srgbClr val="2B5BFC"/>
              </a:solidFill>
              <a:latin typeface="Montserrat"/>
              <a:ea typeface="Montserrat"/>
              <a:cs typeface="Montserrat"/>
              <a:sym typeface="Montserrat"/>
            </a:endParaRPr>
          </a:p>
        </p:txBody>
      </p:sp>
      <p:sp>
        <p:nvSpPr>
          <p:cNvPr id="651" name="Google Shape;651;g3f8da4ebb8d_0_116"/>
          <p:cNvSpPr/>
          <p:nvPr/>
        </p:nvSpPr>
        <p:spPr>
          <a:xfrm>
            <a:off x="3424338" y="2555847"/>
            <a:ext cx="2295300" cy="294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60A2E"/>
              </a:buClr>
              <a:buSzPts val="867"/>
              <a:buFont typeface="Calibri"/>
              <a:buNone/>
            </a:pPr>
            <a:r>
              <a:rPr b="1" lang="en-US" sz="1200">
                <a:solidFill>
                  <a:srgbClr val="060A2E"/>
                </a:solidFill>
                <a:latin typeface="Montserrat"/>
                <a:ea typeface="Montserrat"/>
                <a:cs typeface="Montserrat"/>
                <a:sym typeface="Montserrat"/>
              </a:rPr>
              <a:t>Subtítulo de tarjeta</a:t>
            </a:r>
            <a:endParaRPr b="1" sz="1200">
              <a:solidFill>
                <a:srgbClr val="060A2E"/>
              </a:solidFill>
              <a:latin typeface="Montserrat"/>
              <a:ea typeface="Montserrat"/>
              <a:cs typeface="Montserrat"/>
              <a:sym typeface="Montserrat"/>
            </a:endParaRPr>
          </a:p>
          <a:p>
            <a:pPr indent="0" lvl="0" marL="0" marR="0" rtl="0" algn="l">
              <a:lnSpc>
                <a:spcPct val="105000"/>
              </a:lnSpc>
              <a:spcBef>
                <a:spcPts val="0"/>
              </a:spcBef>
              <a:spcAft>
                <a:spcPts val="0"/>
              </a:spcAft>
              <a:buClr>
                <a:srgbClr val="060A2E"/>
              </a:buClr>
              <a:buSzPts val="867"/>
              <a:buFont typeface="Calibri"/>
              <a:buNone/>
            </a:pPr>
            <a:r>
              <a:t/>
            </a:r>
            <a:endParaRPr b="1" sz="1200">
              <a:solidFill>
                <a:srgbClr val="060A2E"/>
              </a:solidFill>
              <a:latin typeface="Montserrat"/>
              <a:ea typeface="Montserrat"/>
              <a:cs typeface="Montserrat"/>
              <a:sym typeface="Montserrat"/>
            </a:endParaRPr>
          </a:p>
        </p:txBody>
      </p:sp>
      <p:sp>
        <p:nvSpPr>
          <p:cNvPr id="652" name="Google Shape;652;g3f8da4ebb8d_0_116"/>
          <p:cNvSpPr/>
          <p:nvPr/>
        </p:nvSpPr>
        <p:spPr>
          <a:xfrm>
            <a:off x="3424350" y="3013788"/>
            <a:ext cx="2295300" cy="765000"/>
          </a:xfrm>
          <a:prstGeom prst="rect">
            <a:avLst/>
          </a:prstGeom>
          <a:noFill/>
          <a:ln>
            <a:noFill/>
          </a:ln>
        </p:spPr>
        <p:txBody>
          <a:bodyPr anchorCtr="0" anchor="t" bIns="0" lIns="0" spcFirstLastPara="1" rIns="0" wrap="square" tIns="0">
            <a:noAutofit/>
          </a:bodyPr>
          <a:lstStyle/>
          <a:p>
            <a:pPr indent="0" lvl="0" marL="0" marR="0" rtl="0" algn="l">
              <a:lnSpc>
                <a:spcPct val="122000"/>
              </a:lnSpc>
              <a:spcBef>
                <a:spcPts val="0"/>
              </a:spcBef>
              <a:spcAft>
                <a:spcPts val="0"/>
              </a:spcAft>
              <a:buClr>
                <a:srgbClr val="4A4A5F"/>
              </a:buClr>
              <a:buSzPts val="728"/>
              <a:buFont typeface="Calibri"/>
              <a:buNone/>
            </a:pPr>
            <a:r>
              <a:rPr lang="en-US" sz="1000">
                <a:solidFill>
                  <a:srgbClr val="4A4A5F"/>
                </a:solidFill>
                <a:latin typeface="Montserrat"/>
                <a:ea typeface="Montserrat"/>
                <a:cs typeface="Montserrat"/>
                <a:sym typeface="Montserrat"/>
              </a:rPr>
              <a:t>xxxxx</a:t>
            </a:r>
            <a:endParaRPr i="0" sz="1000" u="none" cap="none" strike="noStrike">
              <a:solidFill>
                <a:srgbClr val="000000"/>
              </a:solidFill>
              <a:latin typeface="Montserrat"/>
              <a:ea typeface="Montserrat"/>
              <a:cs typeface="Montserrat"/>
              <a:sym typeface="Montserrat"/>
            </a:endParaRPr>
          </a:p>
        </p:txBody>
      </p:sp>
      <p:sp>
        <p:nvSpPr>
          <p:cNvPr id="653" name="Google Shape;653;g3f8da4ebb8d_0_116"/>
          <p:cNvSpPr/>
          <p:nvPr/>
        </p:nvSpPr>
        <p:spPr>
          <a:xfrm>
            <a:off x="6263287" y="2070952"/>
            <a:ext cx="2148900" cy="500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60A2E"/>
              </a:buClr>
              <a:buSzPts val="2774"/>
              <a:buFont typeface="Calibri"/>
              <a:buNone/>
            </a:pPr>
            <a:r>
              <a:rPr b="1" lang="en-US" sz="2544">
                <a:solidFill>
                  <a:srgbClr val="2B5BFC"/>
                </a:solidFill>
                <a:latin typeface="Montserrat"/>
                <a:ea typeface="Montserrat"/>
                <a:cs typeface="Montserrat"/>
                <a:sym typeface="Montserrat"/>
              </a:rPr>
              <a:t>#</a:t>
            </a:r>
            <a:endParaRPr i="0" sz="2544" u="none" cap="none" strike="noStrike">
              <a:solidFill>
                <a:srgbClr val="2B5BFC"/>
              </a:solidFill>
              <a:latin typeface="Montserrat"/>
              <a:ea typeface="Montserrat"/>
              <a:cs typeface="Montserrat"/>
              <a:sym typeface="Montserrat"/>
            </a:endParaRPr>
          </a:p>
        </p:txBody>
      </p:sp>
      <p:sp>
        <p:nvSpPr>
          <p:cNvPr id="654" name="Google Shape;654;g3f8da4ebb8d_0_116"/>
          <p:cNvSpPr/>
          <p:nvPr/>
        </p:nvSpPr>
        <p:spPr>
          <a:xfrm>
            <a:off x="6263287" y="2555854"/>
            <a:ext cx="2148900" cy="294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60A2E"/>
              </a:buClr>
              <a:buSzPts val="867"/>
              <a:buFont typeface="Calibri"/>
              <a:buNone/>
            </a:pPr>
            <a:r>
              <a:rPr b="1" lang="en-US" sz="1200">
                <a:solidFill>
                  <a:srgbClr val="060A2E"/>
                </a:solidFill>
                <a:latin typeface="Montserrat"/>
                <a:ea typeface="Montserrat"/>
                <a:cs typeface="Montserrat"/>
                <a:sym typeface="Montserrat"/>
              </a:rPr>
              <a:t>Subtítulo de tarjeta</a:t>
            </a:r>
            <a:endParaRPr b="1" sz="1200">
              <a:solidFill>
                <a:srgbClr val="060A2E"/>
              </a:solidFill>
              <a:latin typeface="Montserrat"/>
              <a:ea typeface="Montserrat"/>
              <a:cs typeface="Montserrat"/>
              <a:sym typeface="Montserrat"/>
            </a:endParaRPr>
          </a:p>
          <a:p>
            <a:pPr indent="0" lvl="0" marL="0" marR="0" rtl="0" algn="l">
              <a:lnSpc>
                <a:spcPct val="105000"/>
              </a:lnSpc>
              <a:spcBef>
                <a:spcPts val="0"/>
              </a:spcBef>
              <a:spcAft>
                <a:spcPts val="0"/>
              </a:spcAft>
              <a:buClr>
                <a:srgbClr val="060A2E"/>
              </a:buClr>
              <a:buSzPts val="867"/>
              <a:buFont typeface="Calibri"/>
              <a:buNone/>
            </a:pPr>
            <a:r>
              <a:t/>
            </a:r>
            <a:endParaRPr b="1" sz="1200">
              <a:solidFill>
                <a:srgbClr val="060A2E"/>
              </a:solidFill>
              <a:latin typeface="Montserrat"/>
              <a:ea typeface="Montserrat"/>
              <a:cs typeface="Montserrat"/>
              <a:sym typeface="Montserrat"/>
            </a:endParaRPr>
          </a:p>
        </p:txBody>
      </p:sp>
      <p:sp>
        <p:nvSpPr>
          <p:cNvPr id="655" name="Google Shape;655;g3f8da4ebb8d_0_116"/>
          <p:cNvSpPr/>
          <p:nvPr/>
        </p:nvSpPr>
        <p:spPr>
          <a:xfrm>
            <a:off x="6263299" y="3013790"/>
            <a:ext cx="2148900" cy="765000"/>
          </a:xfrm>
          <a:prstGeom prst="rect">
            <a:avLst/>
          </a:prstGeom>
          <a:noFill/>
          <a:ln>
            <a:noFill/>
          </a:ln>
        </p:spPr>
        <p:txBody>
          <a:bodyPr anchorCtr="0" anchor="t" bIns="0" lIns="0" spcFirstLastPara="1" rIns="0" wrap="square" tIns="0">
            <a:noAutofit/>
          </a:bodyPr>
          <a:lstStyle/>
          <a:p>
            <a:pPr indent="0" lvl="0" marL="0" marR="0" rtl="0" algn="l">
              <a:lnSpc>
                <a:spcPct val="122000"/>
              </a:lnSpc>
              <a:spcBef>
                <a:spcPts val="0"/>
              </a:spcBef>
              <a:spcAft>
                <a:spcPts val="0"/>
              </a:spcAft>
              <a:buClr>
                <a:srgbClr val="4A4A5F"/>
              </a:buClr>
              <a:buSzPts val="728"/>
              <a:buFont typeface="Calibri"/>
              <a:buNone/>
            </a:pPr>
            <a:r>
              <a:rPr lang="en-US" sz="1000">
                <a:solidFill>
                  <a:srgbClr val="4A4A5F"/>
                </a:solidFill>
                <a:latin typeface="Montserrat"/>
                <a:ea typeface="Montserrat"/>
                <a:cs typeface="Montserrat"/>
                <a:sym typeface="Montserrat"/>
              </a:rPr>
              <a:t>xxxxx</a:t>
            </a:r>
            <a:endParaRPr i="0" sz="1000" u="none" cap="none" strike="noStrike">
              <a:solidFill>
                <a:srgbClr val="000000"/>
              </a:solidFill>
              <a:latin typeface="Montserrat"/>
              <a:ea typeface="Montserrat"/>
              <a:cs typeface="Montserrat"/>
              <a:sym typeface="Montserrat"/>
            </a:endParaRPr>
          </a:p>
        </p:txBody>
      </p:sp>
      <p:sp>
        <p:nvSpPr>
          <p:cNvPr id="656" name="Google Shape;656;g3f8da4ebb8d_0_116"/>
          <p:cNvSpPr/>
          <p:nvPr/>
        </p:nvSpPr>
        <p:spPr>
          <a:xfrm>
            <a:off x="571500" y="1600327"/>
            <a:ext cx="8001000" cy="32910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4A4A5F"/>
              </a:buClr>
              <a:buSzPts val="1150"/>
              <a:buFont typeface="Calibri"/>
              <a:buNone/>
            </a:pPr>
            <a:r>
              <a:rPr lang="en-US" sz="1000">
                <a:solidFill>
                  <a:srgbClr val="4A4A5F"/>
                </a:solidFill>
                <a:latin typeface="Montserrat"/>
                <a:ea typeface="Montserrat"/>
                <a:cs typeface="Montserrat"/>
                <a:sym typeface="Montserrat"/>
              </a:rPr>
              <a:t>xxxxxxx</a:t>
            </a:r>
            <a:endParaRPr i="0" sz="1000" u="none" cap="none" strike="noStrike">
              <a:solidFill>
                <a:srgbClr val="000000"/>
              </a:solidFill>
              <a:latin typeface="Montserrat"/>
              <a:ea typeface="Montserrat"/>
              <a:cs typeface="Montserrat"/>
              <a:sym typeface="Montserrat"/>
            </a:endParaRPr>
          </a:p>
        </p:txBody>
      </p:sp>
      <p:sp>
        <p:nvSpPr>
          <p:cNvPr id="657" name="Google Shape;657;g3f8da4ebb8d_0_116"/>
          <p:cNvSpPr/>
          <p:nvPr/>
        </p:nvSpPr>
        <p:spPr>
          <a:xfrm>
            <a:off x="645400" y="4061850"/>
            <a:ext cx="7838700" cy="5391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6E6BBF"/>
              </a:buClr>
              <a:buSzPts val="950"/>
              <a:buFont typeface="Calibri"/>
              <a:buNone/>
            </a:pPr>
            <a:r>
              <a:rPr b="1" i="1" lang="en-US" sz="600">
                <a:solidFill>
                  <a:srgbClr val="2B5BFC"/>
                </a:solidFill>
                <a:latin typeface="Montserrat"/>
                <a:ea typeface="Montserrat"/>
                <a:cs typeface="Montserrat"/>
                <a:sym typeface="Montserrat"/>
              </a:rPr>
              <a:t>Nota:</a:t>
            </a:r>
            <a:r>
              <a:rPr b="1" i="1" lang="en-US" sz="550" u="none" cap="none" strike="noStrike">
                <a:solidFill>
                  <a:srgbClr val="6E6BBF"/>
                </a:solidFill>
                <a:latin typeface="Montserrat"/>
                <a:ea typeface="Montserrat"/>
                <a:cs typeface="Montserrat"/>
                <a:sym typeface="Montserrat"/>
              </a:rPr>
              <a:t>   </a:t>
            </a:r>
            <a:r>
              <a:rPr i="1" lang="en-US" sz="600" u="none" cap="none" strike="noStrike">
                <a:solidFill>
                  <a:srgbClr val="4A4A5F"/>
                </a:solidFill>
                <a:latin typeface="Montserrat"/>
                <a:ea typeface="Montserrat"/>
                <a:cs typeface="Montserrat"/>
                <a:sym typeface="Montserrat"/>
              </a:rPr>
              <a:t>No existe todavía una cifra de impacto verificada para </a:t>
            </a:r>
            <a:r>
              <a:rPr i="1" lang="en-US" sz="600">
                <a:solidFill>
                  <a:srgbClr val="4A4A5F"/>
                </a:solidFill>
                <a:latin typeface="Montserrat"/>
                <a:ea typeface="Montserrat"/>
                <a:cs typeface="Montserrat"/>
                <a:sym typeface="Montserrat"/>
              </a:rPr>
              <a:t>“nombre del cliente”</a:t>
            </a:r>
            <a:r>
              <a:rPr i="1" lang="en-US" sz="600" u="none" cap="none" strike="noStrike">
                <a:solidFill>
                  <a:srgbClr val="4A4A5F"/>
                </a:solidFill>
                <a:latin typeface="Montserrat"/>
                <a:ea typeface="Montserrat"/>
                <a:cs typeface="Montserrat"/>
                <a:sym typeface="Montserrat"/>
              </a:rPr>
              <a:t>. Las cifras de arriba corresponden a otros clientes y no son una proyección de resultados. Las metas de </a:t>
            </a:r>
            <a:r>
              <a:rPr i="1" lang="en-US" sz="600">
                <a:solidFill>
                  <a:srgbClr val="4A4A5F"/>
                </a:solidFill>
                <a:latin typeface="Montserrat"/>
                <a:ea typeface="Montserrat"/>
                <a:cs typeface="Montserrat"/>
                <a:sym typeface="Montserrat"/>
              </a:rPr>
              <a:t>“el nombre del cliente” </a:t>
            </a:r>
            <a:r>
              <a:rPr i="1" lang="en-US" sz="600" u="none" cap="none" strike="noStrike">
                <a:solidFill>
                  <a:srgbClr val="4A4A5F"/>
                </a:solidFill>
                <a:latin typeface="Montserrat"/>
                <a:ea typeface="Montserrat"/>
                <a:cs typeface="Montserrat"/>
                <a:sym typeface="Montserrat"/>
              </a:rPr>
              <a:t>se fijan en la Fase 1 contra la línea base medida.</a:t>
            </a:r>
            <a:endParaRPr i="1" sz="550" u="none" cap="none" strike="noStrike">
              <a:solidFill>
                <a:srgbClr val="000000"/>
              </a:solidFill>
              <a:latin typeface="Montserrat"/>
              <a:ea typeface="Montserrat"/>
              <a:cs typeface="Montserrat"/>
              <a:sym typeface="Montserrat"/>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662" name="Shape 662"/>
        <p:cNvGrpSpPr/>
        <p:nvPr/>
      </p:nvGrpSpPr>
      <p:grpSpPr>
        <a:xfrm>
          <a:off x="0" y="0"/>
          <a:ext cx="0" cy="0"/>
          <a:chOff x="0" y="0"/>
          <a:chExt cx="0" cy="0"/>
        </a:xfrm>
      </p:grpSpPr>
      <p:pic>
        <p:nvPicPr>
          <p:cNvPr descr="bg_divider.png" id="663" name="Google Shape;663;g3f8da4ebb8d_0_1108"/>
          <p:cNvPicPr preferRelativeResize="0"/>
          <p:nvPr/>
        </p:nvPicPr>
        <p:blipFill rotWithShape="1">
          <a:blip r:embed="rId3">
            <a:alphaModFix/>
          </a:blip>
          <a:srcRect b="0" l="0" r="0" t="0"/>
          <a:stretch/>
        </p:blipFill>
        <p:spPr>
          <a:xfrm>
            <a:off x="0" y="0"/>
            <a:ext cx="9143998" cy="5143501"/>
          </a:xfrm>
          <a:prstGeom prst="rect">
            <a:avLst/>
          </a:prstGeom>
          <a:noFill/>
          <a:ln>
            <a:noFill/>
          </a:ln>
        </p:spPr>
      </p:pic>
      <p:pic>
        <p:nvPicPr>
          <p:cNvPr descr="logo_blanco.png" id="664" name="Google Shape;664;g3f8da4ebb8d_0_1108"/>
          <p:cNvPicPr preferRelativeResize="0"/>
          <p:nvPr/>
        </p:nvPicPr>
        <p:blipFill rotWithShape="1">
          <a:blip r:embed="rId4">
            <a:alphaModFix/>
          </a:blip>
          <a:srcRect b="0" l="0" r="0" t="0"/>
          <a:stretch/>
        </p:blipFill>
        <p:spPr>
          <a:xfrm>
            <a:off x="569671" y="389534"/>
            <a:ext cx="1228039" cy="245059"/>
          </a:xfrm>
          <a:prstGeom prst="rect">
            <a:avLst/>
          </a:prstGeom>
          <a:noFill/>
          <a:ln>
            <a:noFill/>
          </a:ln>
        </p:spPr>
      </p:pic>
      <p:sp>
        <p:nvSpPr>
          <p:cNvPr id="665" name="Google Shape;665;g3f8da4ebb8d_0_1108"/>
          <p:cNvSpPr txBox="1"/>
          <p:nvPr/>
        </p:nvSpPr>
        <p:spPr>
          <a:xfrm>
            <a:off x="571500" y="1773936"/>
            <a:ext cx="2743200" cy="20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200"/>
              <a:buFont typeface="Montserrat SemiBold"/>
              <a:buNone/>
            </a:pPr>
            <a:r>
              <a:rPr b="1" i="0" lang="en-US" sz="1200" u="none" cap="none" strike="noStrike">
                <a:solidFill>
                  <a:srgbClr val="C5D5F7"/>
                </a:solidFill>
                <a:latin typeface="Montserrat SemiBold"/>
                <a:ea typeface="Montserrat SemiBold"/>
                <a:cs typeface="Montserrat SemiBold"/>
                <a:sym typeface="Montserrat SemiBold"/>
              </a:rPr>
              <a:t>SECCIÓN </a:t>
            </a:r>
            <a:r>
              <a:rPr b="1" lang="en-US" sz="1200">
                <a:solidFill>
                  <a:srgbClr val="C5D5F7"/>
                </a:solidFill>
                <a:latin typeface="Montserrat SemiBold"/>
                <a:ea typeface="Montserrat SemiBold"/>
                <a:cs typeface="Montserrat SemiBold"/>
                <a:sym typeface="Montserrat SemiBold"/>
              </a:rPr>
              <a:t>10</a:t>
            </a:r>
            <a:endParaRPr b="0" i="0" sz="1200" u="none" cap="none" strike="noStrike">
              <a:solidFill>
                <a:schemeClr val="dk1"/>
              </a:solidFill>
              <a:latin typeface="Calibri"/>
              <a:ea typeface="Calibri"/>
              <a:cs typeface="Calibri"/>
              <a:sym typeface="Calibri"/>
            </a:endParaRPr>
          </a:p>
        </p:txBody>
      </p:sp>
      <p:sp>
        <p:nvSpPr>
          <p:cNvPr id="666" name="Google Shape;666;g3f8da4ebb8d_0_1108"/>
          <p:cNvSpPr txBox="1"/>
          <p:nvPr/>
        </p:nvSpPr>
        <p:spPr>
          <a:xfrm>
            <a:off x="571500" y="2157984"/>
            <a:ext cx="7863900" cy="731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4500"/>
              <a:buFont typeface="Montserrat ExtraBold"/>
              <a:buNone/>
            </a:pPr>
            <a:r>
              <a:rPr b="1" i="0" lang="en-US" sz="4500" u="none" cap="none" strike="noStrike">
                <a:solidFill>
                  <a:srgbClr val="FFFFFF"/>
                </a:solidFill>
                <a:latin typeface="Montserrat ExtraBold"/>
                <a:ea typeface="Montserrat ExtraBold"/>
                <a:cs typeface="Montserrat ExtraBold"/>
                <a:sym typeface="Montserrat ExtraBold"/>
              </a:rPr>
              <a:t>Inversión</a:t>
            </a:r>
            <a:endParaRPr b="0" i="0" sz="4500" u="none" cap="none" strike="noStrike">
              <a:solidFill>
                <a:schemeClr val="dk1"/>
              </a:solidFill>
              <a:latin typeface="Calibri"/>
              <a:ea typeface="Calibri"/>
              <a:cs typeface="Calibri"/>
              <a:sym typeface="Calibri"/>
            </a:endParaRPr>
          </a:p>
        </p:txBody>
      </p:sp>
      <p:sp>
        <p:nvSpPr>
          <p:cNvPr id="667" name="Google Shape;667;g3f8da4ebb8d_0_1108"/>
          <p:cNvSpPr txBox="1"/>
          <p:nvPr/>
        </p:nvSpPr>
        <p:spPr>
          <a:xfrm>
            <a:off x="571500" y="3054096"/>
            <a:ext cx="4937700" cy="4938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C5D5F7"/>
              </a:buClr>
              <a:buSzPts val="1300"/>
              <a:buFont typeface="Montserrat Medium"/>
              <a:buNone/>
            </a:pPr>
            <a:r>
              <a:rPr b="0" i="0" lang="en-US" sz="1300" u="none" cap="none" strike="noStrike">
                <a:solidFill>
                  <a:srgbClr val="C5D5F7"/>
                </a:solidFill>
                <a:latin typeface="Montserrat Medium"/>
                <a:ea typeface="Montserrat Medium"/>
                <a:cs typeface="Montserrat Medium"/>
                <a:sym typeface="Montserrat Medium"/>
              </a:rPr>
              <a:t>Inversión por fase y paquetes de capacitaciones.</a:t>
            </a:r>
            <a:endParaRPr b="0" i="0" sz="1300" u="none" cap="none" strike="noStrike">
              <a:solidFill>
                <a:schemeClr val="dk1"/>
              </a:solidFill>
              <a:latin typeface="Calibri"/>
              <a:ea typeface="Calibri"/>
              <a:cs typeface="Calibri"/>
              <a:sym typeface="Calibri"/>
            </a:endParaRPr>
          </a:p>
        </p:txBody>
      </p:sp>
      <p:sp>
        <p:nvSpPr>
          <p:cNvPr id="668" name="Google Shape;668;g3f8da4ebb8d_0_1108"/>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200038" scaled="0"/>
        </a:gradFill>
      </p:bgPr>
    </p:bg>
    <p:spTree>
      <p:nvGrpSpPr>
        <p:cNvPr id="673" name="Shape 673"/>
        <p:cNvGrpSpPr/>
        <p:nvPr/>
      </p:nvGrpSpPr>
      <p:grpSpPr>
        <a:xfrm>
          <a:off x="0" y="0"/>
          <a:ext cx="0" cy="0"/>
          <a:chOff x="0" y="0"/>
          <a:chExt cx="0" cy="0"/>
        </a:xfrm>
      </p:grpSpPr>
      <p:sp>
        <p:nvSpPr>
          <p:cNvPr id="674" name="Google Shape;674;g3f8da4ebb8d_0_1118"/>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INVERSIÓN</a:t>
            </a:r>
            <a:endParaRPr b="0" i="0" sz="1100" u="none" cap="none" strike="noStrike">
              <a:solidFill>
                <a:schemeClr val="dk1"/>
              </a:solidFill>
              <a:latin typeface="Calibri"/>
              <a:ea typeface="Calibri"/>
              <a:cs typeface="Calibri"/>
              <a:sym typeface="Calibri"/>
            </a:endParaRPr>
          </a:p>
        </p:txBody>
      </p:sp>
      <p:sp>
        <p:nvSpPr>
          <p:cNvPr id="675" name="Google Shape;675;g3f8da4ebb8d_0_1118"/>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Inversión</a:t>
            </a:r>
            <a:endParaRPr b="0" i="0" sz="2100" u="none" cap="none" strike="noStrike">
              <a:solidFill>
                <a:schemeClr val="dk1"/>
              </a:solidFill>
              <a:latin typeface="Calibri"/>
              <a:ea typeface="Calibri"/>
              <a:cs typeface="Calibri"/>
              <a:sym typeface="Calibri"/>
            </a:endParaRPr>
          </a:p>
        </p:txBody>
      </p:sp>
      <p:sp>
        <p:nvSpPr>
          <p:cNvPr id="676" name="Google Shape;676;g3f8da4ebb8d_0_1118"/>
          <p:cNvSpPr/>
          <p:nvPr/>
        </p:nvSpPr>
        <p:spPr>
          <a:xfrm>
            <a:off x="571500" y="1596172"/>
            <a:ext cx="8001000" cy="2194500"/>
          </a:xfrm>
          <a:prstGeom prst="roundRect">
            <a:avLst>
              <a:gd fmla="val 3333"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g3f8da4ebb8d_0_1118"/>
          <p:cNvSpPr txBox="1"/>
          <p:nvPr/>
        </p:nvSpPr>
        <p:spPr>
          <a:xfrm>
            <a:off x="790956" y="1742476"/>
            <a:ext cx="2286000" cy="164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Etapa</a:t>
            </a:r>
            <a:endParaRPr b="0" i="0" sz="850" u="none" cap="none" strike="noStrike">
              <a:solidFill>
                <a:schemeClr val="dk1"/>
              </a:solidFill>
              <a:latin typeface="Calibri"/>
              <a:ea typeface="Calibri"/>
              <a:cs typeface="Calibri"/>
              <a:sym typeface="Calibri"/>
            </a:endParaRPr>
          </a:p>
        </p:txBody>
      </p:sp>
      <p:sp>
        <p:nvSpPr>
          <p:cNvPr id="678" name="Google Shape;678;g3f8da4ebb8d_0_1118"/>
          <p:cNvSpPr txBox="1"/>
          <p:nvPr/>
        </p:nvSpPr>
        <p:spPr>
          <a:xfrm>
            <a:off x="3186684" y="1742476"/>
            <a:ext cx="3657600" cy="164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Entregable</a:t>
            </a:r>
            <a:endParaRPr b="0" i="0" sz="850" u="none" cap="none" strike="noStrike">
              <a:solidFill>
                <a:schemeClr val="dk1"/>
              </a:solidFill>
              <a:latin typeface="Calibri"/>
              <a:ea typeface="Calibri"/>
              <a:cs typeface="Calibri"/>
              <a:sym typeface="Calibri"/>
            </a:endParaRPr>
          </a:p>
        </p:txBody>
      </p:sp>
      <p:sp>
        <p:nvSpPr>
          <p:cNvPr id="679" name="Google Shape;679;g3f8da4ebb8d_0_1118"/>
          <p:cNvSpPr txBox="1"/>
          <p:nvPr/>
        </p:nvSpPr>
        <p:spPr>
          <a:xfrm>
            <a:off x="6890015" y="1729676"/>
            <a:ext cx="1463100" cy="1647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Inversión / Total</a:t>
            </a:r>
            <a:endParaRPr b="0" i="0" sz="850" u="none" cap="none" strike="noStrike">
              <a:solidFill>
                <a:schemeClr val="dk1"/>
              </a:solidFill>
              <a:latin typeface="Calibri"/>
              <a:ea typeface="Calibri"/>
              <a:cs typeface="Calibri"/>
              <a:sym typeface="Calibri"/>
            </a:endParaRPr>
          </a:p>
        </p:txBody>
      </p:sp>
      <p:sp>
        <p:nvSpPr>
          <p:cNvPr id="680" name="Google Shape;680;g3f8da4ebb8d_0_1118"/>
          <p:cNvSpPr/>
          <p:nvPr/>
        </p:nvSpPr>
        <p:spPr>
          <a:xfrm>
            <a:off x="790956" y="1980220"/>
            <a:ext cx="7562100" cy="72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g3f8da4ebb8d_0_1118"/>
          <p:cNvSpPr txBox="1"/>
          <p:nvPr/>
        </p:nvSpPr>
        <p:spPr>
          <a:xfrm>
            <a:off x="790956" y="2040060"/>
            <a:ext cx="2286000" cy="3291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000033"/>
              </a:buClr>
              <a:buSzPts val="800"/>
              <a:buFont typeface="Montserrat SemiBold"/>
              <a:buNone/>
            </a:pPr>
            <a:r>
              <a:rPr b="1" i="0" lang="en-US" sz="800" u="none" cap="none" strike="noStrike">
                <a:solidFill>
                  <a:srgbClr val="000033"/>
                </a:solidFill>
                <a:latin typeface="Montserrat SemiBold"/>
                <a:ea typeface="Montserrat SemiBold"/>
                <a:cs typeface="Montserrat SemiBold"/>
                <a:sym typeface="Montserrat SemiBold"/>
              </a:rPr>
              <a:t>Fase 1: </a:t>
            </a:r>
            <a:r>
              <a:rPr b="1" lang="en-US" sz="800">
                <a:solidFill>
                  <a:srgbClr val="000033"/>
                </a:solidFill>
                <a:latin typeface="Montserrat SemiBold"/>
                <a:ea typeface="Montserrat SemiBold"/>
                <a:cs typeface="Montserrat SemiBold"/>
                <a:sym typeface="Montserrat SemiBold"/>
              </a:rPr>
              <a:t>xxx</a:t>
            </a:r>
            <a:endParaRPr b="0" i="0" sz="800" u="none" cap="none" strike="noStrike">
              <a:solidFill>
                <a:schemeClr val="dk1"/>
              </a:solidFill>
              <a:latin typeface="Calibri"/>
              <a:ea typeface="Calibri"/>
              <a:cs typeface="Calibri"/>
              <a:sym typeface="Calibri"/>
            </a:endParaRPr>
          </a:p>
        </p:txBody>
      </p:sp>
      <p:sp>
        <p:nvSpPr>
          <p:cNvPr id="682" name="Google Shape;682;g3f8da4ebb8d_0_1118"/>
          <p:cNvSpPr txBox="1"/>
          <p:nvPr/>
        </p:nvSpPr>
        <p:spPr>
          <a:xfrm>
            <a:off x="3186684" y="2040060"/>
            <a:ext cx="3749100" cy="329100"/>
          </a:xfrm>
          <a:prstGeom prst="rect">
            <a:avLst/>
          </a:prstGeom>
          <a:noFill/>
          <a:ln>
            <a:noFill/>
          </a:ln>
        </p:spPr>
        <p:txBody>
          <a:bodyPr anchorCtr="0" anchor="ctr" bIns="0" lIns="0" spcFirstLastPara="1" rIns="0" wrap="square" tIns="0">
            <a:noAutofit/>
          </a:bodyPr>
          <a:lstStyle/>
          <a:p>
            <a:pPr indent="-273050" lvl="0" marL="285750" marR="0" rtl="0" algn="l">
              <a:lnSpc>
                <a:spcPct val="115000"/>
              </a:lnSpc>
              <a:spcBef>
                <a:spcPts val="0"/>
              </a:spcBef>
              <a:spcAft>
                <a:spcPts val="0"/>
              </a:spcAft>
              <a:buClr>
                <a:schemeClr val="dk1"/>
              </a:buClr>
              <a:buSzPts val="700"/>
              <a:buFont typeface="Calibri"/>
              <a:buChar char="●"/>
            </a:pPr>
            <a:r>
              <a:rPr lang="en-US" sz="700">
                <a:solidFill>
                  <a:srgbClr val="000033"/>
                </a:solidFill>
                <a:latin typeface="Montserrat"/>
                <a:ea typeface="Montserrat"/>
                <a:cs typeface="Montserrat"/>
                <a:sym typeface="Montserrat"/>
              </a:rPr>
              <a:t>xxxx</a:t>
            </a:r>
            <a:endParaRPr b="0" i="0" sz="700" u="none" cap="none" strike="noStrike">
              <a:solidFill>
                <a:schemeClr val="dk1"/>
              </a:solidFill>
              <a:latin typeface="Calibri"/>
              <a:ea typeface="Calibri"/>
              <a:cs typeface="Calibri"/>
              <a:sym typeface="Calibri"/>
            </a:endParaRPr>
          </a:p>
        </p:txBody>
      </p:sp>
      <p:sp>
        <p:nvSpPr>
          <p:cNvPr id="683" name="Google Shape;683;g3f8da4ebb8d_0_1118"/>
          <p:cNvSpPr txBox="1"/>
          <p:nvPr/>
        </p:nvSpPr>
        <p:spPr>
          <a:xfrm>
            <a:off x="6914765" y="2087028"/>
            <a:ext cx="1463100" cy="1830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575757"/>
              </a:buClr>
              <a:buSzPts val="800"/>
              <a:buFont typeface="Montserrat"/>
              <a:buNone/>
            </a:pPr>
            <a:r>
              <a:rPr b="0" i="0" lang="en-US" sz="800" u="none" cap="none" strike="noStrike">
                <a:solidFill>
                  <a:srgbClr val="000033"/>
                </a:solidFill>
                <a:latin typeface="Montserrat"/>
                <a:ea typeface="Montserrat"/>
                <a:cs typeface="Montserrat"/>
                <a:sym typeface="Montserrat"/>
              </a:rPr>
              <a:t>[a completar a mano]</a:t>
            </a:r>
            <a:endParaRPr b="0" i="0" sz="800" u="none" cap="none" strike="noStrike">
              <a:solidFill>
                <a:schemeClr val="dk1"/>
              </a:solidFill>
              <a:latin typeface="Calibri"/>
              <a:ea typeface="Calibri"/>
              <a:cs typeface="Calibri"/>
              <a:sym typeface="Calibri"/>
            </a:endParaRPr>
          </a:p>
        </p:txBody>
      </p:sp>
      <p:sp>
        <p:nvSpPr>
          <p:cNvPr id="684" name="Google Shape;684;g3f8da4ebb8d_0_1118"/>
          <p:cNvSpPr/>
          <p:nvPr/>
        </p:nvSpPr>
        <p:spPr>
          <a:xfrm>
            <a:off x="790956" y="2364268"/>
            <a:ext cx="7562100" cy="72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5" name="Google Shape;685;g3f8da4ebb8d_0_1118"/>
          <p:cNvSpPr txBox="1"/>
          <p:nvPr/>
        </p:nvSpPr>
        <p:spPr>
          <a:xfrm>
            <a:off x="790956" y="2369244"/>
            <a:ext cx="2286000" cy="3291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000033"/>
              </a:buClr>
              <a:buSzPts val="800"/>
              <a:buFont typeface="Montserrat SemiBold"/>
              <a:buNone/>
            </a:pPr>
            <a:r>
              <a:rPr b="1" i="0" lang="en-US" sz="800" u="none" cap="none" strike="noStrike">
                <a:solidFill>
                  <a:srgbClr val="000033"/>
                </a:solidFill>
                <a:latin typeface="Montserrat SemiBold"/>
                <a:ea typeface="Montserrat SemiBold"/>
                <a:cs typeface="Montserrat SemiBold"/>
                <a:sym typeface="Montserrat SemiBold"/>
              </a:rPr>
              <a:t>Fase 2: </a:t>
            </a:r>
            <a:r>
              <a:rPr b="1" lang="en-US" sz="800">
                <a:solidFill>
                  <a:srgbClr val="000033"/>
                </a:solidFill>
                <a:latin typeface="Montserrat SemiBold"/>
                <a:ea typeface="Montserrat SemiBold"/>
                <a:cs typeface="Montserrat SemiBold"/>
                <a:sym typeface="Montserrat SemiBold"/>
              </a:rPr>
              <a:t>xxxxx</a:t>
            </a:r>
            <a:endParaRPr b="0" i="0" sz="800" u="none" cap="none" strike="noStrike">
              <a:solidFill>
                <a:schemeClr val="dk1"/>
              </a:solidFill>
              <a:latin typeface="Calibri"/>
              <a:ea typeface="Calibri"/>
              <a:cs typeface="Calibri"/>
              <a:sym typeface="Calibri"/>
            </a:endParaRPr>
          </a:p>
        </p:txBody>
      </p:sp>
      <p:sp>
        <p:nvSpPr>
          <p:cNvPr id="686" name="Google Shape;686;g3f8da4ebb8d_0_1118"/>
          <p:cNvSpPr txBox="1"/>
          <p:nvPr/>
        </p:nvSpPr>
        <p:spPr>
          <a:xfrm>
            <a:off x="3186684" y="2369244"/>
            <a:ext cx="3749100" cy="329100"/>
          </a:xfrm>
          <a:prstGeom prst="rect">
            <a:avLst/>
          </a:prstGeom>
          <a:noFill/>
          <a:ln>
            <a:noFill/>
          </a:ln>
        </p:spPr>
        <p:txBody>
          <a:bodyPr anchorCtr="0" anchor="ctr" bIns="0" lIns="0" spcFirstLastPara="1" rIns="0" wrap="square" tIns="0">
            <a:noAutofit/>
          </a:bodyPr>
          <a:lstStyle/>
          <a:p>
            <a:pPr indent="-273050" lvl="0" marL="285750" rtl="0" algn="l">
              <a:lnSpc>
                <a:spcPct val="115000"/>
              </a:lnSpc>
              <a:spcBef>
                <a:spcPts val="0"/>
              </a:spcBef>
              <a:spcAft>
                <a:spcPts val="0"/>
              </a:spcAft>
              <a:buClr>
                <a:schemeClr val="dk1"/>
              </a:buClr>
              <a:buSzPts val="700"/>
              <a:buFont typeface="Calibri"/>
              <a:buChar char="●"/>
            </a:pPr>
            <a:r>
              <a:rPr lang="en-US" sz="700">
                <a:solidFill>
                  <a:srgbClr val="000033"/>
                </a:solidFill>
                <a:latin typeface="Montserrat"/>
                <a:ea typeface="Montserrat"/>
                <a:cs typeface="Montserrat"/>
                <a:sym typeface="Montserrat"/>
              </a:rPr>
              <a:t>xxxx</a:t>
            </a:r>
            <a:endParaRPr sz="700">
              <a:solidFill>
                <a:srgbClr val="000033"/>
              </a:solidFill>
              <a:latin typeface="Montserrat"/>
              <a:ea typeface="Montserrat"/>
              <a:cs typeface="Montserrat"/>
              <a:sym typeface="Montserrat"/>
            </a:endParaRPr>
          </a:p>
        </p:txBody>
      </p:sp>
      <p:sp>
        <p:nvSpPr>
          <p:cNvPr id="687" name="Google Shape;687;g3f8da4ebb8d_0_1118"/>
          <p:cNvSpPr txBox="1"/>
          <p:nvPr/>
        </p:nvSpPr>
        <p:spPr>
          <a:xfrm>
            <a:off x="6914765" y="2443297"/>
            <a:ext cx="1463100" cy="1830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575757"/>
              </a:buClr>
              <a:buSzPts val="800"/>
              <a:buFont typeface="Montserrat"/>
              <a:buNone/>
            </a:pPr>
            <a:r>
              <a:rPr b="0" i="0" lang="en-US" sz="800" u="none" cap="none" strike="noStrike">
                <a:solidFill>
                  <a:srgbClr val="000033"/>
                </a:solidFill>
                <a:latin typeface="Montserrat"/>
                <a:ea typeface="Montserrat"/>
                <a:cs typeface="Montserrat"/>
                <a:sym typeface="Montserrat"/>
              </a:rPr>
              <a:t>[a completar a mano]</a:t>
            </a:r>
            <a:endParaRPr b="0" i="0" sz="800" u="none" cap="none" strike="noStrike">
              <a:solidFill>
                <a:schemeClr val="dk1"/>
              </a:solidFill>
              <a:latin typeface="Calibri"/>
              <a:ea typeface="Calibri"/>
              <a:cs typeface="Calibri"/>
              <a:sym typeface="Calibri"/>
            </a:endParaRPr>
          </a:p>
        </p:txBody>
      </p:sp>
      <p:sp>
        <p:nvSpPr>
          <p:cNvPr id="688" name="Google Shape;688;g3f8da4ebb8d_0_1118"/>
          <p:cNvSpPr/>
          <p:nvPr/>
        </p:nvSpPr>
        <p:spPr>
          <a:xfrm>
            <a:off x="790956" y="2693452"/>
            <a:ext cx="7562100" cy="72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9" name="Google Shape;689;g3f8da4ebb8d_0_1118"/>
          <p:cNvSpPr txBox="1"/>
          <p:nvPr/>
        </p:nvSpPr>
        <p:spPr>
          <a:xfrm>
            <a:off x="790956" y="2698428"/>
            <a:ext cx="2286000" cy="3291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000033"/>
              </a:buClr>
              <a:buSzPts val="800"/>
              <a:buFont typeface="Montserrat SemiBold"/>
              <a:buNone/>
            </a:pPr>
            <a:r>
              <a:rPr b="1" i="0" lang="en-US" sz="800" u="none" cap="none" strike="noStrike">
                <a:solidFill>
                  <a:srgbClr val="000033"/>
                </a:solidFill>
                <a:latin typeface="Montserrat SemiBold"/>
                <a:ea typeface="Montserrat SemiBold"/>
                <a:cs typeface="Montserrat SemiBold"/>
                <a:sym typeface="Montserrat SemiBold"/>
              </a:rPr>
              <a:t>Fase 3: </a:t>
            </a:r>
            <a:r>
              <a:rPr b="1" lang="en-US" sz="800">
                <a:solidFill>
                  <a:srgbClr val="000033"/>
                </a:solidFill>
                <a:latin typeface="Montserrat SemiBold"/>
                <a:ea typeface="Montserrat SemiBold"/>
                <a:cs typeface="Montserrat SemiBold"/>
                <a:sym typeface="Montserrat SemiBold"/>
              </a:rPr>
              <a:t>xxxxx</a:t>
            </a:r>
            <a:endParaRPr b="0" i="0" sz="800" u="none" cap="none" strike="noStrike">
              <a:solidFill>
                <a:schemeClr val="dk1"/>
              </a:solidFill>
              <a:latin typeface="Calibri"/>
              <a:ea typeface="Calibri"/>
              <a:cs typeface="Calibri"/>
              <a:sym typeface="Calibri"/>
            </a:endParaRPr>
          </a:p>
        </p:txBody>
      </p:sp>
      <p:sp>
        <p:nvSpPr>
          <p:cNvPr id="690" name="Google Shape;690;g3f8da4ebb8d_0_1118"/>
          <p:cNvSpPr txBox="1"/>
          <p:nvPr/>
        </p:nvSpPr>
        <p:spPr>
          <a:xfrm>
            <a:off x="3186684" y="2698428"/>
            <a:ext cx="3749100" cy="329100"/>
          </a:xfrm>
          <a:prstGeom prst="rect">
            <a:avLst/>
          </a:prstGeom>
          <a:noFill/>
          <a:ln>
            <a:noFill/>
          </a:ln>
        </p:spPr>
        <p:txBody>
          <a:bodyPr anchorCtr="0" anchor="ctr" bIns="0" lIns="0" spcFirstLastPara="1" rIns="0" wrap="square" tIns="0">
            <a:noAutofit/>
          </a:bodyPr>
          <a:lstStyle/>
          <a:p>
            <a:pPr indent="-273050" lvl="0" marL="285750" rtl="0" algn="l">
              <a:lnSpc>
                <a:spcPct val="115000"/>
              </a:lnSpc>
              <a:spcBef>
                <a:spcPts val="0"/>
              </a:spcBef>
              <a:spcAft>
                <a:spcPts val="0"/>
              </a:spcAft>
              <a:buClr>
                <a:schemeClr val="dk1"/>
              </a:buClr>
              <a:buSzPts val="700"/>
              <a:buFont typeface="Calibri"/>
              <a:buChar char="●"/>
            </a:pPr>
            <a:r>
              <a:rPr lang="en-US" sz="700">
                <a:solidFill>
                  <a:srgbClr val="000033"/>
                </a:solidFill>
                <a:latin typeface="Montserrat"/>
                <a:ea typeface="Montserrat"/>
                <a:cs typeface="Montserrat"/>
                <a:sym typeface="Montserrat"/>
              </a:rPr>
              <a:t>xxxx</a:t>
            </a:r>
            <a:endParaRPr sz="700">
              <a:solidFill>
                <a:srgbClr val="000033"/>
              </a:solidFill>
              <a:latin typeface="Montserrat"/>
              <a:ea typeface="Montserrat"/>
              <a:cs typeface="Montserrat"/>
              <a:sym typeface="Montserrat"/>
            </a:endParaRPr>
          </a:p>
        </p:txBody>
      </p:sp>
      <p:sp>
        <p:nvSpPr>
          <p:cNvPr id="691" name="Google Shape;691;g3f8da4ebb8d_0_1118"/>
          <p:cNvSpPr txBox="1"/>
          <p:nvPr/>
        </p:nvSpPr>
        <p:spPr>
          <a:xfrm>
            <a:off x="6914765" y="2772481"/>
            <a:ext cx="1463100" cy="1830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575757"/>
              </a:buClr>
              <a:buSzPts val="800"/>
              <a:buFont typeface="Montserrat"/>
              <a:buNone/>
            </a:pPr>
            <a:r>
              <a:rPr b="0" i="0" lang="en-US" sz="800" u="none" cap="none" strike="noStrike">
                <a:solidFill>
                  <a:srgbClr val="000033"/>
                </a:solidFill>
                <a:latin typeface="Montserrat"/>
                <a:ea typeface="Montserrat"/>
                <a:cs typeface="Montserrat"/>
                <a:sym typeface="Montserrat"/>
              </a:rPr>
              <a:t>[a completar a mano]</a:t>
            </a:r>
            <a:endParaRPr b="0" i="0" sz="800" u="none" cap="none" strike="noStrike">
              <a:solidFill>
                <a:schemeClr val="dk1"/>
              </a:solidFill>
              <a:latin typeface="Calibri"/>
              <a:ea typeface="Calibri"/>
              <a:cs typeface="Calibri"/>
              <a:sym typeface="Calibri"/>
            </a:endParaRPr>
          </a:p>
        </p:txBody>
      </p:sp>
      <p:sp>
        <p:nvSpPr>
          <p:cNvPr id="692" name="Google Shape;692;g3f8da4ebb8d_0_1118"/>
          <p:cNvSpPr/>
          <p:nvPr/>
        </p:nvSpPr>
        <p:spPr>
          <a:xfrm>
            <a:off x="790956" y="3022636"/>
            <a:ext cx="7562100" cy="72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3" name="Google Shape;693;g3f8da4ebb8d_0_1118"/>
          <p:cNvSpPr txBox="1"/>
          <p:nvPr/>
        </p:nvSpPr>
        <p:spPr>
          <a:xfrm>
            <a:off x="790956" y="3027612"/>
            <a:ext cx="2286000" cy="4389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000033"/>
              </a:buClr>
              <a:buSzPts val="800"/>
              <a:buFont typeface="Montserrat SemiBold"/>
              <a:buNone/>
            </a:pPr>
            <a:r>
              <a:rPr b="1" i="0" lang="en-US" sz="800" u="none" cap="none" strike="noStrike">
                <a:solidFill>
                  <a:srgbClr val="000033"/>
                </a:solidFill>
                <a:latin typeface="Montserrat SemiBold"/>
                <a:ea typeface="Montserrat SemiBold"/>
                <a:cs typeface="Montserrat SemiBold"/>
                <a:sym typeface="Montserrat SemiBold"/>
              </a:rPr>
              <a:t>Fase 4: </a:t>
            </a:r>
            <a:r>
              <a:rPr b="1" lang="en-US" sz="800">
                <a:solidFill>
                  <a:srgbClr val="000033"/>
                </a:solidFill>
                <a:latin typeface="Montserrat SemiBold"/>
                <a:ea typeface="Montserrat SemiBold"/>
                <a:cs typeface="Montserrat SemiBold"/>
                <a:sym typeface="Montserrat SemiBold"/>
              </a:rPr>
              <a:t>xxxx</a:t>
            </a:r>
            <a:endParaRPr b="0" i="0" sz="800" u="none" cap="none" strike="noStrike">
              <a:solidFill>
                <a:schemeClr val="dk1"/>
              </a:solidFill>
              <a:latin typeface="Calibri"/>
              <a:ea typeface="Calibri"/>
              <a:cs typeface="Calibri"/>
              <a:sym typeface="Calibri"/>
            </a:endParaRPr>
          </a:p>
        </p:txBody>
      </p:sp>
      <p:sp>
        <p:nvSpPr>
          <p:cNvPr id="694" name="Google Shape;694;g3f8da4ebb8d_0_1118"/>
          <p:cNvSpPr txBox="1"/>
          <p:nvPr/>
        </p:nvSpPr>
        <p:spPr>
          <a:xfrm>
            <a:off x="3186684" y="3027612"/>
            <a:ext cx="3749100" cy="438900"/>
          </a:xfrm>
          <a:prstGeom prst="rect">
            <a:avLst/>
          </a:prstGeom>
          <a:noFill/>
          <a:ln>
            <a:noFill/>
          </a:ln>
        </p:spPr>
        <p:txBody>
          <a:bodyPr anchorCtr="0" anchor="ctr" bIns="0" lIns="0" spcFirstLastPara="1" rIns="0" wrap="square" tIns="0">
            <a:noAutofit/>
          </a:bodyPr>
          <a:lstStyle/>
          <a:p>
            <a:pPr indent="-273050" lvl="0" marL="285750" rtl="0" algn="l">
              <a:lnSpc>
                <a:spcPct val="115000"/>
              </a:lnSpc>
              <a:spcBef>
                <a:spcPts val="0"/>
              </a:spcBef>
              <a:spcAft>
                <a:spcPts val="0"/>
              </a:spcAft>
              <a:buClr>
                <a:schemeClr val="dk1"/>
              </a:buClr>
              <a:buSzPts val="700"/>
              <a:buFont typeface="Calibri"/>
              <a:buChar char="●"/>
            </a:pPr>
            <a:r>
              <a:rPr lang="en-US" sz="700">
                <a:solidFill>
                  <a:srgbClr val="000033"/>
                </a:solidFill>
                <a:latin typeface="Montserrat"/>
                <a:ea typeface="Montserrat"/>
                <a:cs typeface="Montserrat"/>
                <a:sym typeface="Montserrat"/>
              </a:rPr>
              <a:t>xxxx</a:t>
            </a:r>
            <a:endParaRPr sz="700">
              <a:solidFill>
                <a:srgbClr val="000033"/>
              </a:solidFill>
              <a:latin typeface="Montserrat"/>
              <a:ea typeface="Montserrat"/>
              <a:cs typeface="Montserrat"/>
              <a:sym typeface="Montserrat"/>
            </a:endParaRPr>
          </a:p>
        </p:txBody>
      </p:sp>
      <p:sp>
        <p:nvSpPr>
          <p:cNvPr id="695" name="Google Shape;695;g3f8da4ebb8d_0_1118"/>
          <p:cNvSpPr txBox="1"/>
          <p:nvPr/>
        </p:nvSpPr>
        <p:spPr>
          <a:xfrm>
            <a:off x="6914765" y="3155836"/>
            <a:ext cx="1463100" cy="1830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575757"/>
              </a:buClr>
              <a:buSzPts val="800"/>
              <a:buFont typeface="Montserrat"/>
              <a:buNone/>
            </a:pPr>
            <a:r>
              <a:rPr b="0" i="0" lang="en-US" sz="800" u="none" cap="none" strike="noStrike">
                <a:solidFill>
                  <a:srgbClr val="000033"/>
                </a:solidFill>
                <a:latin typeface="Montserrat"/>
                <a:ea typeface="Montserrat"/>
                <a:cs typeface="Montserrat"/>
                <a:sym typeface="Montserrat"/>
              </a:rPr>
              <a:t>[a completar a mano]</a:t>
            </a:r>
            <a:endParaRPr b="0" i="0" sz="800" u="none" cap="none" strike="noStrike">
              <a:solidFill>
                <a:schemeClr val="dk1"/>
              </a:solidFill>
              <a:latin typeface="Calibri"/>
              <a:ea typeface="Calibri"/>
              <a:cs typeface="Calibri"/>
              <a:sym typeface="Calibri"/>
            </a:endParaRPr>
          </a:p>
        </p:txBody>
      </p:sp>
      <p:sp>
        <p:nvSpPr>
          <p:cNvPr id="696" name="Google Shape;696;g3f8da4ebb8d_0_1118"/>
          <p:cNvSpPr/>
          <p:nvPr/>
        </p:nvSpPr>
        <p:spPr>
          <a:xfrm>
            <a:off x="790956" y="3461548"/>
            <a:ext cx="7562100" cy="72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7" name="Google Shape;697;g3f8da4ebb8d_0_1118"/>
          <p:cNvSpPr txBox="1"/>
          <p:nvPr/>
        </p:nvSpPr>
        <p:spPr>
          <a:xfrm>
            <a:off x="790956" y="3552988"/>
            <a:ext cx="2286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000"/>
              <a:buFont typeface="Montserrat ExtraBold"/>
              <a:buNone/>
            </a:pPr>
            <a:r>
              <a:rPr b="1" i="0" lang="en-US" sz="1000" u="none" cap="none" strike="noStrike">
                <a:solidFill>
                  <a:srgbClr val="000033"/>
                </a:solidFill>
                <a:latin typeface="Montserrat ExtraBold"/>
                <a:ea typeface="Montserrat ExtraBold"/>
                <a:cs typeface="Montserrat ExtraBold"/>
                <a:sym typeface="Montserrat ExtraBold"/>
              </a:rPr>
              <a:t>Total</a:t>
            </a:r>
            <a:endParaRPr b="0" i="0" sz="1000" u="none" cap="none" strike="noStrike">
              <a:solidFill>
                <a:schemeClr val="dk1"/>
              </a:solidFill>
              <a:latin typeface="Calibri"/>
              <a:ea typeface="Calibri"/>
              <a:cs typeface="Calibri"/>
              <a:sym typeface="Calibri"/>
            </a:endParaRPr>
          </a:p>
        </p:txBody>
      </p:sp>
      <p:sp>
        <p:nvSpPr>
          <p:cNvPr id="698" name="Google Shape;698;g3f8da4ebb8d_0_1118"/>
          <p:cNvSpPr txBox="1"/>
          <p:nvPr/>
        </p:nvSpPr>
        <p:spPr>
          <a:xfrm>
            <a:off x="6914802" y="3553082"/>
            <a:ext cx="1463100" cy="1830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[a completar a mano]</a:t>
            </a:r>
            <a:endParaRPr b="0" i="0" sz="900" u="none" cap="none" strike="noStrike">
              <a:solidFill>
                <a:schemeClr val="dk1"/>
              </a:solidFill>
              <a:latin typeface="Calibri"/>
              <a:ea typeface="Calibri"/>
              <a:cs typeface="Calibri"/>
              <a:sym typeface="Calibri"/>
            </a:endParaRPr>
          </a:p>
        </p:txBody>
      </p:sp>
      <p:sp>
        <p:nvSpPr>
          <p:cNvPr id="699" name="Google Shape;699;g3f8da4ebb8d_0_1118"/>
          <p:cNvSpPr txBox="1"/>
          <p:nvPr/>
        </p:nvSpPr>
        <p:spPr>
          <a:xfrm>
            <a:off x="571500" y="3882172"/>
            <a:ext cx="8001000" cy="567000"/>
          </a:xfrm>
          <a:prstGeom prst="rect">
            <a:avLst/>
          </a:prstGeom>
          <a:noFill/>
          <a:ln>
            <a:noFill/>
          </a:ln>
        </p:spPr>
        <p:txBody>
          <a:bodyPr anchorCtr="0" anchor="ctr" bIns="0" lIns="0" spcFirstLastPara="1" rIns="0" wrap="square" tIns="0">
            <a:noAutofit/>
          </a:bodyPr>
          <a:lstStyle/>
          <a:p>
            <a:pPr indent="-273050" lvl="0" marL="457200" marR="0" rtl="0" algn="l">
              <a:lnSpc>
                <a:spcPct val="118000"/>
              </a:lnSpc>
              <a:spcBef>
                <a:spcPts val="0"/>
              </a:spcBef>
              <a:spcAft>
                <a:spcPts val="0"/>
              </a:spcAft>
              <a:buClr>
                <a:srgbClr val="575757"/>
              </a:buClr>
              <a:buSzPts val="700"/>
              <a:buFont typeface="Montserrat"/>
              <a:buChar char="●"/>
            </a:pPr>
            <a:r>
              <a:rPr b="0" i="0" lang="en-US" sz="700" u="none" cap="none" strike="noStrike">
                <a:solidFill>
                  <a:srgbClr val="000033"/>
                </a:solidFill>
                <a:latin typeface="Montserrat"/>
                <a:ea typeface="Montserrat"/>
                <a:cs typeface="Montserrat"/>
                <a:sym typeface="Montserrat"/>
              </a:rPr>
              <a:t>Facturación: 50% al inicio del proyecto, 50% al terminar</a:t>
            </a:r>
            <a:endParaRPr b="0" i="0" sz="700" u="none" cap="none" strike="noStrike">
              <a:solidFill>
                <a:schemeClr val="dk1"/>
              </a:solidFill>
              <a:latin typeface="Calibri"/>
              <a:ea typeface="Calibri"/>
              <a:cs typeface="Calibri"/>
              <a:sym typeface="Calibri"/>
            </a:endParaRPr>
          </a:p>
          <a:p>
            <a:pPr indent="-273050" lvl="0" marL="457200" marR="0" rtl="0" algn="l">
              <a:lnSpc>
                <a:spcPct val="118000"/>
              </a:lnSpc>
              <a:spcBef>
                <a:spcPts val="0"/>
              </a:spcBef>
              <a:spcAft>
                <a:spcPts val="0"/>
              </a:spcAft>
              <a:buClr>
                <a:srgbClr val="575757"/>
              </a:buClr>
              <a:buSzPts val="700"/>
              <a:buFont typeface="Montserrat"/>
              <a:buChar char="●"/>
            </a:pPr>
            <a:r>
              <a:rPr b="0" i="0" lang="en-US" sz="700" u="none" cap="none" strike="noStrike">
                <a:solidFill>
                  <a:srgbClr val="000033"/>
                </a:solidFill>
                <a:latin typeface="Montserrat"/>
                <a:ea typeface="Montserrat"/>
                <a:cs typeface="Montserrat"/>
                <a:sym typeface="Montserrat"/>
              </a:rPr>
              <a:t>Los precios no incluyen impuestos (IGV).</a:t>
            </a:r>
            <a:endParaRPr b="0" i="0" sz="700" u="none" cap="none" strike="noStrike">
              <a:solidFill>
                <a:schemeClr val="dk1"/>
              </a:solidFill>
              <a:latin typeface="Calibri"/>
              <a:ea typeface="Calibri"/>
              <a:cs typeface="Calibri"/>
              <a:sym typeface="Calibri"/>
            </a:endParaRPr>
          </a:p>
          <a:p>
            <a:pPr indent="-273050" lvl="0" marL="457200" marR="0" rtl="0" algn="l">
              <a:lnSpc>
                <a:spcPct val="118000"/>
              </a:lnSpc>
              <a:spcBef>
                <a:spcPts val="0"/>
              </a:spcBef>
              <a:spcAft>
                <a:spcPts val="0"/>
              </a:spcAft>
              <a:buClr>
                <a:srgbClr val="575757"/>
              </a:buClr>
              <a:buSzPts val="700"/>
              <a:buFont typeface="Montserrat"/>
              <a:buChar char="●"/>
            </a:pPr>
            <a:r>
              <a:rPr b="0" i="0" lang="en-US" sz="700" u="none" cap="none" strike="noStrike">
                <a:solidFill>
                  <a:srgbClr val="000033"/>
                </a:solidFill>
                <a:latin typeface="Montserrat"/>
                <a:ea typeface="Montserrat"/>
                <a:cs typeface="Montserrat"/>
                <a:sym typeface="Montserrat"/>
              </a:rPr>
              <a:t>No incluye el dictado de capacitaciones</a:t>
            </a:r>
            <a:endParaRPr b="0" i="0" sz="700" u="none" cap="none" strike="noStrike">
              <a:solidFill>
                <a:schemeClr val="dk1"/>
              </a:solidFill>
              <a:latin typeface="Calibri"/>
              <a:ea typeface="Calibri"/>
              <a:cs typeface="Calibri"/>
              <a:sym typeface="Calibri"/>
            </a:endParaRPr>
          </a:p>
          <a:p>
            <a:pPr indent="-273050" lvl="0" marL="457200" marR="0" rtl="0" algn="l">
              <a:lnSpc>
                <a:spcPct val="118000"/>
              </a:lnSpc>
              <a:spcBef>
                <a:spcPts val="0"/>
              </a:spcBef>
              <a:spcAft>
                <a:spcPts val="0"/>
              </a:spcAft>
              <a:buClr>
                <a:srgbClr val="575757"/>
              </a:buClr>
              <a:buSzPts val="700"/>
              <a:buFont typeface="Montserrat"/>
              <a:buChar char="●"/>
            </a:pPr>
            <a:r>
              <a:rPr b="0" i="0" lang="en-US" sz="700" u="none" cap="none" strike="noStrike">
                <a:solidFill>
                  <a:srgbClr val="000033"/>
                </a:solidFill>
                <a:latin typeface="Montserrat"/>
                <a:ea typeface="Montserrat"/>
                <a:cs typeface="Montserrat"/>
                <a:sym typeface="Montserrat"/>
              </a:rPr>
              <a:t>No incluye el costo de licencias de IA ni de servicios de terceros.</a:t>
            </a:r>
            <a:endParaRPr b="0" i="0" sz="700" u="none" cap="none" strike="noStrike">
              <a:solidFill>
                <a:schemeClr val="dk1"/>
              </a:solidFill>
              <a:latin typeface="Calibri"/>
              <a:ea typeface="Calibri"/>
              <a:cs typeface="Calibri"/>
              <a:sym typeface="Calibri"/>
            </a:endParaRPr>
          </a:p>
          <a:p>
            <a:pPr indent="-273050" lvl="0" marL="457200" marR="0" rtl="0" algn="l">
              <a:lnSpc>
                <a:spcPct val="118000"/>
              </a:lnSpc>
              <a:spcBef>
                <a:spcPts val="0"/>
              </a:spcBef>
              <a:spcAft>
                <a:spcPts val="0"/>
              </a:spcAft>
              <a:buClr>
                <a:srgbClr val="575757"/>
              </a:buClr>
              <a:buSzPts val="700"/>
              <a:buFont typeface="Montserrat"/>
              <a:buChar char="●"/>
            </a:pPr>
            <a:r>
              <a:rPr b="0" i="0" lang="en-US" sz="700" u="none" cap="none" strike="noStrike">
                <a:solidFill>
                  <a:srgbClr val="000033"/>
                </a:solidFill>
                <a:latin typeface="Montserrat"/>
                <a:ea typeface="Montserrat"/>
                <a:cs typeface="Montserrat"/>
                <a:sym typeface="Montserrat"/>
              </a:rPr>
              <a:t>Nota adicional de alcance.</a:t>
            </a:r>
            <a:endParaRPr b="0" i="0" sz="700" u="none" cap="none" strike="noStrike">
              <a:solidFill>
                <a:schemeClr val="dk1"/>
              </a:solidFill>
              <a:latin typeface="Calibri"/>
              <a:ea typeface="Calibri"/>
              <a:cs typeface="Calibri"/>
              <a:sym typeface="Calibri"/>
            </a:endParaRPr>
          </a:p>
        </p:txBody>
      </p:sp>
      <p:sp>
        <p:nvSpPr>
          <p:cNvPr id="700" name="Google Shape;700;g3f8da4ebb8d_0_1118"/>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705" name="Shape 705"/>
        <p:cNvGrpSpPr/>
        <p:nvPr/>
      </p:nvGrpSpPr>
      <p:grpSpPr>
        <a:xfrm>
          <a:off x="0" y="0"/>
          <a:ext cx="0" cy="0"/>
          <a:chOff x="0" y="0"/>
          <a:chExt cx="0" cy="0"/>
        </a:xfrm>
      </p:grpSpPr>
      <p:pic>
        <p:nvPicPr>
          <p:cNvPr descr="preencoded.png" id="706" name="Google Shape;706;p26"/>
          <p:cNvPicPr preferRelativeResize="0"/>
          <p:nvPr/>
        </p:nvPicPr>
        <p:blipFill rotWithShape="1">
          <a:blip r:embed="rId3">
            <a:alphaModFix/>
          </a:blip>
          <a:srcRect b="0" l="0" r="0" t="0"/>
          <a:stretch/>
        </p:blipFill>
        <p:spPr>
          <a:xfrm>
            <a:off x="0" y="0"/>
            <a:ext cx="9144000" cy="5143500"/>
          </a:xfrm>
          <a:prstGeom prst="rect">
            <a:avLst/>
          </a:prstGeom>
          <a:noFill/>
          <a:ln>
            <a:noFill/>
          </a:ln>
        </p:spPr>
      </p:pic>
      <p:pic>
        <p:nvPicPr>
          <p:cNvPr descr="preencoded.png" id="707" name="Google Shape;707;p26"/>
          <p:cNvPicPr preferRelativeResize="0"/>
          <p:nvPr/>
        </p:nvPicPr>
        <p:blipFill rotWithShape="1">
          <a:blip r:embed="rId4">
            <a:alphaModFix/>
          </a:blip>
          <a:srcRect b="0" l="0" r="0" t="0"/>
          <a:stretch/>
        </p:blipFill>
        <p:spPr>
          <a:xfrm>
            <a:off x="571500" y="399117"/>
            <a:ext cx="8001000" cy="244750"/>
          </a:xfrm>
          <a:prstGeom prst="rect">
            <a:avLst/>
          </a:prstGeom>
          <a:noFill/>
          <a:ln>
            <a:noFill/>
          </a:ln>
        </p:spPr>
      </p:pic>
      <p:pic>
        <p:nvPicPr>
          <p:cNvPr descr="preencoded.png" id="708" name="Google Shape;708;p26"/>
          <p:cNvPicPr preferRelativeResize="0"/>
          <p:nvPr/>
        </p:nvPicPr>
        <p:blipFill rotWithShape="1">
          <a:blip r:embed="rId5">
            <a:alphaModFix/>
          </a:blip>
          <a:srcRect b="0" l="0" r="0" t="0"/>
          <a:stretch/>
        </p:blipFill>
        <p:spPr>
          <a:xfrm>
            <a:off x="556013" y="1209675"/>
            <a:ext cx="8016488" cy="3178646"/>
          </a:xfrm>
          <a:prstGeom prst="rect">
            <a:avLst/>
          </a:prstGeom>
          <a:noFill/>
          <a:ln>
            <a:noFill/>
          </a:ln>
        </p:spPr>
      </p:pic>
      <p:sp>
        <p:nvSpPr>
          <p:cNvPr id="709" name="Google Shape;709;p26"/>
          <p:cNvSpPr/>
          <p:nvPr/>
        </p:nvSpPr>
        <p:spPr>
          <a:xfrm>
            <a:off x="1676140" y="506083"/>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000033"/>
              </a:buClr>
              <a:buSzPts val="300"/>
              <a:buFont typeface="Montserrat SemiBold"/>
              <a:buNone/>
            </a:pPr>
            <a:r>
              <a:rPr b="1" i="0" lang="en-US" sz="300" u="none" cap="none" strike="noStrike">
                <a:solidFill>
                  <a:srgbClr val="000033"/>
                </a:solidFill>
                <a:latin typeface="Montserrat SemiBold"/>
                <a:ea typeface="Montserrat SemiBold"/>
                <a:cs typeface="Montserrat SemiBold"/>
                <a:sym typeface="Montserrat SemiBold"/>
              </a:rPr>
              <a:t>AÑOS </a:t>
            </a:r>
            <a:endParaRPr b="0" i="0" sz="300" u="none" cap="none" strike="noStrike">
              <a:solidFill>
                <a:schemeClr val="dk1"/>
              </a:solidFill>
              <a:latin typeface="Calibri"/>
              <a:ea typeface="Calibri"/>
              <a:cs typeface="Calibri"/>
              <a:sym typeface="Calibri"/>
            </a:endParaRPr>
          </a:p>
        </p:txBody>
      </p:sp>
      <p:sp>
        <p:nvSpPr>
          <p:cNvPr id="710" name="Google Shape;710;p26"/>
          <p:cNvSpPr/>
          <p:nvPr/>
        </p:nvSpPr>
        <p:spPr>
          <a:xfrm>
            <a:off x="571500" y="4591050"/>
            <a:ext cx="1362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neoconsulting.ai </a:t>
            </a:r>
            <a:endParaRPr b="0" i="0" sz="1200" u="none" cap="none" strike="noStrike">
              <a:solidFill>
                <a:schemeClr val="dk1"/>
              </a:solidFill>
              <a:latin typeface="Calibri"/>
              <a:ea typeface="Calibri"/>
              <a:cs typeface="Calibri"/>
              <a:sym typeface="Calibri"/>
            </a:endParaRPr>
          </a:p>
        </p:txBody>
      </p:sp>
      <p:sp>
        <p:nvSpPr>
          <p:cNvPr id="711" name="Google Shape;711;p26"/>
          <p:cNvSpPr/>
          <p:nvPr/>
        </p:nvSpPr>
        <p:spPr>
          <a:xfrm>
            <a:off x="571500" y="871538"/>
            <a:ext cx="6048300" cy="261900"/>
          </a:xfrm>
          <a:prstGeom prst="rect">
            <a:avLst/>
          </a:prstGeom>
          <a:noFill/>
          <a:ln>
            <a:noFill/>
          </a:ln>
        </p:spPr>
        <p:txBody>
          <a:bodyPr anchorCtr="0" anchor="t" bIns="0" lIns="0" spcFirstLastPara="1" rIns="0" wrap="square" tIns="0">
            <a:noAutofit/>
          </a:bodyPr>
          <a:lstStyle/>
          <a:p>
            <a:pPr indent="0" lvl="0" marL="0" marR="0" rtl="0" algn="l">
              <a:lnSpc>
                <a:spcPct val="88181"/>
              </a:lnSpc>
              <a:spcBef>
                <a:spcPts val="0"/>
              </a:spcBef>
              <a:spcAft>
                <a:spcPts val="0"/>
              </a:spcAft>
              <a:buClr>
                <a:srgbClr val="0D1B3E"/>
              </a:buClr>
              <a:buSzPts val="1700"/>
              <a:buFont typeface="Montserrat ExtraBold"/>
              <a:buNone/>
            </a:pPr>
            <a:r>
              <a:rPr b="1" i="0" lang="en-US" sz="1700" u="none" cap="none" strike="noStrike">
                <a:solidFill>
                  <a:srgbClr val="000033"/>
                </a:solidFill>
                <a:latin typeface="Montserrat ExtraBold"/>
                <a:ea typeface="Montserrat ExtraBold"/>
                <a:cs typeface="Montserrat ExtraBold"/>
                <a:sym typeface="Montserrat ExtraBold"/>
              </a:rPr>
              <a:t>Cláusulas </a:t>
            </a:r>
            <a:r>
              <a:rPr b="1" i="1" lang="en-US" sz="1700" u="none" cap="none" strike="noStrike">
                <a:solidFill>
                  <a:srgbClr val="2B5BFC"/>
                </a:solidFill>
                <a:latin typeface="Montserrat ExtraBold"/>
                <a:ea typeface="Montserrat ExtraBold"/>
                <a:cs typeface="Montserrat ExtraBold"/>
                <a:sym typeface="Montserrat ExtraBold"/>
              </a:rPr>
              <a:t>generales</a:t>
            </a:r>
            <a:r>
              <a:rPr b="1" i="0" lang="en-US" sz="1700" u="none" cap="none" strike="noStrike">
                <a:solidFill>
                  <a:srgbClr val="000033"/>
                </a:solidFill>
                <a:latin typeface="Montserrat ExtraBold"/>
                <a:ea typeface="Montserrat ExtraBold"/>
                <a:cs typeface="Montserrat ExtraBold"/>
                <a:sym typeface="Montserrat ExtraBold"/>
              </a:rPr>
              <a:t> </a:t>
            </a:r>
            <a:endParaRPr b="0" i="0" sz="1700" u="none" cap="none" strike="noStrike">
              <a:solidFill>
                <a:schemeClr val="dk1"/>
              </a:solidFill>
              <a:latin typeface="Calibri"/>
              <a:ea typeface="Calibri"/>
              <a:cs typeface="Calibri"/>
              <a:sym typeface="Calibri"/>
            </a:endParaRPr>
          </a:p>
        </p:txBody>
      </p:sp>
      <p:sp>
        <p:nvSpPr>
          <p:cNvPr id="712" name="Google Shape;712;p26"/>
          <p:cNvSpPr/>
          <p:nvPr/>
        </p:nvSpPr>
        <p:spPr>
          <a:xfrm>
            <a:off x="571500" y="1209675"/>
            <a:ext cx="35244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a:buNone/>
            </a:pPr>
            <a:r>
              <a:rPr b="1" i="0" lang="en-US" sz="1200" u="none" cap="none" strike="noStrike">
                <a:solidFill>
                  <a:srgbClr val="2B5BFC"/>
                </a:solidFill>
                <a:latin typeface="Montserrat"/>
                <a:ea typeface="Montserrat"/>
                <a:cs typeface="Montserrat"/>
                <a:sym typeface="Montserrat"/>
              </a:rPr>
              <a:t>Sobre los alcances y tiempos del proyecto: </a:t>
            </a:r>
            <a:endParaRPr b="0" i="0" sz="1200" u="none" cap="none" strike="noStrike">
              <a:solidFill>
                <a:schemeClr val="dk1"/>
              </a:solidFill>
              <a:latin typeface="Calibri"/>
              <a:ea typeface="Calibri"/>
              <a:cs typeface="Calibri"/>
              <a:sym typeface="Calibri"/>
            </a:endParaRPr>
          </a:p>
        </p:txBody>
      </p:sp>
      <p:sp>
        <p:nvSpPr>
          <p:cNvPr id="713" name="Google Shape;713;p26"/>
          <p:cNvSpPr/>
          <p:nvPr/>
        </p:nvSpPr>
        <p:spPr>
          <a:xfrm>
            <a:off x="557213" y="1471613"/>
            <a:ext cx="4353000" cy="514500"/>
          </a:xfrm>
          <a:prstGeom prst="rect">
            <a:avLst/>
          </a:prstGeom>
          <a:noFill/>
          <a:ln>
            <a:noFill/>
          </a:ln>
        </p:spPr>
        <p:txBody>
          <a:bodyPr anchorCtr="0" anchor="t" bIns="0" lIns="0" spcFirstLastPara="1" rIns="0" wrap="square" tIns="0">
            <a:noAutofit/>
          </a:bodyPr>
          <a:lstStyle/>
          <a:p>
            <a:pPr indent="0" lvl="0" marL="0" marR="0" rtl="0" algn="l">
              <a:lnSpc>
                <a:spcPct val="91714"/>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Tiempos de aceptación:</a:t>
            </a:r>
            <a:r>
              <a:rPr b="0" i="0" lang="en-US" sz="1000" u="none" cap="none" strike="noStrike">
                <a:solidFill>
                  <a:srgbClr val="000033"/>
                </a:solidFill>
                <a:latin typeface="Montserrat"/>
                <a:ea typeface="Montserrat"/>
                <a:cs typeface="Montserrat"/>
                <a:sym typeface="Montserrat"/>
              </a:rPr>
              <a:t> El cliente tendrá hasta 5 días útiles para solicitar ajustes justificados a los entregables. Pasado este plazo, se considerará la etapa finalizada.</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714" name="Google Shape;714;p26"/>
          <p:cNvSpPr/>
          <p:nvPr/>
        </p:nvSpPr>
        <p:spPr>
          <a:xfrm>
            <a:off x="557213" y="2057400"/>
            <a:ext cx="4481400" cy="514500"/>
          </a:xfrm>
          <a:prstGeom prst="rect">
            <a:avLst/>
          </a:prstGeom>
          <a:noFill/>
          <a:ln>
            <a:noFill/>
          </a:ln>
        </p:spPr>
        <p:txBody>
          <a:bodyPr anchorCtr="0" anchor="t" bIns="0" lIns="0" spcFirstLastPara="1" rIns="0" wrap="square" tIns="0">
            <a:noAutofit/>
          </a:bodyPr>
          <a:lstStyle/>
          <a:p>
            <a:pPr indent="0" lvl="0" marL="0" marR="0" rtl="0" algn="l">
              <a:lnSpc>
                <a:spcPct val="91714"/>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Conformidad de cierre:</a:t>
            </a:r>
            <a:r>
              <a:rPr b="0" i="0" lang="en-US" sz="1000" u="none" cap="none" strike="noStrike">
                <a:solidFill>
                  <a:srgbClr val="000033"/>
                </a:solidFill>
                <a:latin typeface="Montserrat"/>
                <a:ea typeface="Montserrat"/>
                <a:cs typeface="Montserrat"/>
                <a:sym typeface="Montserrat"/>
              </a:rPr>
              <a:t> Al finalizar, se enviará un acta de conformidad para revisión y aceptación. Si no hay respuesta en 5 días útiles, el proyecto se considerará finalizado.</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715" name="Google Shape;715;p26"/>
          <p:cNvSpPr/>
          <p:nvPr/>
        </p:nvSpPr>
        <p:spPr>
          <a:xfrm>
            <a:off x="557224" y="2643200"/>
            <a:ext cx="4481400" cy="342900"/>
          </a:xfrm>
          <a:prstGeom prst="rect">
            <a:avLst/>
          </a:prstGeom>
          <a:noFill/>
          <a:ln>
            <a:noFill/>
          </a:ln>
        </p:spPr>
        <p:txBody>
          <a:bodyPr anchorCtr="0" anchor="t" bIns="0" lIns="0" spcFirstLastPara="1" rIns="0" wrap="square" tIns="0">
            <a:noAutofit/>
          </a:bodyPr>
          <a:lstStyle/>
          <a:p>
            <a:pPr indent="0" lvl="0" marL="0" marR="0" rtl="0" algn="l">
              <a:lnSpc>
                <a:spcPct val="91714"/>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Alcance adicional:</a:t>
            </a:r>
            <a:r>
              <a:rPr b="0" i="0" lang="en-US" sz="1000" u="none" cap="none" strike="noStrike">
                <a:solidFill>
                  <a:srgbClr val="000033"/>
                </a:solidFill>
                <a:latin typeface="Montserrat"/>
                <a:ea typeface="Montserrat"/>
                <a:cs typeface="Montserrat"/>
                <a:sym typeface="Montserrat"/>
              </a:rPr>
              <a:t> Requerimientos fuera del alcance generarán un cobro adicional basado en la tarifa por hora promedio del proyecto.</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716" name="Google Shape;716;p26"/>
          <p:cNvSpPr/>
          <p:nvPr/>
        </p:nvSpPr>
        <p:spPr>
          <a:xfrm>
            <a:off x="557213" y="3057525"/>
            <a:ext cx="4481400" cy="514500"/>
          </a:xfrm>
          <a:prstGeom prst="rect">
            <a:avLst/>
          </a:prstGeom>
          <a:noFill/>
          <a:ln>
            <a:noFill/>
          </a:ln>
        </p:spPr>
        <p:txBody>
          <a:bodyPr anchorCtr="0" anchor="t" bIns="0" lIns="0" spcFirstLastPara="1" rIns="0" wrap="square" tIns="0">
            <a:noAutofit/>
          </a:bodyPr>
          <a:lstStyle/>
          <a:p>
            <a:pPr indent="0" lvl="0" marL="0" marR="0" rtl="0" algn="l">
              <a:lnSpc>
                <a:spcPct val="91714"/>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Implementaciones:</a:t>
            </a:r>
            <a:r>
              <a:rPr b="0" i="0" lang="en-US" sz="1000" u="none" cap="none" strike="noStrike">
                <a:solidFill>
                  <a:srgbClr val="000033"/>
                </a:solidFill>
                <a:latin typeface="Montserrat"/>
                <a:ea typeface="Montserrat"/>
                <a:cs typeface="Montserrat"/>
                <a:sym typeface="Montserrat"/>
              </a:rPr>
              <a:t> Serán responsabilidad del equipo del cliente. Cualquier retraso por no ejecutar las mejoras en el tiempo estimado será responsabilidad del cliente.</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717" name="Google Shape;717;p26"/>
          <p:cNvSpPr/>
          <p:nvPr/>
        </p:nvSpPr>
        <p:spPr>
          <a:xfrm>
            <a:off x="557213" y="3643313"/>
            <a:ext cx="4481400" cy="342900"/>
          </a:xfrm>
          <a:prstGeom prst="rect">
            <a:avLst/>
          </a:prstGeom>
          <a:noFill/>
          <a:ln>
            <a:noFill/>
          </a:ln>
        </p:spPr>
        <p:txBody>
          <a:bodyPr anchorCtr="0" anchor="t" bIns="0" lIns="0" spcFirstLastPara="1" rIns="0" wrap="square" tIns="0">
            <a:noAutofit/>
          </a:bodyPr>
          <a:lstStyle/>
          <a:p>
            <a:pPr indent="0" lvl="0" marL="0" marR="0" rtl="0" algn="l">
              <a:lnSpc>
                <a:spcPct val="91714"/>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Retrasos del cliente: </a:t>
            </a:r>
            <a:r>
              <a:rPr b="0" i="0" lang="en-US" sz="1000" u="none" cap="none" strike="noStrike">
                <a:solidFill>
                  <a:srgbClr val="000033"/>
                </a:solidFill>
                <a:latin typeface="Montserrat"/>
                <a:ea typeface="Montserrat"/>
                <a:cs typeface="Montserrat"/>
                <a:sym typeface="Montserrat"/>
              </a:rPr>
              <a:t>Si el retraso es atribuible al cliente, las fechas de facturación se mantienen según contrato.</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718" name="Google Shape;718;p26"/>
          <p:cNvSpPr/>
          <p:nvPr/>
        </p:nvSpPr>
        <p:spPr>
          <a:xfrm>
            <a:off x="557213" y="4057650"/>
            <a:ext cx="4476900" cy="342900"/>
          </a:xfrm>
          <a:prstGeom prst="rect">
            <a:avLst/>
          </a:prstGeom>
          <a:noFill/>
          <a:ln>
            <a:noFill/>
          </a:ln>
        </p:spPr>
        <p:txBody>
          <a:bodyPr anchorCtr="0" anchor="t" bIns="0" lIns="0" spcFirstLastPara="1" rIns="0" wrap="square" tIns="0">
            <a:noAutofit/>
          </a:bodyPr>
          <a:lstStyle/>
          <a:p>
            <a:pPr indent="0" lvl="0" marL="0" marR="0" rtl="0" algn="l">
              <a:lnSpc>
                <a:spcPct val="91714"/>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Inicio de proyecto:</a:t>
            </a:r>
            <a:r>
              <a:rPr b="0" i="0" lang="en-US" sz="1000" u="none" cap="none" strike="noStrike">
                <a:solidFill>
                  <a:srgbClr val="000033"/>
                </a:solidFill>
                <a:latin typeface="Montserrat"/>
                <a:ea typeface="Montserrat"/>
                <a:cs typeface="Montserrat"/>
                <a:sym typeface="Montserrat"/>
              </a:rPr>
              <a:t> El proyecto se dará inicio una vez se tenga la firma formal del contrato correspondiente.</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719" name="Google Shape;719;p26"/>
          <p:cNvSpPr/>
          <p:nvPr/>
        </p:nvSpPr>
        <p:spPr>
          <a:xfrm>
            <a:off x="5414963" y="1323975"/>
            <a:ext cx="18288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000033"/>
              </a:buClr>
              <a:buSzPts val="1100"/>
              <a:buFont typeface="Montserrat"/>
              <a:buNone/>
            </a:pPr>
            <a:r>
              <a:rPr b="1" i="0" lang="en-US" sz="1100" u="none" cap="none" strike="noStrike">
                <a:solidFill>
                  <a:srgbClr val="000033"/>
                </a:solidFill>
                <a:latin typeface="Montserrat"/>
                <a:ea typeface="Montserrat"/>
                <a:cs typeface="Montserrat"/>
                <a:sym typeface="Montserrat"/>
              </a:rPr>
              <a:t>Horario &amp; Colaboración: </a:t>
            </a:r>
            <a:endParaRPr b="0" i="0" sz="1100" u="none" cap="none" strike="noStrike">
              <a:solidFill>
                <a:schemeClr val="dk1"/>
              </a:solidFill>
              <a:latin typeface="Calibri"/>
              <a:ea typeface="Calibri"/>
              <a:cs typeface="Calibri"/>
              <a:sym typeface="Calibri"/>
            </a:endParaRPr>
          </a:p>
        </p:txBody>
      </p:sp>
      <p:sp>
        <p:nvSpPr>
          <p:cNvPr id="720" name="Google Shape;720;p26"/>
          <p:cNvSpPr/>
          <p:nvPr/>
        </p:nvSpPr>
        <p:spPr>
          <a:xfrm>
            <a:off x="5414963" y="1576388"/>
            <a:ext cx="2766900" cy="3714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00"/>
              </a:buClr>
              <a:buSzPts val="1100"/>
              <a:buFont typeface="Montserrat"/>
              <a:buNone/>
            </a:pPr>
            <a:r>
              <a:rPr b="0" i="0" lang="en-US" sz="1100" u="none" cap="none" strike="noStrike">
                <a:solidFill>
                  <a:srgbClr val="000033"/>
                </a:solidFill>
                <a:latin typeface="Montserrat"/>
                <a:ea typeface="Montserrat"/>
                <a:cs typeface="Montserrat"/>
                <a:sym typeface="Montserrat"/>
              </a:rPr>
              <a:t>• Horario de atención: Lunes a Viernes de 9:00 am a 6:00 pm. </a:t>
            </a:r>
            <a:endParaRPr b="0" i="0" sz="1100" u="none" cap="none" strike="noStrike">
              <a:solidFill>
                <a:schemeClr val="dk1"/>
              </a:solidFill>
              <a:latin typeface="Calibri"/>
              <a:ea typeface="Calibri"/>
              <a:cs typeface="Calibri"/>
              <a:sym typeface="Calibri"/>
            </a:endParaRPr>
          </a:p>
        </p:txBody>
      </p:sp>
      <p:sp>
        <p:nvSpPr>
          <p:cNvPr id="721" name="Google Shape;721;p26"/>
          <p:cNvSpPr/>
          <p:nvPr/>
        </p:nvSpPr>
        <p:spPr>
          <a:xfrm>
            <a:off x="5414963" y="2024063"/>
            <a:ext cx="2766900" cy="5571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00"/>
              </a:buClr>
              <a:buSzPts val="1100"/>
              <a:buFont typeface="Montserrat"/>
              <a:buNone/>
            </a:pPr>
            <a:r>
              <a:rPr b="0" i="0" lang="en-US" sz="1100" u="none" cap="none" strike="noStrike">
                <a:solidFill>
                  <a:srgbClr val="000033"/>
                </a:solidFill>
                <a:latin typeface="Montserrat"/>
                <a:ea typeface="Montserrat"/>
                <a:cs typeface="Montserrat"/>
                <a:sym typeface="Montserrat"/>
              </a:rPr>
              <a:t>• Cláusula de no contratación de personal del equipo asignado durante el proyecto y hasta 6 meses después. </a:t>
            </a:r>
            <a:endParaRPr b="0" i="0" sz="1100" u="none" cap="none" strike="noStrike">
              <a:solidFill>
                <a:schemeClr val="dk1"/>
              </a:solidFill>
              <a:latin typeface="Calibri"/>
              <a:ea typeface="Calibri"/>
              <a:cs typeface="Calibri"/>
              <a:sym typeface="Calibri"/>
            </a:endParaRPr>
          </a:p>
        </p:txBody>
      </p:sp>
      <p:sp>
        <p:nvSpPr>
          <p:cNvPr id="722" name="Google Shape;722;p26"/>
          <p:cNvSpPr/>
          <p:nvPr/>
        </p:nvSpPr>
        <p:spPr>
          <a:xfrm>
            <a:off x="5414963" y="2924175"/>
            <a:ext cx="2148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a:buNone/>
            </a:pPr>
            <a:r>
              <a:rPr b="1" i="0" lang="en-US" sz="1200" u="none" cap="none" strike="noStrike">
                <a:solidFill>
                  <a:srgbClr val="2B5BFC"/>
                </a:solidFill>
                <a:latin typeface="Montserrat"/>
                <a:ea typeface="Montserrat"/>
                <a:cs typeface="Montserrat"/>
                <a:sym typeface="Montserrat"/>
              </a:rPr>
              <a:t>Sobre las formas de pago: </a:t>
            </a:r>
            <a:endParaRPr b="0" i="0" sz="1200" u="none" cap="none" strike="noStrike">
              <a:solidFill>
                <a:schemeClr val="dk1"/>
              </a:solidFill>
              <a:latin typeface="Calibri"/>
              <a:ea typeface="Calibri"/>
              <a:cs typeface="Calibri"/>
              <a:sym typeface="Calibri"/>
            </a:endParaRPr>
          </a:p>
        </p:txBody>
      </p:sp>
      <p:sp>
        <p:nvSpPr>
          <p:cNvPr id="723" name="Google Shape;723;p26"/>
          <p:cNvSpPr/>
          <p:nvPr/>
        </p:nvSpPr>
        <p:spPr>
          <a:xfrm>
            <a:off x="5414963" y="3186113"/>
            <a:ext cx="2209800" cy="1857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575757"/>
              </a:buClr>
              <a:buSzPts val="1100"/>
              <a:buFont typeface="Montserrat"/>
              <a:buNone/>
            </a:pPr>
            <a:r>
              <a:rPr b="0" i="0" lang="en-US" sz="1100" u="none" cap="none" strike="noStrike">
                <a:solidFill>
                  <a:srgbClr val="000033"/>
                </a:solidFill>
                <a:latin typeface="Montserrat"/>
                <a:ea typeface="Montserrat"/>
                <a:cs typeface="Montserrat"/>
                <a:sym typeface="Montserrat"/>
              </a:rPr>
              <a:t>• Los precios </a:t>
            </a:r>
            <a:r>
              <a:rPr b="1" i="0" lang="en-US" sz="1100" u="none" cap="none" strike="noStrike">
                <a:solidFill>
                  <a:srgbClr val="000033"/>
                </a:solidFill>
                <a:latin typeface="Montserrat"/>
                <a:ea typeface="Montserrat"/>
                <a:cs typeface="Montserrat"/>
                <a:sym typeface="Montserrat"/>
              </a:rPr>
              <a:t>no incluyen IGV</a:t>
            </a:r>
            <a:r>
              <a:rPr b="0" i="0" lang="en-US" sz="1100" u="none" cap="none" strike="noStrike">
                <a:solidFill>
                  <a:srgbClr val="000033"/>
                </a:solidFill>
                <a:latin typeface="Montserrat"/>
                <a:ea typeface="Montserrat"/>
                <a:cs typeface="Montserrat"/>
                <a:sym typeface="Montserrat"/>
              </a:rPr>
              <a:t>. </a:t>
            </a:r>
            <a:endParaRPr b="0" i="0" sz="1100" u="none" cap="none" strike="noStrike">
              <a:solidFill>
                <a:schemeClr val="dk1"/>
              </a:solidFill>
              <a:latin typeface="Calibri"/>
              <a:ea typeface="Calibri"/>
              <a:cs typeface="Calibri"/>
              <a:sym typeface="Calibri"/>
            </a:endParaRPr>
          </a:p>
        </p:txBody>
      </p:sp>
      <p:sp>
        <p:nvSpPr>
          <p:cNvPr id="724" name="Google Shape;724;p26"/>
          <p:cNvSpPr/>
          <p:nvPr/>
        </p:nvSpPr>
        <p:spPr>
          <a:xfrm>
            <a:off x="5414963" y="3448050"/>
            <a:ext cx="2766900" cy="3714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575757"/>
              </a:buClr>
              <a:buSzPts val="1100"/>
              <a:buFont typeface="Montserrat"/>
              <a:buNone/>
            </a:pPr>
            <a:r>
              <a:rPr b="0" i="0" lang="en-US" sz="1100" u="none" cap="none" strike="noStrike">
                <a:solidFill>
                  <a:srgbClr val="000033"/>
                </a:solidFill>
                <a:latin typeface="Montserrat"/>
                <a:ea typeface="Montserrat"/>
                <a:cs typeface="Montserrat"/>
                <a:sym typeface="Montserrat"/>
              </a:rPr>
              <a:t>• Vigencia de propuesta: 30 días calendario. </a:t>
            </a:r>
            <a:endParaRPr b="0" i="0" sz="1100" u="none" cap="none" strike="noStrike">
              <a:solidFill>
                <a:schemeClr val="dk1"/>
              </a:solidFill>
              <a:latin typeface="Calibri"/>
              <a:ea typeface="Calibri"/>
              <a:cs typeface="Calibri"/>
              <a:sym typeface="Calibri"/>
            </a:endParaRPr>
          </a:p>
        </p:txBody>
      </p:sp>
      <p:sp>
        <p:nvSpPr>
          <p:cNvPr id="725" name="Google Shape;725;p26"/>
          <p:cNvSpPr/>
          <p:nvPr/>
        </p:nvSpPr>
        <p:spPr>
          <a:xfrm>
            <a:off x="5414963" y="3895725"/>
            <a:ext cx="2700300" cy="3714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2B5BFC"/>
              </a:buClr>
              <a:buSzPts val="1100"/>
              <a:buFont typeface="Montserrat"/>
              <a:buNone/>
            </a:pPr>
            <a:r>
              <a:rPr b="1" i="0" lang="en-US" sz="1100" u="none" cap="none" strike="noStrike">
                <a:solidFill>
                  <a:srgbClr val="2B5BFC"/>
                </a:solidFill>
                <a:latin typeface="Montserrat"/>
                <a:ea typeface="Montserrat"/>
                <a:cs typeface="Montserrat"/>
                <a:sym typeface="Montserrat"/>
              </a:rPr>
              <a:t>Facturación del Proyecto: 100% al inicio del proyecto. </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730" name="Shape 730"/>
        <p:cNvGrpSpPr/>
        <p:nvPr/>
      </p:nvGrpSpPr>
      <p:grpSpPr>
        <a:xfrm>
          <a:off x="0" y="0"/>
          <a:ext cx="0" cy="0"/>
          <a:chOff x="0" y="0"/>
          <a:chExt cx="0" cy="0"/>
        </a:xfrm>
      </p:grpSpPr>
      <p:pic>
        <p:nvPicPr>
          <p:cNvPr descr="preencoded.png" id="731" name="Google Shape;731;p27"/>
          <p:cNvPicPr preferRelativeResize="0"/>
          <p:nvPr/>
        </p:nvPicPr>
        <p:blipFill rotWithShape="1">
          <a:blip r:embed="rId3">
            <a:alphaModFix/>
          </a:blip>
          <a:srcRect b="0" l="0" r="0" t="0"/>
          <a:stretch/>
        </p:blipFill>
        <p:spPr>
          <a:xfrm>
            <a:off x="-32175" y="0"/>
            <a:ext cx="9144000" cy="5143500"/>
          </a:xfrm>
          <a:prstGeom prst="rect">
            <a:avLst/>
          </a:prstGeom>
          <a:noFill/>
          <a:ln>
            <a:noFill/>
          </a:ln>
        </p:spPr>
      </p:pic>
      <p:pic>
        <p:nvPicPr>
          <p:cNvPr descr="preencoded.png" id="732" name="Google Shape;732;p27"/>
          <p:cNvPicPr preferRelativeResize="0"/>
          <p:nvPr/>
        </p:nvPicPr>
        <p:blipFill rotWithShape="1">
          <a:blip r:embed="rId4">
            <a:alphaModFix/>
          </a:blip>
          <a:srcRect b="0" l="0" r="0" t="0"/>
          <a:stretch/>
        </p:blipFill>
        <p:spPr>
          <a:xfrm>
            <a:off x="571500" y="399117"/>
            <a:ext cx="8001000" cy="244750"/>
          </a:xfrm>
          <a:prstGeom prst="rect">
            <a:avLst/>
          </a:prstGeom>
          <a:noFill/>
          <a:ln>
            <a:noFill/>
          </a:ln>
        </p:spPr>
      </p:pic>
      <p:pic>
        <p:nvPicPr>
          <p:cNvPr descr="preencoded.png" id="733" name="Google Shape;733;p27"/>
          <p:cNvPicPr preferRelativeResize="0"/>
          <p:nvPr/>
        </p:nvPicPr>
        <p:blipFill rotWithShape="1">
          <a:blip r:embed="rId5">
            <a:alphaModFix/>
          </a:blip>
          <a:srcRect b="0" l="0" r="0" t="0"/>
          <a:stretch/>
        </p:blipFill>
        <p:spPr>
          <a:xfrm>
            <a:off x="571500" y="1200150"/>
            <a:ext cx="8001000" cy="3057525"/>
          </a:xfrm>
          <a:prstGeom prst="rect">
            <a:avLst/>
          </a:prstGeom>
          <a:noFill/>
          <a:ln>
            <a:noFill/>
          </a:ln>
        </p:spPr>
      </p:pic>
      <p:sp>
        <p:nvSpPr>
          <p:cNvPr id="734" name="Google Shape;734;p27"/>
          <p:cNvSpPr/>
          <p:nvPr/>
        </p:nvSpPr>
        <p:spPr>
          <a:xfrm>
            <a:off x="1676143" y="506083"/>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000033"/>
              </a:buClr>
              <a:buSzPts val="300"/>
              <a:buFont typeface="Montserrat SemiBold"/>
              <a:buNone/>
            </a:pPr>
            <a:r>
              <a:rPr b="1" i="0" lang="en-US" sz="300" u="none" cap="none" strike="noStrike">
                <a:solidFill>
                  <a:srgbClr val="000033"/>
                </a:solidFill>
                <a:latin typeface="Montserrat SemiBold"/>
                <a:ea typeface="Montserrat SemiBold"/>
                <a:cs typeface="Montserrat SemiBold"/>
                <a:sym typeface="Montserrat SemiBold"/>
              </a:rPr>
              <a:t>AÑOS </a:t>
            </a:r>
            <a:endParaRPr b="0" i="0" sz="300" u="none" cap="none" strike="noStrike">
              <a:solidFill>
                <a:schemeClr val="dk1"/>
              </a:solidFill>
              <a:latin typeface="Calibri"/>
              <a:ea typeface="Calibri"/>
              <a:cs typeface="Calibri"/>
              <a:sym typeface="Calibri"/>
            </a:endParaRPr>
          </a:p>
        </p:txBody>
      </p:sp>
      <p:sp>
        <p:nvSpPr>
          <p:cNvPr id="735" name="Google Shape;735;p27"/>
          <p:cNvSpPr/>
          <p:nvPr/>
        </p:nvSpPr>
        <p:spPr>
          <a:xfrm>
            <a:off x="571500" y="4591050"/>
            <a:ext cx="1362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neoconsulting.ai </a:t>
            </a:r>
            <a:endParaRPr b="0" i="0" sz="1200" u="none" cap="none" strike="noStrike">
              <a:solidFill>
                <a:schemeClr val="dk1"/>
              </a:solidFill>
              <a:latin typeface="Calibri"/>
              <a:ea typeface="Calibri"/>
              <a:cs typeface="Calibri"/>
              <a:sym typeface="Calibri"/>
            </a:endParaRPr>
          </a:p>
        </p:txBody>
      </p:sp>
      <p:sp>
        <p:nvSpPr>
          <p:cNvPr id="736" name="Google Shape;736;p27"/>
          <p:cNvSpPr/>
          <p:nvPr/>
        </p:nvSpPr>
        <p:spPr>
          <a:xfrm>
            <a:off x="571500" y="871538"/>
            <a:ext cx="6048300" cy="261900"/>
          </a:xfrm>
          <a:prstGeom prst="rect">
            <a:avLst/>
          </a:prstGeom>
          <a:noFill/>
          <a:ln>
            <a:noFill/>
          </a:ln>
        </p:spPr>
        <p:txBody>
          <a:bodyPr anchorCtr="0" anchor="t" bIns="0" lIns="0" spcFirstLastPara="1" rIns="0" wrap="square" tIns="0">
            <a:noAutofit/>
          </a:bodyPr>
          <a:lstStyle/>
          <a:p>
            <a:pPr indent="0" lvl="0" marL="0" marR="0" rtl="0" algn="l">
              <a:lnSpc>
                <a:spcPct val="88181"/>
              </a:lnSpc>
              <a:spcBef>
                <a:spcPts val="0"/>
              </a:spcBef>
              <a:spcAft>
                <a:spcPts val="0"/>
              </a:spcAft>
              <a:buClr>
                <a:srgbClr val="0D1B3E"/>
              </a:buClr>
              <a:buSzPts val="1700"/>
              <a:buFont typeface="Montserrat ExtraBold"/>
              <a:buNone/>
            </a:pPr>
            <a:r>
              <a:rPr b="1" i="0" lang="en-US" sz="1700" u="none" cap="none" strike="noStrike">
                <a:solidFill>
                  <a:srgbClr val="000033"/>
                </a:solidFill>
                <a:latin typeface="Montserrat ExtraBold"/>
                <a:ea typeface="Montserrat ExtraBold"/>
                <a:cs typeface="Montserrat ExtraBold"/>
                <a:sym typeface="Montserrat ExtraBold"/>
              </a:rPr>
              <a:t>Facturación por </a:t>
            </a:r>
            <a:r>
              <a:rPr b="1" i="1" lang="en-US" sz="1700" u="none" cap="none" strike="noStrike">
                <a:solidFill>
                  <a:srgbClr val="2B5BFC"/>
                </a:solidFill>
                <a:latin typeface="Montserrat ExtraBold"/>
                <a:ea typeface="Montserrat ExtraBold"/>
                <a:cs typeface="Montserrat ExtraBold"/>
                <a:sym typeface="Montserrat ExtraBold"/>
              </a:rPr>
              <a:t>retrasos y pausas</a:t>
            </a:r>
            <a:r>
              <a:rPr b="1" i="0" lang="en-US" sz="1700" u="none" cap="none" strike="noStrike">
                <a:solidFill>
                  <a:srgbClr val="000033"/>
                </a:solidFill>
                <a:latin typeface="Montserrat ExtraBold"/>
                <a:ea typeface="Montserrat ExtraBold"/>
                <a:cs typeface="Montserrat ExtraBold"/>
                <a:sym typeface="Montserrat ExtraBold"/>
              </a:rPr>
              <a:t> </a:t>
            </a:r>
            <a:endParaRPr b="0" i="0" sz="1700" u="none" cap="none" strike="noStrike">
              <a:solidFill>
                <a:schemeClr val="dk1"/>
              </a:solidFill>
              <a:latin typeface="Calibri"/>
              <a:ea typeface="Calibri"/>
              <a:cs typeface="Calibri"/>
              <a:sym typeface="Calibri"/>
            </a:endParaRPr>
          </a:p>
        </p:txBody>
      </p:sp>
      <p:sp>
        <p:nvSpPr>
          <p:cNvPr id="737" name="Google Shape;737;p27"/>
          <p:cNvSpPr/>
          <p:nvPr/>
        </p:nvSpPr>
        <p:spPr>
          <a:xfrm>
            <a:off x="685800" y="1314450"/>
            <a:ext cx="36861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000033"/>
              </a:buClr>
              <a:buSzPts val="1200"/>
              <a:buFont typeface="Montserrat"/>
              <a:buNone/>
            </a:pPr>
            <a:r>
              <a:rPr b="1" i="0" lang="en-US" sz="1200" u="none" cap="none" strike="noStrike">
                <a:solidFill>
                  <a:srgbClr val="000033"/>
                </a:solidFill>
                <a:latin typeface="Montserrat"/>
                <a:ea typeface="Montserrat"/>
                <a:cs typeface="Montserrat"/>
                <a:sym typeface="Montserrat"/>
              </a:rPr>
              <a:t>Retrasos y periodos de Stand By </a:t>
            </a:r>
            <a:endParaRPr b="0" i="0" sz="1200" u="none" cap="none" strike="noStrike">
              <a:solidFill>
                <a:schemeClr val="dk1"/>
              </a:solidFill>
              <a:latin typeface="Calibri"/>
              <a:ea typeface="Calibri"/>
              <a:cs typeface="Calibri"/>
              <a:sym typeface="Calibri"/>
            </a:endParaRPr>
          </a:p>
        </p:txBody>
      </p:sp>
      <p:sp>
        <p:nvSpPr>
          <p:cNvPr id="738" name="Google Shape;738;p27"/>
          <p:cNvSpPr/>
          <p:nvPr/>
        </p:nvSpPr>
        <p:spPr>
          <a:xfrm>
            <a:off x="685800" y="1557350"/>
            <a:ext cx="3778800" cy="557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Retrasos de cliente:</a:t>
            </a:r>
            <a:r>
              <a:rPr b="0" i="0" lang="en-US" sz="1000" u="none" cap="none" strike="noStrike">
                <a:solidFill>
                  <a:srgbClr val="000033"/>
                </a:solidFill>
                <a:latin typeface="Montserrat"/>
                <a:ea typeface="Montserrat"/>
                <a:cs typeface="Montserrat"/>
                <a:sym typeface="Montserrat"/>
              </a:rPr>
              <a:t> Si el proyecto tiene facturación por hitos o entregables y el retraso del cliente supera los </a:t>
            </a:r>
            <a:r>
              <a:rPr b="1" i="0" lang="en-US" sz="1000" u="none" cap="none" strike="noStrike">
                <a:solidFill>
                  <a:srgbClr val="2B5BFC"/>
                </a:solidFill>
                <a:latin typeface="Montserrat"/>
                <a:ea typeface="Montserrat"/>
                <a:cs typeface="Montserrat"/>
                <a:sym typeface="Montserrat"/>
              </a:rPr>
              <a:t>15 días</a:t>
            </a:r>
            <a:r>
              <a:rPr b="0" i="0" lang="en-US" sz="1000" u="none" cap="none" strike="noStrike">
                <a:solidFill>
                  <a:srgbClr val="000033"/>
                </a:solidFill>
                <a:latin typeface="Montserrat"/>
                <a:ea typeface="Montserrat"/>
                <a:cs typeface="Montserrat"/>
                <a:sym typeface="Montserrat"/>
              </a:rPr>
              <a:t>, este no afectará la facturación programada.</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739" name="Google Shape;739;p27"/>
          <p:cNvSpPr/>
          <p:nvPr/>
        </p:nvSpPr>
        <p:spPr>
          <a:xfrm>
            <a:off x="685800" y="2171700"/>
            <a:ext cx="3686100" cy="743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Ingreso a Stand By:</a:t>
            </a:r>
            <a:r>
              <a:rPr b="0" i="0" lang="en-US" sz="1000" u="none" cap="none" strike="noStrike">
                <a:solidFill>
                  <a:srgbClr val="000033"/>
                </a:solidFill>
                <a:latin typeface="Montserrat"/>
                <a:ea typeface="Montserrat"/>
                <a:cs typeface="Montserrat"/>
                <a:sym typeface="Montserrat"/>
              </a:rPr>
              <a:t>  Si el proyecto presenta un retraso del lado del cliente mayor a </a:t>
            </a:r>
            <a:r>
              <a:rPr b="1" i="0" lang="en-US" sz="1000" u="none" cap="none" strike="noStrike">
                <a:solidFill>
                  <a:srgbClr val="2B5BFC"/>
                </a:solidFill>
                <a:latin typeface="Montserrat"/>
                <a:ea typeface="Montserrat"/>
                <a:cs typeface="Montserrat"/>
                <a:sym typeface="Montserrat"/>
              </a:rPr>
              <a:t>30 días</a:t>
            </a:r>
            <a:r>
              <a:rPr b="0" i="0" lang="en-US" sz="1000" u="none" cap="none" strike="noStrike">
                <a:solidFill>
                  <a:srgbClr val="000033"/>
                </a:solidFill>
                <a:latin typeface="Montserrat"/>
                <a:ea typeface="Montserrat"/>
                <a:cs typeface="Montserrat"/>
                <a:sym typeface="Montserrat"/>
              </a:rPr>
              <a:t>, ingresará automáticamente en stand by, periodo durante el cual no se realizarán avances en su ejecución.</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740" name="Google Shape;740;p27"/>
          <p:cNvSpPr/>
          <p:nvPr/>
        </p:nvSpPr>
        <p:spPr>
          <a:xfrm>
            <a:off x="685800" y="2971800"/>
            <a:ext cx="3686100" cy="557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Periodo Mínimo:</a:t>
            </a:r>
            <a:r>
              <a:rPr b="0" i="0" lang="en-US" sz="1000" u="none" cap="none" strike="noStrike">
                <a:solidFill>
                  <a:srgbClr val="000033"/>
                </a:solidFill>
                <a:latin typeface="Montserrat"/>
                <a:ea typeface="Montserrat"/>
                <a:cs typeface="Montserrat"/>
                <a:sym typeface="Montserrat"/>
              </a:rPr>
              <a:t> Una vez iniciado el proyecto, se establece un periodo mínimo de </a:t>
            </a:r>
            <a:r>
              <a:rPr b="1" i="0" lang="en-US" sz="1000" u="none" cap="none" strike="noStrike">
                <a:solidFill>
                  <a:srgbClr val="2B5BFC"/>
                </a:solidFill>
                <a:latin typeface="Montserrat"/>
                <a:ea typeface="Montserrat"/>
                <a:cs typeface="Montserrat"/>
                <a:sym typeface="Montserrat"/>
              </a:rPr>
              <a:t>20 días</a:t>
            </a:r>
            <a:r>
              <a:rPr b="0" i="0" lang="en-US" sz="1000" u="none" cap="none" strike="noStrike">
                <a:solidFill>
                  <a:srgbClr val="000033"/>
                </a:solidFill>
                <a:latin typeface="Montserrat"/>
                <a:ea typeface="Montserrat"/>
                <a:cs typeface="Montserrat"/>
                <a:sym typeface="Montserrat"/>
              </a:rPr>
              <a:t> de stand by, durante el cual no se realizarán avances significativos.</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741" name="Google Shape;741;p27"/>
          <p:cNvSpPr/>
          <p:nvPr/>
        </p:nvSpPr>
        <p:spPr>
          <a:xfrm>
            <a:off x="685800" y="3586163"/>
            <a:ext cx="3686100" cy="557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Periodo Máximo:</a:t>
            </a:r>
            <a:r>
              <a:rPr b="0" i="0" lang="en-US" sz="1000" u="none" cap="none" strike="noStrike">
                <a:solidFill>
                  <a:srgbClr val="000033"/>
                </a:solidFill>
                <a:latin typeface="Montserrat"/>
                <a:ea typeface="Montserrat"/>
                <a:cs typeface="Montserrat"/>
                <a:sym typeface="Montserrat"/>
              </a:rPr>
              <a:t>  El periodo máximo será acordado entre ambas partes al firmar el contrato y especificado en días o semanas, con un límite de</a:t>
            </a:r>
            <a:r>
              <a:rPr b="1" i="0" lang="en-US" sz="1000" u="none" cap="none" strike="noStrike">
                <a:solidFill>
                  <a:srgbClr val="2B5BFC"/>
                </a:solidFill>
                <a:latin typeface="Montserrat"/>
                <a:ea typeface="Montserrat"/>
                <a:cs typeface="Montserrat"/>
                <a:sym typeface="Montserrat"/>
              </a:rPr>
              <a:t> 3 meses</a:t>
            </a:r>
            <a:r>
              <a:rPr b="0" i="0" lang="en-US" sz="1000" u="none" cap="none" strike="noStrike">
                <a:solidFill>
                  <a:srgbClr val="000033"/>
                </a:solidFill>
                <a:latin typeface="Montserrat"/>
                <a:ea typeface="Montserrat"/>
                <a:cs typeface="Montserrat"/>
                <a:sym typeface="Montserrat"/>
              </a:rPr>
              <a:t>.</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742" name="Google Shape;742;p27"/>
          <p:cNvSpPr/>
          <p:nvPr/>
        </p:nvSpPr>
        <p:spPr>
          <a:xfrm>
            <a:off x="4800600" y="1314450"/>
            <a:ext cx="36861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a:buNone/>
            </a:pPr>
            <a:r>
              <a:rPr b="1" i="0" lang="en-US" sz="1200" u="none" cap="none" strike="noStrike">
                <a:solidFill>
                  <a:srgbClr val="2B5BFC"/>
                </a:solidFill>
                <a:latin typeface="Montserrat"/>
                <a:ea typeface="Montserrat"/>
                <a:cs typeface="Montserrat"/>
                <a:sym typeface="Montserrat"/>
              </a:rPr>
              <a:t>Gestión Financiera &amp; Retorno </a:t>
            </a:r>
            <a:endParaRPr b="0" i="0" sz="1200" u="none" cap="none" strike="noStrike">
              <a:solidFill>
                <a:schemeClr val="dk1"/>
              </a:solidFill>
              <a:latin typeface="Calibri"/>
              <a:ea typeface="Calibri"/>
              <a:cs typeface="Calibri"/>
              <a:sym typeface="Calibri"/>
            </a:endParaRPr>
          </a:p>
        </p:txBody>
      </p:sp>
      <p:sp>
        <p:nvSpPr>
          <p:cNvPr id="743" name="Google Shape;743;p27"/>
          <p:cNvSpPr/>
          <p:nvPr/>
        </p:nvSpPr>
        <p:spPr>
          <a:xfrm>
            <a:off x="4800600" y="1557350"/>
            <a:ext cx="3730500" cy="557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50" u="none" cap="none" strike="noStrike">
                <a:solidFill>
                  <a:srgbClr val="000033"/>
                </a:solidFill>
                <a:latin typeface="Montserrat"/>
                <a:ea typeface="Montserrat"/>
                <a:cs typeface="Montserrat"/>
                <a:sym typeface="Montserrat"/>
              </a:rPr>
              <a:t>Facturación:</a:t>
            </a:r>
            <a:r>
              <a:rPr b="0" i="0" lang="en-US" sz="1050" u="none" cap="none" strike="noStrike">
                <a:solidFill>
                  <a:srgbClr val="000033"/>
                </a:solidFill>
                <a:latin typeface="Montserrat"/>
                <a:ea typeface="Montserrat"/>
                <a:cs typeface="Montserrat"/>
                <a:sym typeface="Montserrat"/>
              </a:rPr>
              <a:t> Los pagos pendientes deberán realizarse antes del stand by o según el cronograma de facturación mensual.</a:t>
            </a:r>
            <a:r>
              <a:rPr b="1" i="0" lang="en-US" sz="1050" u="none" cap="none" strike="noStrike">
                <a:solidFill>
                  <a:srgbClr val="000033"/>
                </a:solidFill>
                <a:latin typeface="Montserrat"/>
                <a:ea typeface="Montserrat"/>
                <a:cs typeface="Montserrat"/>
                <a:sym typeface="Montserrat"/>
              </a:rPr>
              <a:t> </a:t>
            </a:r>
            <a:endParaRPr b="0" i="0" sz="1050" u="none" cap="none" strike="noStrike">
              <a:solidFill>
                <a:schemeClr val="dk1"/>
              </a:solidFill>
              <a:latin typeface="Calibri"/>
              <a:ea typeface="Calibri"/>
              <a:cs typeface="Calibri"/>
              <a:sym typeface="Calibri"/>
            </a:endParaRPr>
          </a:p>
        </p:txBody>
      </p:sp>
      <p:sp>
        <p:nvSpPr>
          <p:cNvPr id="744" name="Google Shape;744;p27"/>
          <p:cNvSpPr/>
          <p:nvPr/>
        </p:nvSpPr>
        <p:spPr>
          <a:xfrm>
            <a:off x="4800600" y="2171712"/>
            <a:ext cx="3778800" cy="557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50" u="none" cap="none" strike="noStrike">
                <a:solidFill>
                  <a:srgbClr val="000033"/>
                </a:solidFill>
                <a:latin typeface="Montserrat"/>
                <a:ea typeface="Montserrat"/>
                <a:cs typeface="Montserrat"/>
                <a:sym typeface="Montserrat"/>
              </a:rPr>
              <a:t>Revisión y renegociación:</a:t>
            </a:r>
            <a:r>
              <a:rPr b="0" i="0" lang="en-US" sz="1050" u="none" cap="none" strike="noStrike">
                <a:solidFill>
                  <a:srgbClr val="000033"/>
                </a:solidFill>
                <a:latin typeface="Montserrat"/>
                <a:ea typeface="Montserrat"/>
                <a:cs typeface="Montserrat"/>
                <a:sym typeface="Montserrat"/>
              </a:rPr>
              <a:t> Si el proyecto no se reanuda tras el periodo máximo de stand by, ambas partes revisarán y renegociarán los términos del contrato.</a:t>
            </a:r>
            <a:r>
              <a:rPr b="1" i="0" lang="en-US" sz="1050" u="none" cap="none" strike="noStrike">
                <a:solidFill>
                  <a:srgbClr val="000033"/>
                </a:solidFill>
                <a:latin typeface="Montserrat"/>
                <a:ea typeface="Montserrat"/>
                <a:cs typeface="Montserrat"/>
                <a:sym typeface="Montserrat"/>
              </a:rPr>
              <a:t> </a:t>
            </a:r>
            <a:endParaRPr b="0" i="0" sz="1050" u="none" cap="none" strike="noStrike">
              <a:solidFill>
                <a:schemeClr val="dk1"/>
              </a:solidFill>
              <a:latin typeface="Calibri"/>
              <a:ea typeface="Calibri"/>
              <a:cs typeface="Calibri"/>
              <a:sym typeface="Calibri"/>
            </a:endParaRPr>
          </a:p>
        </p:txBody>
      </p:sp>
      <p:sp>
        <p:nvSpPr>
          <p:cNvPr id="745" name="Google Shape;745;p27"/>
          <p:cNvSpPr/>
          <p:nvPr/>
        </p:nvSpPr>
        <p:spPr>
          <a:xfrm>
            <a:off x="4800600" y="2786074"/>
            <a:ext cx="3730500" cy="743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50" u="none" cap="none" strike="noStrike">
                <a:solidFill>
                  <a:srgbClr val="000033"/>
                </a:solidFill>
                <a:latin typeface="Montserrat"/>
                <a:ea typeface="Montserrat"/>
                <a:cs typeface="Montserrat"/>
                <a:sym typeface="Montserrat"/>
              </a:rPr>
              <a:t>Notificación y comunicación:</a:t>
            </a:r>
            <a:r>
              <a:rPr b="0" i="0" lang="en-US" sz="1050" u="none" cap="none" strike="noStrike">
                <a:solidFill>
                  <a:srgbClr val="000033"/>
                </a:solidFill>
                <a:latin typeface="Montserrat"/>
                <a:ea typeface="Montserrat"/>
                <a:cs typeface="Montserrat"/>
                <a:sym typeface="Montserrat"/>
              </a:rPr>
              <a:t> El stand by deberá notificarse por escrito con </a:t>
            </a:r>
            <a:r>
              <a:rPr b="1" i="0" lang="en-US" sz="1050" u="none" cap="none" strike="noStrike">
                <a:solidFill>
                  <a:srgbClr val="2B5BFC"/>
                </a:solidFill>
                <a:latin typeface="Montserrat"/>
                <a:ea typeface="Montserrat"/>
                <a:cs typeface="Montserrat"/>
                <a:sym typeface="Montserrat"/>
              </a:rPr>
              <a:t>15 días</a:t>
            </a:r>
            <a:r>
              <a:rPr b="0" i="0" lang="en-US" sz="1050" u="none" cap="none" strike="noStrike">
                <a:solidFill>
                  <a:srgbClr val="000033"/>
                </a:solidFill>
                <a:latin typeface="Montserrat"/>
                <a:ea typeface="Montserrat"/>
                <a:cs typeface="Montserrat"/>
                <a:sym typeface="Montserrat"/>
              </a:rPr>
              <a:t> de anticipación y mantenerse una comunicación regular durante el </a:t>
            </a:r>
            <a:r>
              <a:rPr b="0" i="0" lang="en-US" sz="1050" u="none" cap="none" strike="noStrike">
                <a:solidFill>
                  <a:srgbClr val="000000"/>
                </a:solidFill>
                <a:latin typeface="Montserrat"/>
                <a:ea typeface="Montserrat"/>
                <a:cs typeface="Montserrat"/>
                <a:sym typeface="Montserrat"/>
              </a:rPr>
              <a:t>dicho</a:t>
            </a:r>
            <a:r>
              <a:rPr b="0" i="0" lang="en-US" sz="1050" u="none" cap="none" strike="noStrike">
                <a:solidFill>
                  <a:srgbClr val="000033"/>
                </a:solidFill>
                <a:latin typeface="Montserrat"/>
                <a:ea typeface="Montserrat"/>
                <a:cs typeface="Montserrat"/>
                <a:sym typeface="Montserrat"/>
              </a:rPr>
              <a:t> periodo.</a:t>
            </a:r>
            <a:r>
              <a:rPr b="1" i="0" lang="en-US" sz="1050" u="none" cap="none" strike="noStrike">
                <a:solidFill>
                  <a:srgbClr val="000033"/>
                </a:solidFill>
                <a:latin typeface="Montserrat"/>
                <a:ea typeface="Montserrat"/>
                <a:cs typeface="Montserrat"/>
                <a:sym typeface="Montserrat"/>
              </a:rPr>
              <a:t> </a:t>
            </a:r>
            <a:endParaRPr b="0" i="0" sz="1050" u="none" cap="none" strike="noStrike">
              <a:solidFill>
                <a:schemeClr val="dk1"/>
              </a:solidFill>
              <a:latin typeface="Calibri"/>
              <a:ea typeface="Calibri"/>
              <a:cs typeface="Calibri"/>
              <a:sym typeface="Calibri"/>
            </a:endParaRPr>
          </a:p>
        </p:txBody>
      </p:sp>
      <p:sp>
        <p:nvSpPr>
          <p:cNvPr id="746" name="Google Shape;746;p27"/>
          <p:cNvSpPr/>
          <p:nvPr/>
        </p:nvSpPr>
        <p:spPr>
          <a:xfrm>
            <a:off x="4800600" y="3586173"/>
            <a:ext cx="3730500" cy="557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50" u="none" cap="none" strike="noStrike">
                <a:solidFill>
                  <a:srgbClr val="000033"/>
                </a:solidFill>
                <a:latin typeface="Montserrat"/>
                <a:ea typeface="Montserrat"/>
                <a:cs typeface="Montserrat"/>
                <a:sym typeface="Montserrat"/>
              </a:rPr>
              <a:t>Reanudación:</a:t>
            </a:r>
            <a:r>
              <a:rPr b="0" i="0" lang="en-US" sz="1050" u="none" cap="none" strike="noStrike">
                <a:solidFill>
                  <a:srgbClr val="000033"/>
                </a:solidFill>
                <a:latin typeface="Montserrat"/>
                <a:ea typeface="Montserrat"/>
                <a:cs typeface="Montserrat"/>
                <a:sym typeface="Montserrat"/>
              </a:rPr>
              <a:t> El cliente deberá solicitar la reanudación por correo. El proyecto se reanudará en un máximo de </a:t>
            </a:r>
            <a:r>
              <a:rPr b="1" i="0" lang="en-US" sz="1050" u="none" cap="none" strike="noStrike">
                <a:solidFill>
                  <a:srgbClr val="2B5BFC"/>
                </a:solidFill>
                <a:latin typeface="Montserrat"/>
                <a:ea typeface="Montserrat"/>
                <a:cs typeface="Montserrat"/>
                <a:sym typeface="Montserrat"/>
              </a:rPr>
              <a:t>15 días</a:t>
            </a:r>
            <a:r>
              <a:rPr b="0" i="0" lang="en-US" sz="1050" u="none" cap="none" strike="noStrike">
                <a:solidFill>
                  <a:srgbClr val="000033"/>
                </a:solidFill>
                <a:latin typeface="Montserrat"/>
                <a:ea typeface="Montserrat"/>
                <a:cs typeface="Montserrat"/>
                <a:sym typeface="Montserrat"/>
              </a:rPr>
              <a:t> hábiles.</a:t>
            </a:r>
            <a:r>
              <a:rPr b="1" i="0" lang="en-US" sz="1050" u="none" cap="none" strike="noStrike">
                <a:solidFill>
                  <a:srgbClr val="000033"/>
                </a:solidFill>
                <a:latin typeface="Montserrat"/>
                <a:ea typeface="Montserrat"/>
                <a:cs typeface="Montserrat"/>
                <a:sym typeface="Montserrat"/>
              </a:rPr>
              <a:t> </a:t>
            </a:r>
            <a:endParaRPr b="0" i="0" sz="1050" u="none" cap="none" strike="noStrike">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751" name="Shape 751"/>
        <p:cNvGrpSpPr/>
        <p:nvPr/>
      </p:nvGrpSpPr>
      <p:grpSpPr>
        <a:xfrm>
          <a:off x="0" y="0"/>
          <a:ext cx="0" cy="0"/>
          <a:chOff x="0" y="0"/>
          <a:chExt cx="0" cy="0"/>
        </a:xfrm>
      </p:grpSpPr>
      <p:pic>
        <p:nvPicPr>
          <p:cNvPr descr="bg_divider.png" id="752" name="Google Shape;752;p20"/>
          <p:cNvPicPr preferRelativeResize="0"/>
          <p:nvPr/>
        </p:nvPicPr>
        <p:blipFill rotWithShape="1">
          <a:blip r:embed="rId3">
            <a:alphaModFix/>
          </a:blip>
          <a:srcRect b="0" l="0" r="0" t="0"/>
          <a:stretch/>
        </p:blipFill>
        <p:spPr>
          <a:xfrm>
            <a:off x="0" y="0"/>
            <a:ext cx="9143998" cy="5143501"/>
          </a:xfrm>
          <a:prstGeom prst="rect">
            <a:avLst/>
          </a:prstGeom>
          <a:noFill/>
          <a:ln>
            <a:noFill/>
          </a:ln>
        </p:spPr>
      </p:pic>
      <p:pic>
        <p:nvPicPr>
          <p:cNvPr descr="logo_blanco.png" id="753" name="Google Shape;753;p20"/>
          <p:cNvPicPr preferRelativeResize="0"/>
          <p:nvPr/>
        </p:nvPicPr>
        <p:blipFill rotWithShape="1">
          <a:blip r:embed="rId4">
            <a:alphaModFix/>
          </a:blip>
          <a:srcRect b="0" l="0" r="0" t="0"/>
          <a:stretch/>
        </p:blipFill>
        <p:spPr>
          <a:xfrm>
            <a:off x="569671" y="389534"/>
            <a:ext cx="1228039" cy="245059"/>
          </a:xfrm>
          <a:prstGeom prst="rect">
            <a:avLst/>
          </a:prstGeom>
          <a:noFill/>
          <a:ln>
            <a:noFill/>
          </a:ln>
        </p:spPr>
      </p:pic>
      <p:sp>
        <p:nvSpPr>
          <p:cNvPr id="754" name="Google Shape;754;p20"/>
          <p:cNvSpPr txBox="1"/>
          <p:nvPr/>
        </p:nvSpPr>
        <p:spPr>
          <a:xfrm>
            <a:off x="571500" y="1773936"/>
            <a:ext cx="2743200" cy="20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200"/>
              <a:buFont typeface="Montserrat SemiBold"/>
              <a:buNone/>
            </a:pPr>
            <a:r>
              <a:rPr b="1" i="0" lang="en-US" sz="1200" u="none" cap="none" strike="noStrike">
                <a:solidFill>
                  <a:srgbClr val="C5D5F7"/>
                </a:solidFill>
                <a:latin typeface="Montserrat SemiBold"/>
                <a:ea typeface="Montserrat SemiBold"/>
                <a:cs typeface="Montserrat SemiBold"/>
                <a:sym typeface="Montserrat SemiBold"/>
              </a:rPr>
              <a:t>SECCIÓN 10</a:t>
            </a:r>
            <a:endParaRPr b="0" i="0" sz="1200" u="none" cap="none" strike="noStrike">
              <a:solidFill>
                <a:schemeClr val="dk1"/>
              </a:solidFill>
              <a:latin typeface="Calibri"/>
              <a:ea typeface="Calibri"/>
              <a:cs typeface="Calibri"/>
              <a:sym typeface="Calibri"/>
            </a:endParaRPr>
          </a:p>
        </p:txBody>
      </p:sp>
      <p:sp>
        <p:nvSpPr>
          <p:cNvPr id="755" name="Google Shape;755;p20"/>
          <p:cNvSpPr txBox="1"/>
          <p:nvPr/>
        </p:nvSpPr>
        <p:spPr>
          <a:xfrm>
            <a:off x="571500" y="2157984"/>
            <a:ext cx="7863900" cy="731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4500"/>
              <a:buFont typeface="Montserrat ExtraBold"/>
              <a:buNone/>
            </a:pPr>
            <a:r>
              <a:rPr b="1" i="0" lang="en-US" sz="4500" u="none" cap="none" strike="noStrike">
                <a:solidFill>
                  <a:srgbClr val="FFFFFF"/>
                </a:solidFill>
                <a:latin typeface="Montserrat ExtraBold"/>
                <a:ea typeface="Montserrat ExtraBold"/>
                <a:cs typeface="Montserrat ExtraBold"/>
                <a:sym typeface="Montserrat ExtraBold"/>
              </a:rPr>
              <a:t>El equipo</a:t>
            </a:r>
            <a:r>
              <a:rPr b="1" i="1" lang="en-US" sz="4500" u="none" cap="none" strike="noStrike">
                <a:solidFill>
                  <a:srgbClr val="7E99FE"/>
                </a:solidFill>
                <a:latin typeface="Montserrat Black"/>
                <a:ea typeface="Montserrat Black"/>
                <a:cs typeface="Montserrat Black"/>
                <a:sym typeface="Montserrat Black"/>
              </a:rPr>
              <a:t> asignado</a:t>
            </a:r>
            <a:endParaRPr b="0" i="0" sz="4500" u="none" cap="none" strike="noStrike">
              <a:solidFill>
                <a:schemeClr val="dk1"/>
              </a:solidFill>
              <a:latin typeface="Calibri"/>
              <a:ea typeface="Calibri"/>
              <a:cs typeface="Calibri"/>
              <a:sym typeface="Calibri"/>
            </a:endParaRPr>
          </a:p>
        </p:txBody>
      </p:sp>
      <p:sp>
        <p:nvSpPr>
          <p:cNvPr id="756" name="Google Shape;756;p20"/>
          <p:cNvSpPr txBox="1"/>
          <p:nvPr/>
        </p:nvSpPr>
        <p:spPr>
          <a:xfrm>
            <a:off x="571500" y="3054096"/>
            <a:ext cx="4937700" cy="4938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C5D5F7"/>
              </a:buClr>
              <a:buSzPts val="1300"/>
              <a:buFont typeface="Montserrat Medium"/>
              <a:buNone/>
            </a:pPr>
            <a:r>
              <a:rPr b="0" i="0" lang="en-US" sz="1300" u="none" cap="none" strike="noStrike">
                <a:solidFill>
                  <a:srgbClr val="C5D5F7"/>
                </a:solidFill>
                <a:latin typeface="Montserrat Medium"/>
                <a:ea typeface="Montserrat Medium"/>
                <a:cs typeface="Montserrat Medium"/>
                <a:sym typeface="Montserrat Medium"/>
              </a:rPr>
              <a:t>[a completar a mano]</a:t>
            </a:r>
            <a:endParaRPr b="0" i="0" sz="1300" u="none" cap="none" strike="noStrike">
              <a:solidFill>
                <a:schemeClr val="dk1"/>
              </a:solidFill>
              <a:latin typeface="Calibri"/>
              <a:ea typeface="Calibri"/>
              <a:cs typeface="Calibri"/>
              <a:sym typeface="Calibri"/>
            </a:endParaRPr>
          </a:p>
        </p:txBody>
      </p:sp>
      <p:sp>
        <p:nvSpPr>
          <p:cNvPr id="757" name="Google Shape;757;p20"/>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762" name="Shape 762"/>
        <p:cNvGrpSpPr/>
        <p:nvPr/>
      </p:nvGrpSpPr>
      <p:grpSpPr>
        <a:xfrm>
          <a:off x="0" y="0"/>
          <a:ext cx="0" cy="0"/>
          <a:chOff x="0" y="0"/>
          <a:chExt cx="0" cy="0"/>
        </a:xfrm>
      </p:grpSpPr>
      <p:pic>
        <p:nvPicPr>
          <p:cNvPr descr="bg_content.png" id="763" name="Google Shape;763;p21"/>
          <p:cNvPicPr preferRelativeResize="0"/>
          <p:nvPr/>
        </p:nvPicPr>
        <p:blipFill rotWithShape="1">
          <a:blip r:embed="rId3">
            <a:alphaModFix/>
          </a:blip>
          <a:srcRect b="0" l="0" r="0" t="0"/>
          <a:stretch/>
        </p:blipFill>
        <p:spPr>
          <a:xfrm>
            <a:off x="0" y="0"/>
            <a:ext cx="9144000" cy="5143500"/>
          </a:xfrm>
          <a:prstGeom prst="rect">
            <a:avLst/>
          </a:prstGeom>
          <a:noFill/>
          <a:ln>
            <a:noFill/>
          </a:ln>
        </p:spPr>
      </p:pic>
      <p:pic>
        <p:nvPicPr>
          <p:cNvPr descr="logo_navy.png" id="764" name="Google Shape;764;p21"/>
          <p:cNvPicPr preferRelativeResize="0"/>
          <p:nvPr/>
        </p:nvPicPr>
        <p:blipFill rotWithShape="1">
          <a:blip r:embed="rId4">
            <a:alphaModFix/>
          </a:blip>
          <a:srcRect b="0" l="0" r="0" t="0"/>
          <a:stretch/>
        </p:blipFill>
        <p:spPr>
          <a:xfrm>
            <a:off x="569671" y="389534"/>
            <a:ext cx="1228039" cy="245059"/>
          </a:xfrm>
          <a:prstGeom prst="rect">
            <a:avLst/>
          </a:prstGeom>
          <a:noFill/>
          <a:ln>
            <a:noFill/>
          </a:ln>
        </p:spPr>
      </p:pic>
      <p:sp>
        <p:nvSpPr>
          <p:cNvPr id="765" name="Google Shape;765;p21"/>
          <p:cNvSpPr txBox="1"/>
          <p:nvPr/>
        </p:nvSpPr>
        <p:spPr>
          <a:xfrm>
            <a:off x="571500" y="890626"/>
            <a:ext cx="80010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EQUIPO NEO</a:t>
            </a:r>
            <a:endParaRPr b="0" i="0" sz="1100" u="none" cap="none" strike="noStrike">
              <a:solidFill>
                <a:schemeClr val="dk1"/>
              </a:solidFill>
              <a:latin typeface="Calibri"/>
              <a:ea typeface="Calibri"/>
              <a:cs typeface="Calibri"/>
              <a:sym typeface="Calibri"/>
            </a:endParaRPr>
          </a:p>
        </p:txBody>
      </p:sp>
      <p:sp>
        <p:nvSpPr>
          <p:cNvPr id="766" name="Google Shape;766;p21"/>
          <p:cNvSpPr txBox="1"/>
          <p:nvPr/>
        </p:nvSpPr>
        <p:spPr>
          <a:xfrm>
            <a:off x="571500" y="1174090"/>
            <a:ext cx="8001000"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El equipo</a:t>
            </a:r>
            <a:r>
              <a:rPr b="1" i="1" lang="en-US" sz="2100" u="none" cap="none" strike="noStrike">
                <a:solidFill>
                  <a:srgbClr val="2B5BFC"/>
                </a:solidFill>
                <a:latin typeface="Montserrat Black"/>
                <a:ea typeface="Montserrat Black"/>
                <a:cs typeface="Montserrat Black"/>
                <a:sym typeface="Montserrat Black"/>
              </a:rPr>
              <a:t> asignado</a:t>
            </a:r>
            <a:endParaRPr b="0" i="0" sz="2100" u="none" cap="none" strike="noStrike">
              <a:solidFill>
                <a:schemeClr val="dk1"/>
              </a:solidFill>
              <a:latin typeface="Calibri"/>
              <a:ea typeface="Calibri"/>
              <a:cs typeface="Calibri"/>
              <a:sym typeface="Calibri"/>
            </a:endParaRPr>
          </a:p>
        </p:txBody>
      </p:sp>
      <p:sp>
        <p:nvSpPr>
          <p:cNvPr id="767" name="Google Shape;767;p21"/>
          <p:cNvSpPr txBox="1"/>
          <p:nvPr/>
        </p:nvSpPr>
        <p:spPr>
          <a:xfrm>
            <a:off x="571500" y="1539850"/>
            <a:ext cx="6560820" cy="27432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575757"/>
              </a:buClr>
              <a:buSzPts val="1100"/>
              <a:buFont typeface="Montserrat"/>
              <a:buNone/>
            </a:pPr>
            <a:r>
              <a:rPr b="0" i="0" lang="en-US" sz="1100" u="none" cap="none" strike="noStrike">
                <a:solidFill>
                  <a:srgbClr val="000033"/>
                </a:solidFill>
                <a:latin typeface="Montserrat"/>
                <a:ea typeface="Montserrat"/>
                <a:cs typeface="Montserrat"/>
                <a:sym typeface="Montserrat"/>
              </a:rPr>
              <a:t>Un equipo dedicado que combina liderazgo de cuenta, arquitectura de IA, adopción y gestión.</a:t>
            </a:r>
            <a:endParaRPr b="0" i="0" sz="1100" u="none" cap="none" strike="noStrike">
              <a:solidFill>
                <a:schemeClr val="dk1"/>
              </a:solidFill>
              <a:latin typeface="Calibri"/>
              <a:ea typeface="Calibri"/>
              <a:cs typeface="Calibri"/>
              <a:sym typeface="Calibri"/>
            </a:endParaRPr>
          </a:p>
        </p:txBody>
      </p:sp>
      <p:sp>
        <p:nvSpPr>
          <p:cNvPr id="768" name="Google Shape;768;p21"/>
          <p:cNvSpPr/>
          <p:nvPr/>
        </p:nvSpPr>
        <p:spPr>
          <a:xfrm>
            <a:off x="571500" y="2103120"/>
            <a:ext cx="1468526" cy="2139696"/>
          </a:xfrm>
          <a:prstGeom prst="roundRect">
            <a:avLst>
              <a:gd fmla="val 4981"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9" name="Google Shape;769;p21"/>
          <p:cNvSpPr/>
          <p:nvPr/>
        </p:nvSpPr>
        <p:spPr>
          <a:xfrm>
            <a:off x="976579" y="2286000"/>
            <a:ext cx="658368" cy="658368"/>
          </a:xfrm>
          <a:prstGeom prst="ellipse">
            <a:avLst/>
          </a:prstGeom>
          <a:solidFill>
            <a:srgbClr val="EEF3FF"/>
          </a:solidFill>
          <a:ln cap="flat" cmpd="sng" w="9525">
            <a:solidFill>
              <a:srgbClr val="D8E0F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0" name="Google Shape;770;p21"/>
          <p:cNvSpPr txBox="1"/>
          <p:nvPr/>
        </p:nvSpPr>
        <p:spPr>
          <a:xfrm>
            <a:off x="699516" y="3054096"/>
            <a:ext cx="1212494" cy="347472"/>
          </a:xfrm>
          <a:prstGeom prst="rect">
            <a:avLst/>
          </a:prstGeom>
          <a:noFill/>
          <a:ln>
            <a:noFill/>
          </a:ln>
        </p:spPr>
        <p:txBody>
          <a:bodyPr anchorCtr="0" anchor="ctr" bIns="0" lIns="0" spcFirstLastPara="1" rIns="0" wrap="square" tIns="0">
            <a:noAutofit/>
          </a:bodyPr>
          <a:lstStyle/>
          <a:p>
            <a:pPr indent="0" lvl="0" marL="0" marR="0" rtl="0" algn="ctr">
              <a:lnSpc>
                <a:spcPct val="11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Nombre y apellido</a:t>
            </a:r>
            <a:endParaRPr b="0" i="0" sz="1100" u="none" cap="none" strike="noStrike">
              <a:solidFill>
                <a:schemeClr val="dk1"/>
              </a:solidFill>
              <a:latin typeface="Calibri"/>
              <a:ea typeface="Calibri"/>
              <a:cs typeface="Calibri"/>
              <a:sym typeface="Calibri"/>
            </a:endParaRPr>
          </a:p>
        </p:txBody>
      </p:sp>
      <p:sp>
        <p:nvSpPr>
          <p:cNvPr id="771" name="Google Shape;771;p21"/>
          <p:cNvSpPr txBox="1"/>
          <p:nvPr/>
        </p:nvSpPr>
        <p:spPr>
          <a:xfrm>
            <a:off x="699516" y="3419856"/>
            <a:ext cx="1212494" cy="1828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B5BFC"/>
              </a:buClr>
              <a:buSzPts val="1000"/>
              <a:buFont typeface="Montserrat SemiBold"/>
              <a:buNone/>
            </a:pPr>
            <a:r>
              <a:rPr b="1" i="0" lang="en-US" sz="1000" u="none" cap="none" strike="noStrike">
                <a:solidFill>
                  <a:srgbClr val="2B5BFC"/>
                </a:solidFill>
                <a:latin typeface="Montserrat SemiBold"/>
                <a:ea typeface="Montserrat SemiBold"/>
                <a:cs typeface="Montserrat SemiBold"/>
                <a:sym typeface="Montserrat SemiBold"/>
              </a:rPr>
              <a:t>Cargo</a:t>
            </a:r>
            <a:endParaRPr b="0" i="0" sz="1000" u="none" cap="none" strike="noStrike">
              <a:solidFill>
                <a:schemeClr val="dk1"/>
              </a:solidFill>
              <a:latin typeface="Calibri"/>
              <a:ea typeface="Calibri"/>
              <a:cs typeface="Calibri"/>
              <a:sym typeface="Calibri"/>
            </a:endParaRPr>
          </a:p>
        </p:txBody>
      </p:sp>
      <p:sp>
        <p:nvSpPr>
          <p:cNvPr id="772" name="Google Shape;772;p21"/>
          <p:cNvSpPr txBox="1"/>
          <p:nvPr/>
        </p:nvSpPr>
        <p:spPr>
          <a:xfrm>
            <a:off x="699516" y="3639312"/>
            <a:ext cx="1212494" cy="512064"/>
          </a:xfrm>
          <a:prstGeom prst="rect">
            <a:avLst/>
          </a:prstGeom>
          <a:noFill/>
          <a:ln>
            <a:noFill/>
          </a:ln>
        </p:spPr>
        <p:txBody>
          <a:bodyPr anchorCtr="0" anchor="ctr" bIns="0" lIns="0" spcFirstLastPara="1" rIns="0" wrap="square" tIns="0">
            <a:noAutofit/>
          </a:bodyPr>
          <a:lstStyle/>
          <a:p>
            <a:pPr indent="0" lvl="0" marL="0" marR="0" rtl="0" algn="ctr">
              <a:lnSpc>
                <a:spcPct val="120000"/>
              </a:lnSpc>
              <a:spcBef>
                <a:spcPts val="0"/>
              </a:spcBef>
              <a:spcAft>
                <a:spcPts val="0"/>
              </a:spcAft>
              <a:buClr>
                <a:srgbClr val="575757"/>
              </a:buClr>
              <a:buSzPts val="900"/>
              <a:buFont typeface="Montserrat"/>
              <a:buNone/>
            </a:pPr>
            <a:r>
              <a:rPr b="0" i="0" lang="en-US" sz="900" u="none" cap="none" strike="noStrike">
                <a:solidFill>
                  <a:srgbClr val="000033"/>
                </a:solidFill>
                <a:latin typeface="Montserrat"/>
                <a:ea typeface="Montserrat"/>
                <a:cs typeface="Montserrat"/>
                <a:sym typeface="Montserrat"/>
              </a:rPr>
              <a:t>+XX años de experiencia en XXXX</a:t>
            </a:r>
            <a:endParaRPr b="0" i="0" sz="900" u="none" cap="none" strike="noStrike">
              <a:solidFill>
                <a:schemeClr val="dk1"/>
              </a:solidFill>
              <a:latin typeface="Calibri"/>
              <a:ea typeface="Calibri"/>
              <a:cs typeface="Calibri"/>
              <a:sym typeface="Calibri"/>
            </a:endParaRPr>
          </a:p>
        </p:txBody>
      </p:sp>
      <p:sp>
        <p:nvSpPr>
          <p:cNvPr id="773" name="Google Shape;773;p21"/>
          <p:cNvSpPr/>
          <p:nvPr/>
        </p:nvSpPr>
        <p:spPr>
          <a:xfrm>
            <a:off x="2204618" y="2103120"/>
            <a:ext cx="1468526" cy="2139696"/>
          </a:xfrm>
          <a:prstGeom prst="roundRect">
            <a:avLst>
              <a:gd fmla="val 4981"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4" name="Google Shape;774;p21"/>
          <p:cNvSpPr/>
          <p:nvPr/>
        </p:nvSpPr>
        <p:spPr>
          <a:xfrm>
            <a:off x="2609698" y="2286000"/>
            <a:ext cx="658368" cy="658368"/>
          </a:xfrm>
          <a:prstGeom prst="ellipse">
            <a:avLst/>
          </a:prstGeom>
          <a:solidFill>
            <a:srgbClr val="EEF3FF"/>
          </a:solidFill>
          <a:ln cap="flat" cmpd="sng" w="9525">
            <a:solidFill>
              <a:srgbClr val="D8E0F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5" name="Google Shape;775;p21"/>
          <p:cNvSpPr txBox="1"/>
          <p:nvPr/>
        </p:nvSpPr>
        <p:spPr>
          <a:xfrm>
            <a:off x="2332634" y="3054096"/>
            <a:ext cx="1212494" cy="347472"/>
          </a:xfrm>
          <a:prstGeom prst="rect">
            <a:avLst/>
          </a:prstGeom>
          <a:noFill/>
          <a:ln>
            <a:noFill/>
          </a:ln>
        </p:spPr>
        <p:txBody>
          <a:bodyPr anchorCtr="0" anchor="ctr" bIns="0" lIns="0" spcFirstLastPara="1" rIns="0" wrap="square" tIns="0">
            <a:noAutofit/>
          </a:bodyPr>
          <a:lstStyle/>
          <a:p>
            <a:pPr indent="0" lvl="0" marL="0" marR="0" rtl="0" algn="ctr">
              <a:lnSpc>
                <a:spcPct val="11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Nombre y apellido</a:t>
            </a:r>
            <a:endParaRPr b="0" i="0" sz="1100" u="none" cap="none" strike="noStrike">
              <a:solidFill>
                <a:schemeClr val="dk1"/>
              </a:solidFill>
              <a:latin typeface="Calibri"/>
              <a:ea typeface="Calibri"/>
              <a:cs typeface="Calibri"/>
              <a:sym typeface="Calibri"/>
            </a:endParaRPr>
          </a:p>
        </p:txBody>
      </p:sp>
      <p:sp>
        <p:nvSpPr>
          <p:cNvPr id="776" name="Google Shape;776;p21"/>
          <p:cNvSpPr txBox="1"/>
          <p:nvPr/>
        </p:nvSpPr>
        <p:spPr>
          <a:xfrm>
            <a:off x="2332634" y="3419856"/>
            <a:ext cx="1212494" cy="1828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B5BFC"/>
              </a:buClr>
              <a:buSzPts val="1000"/>
              <a:buFont typeface="Montserrat SemiBold"/>
              <a:buNone/>
            </a:pPr>
            <a:r>
              <a:rPr b="1" i="0" lang="en-US" sz="1000" u="none" cap="none" strike="noStrike">
                <a:solidFill>
                  <a:srgbClr val="2B5BFC"/>
                </a:solidFill>
                <a:latin typeface="Montserrat SemiBold"/>
                <a:ea typeface="Montserrat SemiBold"/>
                <a:cs typeface="Montserrat SemiBold"/>
                <a:sym typeface="Montserrat SemiBold"/>
              </a:rPr>
              <a:t>Cargo</a:t>
            </a:r>
            <a:endParaRPr b="0" i="0" sz="1000" u="none" cap="none" strike="noStrike">
              <a:solidFill>
                <a:schemeClr val="dk1"/>
              </a:solidFill>
              <a:latin typeface="Calibri"/>
              <a:ea typeface="Calibri"/>
              <a:cs typeface="Calibri"/>
              <a:sym typeface="Calibri"/>
            </a:endParaRPr>
          </a:p>
        </p:txBody>
      </p:sp>
      <p:sp>
        <p:nvSpPr>
          <p:cNvPr id="777" name="Google Shape;777;p21"/>
          <p:cNvSpPr txBox="1"/>
          <p:nvPr/>
        </p:nvSpPr>
        <p:spPr>
          <a:xfrm>
            <a:off x="2332634" y="3639312"/>
            <a:ext cx="1212494" cy="512064"/>
          </a:xfrm>
          <a:prstGeom prst="rect">
            <a:avLst/>
          </a:prstGeom>
          <a:noFill/>
          <a:ln>
            <a:noFill/>
          </a:ln>
        </p:spPr>
        <p:txBody>
          <a:bodyPr anchorCtr="0" anchor="ctr" bIns="0" lIns="0" spcFirstLastPara="1" rIns="0" wrap="square" tIns="0">
            <a:noAutofit/>
          </a:bodyPr>
          <a:lstStyle/>
          <a:p>
            <a:pPr indent="0" lvl="0" marL="0" marR="0" rtl="0" algn="ctr">
              <a:lnSpc>
                <a:spcPct val="120000"/>
              </a:lnSpc>
              <a:spcBef>
                <a:spcPts val="0"/>
              </a:spcBef>
              <a:spcAft>
                <a:spcPts val="0"/>
              </a:spcAft>
              <a:buClr>
                <a:srgbClr val="575757"/>
              </a:buClr>
              <a:buSzPts val="900"/>
              <a:buFont typeface="Montserrat"/>
              <a:buNone/>
            </a:pPr>
            <a:r>
              <a:rPr b="0" i="0" lang="en-US" sz="900" u="none" cap="none" strike="noStrike">
                <a:solidFill>
                  <a:srgbClr val="000033"/>
                </a:solidFill>
                <a:latin typeface="Montserrat"/>
                <a:ea typeface="Montserrat"/>
                <a:cs typeface="Montserrat"/>
                <a:sym typeface="Montserrat"/>
              </a:rPr>
              <a:t>+XX años de experiencia en XXXX</a:t>
            </a:r>
            <a:endParaRPr b="0" i="0" sz="900" u="none" cap="none" strike="noStrike">
              <a:solidFill>
                <a:schemeClr val="dk1"/>
              </a:solidFill>
              <a:latin typeface="Calibri"/>
              <a:ea typeface="Calibri"/>
              <a:cs typeface="Calibri"/>
              <a:sym typeface="Calibri"/>
            </a:endParaRPr>
          </a:p>
        </p:txBody>
      </p:sp>
      <p:sp>
        <p:nvSpPr>
          <p:cNvPr id="778" name="Google Shape;778;p21"/>
          <p:cNvSpPr/>
          <p:nvPr/>
        </p:nvSpPr>
        <p:spPr>
          <a:xfrm>
            <a:off x="3837737" y="2103120"/>
            <a:ext cx="1468526" cy="2139696"/>
          </a:xfrm>
          <a:prstGeom prst="roundRect">
            <a:avLst>
              <a:gd fmla="val 4981"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9" name="Google Shape;779;p21"/>
          <p:cNvSpPr/>
          <p:nvPr/>
        </p:nvSpPr>
        <p:spPr>
          <a:xfrm>
            <a:off x="4242816" y="2286000"/>
            <a:ext cx="658368" cy="658368"/>
          </a:xfrm>
          <a:prstGeom prst="ellipse">
            <a:avLst/>
          </a:prstGeom>
          <a:solidFill>
            <a:srgbClr val="EEF3FF"/>
          </a:solidFill>
          <a:ln cap="flat" cmpd="sng" w="9525">
            <a:solidFill>
              <a:srgbClr val="D8E0F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0" name="Google Shape;780;p21"/>
          <p:cNvSpPr txBox="1"/>
          <p:nvPr/>
        </p:nvSpPr>
        <p:spPr>
          <a:xfrm>
            <a:off x="3965753" y="3054096"/>
            <a:ext cx="1212494" cy="347472"/>
          </a:xfrm>
          <a:prstGeom prst="rect">
            <a:avLst/>
          </a:prstGeom>
          <a:noFill/>
          <a:ln>
            <a:noFill/>
          </a:ln>
        </p:spPr>
        <p:txBody>
          <a:bodyPr anchorCtr="0" anchor="ctr" bIns="0" lIns="0" spcFirstLastPara="1" rIns="0" wrap="square" tIns="0">
            <a:noAutofit/>
          </a:bodyPr>
          <a:lstStyle/>
          <a:p>
            <a:pPr indent="0" lvl="0" marL="0" marR="0" rtl="0" algn="ctr">
              <a:lnSpc>
                <a:spcPct val="11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Nombre y apellido</a:t>
            </a:r>
            <a:endParaRPr b="0" i="0" sz="1100" u="none" cap="none" strike="noStrike">
              <a:solidFill>
                <a:schemeClr val="dk1"/>
              </a:solidFill>
              <a:latin typeface="Calibri"/>
              <a:ea typeface="Calibri"/>
              <a:cs typeface="Calibri"/>
              <a:sym typeface="Calibri"/>
            </a:endParaRPr>
          </a:p>
        </p:txBody>
      </p:sp>
      <p:sp>
        <p:nvSpPr>
          <p:cNvPr id="781" name="Google Shape;781;p21"/>
          <p:cNvSpPr txBox="1"/>
          <p:nvPr/>
        </p:nvSpPr>
        <p:spPr>
          <a:xfrm>
            <a:off x="3965753" y="3419856"/>
            <a:ext cx="1212494" cy="1828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B5BFC"/>
              </a:buClr>
              <a:buSzPts val="1000"/>
              <a:buFont typeface="Montserrat SemiBold"/>
              <a:buNone/>
            </a:pPr>
            <a:r>
              <a:rPr b="1" i="0" lang="en-US" sz="1000" u="none" cap="none" strike="noStrike">
                <a:solidFill>
                  <a:srgbClr val="2B5BFC"/>
                </a:solidFill>
                <a:latin typeface="Montserrat SemiBold"/>
                <a:ea typeface="Montserrat SemiBold"/>
                <a:cs typeface="Montserrat SemiBold"/>
                <a:sym typeface="Montserrat SemiBold"/>
              </a:rPr>
              <a:t>Cargo</a:t>
            </a:r>
            <a:endParaRPr b="0" i="0" sz="1000" u="none" cap="none" strike="noStrike">
              <a:solidFill>
                <a:schemeClr val="dk1"/>
              </a:solidFill>
              <a:latin typeface="Calibri"/>
              <a:ea typeface="Calibri"/>
              <a:cs typeface="Calibri"/>
              <a:sym typeface="Calibri"/>
            </a:endParaRPr>
          </a:p>
        </p:txBody>
      </p:sp>
      <p:sp>
        <p:nvSpPr>
          <p:cNvPr id="782" name="Google Shape;782;p21"/>
          <p:cNvSpPr txBox="1"/>
          <p:nvPr/>
        </p:nvSpPr>
        <p:spPr>
          <a:xfrm>
            <a:off x="3965753" y="3639312"/>
            <a:ext cx="1212494" cy="512064"/>
          </a:xfrm>
          <a:prstGeom prst="rect">
            <a:avLst/>
          </a:prstGeom>
          <a:noFill/>
          <a:ln>
            <a:noFill/>
          </a:ln>
        </p:spPr>
        <p:txBody>
          <a:bodyPr anchorCtr="0" anchor="ctr" bIns="0" lIns="0" spcFirstLastPara="1" rIns="0" wrap="square" tIns="0">
            <a:noAutofit/>
          </a:bodyPr>
          <a:lstStyle/>
          <a:p>
            <a:pPr indent="0" lvl="0" marL="0" marR="0" rtl="0" algn="ctr">
              <a:lnSpc>
                <a:spcPct val="120000"/>
              </a:lnSpc>
              <a:spcBef>
                <a:spcPts val="0"/>
              </a:spcBef>
              <a:spcAft>
                <a:spcPts val="0"/>
              </a:spcAft>
              <a:buClr>
                <a:srgbClr val="575757"/>
              </a:buClr>
              <a:buSzPts val="900"/>
              <a:buFont typeface="Montserrat"/>
              <a:buNone/>
            </a:pPr>
            <a:r>
              <a:rPr b="0" i="0" lang="en-US" sz="900" u="none" cap="none" strike="noStrike">
                <a:solidFill>
                  <a:srgbClr val="000033"/>
                </a:solidFill>
                <a:latin typeface="Montserrat"/>
                <a:ea typeface="Montserrat"/>
                <a:cs typeface="Montserrat"/>
                <a:sym typeface="Montserrat"/>
              </a:rPr>
              <a:t>+XX años de experiencia en XXXX</a:t>
            </a:r>
            <a:endParaRPr b="0" i="0" sz="900" u="none" cap="none" strike="noStrike">
              <a:solidFill>
                <a:schemeClr val="dk1"/>
              </a:solidFill>
              <a:latin typeface="Calibri"/>
              <a:ea typeface="Calibri"/>
              <a:cs typeface="Calibri"/>
              <a:sym typeface="Calibri"/>
            </a:endParaRPr>
          </a:p>
        </p:txBody>
      </p:sp>
      <p:sp>
        <p:nvSpPr>
          <p:cNvPr id="783" name="Google Shape;783;p21"/>
          <p:cNvSpPr/>
          <p:nvPr/>
        </p:nvSpPr>
        <p:spPr>
          <a:xfrm>
            <a:off x="5470855" y="2103120"/>
            <a:ext cx="1468526" cy="2139696"/>
          </a:xfrm>
          <a:prstGeom prst="roundRect">
            <a:avLst>
              <a:gd fmla="val 4981"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4" name="Google Shape;784;p21"/>
          <p:cNvSpPr/>
          <p:nvPr/>
        </p:nvSpPr>
        <p:spPr>
          <a:xfrm>
            <a:off x="5875934" y="2286000"/>
            <a:ext cx="658368" cy="658368"/>
          </a:xfrm>
          <a:prstGeom prst="ellipse">
            <a:avLst/>
          </a:prstGeom>
          <a:solidFill>
            <a:srgbClr val="EEF3FF"/>
          </a:solidFill>
          <a:ln cap="flat" cmpd="sng" w="9525">
            <a:solidFill>
              <a:srgbClr val="D8E0F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5" name="Google Shape;785;p21"/>
          <p:cNvSpPr txBox="1"/>
          <p:nvPr/>
        </p:nvSpPr>
        <p:spPr>
          <a:xfrm>
            <a:off x="5598871" y="3054096"/>
            <a:ext cx="1212494" cy="347472"/>
          </a:xfrm>
          <a:prstGeom prst="rect">
            <a:avLst/>
          </a:prstGeom>
          <a:noFill/>
          <a:ln>
            <a:noFill/>
          </a:ln>
        </p:spPr>
        <p:txBody>
          <a:bodyPr anchorCtr="0" anchor="ctr" bIns="0" lIns="0" spcFirstLastPara="1" rIns="0" wrap="square" tIns="0">
            <a:noAutofit/>
          </a:bodyPr>
          <a:lstStyle/>
          <a:p>
            <a:pPr indent="0" lvl="0" marL="0" marR="0" rtl="0" algn="ctr">
              <a:lnSpc>
                <a:spcPct val="11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Nombre y apellido</a:t>
            </a:r>
            <a:endParaRPr b="0" i="0" sz="1100" u="none" cap="none" strike="noStrike">
              <a:solidFill>
                <a:schemeClr val="dk1"/>
              </a:solidFill>
              <a:latin typeface="Calibri"/>
              <a:ea typeface="Calibri"/>
              <a:cs typeface="Calibri"/>
              <a:sym typeface="Calibri"/>
            </a:endParaRPr>
          </a:p>
        </p:txBody>
      </p:sp>
      <p:sp>
        <p:nvSpPr>
          <p:cNvPr id="786" name="Google Shape;786;p21"/>
          <p:cNvSpPr txBox="1"/>
          <p:nvPr/>
        </p:nvSpPr>
        <p:spPr>
          <a:xfrm>
            <a:off x="5598871" y="3419856"/>
            <a:ext cx="1212494" cy="1828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B5BFC"/>
              </a:buClr>
              <a:buSzPts val="1000"/>
              <a:buFont typeface="Montserrat SemiBold"/>
              <a:buNone/>
            </a:pPr>
            <a:r>
              <a:rPr b="1" i="0" lang="en-US" sz="1000" u="none" cap="none" strike="noStrike">
                <a:solidFill>
                  <a:srgbClr val="2B5BFC"/>
                </a:solidFill>
                <a:latin typeface="Montserrat SemiBold"/>
                <a:ea typeface="Montserrat SemiBold"/>
                <a:cs typeface="Montserrat SemiBold"/>
                <a:sym typeface="Montserrat SemiBold"/>
              </a:rPr>
              <a:t>Cargo</a:t>
            </a:r>
            <a:endParaRPr b="0" i="0" sz="1000" u="none" cap="none" strike="noStrike">
              <a:solidFill>
                <a:schemeClr val="dk1"/>
              </a:solidFill>
              <a:latin typeface="Calibri"/>
              <a:ea typeface="Calibri"/>
              <a:cs typeface="Calibri"/>
              <a:sym typeface="Calibri"/>
            </a:endParaRPr>
          </a:p>
        </p:txBody>
      </p:sp>
      <p:sp>
        <p:nvSpPr>
          <p:cNvPr id="787" name="Google Shape;787;p21"/>
          <p:cNvSpPr txBox="1"/>
          <p:nvPr/>
        </p:nvSpPr>
        <p:spPr>
          <a:xfrm>
            <a:off x="5598871" y="3639312"/>
            <a:ext cx="1212494" cy="512064"/>
          </a:xfrm>
          <a:prstGeom prst="rect">
            <a:avLst/>
          </a:prstGeom>
          <a:noFill/>
          <a:ln>
            <a:noFill/>
          </a:ln>
        </p:spPr>
        <p:txBody>
          <a:bodyPr anchorCtr="0" anchor="ctr" bIns="0" lIns="0" spcFirstLastPara="1" rIns="0" wrap="square" tIns="0">
            <a:noAutofit/>
          </a:bodyPr>
          <a:lstStyle/>
          <a:p>
            <a:pPr indent="0" lvl="0" marL="0" marR="0" rtl="0" algn="ctr">
              <a:lnSpc>
                <a:spcPct val="120000"/>
              </a:lnSpc>
              <a:spcBef>
                <a:spcPts val="0"/>
              </a:spcBef>
              <a:spcAft>
                <a:spcPts val="0"/>
              </a:spcAft>
              <a:buClr>
                <a:srgbClr val="575757"/>
              </a:buClr>
              <a:buSzPts val="900"/>
              <a:buFont typeface="Montserrat"/>
              <a:buNone/>
            </a:pPr>
            <a:r>
              <a:rPr b="0" i="0" lang="en-US" sz="900" u="none" cap="none" strike="noStrike">
                <a:solidFill>
                  <a:srgbClr val="000033"/>
                </a:solidFill>
                <a:latin typeface="Montserrat"/>
                <a:ea typeface="Montserrat"/>
                <a:cs typeface="Montserrat"/>
                <a:sym typeface="Montserrat"/>
              </a:rPr>
              <a:t>+XX años de experiencia en XXXX</a:t>
            </a:r>
            <a:endParaRPr b="0" i="0" sz="900" u="none" cap="none" strike="noStrike">
              <a:solidFill>
                <a:schemeClr val="dk1"/>
              </a:solidFill>
              <a:latin typeface="Calibri"/>
              <a:ea typeface="Calibri"/>
              <a:cs typeface="Calibri"/>
              <a:sym typeface="Calibri"/>
            </a:endParaRPr>
          </a:p>
        </p:txBody>
      </p:sp>
      <p:sp>
        <p:nvSpPr>
          <p:cNvPr id="788" name="Google Shape;788;p21"/>
          <p:cNvSpPr/>
          <p:nvPr/>
        </p:nvSpPr>
        <p:spPr>
          <a:xfrm>
            <a:off x="7103974" y="2103120"/>
            <a:ext cx="1468526" cy="2139696"/>
          </a:xfrm>
          <a:prstGeom prst="roundRect">
            <a:avLst>
              <a:gd fmla="val 4981"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9" name="Google Shape;789;p21"/>
          <p:cNvSpPr/>
          <p:nvPr/>
        </p:nvSpPr>
        <p:spPr>
          <a:xfrm>
            <a:off x="7509053" y="2286000"/>
            <a:ext cx="658368" cy="658368"/>
          </a:xfrm>
          <a:prstGeom prst="ellipse">
            <a:avLst/>
          </a:prstGeom>
          <a:solidFill>
            <a:srgbClr val="EEF3FF"/>
          </a:solidFill>
          <a:ln cap="flat" cmpd="sng" w="9525">
            <a:solidFill>
              <a:srgbClr val="D8E0F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0" name="Google Shape;790;p21"/>
          <p:cNvSpPr txBox="1"/>
          <p:nvPr/>
        </p:nvSpPr>
        <p:spPr>
          <a:xfrm>
            <a:off x="7231990" y="3054096"/>
            <a:ext cx="1212494" cy="347472"/>
          </a:xfrm>
          <a:prstGeom prst="rect">
            <a:avLst/>
          </a:prstGeom>
          <a:noFill/>
          <a:ln>
            <a:noFill/>
          </a:ln>
        </p:spPr>
        <p:txBody>
          <a:bodyPr anchorCtr="0" anchor="ctr" bIns="0" lIns="0" spcFirstLastPara="1" rIns="0" wrap="square" tIns="0">
            <a:noAutofit/>
          </a:bodyPr>
          <a:lstStyle/>
          <a:p>
            <a:pPr indent="0" lvl="0" marL="0" marR="0" rtl="0" algn="ctr">
              <a:lnSpc>
                <a:spcPct val="11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Nombre y apellido</a:t>
            </a:r>
            <a:endParaRPr b="0" i="0" sz="1100" u="none" cap="none" strike="noStrike">
              <a:solidFill>
                <a:schemeClr val="dk1"/>
              </a:solidFill>
              <a:latin typeface="Calibri"/>
              <a:ea typeface="Calibri"/>
              <a:cs typeface="Calibri"/>
              <a:sym typeface="Calibri"/>
            </a:endParaRPr>
          </a:p>
        </p:txBody>
      </p:sp>
      <p:sp>
        <p:nvSpPr>
          <p:cNvPr id="791" name="Google Shape;791;p21"/>
          <p:cNvSpPr txBox="1"/>
          <p:nvPr/>
        </p:nvSpPr>
        <p:spPr>
          <a:xfrm>
            <a:off x="7231990" y="3419856"/>
            <a:ext cx="1212494" cy="1828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B5BFC"/>
              </a:buClr>
              <a:buSzPts val="1000"/>
              <a:buFont typeface="Montserrat SemiBold"/>
              <a:buNone/>
            </a:pPr>
            <a:r>
              <a:rPr b="1" i="0" lang="en-US" sz="1000" u="none" cap="none" strike="noStrike">
                <a:solidFill>
                  <a:srgbClr val="2B5BFC"/>
                </a:solidFill>
                <a:latin typeface="Montserrat SemiBold"/>
                <a:ea typeface="Montserrat SemiBold"/>
                <a:cs typeface="Montserrat SemiBold"/>
                <a:sym typeface="Montserrat SemiBold"/>
              </a:rPr>
              <a:t>Cargo</a:t>
            </a:r>
            <a:endParaRPr b="0" i="0" sz="1000" u="none" cap="none" strike="noStrike">
              <a:solidFill>
                <a:schemeClr val="dk1"/>
              </a:solidFill>
              <a:latin typeface="Calibri"/>
              <a:ea typeface="Calibri"/>
              <a:cs typeface="Calibri"/>
              <a:sym typeface="Calibri"/>
            </a:endParaRPr>
          </a:p>
        </p:txBody>
      </p:sp>
      <p:sp>
        <p:nvSpPr>
          <p:cNvPr id="792" name="Google Shape;792;p21"/>
          <p:cNvSpPr txBox="1"/>
          <p:nvPr/>
        </p:nvSpPr>
        <p:spPr>
          <a:xfrm>
            <a:off x="7231990" y="3639312"/>
            <a:ext cx="1212494" cy="512064"/>
          </a:xfrm>
          <a:prstGeom prst="rect">
            <a:avLst/>
          </a:prstGeom>
          <a:noFill/>
          <a:ln>
            <a:noFill/>
          </a:ln>
        </p:spPr>
        <p:txBody>
          <a:bodyPr anchorCtr="0" anchor="ctr" bIns="0" lIns="0" spcFirstLastPara="1" rIns="0" wrap="square" tIns="0">
            <a:noAutofit/>
          </a:bodyPr>
          <a:lstStyle/>
          <a:p>
            <a:pPr indent="0" lvl="0" marL="0" marR="0" rtl="0" algn="ctr">
              <a:lnSpc>
                <a:spcPct val="120000"/>
              </a:lnSpc>
              <a:spcBef>
                <a:spcPts val="0"/>
              </a:spcBef>
              <a:spcAft>
                <a:spcPts val="0"/>
              </a:spcAft>
              <a:buClr>
                <a:srgbClr val="575757"/>
              </a:buClr>
              <a:buSzPts val="900"/>
              <a:buFont typeface="Montserrat"/>
              <a:buNone/>
            </a:pPr>
            <a:r>
              <a:rPr b="0" i="0" lang="en-US" sz="900" u="none" cap="none" strike="noStrike">
                <a:solidFill>
                  <a:srgbClr val="000033"/>
                </a:solidFill>
                <a:latin typeface="Montserrat"/>
                <a:ea typeface="Montserrat"/>
                <a:cs typeface="Montserrat"/>
                <a:sym typeface="Montserrat"/>
              </a:rPr>
              <a:t>+XX años de experiencia en XXXX</a:t>
            </a:r>
            <a:endParaRPr b="0" i="0" sz="900" u="none" cap="none" strike="noStrike">
              <a:solidFill>
                <a:schemeClr val="dk1"/>
              </a:solidFill>
              <a:latin typeface="Calibri"/>
              <a:ea typeface="Calibri"/>
              <a:cs typeface="Calibri"/>
              <a:sym typeface="Calibri"/>
            </a:endParaRPr>
          </a:p>
        </p:txBody>
      </p:sp>
      <p:sp>
        <p:nvSpPr>
          <p:cNvPr id="793" name="Google Shape;793;p21"/>
          <p:cNvSpPr txBox="1"/>
          <p:nvPr/>
        </p:nvSpPr>
        <p:spPr>
          <a:xfrm>
            <a:off x="571500" y="4590288"/>
            <a:ext cx="18288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797" name="Shape 797"/>
        <p:cNvGrpSpPr/>
        <p:nvPr/>
      </p:nvGrpSpPr>
      <p:grpSpPr>
        <a:xfrm>
          <a:off x="0" y="0"/>
          <a:ext cx="0" cy="0"/>
          <a:chOff x="0" y="0"/>
          <a:chExt cx="0" cy="0"/>
        </a:xfrm>
      </p:grpSpPr>
      <p:pic>
        <p:nvPicPr>
          <p:cNvPr descr="preencoded.png" id="798" name="Google Shape;798;p22"/>
          <p:cNvPicPr preferRelativeResize="0"/>
          <p:nvPr/>
        </p:nvPicPr>
        <p:blipFill rotWithShape="1">
          <a:blip r:embed="rId3">
            <a:alphaModFix/>
          </a:blip>
          <a:srcRect b="0" l="0" r="0" t="0"/>
          <a:stretch/>
        </p:blipFill>
        <p:spPr>
          <a:xfrm>
            <a:off x="0" y="0"/>
            <a:ext cx="9144000" cy="5143500"/>
          </a:xfrm>
          <a:prstGeom prst="rect">
            <a:avLst/>
          </a:prstGeom>
          <a:noFill/>
          <a:ln>
            <a:noFill/>
          </a:ln>
        </p:spPr>
      </p:pic>
      <p:pic>
        <p:nvPicPr>
          <p:cNvPr descr="preencoded.png" id="799" name="Google Shape;799;p22"/>
          <p:cNvPicPr preferRelativeResize="0"/>
          <p:nvPr/>
        </p:nvPicPr>
        <p:blipFill rotWithShape="1">
          <a:blip r:embed="rId4">
            <a:alphaModFix/>
          </a:blip>
          <a:srcRect b="0" l="0" r="0" t="0"/>
          <a:stretch/>
        </p:blipFill>
        <p:spPr>
          <a:xfrm>
            <a:off x="571500" y="399120"/>
            <a:ext cx="8001000" cy="244749"/>
          </a:xfrm>
          <a:prstGeom prst="rect">
            <a:avLst/>
          </a:prstGeom>
          <a:noFill/>
          <a:ln>
            <a:noFill/>
          </a:ln>
        </p:spPr>
      </p:pic>
      <p:pic>
        <p:nvPicPr>
          <p:cNvPr descr="preencoded.png" id="800" name="Google Shape;800;p22"/>
          <p:cNvPicPr preferRelativeResize="0"/>
          <p:nvPr/>
        </p:nvPicPr>
        <p:blipFill rotWithShape="1">
          <a:blip r:embed="rId5">
            <a:alphaModFix/>
          </a:blip>
          <a:srcRect b="0" l="0" r="0" t="0"/>
          <a:stretch/>
        </p:blipFill>
        <p:spPr>
          <a:xfrm>
            <a:off x="571500" y="1204913"/>
            <a:ext cx="8001000" cy="3209925"/>
          </a:xfrm>
          <a:prstGeom prst="rect">
            <a:avLst/>
          </a:prstGeom>
          <a:noFill/>
          <a:ln>
            <a:noFill/>
          </a:ln>
        </p:spPr>
      </p:pic>
      <p:sp>
        <p:nvSpPr>
          <p:cNvPr id="801" name="Google Shape;801;p22"/>
          <p:cNvSpPr/>
          <p:nvPr/>
        </p:nvSpPr>
        <p:spPr>
          <a:xfrm>
            <a:off x="1676140" y="506084"/>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000033"/>
              </a:buClr>
              <a:buSzPts val="300"/>
              <a:buFont typeface="Montserrat SemiBold"/>
              <a:buNone/>
            </a:pPr>
            <a:r>
              <a:rPr b="1" i="0" lang="en-US" sz="300" u="none" cap="none" strike="noStrike">
                <a:solidFill>
                  <a:srgbClr val="000033"/>
                </a:solidFill>
                <a:latin typeface="Montserrat SemiBold"/>
                <a:ea typeface="Montserrat SemiBold"/>
                <a:cs typeface="Montserrat SemiBold"/>
                <a:sym typeface="Montserrat SemiBold"/>
              </a:rPr>
              <a:t>AÑOS </a:t>
            </a:r>
            <a:endParaRPr b="0" i="0" sz="300" u="none" cap="none" strike="noStrike">
              <a:solidFill>
                <a:srgbClr val="000033"/>
              </a:solidFill>
              <a:latin typeface="Calibri"/>
              <a:ea typeface="Calibri"/>
              <a:cs typeface="Calibri"/>
              <a:sym typeface="Calibri"/>
            </a:endParaRPr>
          </a:p>
        </p:txBody>
      </p:sp>
      <p:sp>
        <p:nvSpPr>
          <p:cNvPr id="802" name="Google Shape;802;p22"/>
          <p:cNvSpPr/>
          <p:nvPr/>
        </p:nvSpPr>
        <p:spPr>
          <a:xfrm>
            <a:off x="571500" y="4591050"/>
            <a:ext cx="1362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neoconsulting.ai </a:t>
            </a:r>
            <a:endParaRPr b="0" i="0" sz="1200" u="none" cap="none" strike="noStrike">
              <a:solidFill>
                <a:srgbClr val="000033"/>
              </a:solidFill>
              <a:latin typeface="Calibri"/>
              <a:ea typeface="Calibri"/>
              <a:cs typeface="Calibri"/>
              <a:sym typeface="Calibri"/>
            </a:endParaRPr>
          </a:p>
        </p:txBody>
      </p:sp>
      <p:sp>
        <p:nvSpPr>
          <p:cNvPr id="803" name="Google Shape;803;p22"/>
          <p:cNvSpPr/>
          <p:nvPr/>
        </p:nvSpPr>
        <p:spPr>
          <a:xfrm>
            <a:off x="571500" y="814388"/>
            <a:ext cx="4876800" cy="276300"/>
          </a:xfrm>
          <a:prstGeom prst="rect">
            <a:avLst/>
          </a:prstGeom>
          <a:noFill/>
          <a:ln>
            <a:noFill/>
          </a:ln>
        </p:spPr>
        <p:txBody>
          <a:bodyPr anchorCtr="0" anchor="t" bIns="0" lIns="0" spcFirstLastPara="1" rIns="0" wrap="square" tIns="0">
            <a:noAutofit/>
          </a:bodyPr>
          <a:lstStyle/>
          <a:p>
            <a:pPr indent="0" lvl="0" marL="0" marR="0" rtl="0" algn="l">
              <a:lnSpc>
                <a:spcPct val="84666"/>
              </a:lnSpc>
              <a:spcBef>
                <a:spcPts val="0"/>
              </a:spcBef>
              <a:spcAft>
                <a:spcPts val="0"/>
              </a:spcAft>
              <a:buClr>
                <a:srgbClr val="000033"/>
              </a:buClr>
              <a:buSzPts val="1800"/>
              <a:buFont typeface="Montserrat Black"/>
              <a:buNone/>
            </a:pPr>
            <a:r>
              <a:rPr b="1" i="0" lang="en-US" sz="1800" u="none" cap="none" strike="noStrike">
                <a:solidFill>
                  <a:srgbClr val="000033"/>
                </a:solidFill>
                <a:latin typeface="Montserrat Black"/>
                <a:ea typeface="Montserrat Black"/>
                <a:cs typeface="Montserrat Black"/>
                <a:sym typeface="Montserrat Black"/>
              </a:rPr>
              <a:t>Nuestro Equipo de </a:t>
            </a:r>
            <a:r>
              <a:rPr b="1" i="1" lang="en-US" sz="1800" u="none" cap="none" strike="noStrike">
                <a:solidFill>
                  <a:srgbClr val="2B5BFC"/>
                </a:solidFill>
                <a:latin typeface="Montserrat Black"/>
                <a:ea typeface="Montserrat Black"/>
                <a:cs typeface="Montserrat Black"/>
                <a:sym typeface="Montserrat Black"/>
              </a:rPr>
              <a:t>capacitaciones</a:t>
            </a:r>
            <a:r>
              <a:rPr b="1" i="0" lang="en-US" sz="1800" u="none" cap="none" strike="noStrike">
                <a:solidFill>
                  <a:srgbClr val="000033"/>
                </a:solidFill>
                <a:latin typeface="Montserrat Black"/>
                <a:ea typeface="Montserrat Black"/>
                <a:cs typeface="Montserrat Black"/>
                <a:sym typeface="Montserrat Black"/>
              </a:rPr>
              <a:t> </a:t>
            </a:r>
            <a:endParaRPr b="0" i="0" sz="1800" u="none" cap="none" strike="noStrike">
              <a:solidFill>
                <a:srgbClr val="000033"/>
              </a:solidFill>
              <a:latin typeface="Calibri"/>
              <a:ea typeface="Calibri"/>
              <a:cs typeface="Calibri"/>
              <a:sym typeface="Calibri"/>
            </a:endParaRPr>
          </a:p>
        </p:txBody>
      </p:sp>
      <p:sp>
        <p:nvSpPr>
          <p:cNvPr id="804" name="Google Shape;804;p22"/>
          <p:cNvSpPr/>
          <p:nvPr/>
        </p:nvSpPr>
        <p:spPr>
          <a:xfrm>
            <a:off x="723900" y="1357313"/>
            <a:ext cx="2600400" cy="223800"/>
          </a:xfrm>
          <a:prstGeom prst="rect">
            <a:avLst/>
          </a:prstGeom>
          <a:noFill/>
          <a:ln>
            <a:noFill/>
          </a:ln>
        </p:spPr>
        <p:txBody>
          <a:bodyPr anchorCtr="0" anchor="t" bIns="0" lIns="0" spcFirstLastPara="1" rIns="0" wrap="square" tIns="0">
            <a:noAutofit/>
          </a:bodyPr>
          <a:lstStyle/>
          <a:p>
            <a:pPr indent="0" lvl="0" marL="0" marR="0" rtl="0" algn="l">
              <a:lnSpc>
                <a:spcPct val="91703"/>
              </a:lnSpc>
              <a:spcBef>
                <a:spcPts val="0"/>
              </a:spcBef>
              <a:spcAft>
                <a:spcPts val="0"/>
              </a:spcAft>
              <a:buClr>
                <a:srgbClr val="000033"/>
              </a:buClr>
              <a:buSzPts val="1400"/>
              <a:buFont typeface="Montserrat"/>
              <a:buNone/>
            </a:pPr>
            <a:r>
              <a:rPr b="1" i="0" lang="en-US" sz="1400" u="none" cap="none" strike="noStrike">
                <a:solidFill>
                  <a:srgbClr val="000033"/>
                </a:solidFill>
                <a:latin typeface="Montserrat"/>
                <a:ea typeface="Montserrat"/>
                <a:cs typeface="Montserrat"/>
                <a:sym typeface="Montserrat"/>
              </a:rPr>
              <a:t>Acompañamiento Tentativo </a:t>
            </a:r>
            <a:endParaRPr b="0" i="0" sz="1400" u="none" cap="none" strike="noStrike">
              <a:solidFill>
                <a:srgbClr val="000033"/>
              </a:solidFill>
              <a:latin typeface="Calibri"/>
              <a:ea typeface="Calibri"/>
              <a:cs typeface="Calibri"/>
              <a:sym typeface="Calibri"/>
            </a:endParaRPr>
          </a:p>
        </p:txBody>
      </p:sp>
      <p:sp>
        <p:nvSpPr>
          <p:cNvPr id="805" name="Google Shape;805;p22"/>
          <p:cNvSpPr/>
          <p:nvPr/>
        </p:nvSpPr>
        <p:spPr>
          <a:xfrm>
            <a:off x="1504950" y="1724025"/>
            <a:ext cx="1305000" cy="1857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1100"/>
              <a:buFont typeface="Montserrat"/>
              <a:buNone/>
            </a:pPr>
            <a:r>
              <a:rPr b="1" i="0" lang="en-US" sz="1100" u="none" cap="none" strike="noStrike">
                <a:solidFill>
                  <a:srgbClr val="000033"/>
                </a:solidFill>
                <a:latin typeface="Montserrat"/>
                <a:ea typeface="Montserrat"/>
                <a:cs typeface="Montserrat"/>
                <a:sym typeface="Montserrat"/>
              </a:rPr>
              <a:t>Franco Pastorelli </a:t>
            </a:r>
            <a:endParaRPr b="0" i="0" sz="1100" u="none" cap="none" strike="noStrike">
              <a:solidFill>
                <a:srgbClr val="000033"/>
              </a:solidFill>
              <a:latin typeface="Calibri"/>
              <a:ea typeface="Calibri"/>
              <a:cs typeface="Calibri"/>
              <a:sym typeface="Calibri"/>
            </a:endParaRPr>
          </a:p>
        </p:txBody>
      </p:sp>
      <p:sp>
        <p:nvSpPr>
          <p:cNvPr id="806" name="Google Shape;806;p22"/>
          <p:cNvSpPr/>
          <p:nvPr/>
        </p:nvSpPr>
        <p:spPr>
          <a:xfrm>
            <a:off x="1504950" y="1947863"/>
            <a:ext cx="743100" cy="200100"/>
          </a:xfrm>
          <a:prstGeom prst="rect">
            <a:avLst/>
          </a:prstGeom>
          <a:noFill/>
          <a:ln>
            <a:noFill/>
          </a:ln>
        </p:spPr>
        <p:txBody>
          <a:bodyPr anchorCtr="0" anchor="t" bIns="0" lIns="0" spcFirstLastPara="1" rIns="0" wrap="square" tIns="0">
            <a:noAutofit/>
          </a:bodyPr>
          <a:lstStyle/>
          <a:p>
            <a:pPr indent="0" lvl="0" marL="0" marR="0" rtl="0" algn="l">
              <a:lnSpc>
                <a:spcPct val="98755"/>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Consultor </a:t>
            </a:r>
            <a:endParaRPr b="0" i="0" sz="1100" u="none" cap="none" strike="noStrike">
              <a:solidFill>
                <a:srgbClr val="000033"/>
              </a:solidFill>
              <a:latin typeface="Calibri"/>
              <a:ea typeface="Calibri"/>
              <a:cs typeface="Calibri"/>
              <a:sym typeface="Calibri"/>
            </a:endParaRPr>
          </a:p>
        </p:txBody>
      </p:sp>
      <p:sp>
        <p:nvSpPr>
          <p:cNvPr id="807" name="Google Shape;807;p22"/>
          <p:cNvSpPr/>
          <p:nvPr/>
        </p:nvSpPr>
        <p:spPr>
          <a:xfrm>
            <a:off x="1504950" y="2185988"/>
            <a:ext cx="3319500" cy="400200"/>
          </a:xfrm>
          <a:prstGeom prst="rect">
            <a:avLst/>
          </a:prstGeom>
          <a:noFill/>
          <a:ln>
            <a:noFill/>
          </a:ln>
        </p:spPr>
        <p:txBody>
          <a:bodyPr anchorCtr="0" anchor="t" bIns="0" lIns="0" spcFirstLastPara="1" rIns="0" wrap="square" tIns="0">
            <a:noAutofit/>
          </a:bodyPr>
          <a:lstStyle/>
          <a:p>
            <a:pPr indent="0" lvl="0" marL="0" marR="0" rtl="0" algn="l">
              <a:lnSpc>
                <a:spcPct val="98755"/>
              </a:lnSpc>
              <a:spcBef>
                <a:spcPts val="0"/>
              </a:spcBef>
              <a:spcAft>
                <a:spcPts val="0"/>
              </a:spcAft>
              <a:buClr>
                <a:srgbClr val="000000"/>
              </a:buClr>
              <a:buSzPts val="1100"/>
              <a:buFont typeface="Montserrat Medium"/>
              <a:buNone/>
            </a:pPr>
            <a:r>
              <a:rPr b="0" i="0" lang="en-US" sz="1100" u="none" cap="none" strike="noStrike">
                <a:solidFill>
                  <a:srgbClr val="000033"/>
                </a:solidFill>
                <a:latin typeface="Montserrat Medium"/>
                <a:ea typeface="Montserrat Medium"/>
                <a:cs typeface="Montserrat Medium"/>
                <a:sym typeface="Montserrat Medium"/>
              </a:rPr>
              <a:t>+5 años de experiencia en procesos de Transformación Digital. </a:t>
            </a:r>
            <a:endParaRPr b="0" i="0" sz="1100" u="none" cap="none" strike="noStrike">
              <a:solidFill>
                <a:srgbClr val="000033"/>
              </a:solidFill>
              <a:latin typeface="Calibri"/>
              <a:ea typeface="Calibri"/>
              <a:cs typeface="Calibri"/>
              <a:sym typeface="Calibri"/>
            </a:endParaRPr>
          </a:p>
        </p:txBody>
      </p:sp>
      <p:sp>
        <p:nvSpPr>
          <p:cNvPr id="808" name="Google Shape;808;p22"/>
          <p:cNvSpPr/>
          <p:nvPr/>
        </p:nvSpPr>
        <p:spPr>
          <a:xfrm>
            <a:off x="819150" y="3376625"/>
            <a:ext cx="1503600" cy="171600"/>
          </a:xfrm>
          <a:prstGeom prst="rect">
            <a:avLst/>
          </a:prstGeom>
          <a:noFill/>
          <a:ln>
            <a:noFill/>
          </a:ln>
        </p:spPr>
        <p:txBody>
          <a:bodyPr anchorCtr="0" anchor="t" bIns="0" lIns="0" spcFirstLastPara="1" rIns="0" wrap="square" tIns="0">
            <a:noAutofit/>
          </a:bodyPr>
          <a:lstStyle/>
          <a:p>
            <a:pPr indent="0" lvl="0" marL="0" marR="0" rtl="0" algn="l">
              <a:lnSpc>
                <a:spcPct val="91714"/>
              </a:lnSpc>
              <a:spcBef>
                <a:spcPts val="0"/>
              </a:spcBef>
              <a:spcAft>
                <a:spcPts val="0"/>
              </a:spcAft>
              <a:buClr>
                <a:srgbClr val="000033"/>
              </a:buClr>
              <a:buSzPts val="1100"/>
              <a:buFont typeface="Montserrat"/>
              <a:buNone/>
            </a:pPr>
            <a:r>
              <a:rPr b="1" i="0" lang="en-US" sz="1100" u="none" cap="none" strike="noStrike">
                <a:solidFill>
                  <a:srgbClr val="000033"/>
                </a:solidFill>
                <a:latin typeface="Montserrat"/>
                <a:ea typeface="Montserrat"/>
                <a:cs typeface="Montserrat"/>
                <a:sym typeface="Montserrat"/>
              </a:rPr>
              <a:t>Carlos Bachmann </a:t>
            </a:r>
            <a:endParaRPr b="0" i="0" sz="1100" u="none" cap="none" strike="noStrike">
              <a:solidFill>
                <a:srgbClr val="000033"/>
              </a:solidFill>
              <a:latin typeface="Calibri"/>
              <a:ea typeface="Calibri"/>
              <a:cs typeface="Calibri"/>
              <a:sym typeface="Calibri"/>
            </a:endParaRPr>
          </a:p>
        </p:txBody>
      </p:sp>
      <p:sp>
        <p:nvSpPr>
          <p:cNvPr id="809" name="Google Shape;809;p22"/>
          <p:cNvSpPr/>
          <p:nvPr/>
        </p:nvSpPr>
        <p:spPr>
          <a:xfrm>
            <a:off x="819150" y="3624263"/>
            <a:ext cx="1819200" cy="342900"/>
          </a:xfrm>
          <a:prstGeom prst="rect">
            <a:avLst/>
          </a:prstGeom>
          <a:noFill/>
          <a:ln>
            <a:noFill/>
          </a:ln>
        </p:spPr>
        <p:txBody>
          <a:bodyPr anchorCtr="0" anchor="t" bIns="0" lIns="0" spcFirstLastPara="1" rIns="0" wrap="square" tIns="0">
            <a:noAutofit/>
          </a:bodyPr>
          <a:lstStyle/>
          <a:p>
            <a:pPr indent="0" lvl="0" marL="0" marR="0" rtl="0" algn="l">
              <a:lnSpc>
                <a:spcPct val="98769"/>
              </a:lnSpc>
              <a:spcBef>
                <a:spcPts val="0"/>
              </a:spcBef>
              <a:spcAft>
                <a:spcPts val="0"/>
              </a:spcAft>
              <a:buClr>
                <a:srgbClr val="2D5BFF"/>
              </a:buClr>
              <a:buSzPts val="1000"/>
              <a:buFont typeface="Montserrat"/>
              <a:buNone/>
            </a:pPr>
            <a:r>
              <a:rPr b="1" i="0" lang="en-US" sz="1000" u="none" cap="none" strike="noStrike">
                <a:solidFill>
                  <a:srgbClr val="2B5BFC"/>
                </a:solidFill>
                <a:latin typeface="Montserrat"/>
                <a:ea typeface="Montserrat"/>
                <a:cs typeface="Montserrat"/>
                <a:sym typeface="Montserrat"/>
              </a:rPr>
              <a:t>Sub Gerente</a:t>
            </a:r>
            <a:endParaRPr b="0" i="0" sz="1000" u="none" cap="none" strike="noStrike">
              <a:solidFill>
                <a:srgbClr val="000033"/>
              </a:solidFill>
              <a:latin typeface="Calibri"/>
              <a:ea typeface="Calibri"/>
              <a:cs typeface="Calibri"/>
              <a:sym typeface="Calibri"/>
            </a:endParaRPr>
          </a:p>
          <a:p>
            <a:pPr indent="0" lvl="0" marL="0" marR="0" rtl="0" algn="l">
              <a:lnSpc>
                <a:spcPct val="98769"/>
              </a:lnSpc>
              <a:spcBef>
                <a:spcPts val="0"/>
              </a:spcBef>
              <a:spcAft>
                <a:spcPts val="0"/>
              </a:spcAft>
              <a:buClr>
                <a:srgbClr val="000000"/>
              </a:buClr>
              <a:buSzPts val="1000"/>
              <a:buFont typeface="Montserrat Medium"/>
              <a:buNone/>
            </a:pPr>
            <a:r>
              <a:rPr b="0" i="0" lang="en-US" sz="1000" u="none" cap="none" strike="noStrike">
                <a:solidFill>
                  <a:srgbClr val="000033"/>
                </a:solidFill>
                <a:latin typeface="Montserrat Medium"/>
                <a:ea typeface="Montserrat Medium"/>
                <a:cs typeface="Montserrat Medium"/>
                <a:sym typeface="Montserrat Medium"/>
              </a:rPr>
              <a:t>+10 años en analítica.</a:t>
            </a:r>
            <a:r>
              <a:rPr b="1" i="0" lang="en-US" sz="1000" u="none" cap="none" strike="noStrike">
                <a:solidFill>
                  <a:srgbClr val="2B5BFC"/>
                </a:solidFill>
                <a:latin typeface="Montserrat"/>
                <a:ea typeface="Montserrat"/>
                <a:cs typeface="Montserrat"/>
                <a:sym typeface="Montserrat"/>
              </a:rPr>
              <a:t> </a:t>
            </a:r>
            <a:endParaRPr b="0" i="0" sz="1000" u="none" cap="none" strike="noStrike">
              <a:solidFill>
                <a:srgbClr val="000033"/>
              </a:solidFill>
              <a:latin typeface="Calibri"/>
              <a:ea typeface="Calibri"/>
              <a:cs typeface="Calibri"/>
              <a:sym typeface="Calibri"/>
            </a:endParaRPr>
          </a:p>
        </p:txBody>
      </p:sp>
      <p:sp>
        <p:nvSpPr>
          <p:cNvPr id="810" name="Google Shape;810;p22"/>
          <p:cNvSpPr/>
          <p:nvPr/>
        </p:nvSpPr>
        <p:spPr>
          <a:xfrm>
            <a:off x="2914650" y="3376625"/>
            <a:ext cx="1362000" cy="171600"/>
          </a:xfrm>
          <a:prstGeom prst="rect">
            <a:avLst/>
          </a:prstGeom>
          <a:noFill/>
          <a:ln>
            <a:noFill/>
          </a:ln>
        </p:spPr>
        <p:txBody>
          <a:bodyPr anchorCtr="0" anchor="t" bIns="0" lIns="0" spcFirstLastPara="1" rIns="0" wrap="square" tIns="0">
            <a:noAutofit/>
          </a:bodyPr>
          <a:lstStyle/>
          <a:p>
            <a:pPr indent="0" lvl="0" marL="0" marR="0" rtl="0" algn="l">
              <a:lnSpc>
                <a:spcPct val="91714"/>
              </a:lnSpc>
              <a:spcBef>
                <a:spcPts val="0"/>
              </a:spcBef>
              <a:spcAft>
                <a:spcPts val="0"/>
              </a:spcAft>
              <a:buClr>
                <a:srgbClr val="000033"/>
              </a:buClr>
              <a:buSzPts val="1100"/>
              <a:buFont typeface="Montserrat"/>
              <a:buNone/>
            </a:pPr>
            <a:r>
              <a:rPr b="1" i="0" lang="en-US" sz="1100" u="none" cap="none" strike="noStrike">
                <a:solidFill>
                  <a:srgbClr val="000033"/>
                </a:solidFill>
                <a:latin typeface="Montserrat"/>
                <a:ea typeface="Montserrat"/>
                <a:cs typeface="Montserrat"/>
                <a:sym typeface="Montserrat"/>
              </a:rPr>
              <a:t>Daniel Vicente </a:t>
            </a:r>
            <a:endParaRPr b="0" i="0" sz="1100" u="none" cap="none" strike="noStrike">
              <a:solidFill>
                <a:srgbClr val="000033"/>
              </a:solidFill>
              <a:latin typeface="Calibri"/>
              <a:ea typeface="Calibri"/>
              <a:cs typeface="Calibri"/>
              <a:sym typeface="Calibri"/>
            </a:endParaRPr>
          </a:p>
        </p:txBody>
      </p:sp>
      <p:sp>
        <p:nvSpPr>
          <p:cNvPr id="811" name="Google Shape;811;p22"/>
          <p:cNvSpPr/>
          <p:nvPr/>
        </p:nvSpPr>
        <p:spPr>
          <a:xfrm>
            <a:off x="2914650" y="3624263"/>
            <a:ext cx="1819200" cy="342900"/>
          </a:xfrm>
          <a:prstGeom prst="rect">
            <a:avLst/>
          </a:prstGeom>
          <a:noFill/>
          <a:ln>
            <a:noFill/>
          </a:ln>
        </p:spPr>
        <p:txBody>
          <a:bodyPr anchorCtr="0" anchor="t" bIns="0" lIns="0" spcFirstLastPara="1" rIns="0" wrap="square" tIns="0">
            <a:noAutofit/>
          </a:bodyPr>
          <a:lstStyle/>
          <a:p>
            <a:pPr indent="0" lvl="0" marL="0" marR="0" rtl="0" algn="l">
              <a:lnSpc>
                <a:spcPct val="98769"/>
              </a:lnSpc>
              <a:spcBef>
                <a:spcPts val="0"/>
              </a:spcBef>
              <a:spcAft>
                <a:spcPts val="0"/>
              </a:spcAft>
              <a:buClr>
                <a:srgbClr val="2D5BFF"/>
              </a:buClr>
              <a:buSzPts val="1000"/>
              <a:buFont typeface="Montserrat"/>
              <a:buNone/>
            </a:pPr>
            <a:r>
              <a:rPr b="1" i="0" lang="en-US" sz="1000" u="none" cap="none" strike="noStrike">
                <a:solidFill>
                  <a:srgbClr val="2B5BFC"/>
                </a:solidFill>
                <a:latin typeface="Montserrat"/>
                <a:ea typeface="Montserrat"/>
                <a:cs typeface="Montserrat"/>
                <a:sym typeface="Montserrat"/>
              </a:rPr>
              <a:t>Consultor Sr. </a:t>
            </a:r>
            <a:endParaRPr b="0" i="0" sz="1000" u="none" cap="none" strike="noStrike">
              <a:solidFill>
                <a:srgbClr val="000033"/>
              </a:solidFill>
              <a:latin typeface="Calibri"/>
              <a:ea typeface="Calibri"/>
              <a:cs typeface="Calibri"/>
              <a:sym typeface="Calibri"/>
            </a:endParaRPr>
          </a:p>
          <a:p>
            <a:pPr indent="0" lvl="0" marL="0" marR="0" rtl="0" algn="l">
              <a:lnSpc>
                <a:spcPct val="98769"/>
              </a:lnSpc>
              <a:spcBef>
                <a:spcPts val="0"/>
              </a:spcBef>
              <a:spcAft>
                <a:spcPts val="0"/>
              </a:spcAft>
              <a:buClr>
                <a:srgbClr val="000000"/>
              </a:buClr>
              <a:buSzPts val="1000"/>
              <a:buFont typeface="Montserrat Medium"/>
              <a:buNone/>
            </a:pPr>
            <a:r>
              <a:rPr b="0" i="0" lang="en-US" sz="1000" u="none" cap="none" strike="noStrike">
                <a:solidFill>
                  <a:srgbClr val="000033"/>
                </a:solidFill>
                <a:latin typeface="Montserrat Medium"/>
                <a:ea typeface="Montserrat Medium"/>
                <a:cs typeface="Montserrat Medium"/>
                <a:sym typeface="Montserrat Medium"/>
              </a:rPr>
              <a:t>+8 años en digital, ML &amp; AI.</a:t>
            </a:r>
            <a:r>
              <a:rPr b="1" i="0" lang="en-US" sz="1000" u="none" cap="none" strike="noStrike">
                <a:solidFill>
                  <a:srgbClr val="2B5BFC"/>
                </a:solidFill>
                <a:latin typeface="Montserrat"/>
                <a:ea typeface="Montserrat"/>
                <a:cs typeface="Montserrat"/>
                <a:sym typeface="Montserrat"/>
              </a:rPr>
              <a:t> </a:t>
            </a:r>
            <a:endParaRPr b="0" i="0" sz="1000" u="none" cap="none" strike="noStrike">
              <a:solidFill>
                <a:srgbClr val="000033"/>
              </a:solidFill>
              <a:latin typeface="Calibri"/>
              <a:ea typeface="Calibri"/>
              <a:cs typeface="Calibri"/>
              <a:sym typeface="Calibri"/>
            </a:endParaRPr>
          </a:p>
        </p:txBody>
      </p:sp>
      <p:sp>
        <p:nvSpPr>
          <p:cNvPr id="812" name="Google Shape;812;p22"/>
          <p:cNvSpPr/>
          <p:nvPr/>
        </p:nvSpPr>
        <p:spPr>
          <a:xfrm>
            <a:off x="5295900" y="1357313"/>
            <a:ext cx="2819400" cy="223800"/>
          </a:xfrm>
          <a:prstGeom prst="rect">
            <a:avLst/>
          </a:prstGeom>
          <a:noFill/>
          <a:ln>
            <a:noFill/>
          </a:ln>
        </p:spPr>
        <p:txBody>
          <a:bodyPr anchorCtr="0" anchor="t" bIns="0" lIns="0" spcFirstLastPara="1" rIns="0" wrap="square" tIns="0">
            <a:noAutofit/>
          </a:bodyPr>
          <a:lstStyle/>
          <a:p>
            <a:pPr indent="0" lvl="0" marL="0" marR="0" rtl="0" algn="l">
              <a:lnSpc>
                <a:spcPct val="91703"/>
              </a:lnSpc>
              <a:spcBef>
                <a:spcPts val="0"/>
              </a:spcBef>
              <a:spcAft>
                <a:spcPts val="0"/>
              </a:spcAft>
              <a:buClr>
                <a:srgbClr val="000033"/>
              </a:buClr>
              <a:buSzPts val="1400"/>
              <a:buFont typeface="Montserrat"/>
              <a:buNone/>
            </a:pPr>
            <a:r>
              <a:rPr b="1" i="0" lang="en-US" sz="1400" u="none" cap="none" strike="noStrike">
                <a:solidFill>
                  <a:srgbClr val="000033"/>
                </a:solidFill>
                <a:latin typeface="Montserrat"/>
                <a:ea typeface="Montserrat"/>
                <a:cs typeface="Montserrat"/>
                <a:sym typeface="Montserrat"/>
              </a:rPr>
              <a:t>Acompañamiento Corporativo </a:t>
            </a:r>
            <a:endParaRPr b="0" i="0" sz="1400" u="none" cap="none" strike="noStrike">
              <a:solidFill>
                <a:srgbClr val="000033"/>
              </a:solidFill>
              <a:latin typeface="Calibri"/>
              <a:ea typeface="Calibri"/>
              <a:cs typeface="Calibri"/>
              <a:sym typeface="Calibri"/>
            </a:endParaRPr>
          </a:p>
        </p:txBody>
      </p:sp>
      <p:sp>
        <p:nvSpPr>
          <p:cNvPr id="813" name="Google Shape;813;p22"/>
          <p:cNvSpPr/>
          <p:nvPr/>
        </p:nvSpPr>
        <p:spPr>
          <a:xfrm>
            <a:off x="5810250" y="1781175"/>
            <a:ext cx="1276500" cy="1857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1100"/>
              <a:buFont typeface="Montserrat"/>
              <a:buNone/>
            </a:pPr>
            <a:r>
              <a:rPr b="1" i="0" lang="en-US" sz="1100" u="none" cap="none" strike="noStrike">
                <a:solidFill>
                  <a:srgbClr val="000033"/>
                </a:solidFill>
                <a:latin typeface="Montserrat"/>
                <a:ea typeface="Montserrat"/>
                <a:cs typeface="Montserrat"/>
                <a:sym typeface="Montserrat"/>
              </a:rPr>
              <a:t>Paola Camarena </a:t>
            </a:r>
            <a:endParaRPr b="0" i="0" sz="1100" u="none" cap="none" strike="noStrike">
              <a:solidFill>
                <a:srgbClr val="000033"/>
              </a:solidFill>
              <a:latin typeface="Calibri"/>
              <a:ea typeface="Calibri"/>
              <a:cs typeface="Calibri"/>
              <a:sym typeface="Calibri"/>
            </a:endParaRPr>
          </a:p>
        </p:txBody>
      </p:sp>
      <p:sp>
        <p:nvSpPr>
          <p:cNvPr id="814" name="Google Shape;814;p22"/>
          <p:cNvSpPr/>
          <p:nvPr/>
        </p:nvSpPr>
        <p:spPr>
          <a:xfrm>
            <a:off x="5810250" y="1985963"/>
            <a:ext cx="1309800" cy="200100"/>
          </a:xfrm>
          <a:prstGeom prst="rect">
            <a:avLst/>
          </a:prstGeom>
          <a:noFill/>
          <a:ln>
            <a:noFill/>
          </a:ln>
        </p:spPr>
        <p:txBody>
          <a:bodyPr anchorCtr="0" anchor="t" bIns="0" lIns="0" spcFirstLastPara="1" rIns="0" wrap="square" tIns="0">
            <a:noAutofit/>
          </a:bodyPr>
          <a:lstStyle/>
          <a:p>
            <a:pPr indent="0" lvl="0" marL="0" marR="0" rtl="0" algn="l">
              <a:lnSpc>
                <a:spcPct val="98755"/>
              </a:lnSpc>
              <a:spcBef>
                <a:spcPts val="0"/>
              </a:spcBef>
              <a:spcAft>
                <a:spcPts val="0"/>
              </a:spcAft>
              <a:buClr>
                <a:srgbClr val="2D5BFF"/>
              </a:buClr>
              <a:buSzPts val="1100"/>
              <a:buFont typeface="Montserrat"/>
              <a:buNone/>
            </a:pPr>
            <a:r>
              <a:rPr b="1" i="0" lang="en-US" sz="1100" u="none" cap="none" strike="noStrike">
                <a:solidFill>
                  <a:srgbClr val="2B5BFC"/>
                </a:solidFill>
                <a:latin typeface="Montserrat"/>
                <a:ea typeface="Montserrat"/>
                <a:cs typeface="Montserrat"/>
                <a:sym typeface="Montserrat"/>
              </a:rPr>
              <a:t>Líder</a:t>
            </a:r>
            <a:endParaRPr b="0" i="0" sz="1100" u="none" cap="none" strike="noStrike">
              <a:solidFill>
                <a:srgbClr val="000033"/>
              </a:solidFill>
              <a:latin typeface="Calibri"/>
              <a:ea typeface="Calibri"/>
              <a:cs typeface="Calibri"/>
              <a:sym typeface="Calibri"/>
            </a:endParaRPr>
          </a:p>
        </p:txBody>
      </p:sp>
      <p:sp>
        <p:nvSpPr>
          <p:cNvPr id="815" name="Google Shape;815;p22"/>
          <p:cNvSpPr/>
          <p:nvPr/>
        </p:nvSpPr>
        <p:spPr>
          <a:xfrm>
            <a:off x="5810250" y="2376488"/>
            <a:ext cx="1252500" cy="1857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1100"/>
              <a:buFont typeface="Montserrat"/>
              <a:buNone/>
            </a:pPr>
            <a:r>
              <a:rPr b="1" i="0" lang="en-US" sz="1100" u="none" cap="none" strike="noStrike">
                <a:solidFill>
                  <a:srgbClr val="000033"/>
                </a:solidFill>
                <a:latin typeface="Montserrat"/>
                <a:ea typeface="Montserrat"/>
                <a:cs typeface="Montserrat"/>
                <a:sym typeface="Montserrat"/>
              </a:rPr>
              <a:t>Daniela Tamayo </a:t>
            </a:r>
            <a:endParaRPr b="0" i="0" sz="1100" u="none" cap="none" strike="noStrike">
              <a:solidFill>
                <a:srgbClr val="000033"/>
              </a:solidFill>
              <a:latin typeface="Calibri"/>
              <a:ea typeface="Calibri"/>
              <a:cs typeface="Calibri"/>
              <a:sym typeface="Calibri"/>
            </a:endParaRPr>
          </a:p>
        </p:txBody>
      </p:sp>
      <p:sp>
        <p:nvSpPr>
          <p:cNvPr id="816" name="Google Shape;816;p22"/>
          <p:cNvSpPr/>
          <p:nvPr/>
        </p:nvSpPr>
        <p:spPr>
          <a:xfrm>
            <a:off x="5810250" y="2581275"/>
            <a:ext cx="814500" cy="200100"/>
          </a:xfrm>
          <a:prstGeom prst="rect">
            <a:avLst/>
          </a:prstGeom>
          <a:noFill/>
          <a:ln>
            <a:noFill/>
          </a:ln>
        </p:spPr>
        <p:txBody>
          <a:bodyPr anchorCtr="0" anchor="t" bIns="0" lIns="0" spcFirstLastPara="1" rIns="0" wrap="square" tIns="0">
            <a:noAutofit/>
          </a:bodyPr>
          <a:lstStyle/>
          <a:p>
            <a:pPr indent="0" lvl="0" marL="0" marR="0" rtl="0" algn="l">
              <a:lnSpc>
                <a:spcPct val="98755"/>
              </a:lnSpc>
              <a:spcBef>
                <a:spcPts val="0"/>
              </a:spcBef>
              <a:spcAft>
                <a:spcPts val="0"/>
              </a:spcAft>
              <a:buClr>
                <a:srgbClr val="2D5BFF"/>
              </a:buClr>
              <a:buSzPts val="1100"/>
              <a:buFont typeface="Montserrat"/>
              <a:buNone/>
            </a:pPr>
            <a:r>
              <a:rPr b="1" i="0" lang="en-US" sz="1100" u="none" cap="none" strike="noStrike">
                <a:solidFill>
                  <a:srgbClr val="2B5BFC"/>
                </a:solidFill>
                <a:latin typeface="Montserrat"/>
                <a:ea typeface="Montserrat"/>
                <a:cs typeface="Montserrat"/>
                <a:sym typeface="Montserrat"/>
              </a:rPr>
              <a:t>Líder</a:t>
            </a:r>
            <a:endParaRPr b="0" i="0" sz="1100" u="none" cap="none" strike="noStrike">
              <a:solidFill>
                <a:srgbClr val="000033"/>
              </a:solidFill>
              <a:latin typeface="Calibri"/>
              <a:ea typeface="Calibri"/>
              <a:cs typeface="Calibri"/>
              <a:sym typeface="Calibri"/>
            </a:endParaRPr>
          </a:p>
        </p:txBody>
      </p:sp>
      <p:sp>
        <p:nvSpPr>
          <p:cNvPr id="817" name="Google Shape;817;p22"/>
          <p:cNvSpPr/>
          <p:nvPr/>
        </p:nvSpPr>
        <p:spPr>
          <a:xfrm>
            <a:off x="5810250" y="2971800"/>
            <a:ext cx="1219200" cy="1857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1100"/>
              <a:buFont typeface="Montserrat"/>
              <a:buNone/>
            </a:pPr>
            <a:r>
              <a:rPr b="1" i="0" lang="en-US" sz="1100" u="none" cap="none" strike="noStrike">
                <a:solidFill>
                  <a:srgbClr val="000033"/>
                </a:solidFill>
                <a:latin typeface="Montserrat"/>
                <a:ea typeface="Montserrat"/>
                <a:cs typeface="Montserrat"/>
                <a:sym typeface="Montserrat"/>
              </a:rPr>
              <a:t>Meilin Pacherre </a:t>
            </a:r>
            <a:endParaRPr b="0" i="0" sz="1100" u="none" cap="none" strike="noStrike">
              <a:solidFill>
                <a:srgbClr val="000033"/>
              </a:solidFill>
              <a:latin typeface="Calibri"/>
              <a:ea typeface="Calibri"/>
              <a:cs typeface="Calibri"/>
              <a:sym typeface="Calibri"/>
            </a:endParaRPr>
          </a:p>
        </p:txBody>
      </p:sp>
      <p:sp>
        <p:nvSpPr>
          <p:cNvPr id="818" name="Google Shape;818;p22"/>
          <p:cNvSpPr/>
          <p:nvPr/>
        </p:nvSpPr>
        <p:spPr>
          <a:xfrm>
            <a:off x="5810250" y="3176588"/>
            <a:ext cx="1762200" cy="200100"/>
          </a:xfrm>
          <a:prstGeom prst="rect">
            <a:avLst/>
          </a:prstGeom>
          <a:noFill/>
          <a:ln>
            <a:noFill/>
          </a:ln>
        </p:spPr>
        <p:txBody>
          <a:bodyPr anchorCtr="0" anchor="t" bIns="0" lIns="0" spcFirstLastPara="1" rIns="0" wrap="square" tIns="0">
            <a:noAutofit/>
          </a:bodyPr>
          <a:lstStyle/>
          <a:p>
            <a:pPr indent="0" lvl="0" marL="0" marR="0" rtl="0" algn="l">
              <a:lnSpc>
                <a:spcPct val="98755"/>
              </a:lnSpc>
              <a:spcBef>
                <a:spcPts val="0"/>
              </a:spcBef>
              <a:spcAft>
                <a:spcPts val="0"/>
              </a:spcAft>
              <a:buClr>
                <a:srgbClr val="2D5BFF"/>
              </a:buClr>
              <a:buSzPts val="1100"/>
              <a:buFont typeface="Montserrat"/>
              <a:buNone/>
            </a:pPr>
            <a:r>
              <a:rPr b="1" i="0" lang="en-US" sz="1100" u="none" cap="none" strike="noStrike">
                <a:solidFill>
                  <a:srgbClr val="2B5BFC"/>
                </a:solidFill>
                <a:latin typeface="Montserrat"/>
                <a:ea typeface="Montserrat"/>
                <a:cs typeface="Montserrat"/>
                <a:sym typeface="Montserrat"/>
              </a:rPr>
              <a:t>Consultora</a:t>
            </a:r>
            <a:endParaRPr b="0" i="0" sz="1100" u="none" cap="none" strike="noStrike">
              <a:solidFill>
                <a:srgbClr val="000033"/>
              </a:solidFill>
              <a:latin typeface="Calibri"/>
              <a:ea typeface="Calibri"/>
              <a:cs typeface="Calibri"/>
              <a:sym typeface="Calibri"/>
            </a:endParaRPr>
          </a:p>
        </p:txBody>
      </p:sp>
      <p:sp>
        <p:nvSpPr>
          <p:cNvPr id="819" name="Google Shape;819;p22"/>
          <p:cNvSpPr/>
          <p:nvPr/>
        </p:nvSpPr>
        <p:spPr>
          <a:xfrm>
            <a:off x="5295900" y="3576638"/>
            <a:ext cx="3147900" cy="600000"/>
          </a:xfrm>
          <a:prstGeom prst="rect">
            <a:avLst/>
          </a:prstGeom>
          <a:noFill/>
          <a:ln>
            <a:noFill/>
          </a:ln>
        </p:spPr>
        <p:txBody>
          <a:bodyPr anchorCtr="0" anchor="t" bIns="0" lIns="0" spcFirstLastPara="1" rIns="0" wrap="square" tIns="0">
            <a:noAutofit/>
          </a:bodyPr>
          <a:lstStyle/>
          <a:p>
            <a:pPr indent="0" lvl="0" marL="0" marR="0" rtl="0" algn="l">
              <a:lnSpc>
                <a:spcPct val="98755"/>
              </a:lnSpc>
              <a:spcBef>
                <a:spcPts val="0"/>
              </a:spcBef>
              <a:spcAft>
                <a:spcPts val="0"/>
              </a:spcAft>
              <a:buClr>
                <a:srgbClr val="000000"/>
              </a:buClr>
              <a:buSzPts val="1100"/>
              <a:buFont typeface="Montserrat Medium"/>
              <a:buNone/>
            </a:pPr>
            <a:r>
              <a:rPr b="0" i="0" lang="en-US" sz="1100" u="none" cap="none" strike="noStrike">
                <a:solidFill>
                  <a:srgbClr val="000033"/>
                </a:solidFill>
                <a:latin typeface="Montserrat Medium"/>
                <a:ea typeface="Montserrat Medium"/>
                <a:cs typeface="Montserrat Medium"/>
                <a:sym typeface="Montserrat Medium"/>
              </a:rPr>
              <a:t>Acompañamos en el desarrollo del proyecto del lado más corporativo y comunicacional. </a:t>
            </a:r>
            <a:endParaRPr b="0" i="0" sz="1100" u="none" cap="none" strike="noStrike">
              <a:solidFill>
                <a:srgbClr val="000033"/>
              </a:solidFill>
              <a:latin typeface="Calibri"/>
              <a:ea typeface="Calibri"/>
              <a:cs typeface="Calibri"/>
              <a:sym typeface="Calibri"/>
            </a:endParaRPr>
          </a:p>
        </p:txBody>
      </p:sp>
      <p:pic>
        <p:nvPicPr>
          <p:cNvPr id="820" name="Google Shape;820;p22" title="Imagen de WhatsApp 2025-03-28 a las 09.18.12_0e95d37c.jpg"/>
          <p:cNvPicPr preferRelativeResize="0"/>
          <p:nvPr/>
        </p:nvPicPr>
        <p:blipFill rotWithShape="1">
          <a:blip r:embed="rId6">
            <a:alphaModFix/>
          </a:blip>
          <a:srcRect b="29096" l="0" r="7851" t="11994"/>
          <a:stretch/>
        </p:blipFill>
        <p:spPr>
          <a:xfrm>
            <a:off x="703350" y="1814538"/>
            <a:ext cx="689100" cy="678300"/>
          </a:xfrm>
          <a:prstGeom prst="ellipse">
            <a:avLst/>
          </a:prstGeom>
          <a:noFill/>
          <a:ln>
            <a:noFill/>
          </a:ln>
        </p:spPr>
      </p:pic>
      <p:pic>
        <p:nvPicPr>
          <p:cNvPr id="821" name="Google Shape;821;p22"/>
          <p:cNvPicPr preferRelativeResize="0"/>
          <p:nvPr/>
        </p:nvPicPr>
        <p:blipFill rotWithShape="1">
          <a:blip r:embed="rId7">
            <a:alphaModFix/>
          </a:blip>
          <a:srcRect b="0" l="0" r="0" t="0"/>
          <a:stretch/>
        </p:blipFill>
        <p:spPr>
          <a:xfrm>
            <a:off x="788850" y="2816593"/>
            <a:ext cx="518100" cy="518100"/>
          </a:xfrm>
          <a:prstGeom prst="ellipse">
            <a:avLst/>
          </a:prstGeom>
          <a:noFill/>
          <a:ln>
            <a:noFill/>
          </a:ln>
        </p:spPr>
      </p:pic>
      <p:pic>
        <p:nvPicPr>
          <p:cNvPr id="822" name="Google Shape;822;p22"/>
          <p:cNvPicPr preferRelativeResize="0"/>
          <p:nvPr/>
        </p:nvPicPr>
        <p:blipFill rotWithShape="1">
          <a:blip r:embed="rId8">
            <a:alphaModFix/>
          </a:blip>
          <a:srcRect b="12503" l="0" r="0" t="20848"/>
          <a:stretch/>
        </p:blipFill>
        <p:spPr>
          <a:xfrm>
            <a:off x="2905649" y="2793776"/>
            <a:ext cx="518100" cy="541800"/>
          </a:xfrm>
          <a:prstGeom prst="ellipse">
            <a:avLst/>
          </a:prstGeom>
          <a:noFill/>
          <a:ln>
            <a:noFill/>
          </a:ln>
        </p:spPr>
      </p:pic>
      <p:pic>
        <p:nvPicPr>
          <p:cNvPr id="823" name="Google Shape;823;p22"/>
          <p:cNvPicPr preferRelativeResize="0"/>
          <p:nvPr/>
        </p:nvPicPr>
        <p:blipFill rotWithShape="1">
          <a:blip r:embed="rId9">
            <a:alphaModFix/>
          </a:blip>
          <a:srcRect b="0" l="0" r="0" t="0"/>
          <a:stretch/>
        </p:blipFill>
        <p:spPr>
          <a:xfrm>
            <a:off x="5344550" y="1785723"/>
            <a:ext cx="402300" cy="402300"/>
          </a:xfrm>
          <a:prstGeom prst="ellipse">
            <a:avLst/>
          </a:prstGeom>
          <a:noFill/>
          <a:ln>
            <a:noFill/>
          </a:ln>
          <a:effectLst>
            <a:outerShdw blurRad="18214" rotWithShape="0" algn="bl" dir="5400000" dist="6071">
              <a:srgbClr val="000000">
                <a:alpha val="50196"/>
              </a:srgbClr>
            </a:outerShdw>
          </a:effectLst>
        </p:spPr>
      </p:pic>
      <p:pic>
        <p:nvPicPr>
          <p:cNvPr id="824" name="Google Shape;824;p22"/>
          <p:cNvPicPr preferRelativeResize="0"/>
          <p:nvPr/>
        </p:nvPicPr>
        <p:blipFill rotWithShape="1">
          <a:blip r:embed="rId10">
            <a:alphaModFix/>
          </a:blip>
          <a:srcRect b="0" l="0" r="0" t="0"/>
          <a:stretch/>
        </p:blipFill>
        <p:spPr>
          <a:xfrm>
            <a:off x="5344550" y="2387118"/>
            <a:ext cx="402300" cy="402300"/>
          </a:xfrm>
          <a:prstGeom prst="ellipse">
            <a:avLst/>
          </a:prstGeom>
          <a:noFill/>
          <a:ln>
            <a:noFill/>
          </a:ln>
          <a:effectLst>
            <a:outerShdw blurRad="18214" rotWithShape="0" algn="bl" dir="5400000" dist="6071">
              <a:srgbClr val="000000">
                <a:alpha val="50196"/>
              </a:srgbClr>
            </a:outerShdw>
          </a:effectLst>
        </p:spPr>
      </p:pic>
      <p:pic>
        <p:nvPicPr>
          <p:cNvPr id="825" name="Google Shape;825;p22"/>
          <p:cNvPicPr preferRelativeResize="0"/>
          <p:nvPr/>
        </p:nvPicPr>
        <p:blipFill rotWithShape="1">
          <a:blip r:embed="rId11">
            <a:alphaModFix/>
          </a:blip>
          <a:srcRect b="0" l="0" r="0" t="0"/>
          <a:stretch/>
        </p:blipFill>
        <p:spPr>
          <a:xfrm>
            <a:off x="5344560" y="2971800"/>
            <a:ext cx="402300" cy="402300"/>
          </a:xfrm>
          <a:prstGeom prst="ellipse">
            <a:avLst/>
          </a:prstGeom>
          <a:noFill/>
          <a:ln>
            <a:noFill/>
          </a:ln>
          <a:effectLst>
            <a:outerShdw blurRad="25988" rotWithShape="0" algn="bl" dir="2460000" dist="5775">
              <a:srgbClr val="000000">
                <a:alpha val="50196"/>
              </a:srgbClr>
            </a:outerShdw>
          </a:effectLst>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830" name="Shape 830"/>
        <p:cNvGrpSpPr/>
        <p:nvPr/>
      </p:nvGrpSpPr>
      <p:grpSpPr>
        <a:xfrm>
          <a:off x="0" y="0"/>
          <a:ext cx="0" cy="0"/>
          <a:chOff x="0" y="0"/>
          <a:chExt cx="0" cy="0"/>
        </a:xfrm>
      </p:grpSpPr>
      <p:sp>
        <p:nvSpPr>
          <p:cNvPr id="831" name="Google Shape;831;g3f8da4ebb8d_0_148"/>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EQUIPO NEO</a:t>
            </a:r>
            <a:endParaRPr b="0" i="0" sz="1100" u="none" cap="none" strike="noStrike">
              <a:solidFill>
                <a:schemeClr val="dk1"/>
              </a:solidFill>
              <a:latin typeface="Calibri"/>
              <a:ea typeface="Calibri"/>
              <a:cs typeface="Calibri"/>
              <a:sym typeface="Calibri"/>
            </a:endParaRPr>
          </a:p>
        </p:txBody>
      </p:sp>
      <p:sp>
        <p:nvSpPr>
          <p:cNvPr id="832" name="Google Shape;832;g3f8da4ebb8d_0_148"/>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El equipo</a:t>
            </a:r>
            <a:r>
              <a:rPr b="1" i="1" lang="en-US" sz="2100" u="none" cap="none" strike="noStrike">
                <a:solidFill>
                  <a:srgbClr val="2B5BFC"/>
                </a:solidFill>
                <a:latin typeface="Montserrat Black"/>
                <a:ea typeface="Montserrat Black"/>
                <a:cs typeface="Montserrat Black"/>
                <a:sym typeface="Montserrat Black"/>
              </a:rPr>
              <a:t> NEO</a:t>
            </a:r>
            <a:endParaRPr b="0" i="0" sz="2100" u="none" cap="none" strike="noStrike">
              <a:solidFill>
                <a:schemeClr val="dk1"/>
              </a:solidFill>
              <a:latin typeface="Calibri"/>
              <a:ea typeface="Calibri"/>
              <a:cs typeface="Calibri"/>
              <a:sym typeface="Calibri"/>
            </a:endParaRPr>
          </a:p>
        </p:txBody>
      </p:sp>
      <p:sp>
        <p:nvSpPr>
          <p:cNvPr id="833" name="Google Shape;833;g3f8da4ebb8d_0_148"/>
          <p:cNvSpPr txBox="1"/>
          <p:nvPr/>
        </p:nvSpPr>
        <p:spPr>
          <a:xfrm>
            <a:off x="571500" y="1539850"/>
            <a:ext cx="7915800" cy="2742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575757"/>
              </a:buClr>
              <a:buSzPts val="1100"/>
              <a:buFont typeface="Montserrat"/>
              <a:buNone/>
            </a:pPr>
            <a:r>
              <a:rPr b="0" i="0" lang="en-US" sz="1000" u="none" cap="none" strike="noStrike">
                <a:solidFill>
                  <a:srgbClr val="000033"/>
                </a:solidFill>
                <a:latin typeface="Montserrat"/>
                <a:ea typeface="Montserrat"/>
                <a:cs typeface="Montserrat"/>
                <a:sym typeface="Montserrat"/>
              </a:rPr>
              <a:t>Un equipo dedicado que combina liderazgo de cuenta, arquitectura de IA, integración, adopción y gestión.</a:t>
            </a:r>
            <a:endParaRPr b="0" i="0" sz="1000" u="none" cap="none" strike="noStrike">
              <a:solidFill>
                <a:schemeClr val="dk1"/>
              </a:solidFill>
              <a:latin typeface="Calibri"/>
              <a:ea typeface="Calibri"/>
              <a:cs typeface="Calibri"/>
              <a:sym typeface="Calibri"/>
            </a:endParaRPr>
          </a:p>
        </p:txBody>
      </p:sp>
      <p:sp>
        <p:nvSpPr>
          <p:cNvPr id="834" name="Google Shape;834;g3f8da4ebb8d_0_148"/>
          <p:cNvSpPr/>
          <p:nvPr/>
        </p:nvSpPr>
        <p:spPr>
          <a:xfrm>
            <a:off x="571538" y="1898549"/>
            <a:ext cx="2557200" cy="1230600"/>
          </a:xfrm>
          <a:prstGeom prst="roundRect">
            <a:avLst>
              <a:gd fmla="val 625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ac/s30_0.jpg" id="835" name="Google Shape;835;g3f8da4ebb8d_0_148"/>
          <p:cNvPicPr preferRelativeResize="0"/>
          <p:nvPr/>
        </p:nvPicPr>
        <p:blipFill rotWithShape="1">
          <a:blip r:embed="rId3">
            <a:alphaModFix/>
          </a:blip>
          <a:srcRect b="0" l="0" r="0" t="0"/>
          <a:stretch/>
        </p:blipFill>
        <p:spPr>
          <a:xfrm>
            <a:off x="754417" y="2090816"/>
            <a:ext cx="567000" cy="596100"/>
          </a:xfrm>
          <a:prstGeom prst="ellipse">
            <a:avLst/>
          </a:prstGeom>
          <a:noFill/>
          <a:ln>
            <a:noFill/>
          </a:ln>
        </p:spPr>
      </p:pic>
      <p:sp>
        <p:nvSpPr>
          <p:cNvPr id="836" name="Google Shape;836;g3f8da4ebb8d_0_148"/>
          <p:cNvSpPr txBox="1"/>
          <p:nvPr/>
        </p:nvSpPr>
        <p:spPr>
          <a:xfrm>
            <a:off x="717842" y="2763749"/>
            <a:ext cx="640200" cy="269100"/>
          </a:xfrm>
          <a:prstGeom prst="rect">
            <a:avLst/>
          </a:prstGeom>
          <a:noFill/>
          <a:ln>
            <a:noFill/>
          </a:ln>
        </p:spPr>
        <p:txBody>
          <a:bodyPr anchorCtr="0" anchor="ctr" bIns="0" lIns="0" spcFirstLastPara="1" rIns="0" wrap="square" tIns="0">
            <a:noAutofit/>
          </a:bodyPr>
          <a:lstStyle/>
          <a:p>
            <a:pPr indent="0" lvl="0" marL="0" marR="0" rtl="0" algn="ctr">
              <a:lnSpc>
                <a:spcPct val="110000"/>
              </a:lnSpc>
              <a:spcBef>
                <a:spcPts val="0"/>
              </a:spcBef>
              <a:spcAft>
                <a:spcPts val="0"/>
              </a:spcAft>
              <a:buClr>
                <a:srgbClr val="575757"/>
              </a:buClr>
              <a:buSzPts val="700"/>
              <a:buFont typeface="Montserrat"/>
              <a:buNone/>
            </a:pPr>
            <a:r>
              <a:rPr b="0" i="0" lang="en-US" sz="700" u="none" cap="none" strike="noStrike">
                <a:solidFill>
                  <a:srgbClr val="000033"/>
                </a:solidFill>
                <a:latin typeface="Montserrat"/>
                <a:ea typeface="Montserrat"/>
                <a:cs typeface="Montserrat"/>
                <a:sym typeface="Montserrat"/>
              </a:rPr>
              <a:t>Liderazgo de cuenta</a:t>
            </a:r>
            <a:endParaRPr b="0" i="0" sz="700" u="none" cap="none" strike="noStrike">
              <a:solidFill>
                <a:schemeClr val="dk1"/>
              </a:solidFill>
              <a:latin typeface="Calibri"/>
              <a:ea typeface="Calibri"/>
              <a:cs typeface="Calibri"/>
              <a:sym typeface="Calibri"/>
            </a:endParaRPr>
          </a:p>
        </p:txBody>
      </p:sp>
      <p:sp>
        <p:nvSpPr>
          <p:cNvPr id="837" name="Google Shape;837;g3f8da4ebb8d_0_148"/>
          <p:cNvSpPr txBox="1"/>
          <p:nvPr/>
        </p:nvSpPr>
        <p:spPr>
          <a:xfrm>
            <a:off x="1449361" y="2071589"/>
            <a:ext cx="1515000" cy="211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Ricardo Caballero</a:t>
            </a:r>
            <a:endParaRPr b="0" i="0" sz="1100" u="none" cap="none" strike="noStrike">
              <a:solidFill>
                <a:schemeClr val="dk1"/>
              </a:solidFill>
              <a:latin typeface="Calibri"/>
              <a:ea typeface="Calibri"/>
              <a:cs typeface="Calibri"/>
              <a:sym typeface="Calibri"/>
            </a:endParaRPr>
          </a:p>
        </p:txBody>
      </p:sp>
      <p:sp>
        <p:nvSpPr>
          <p:cNvPr id="838" name="Google Shape;838;g3f8da4ebb8d_0_148"/>
          <p:cNvSpPr txBox="1"/>
          <p:nvPr/>
        </p:nvSpPr>
        <p:spPr>
          <a:xfrm>
            <a:off x="1449361" y="2302309"/>
            <a:ext cx="1515000" cy="192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Gerente de Clientes</a:t>
            </a:r>
            <a:endParaRPr b="0" i="0" sz="900" u="none" cap="none" strike="noStrike">
              <a:solidFill>
                <a:schemeClr val="dk1"/>
              </a:solidFill>
              <a:latin typeface="Calibri"/>
              <a:ea typeface="Calibri"/>
              <a:cs typeface="Calibri"/>
              <a:sym typeface="Calibri"/>
            </a:endParaRPr>
          </a:p>
        </p:txBody>
      </p:sp>
      <p:sp>
        <p:nvSpPr>
          <p:cNvPr id="839" name="Google Shape;839;g3f8da4ebb8d_0_148"/>
          <p:cNvSpPr/>
          <p:nvPr/>
        </p:nvSpPr>
        <p:spPr>
          <a:xfrm>
            <a:off x="1449361" y="2552256"/>
            <a:ext cx="1496700" cy="78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0" name="Google Shape;840;g3f8da4ebb8d_0_148"/>
          <p:cNvSpPr txBox="1"/>
          <p:nvPr/>
        </p:nvSpPr>
        <p:spPr>
          <a:xfrm>
            <a:off x="1449361" y="2629162"/>
            <a:ext cx="1515000" cy="442200"/>
          </a:xfrm>
          <a:prstGeom prst="rect">
            <a:avLst/>
          </a:prstGeom>
          <a:noFill/>
          <a:ln>
            <a:noFill/>
          </a:ln>
        </p:spPr>
        <p:txBody>
          <a:bodyPr anchorCtr="0" anchor="ctr" bIns="0" lIns="0" spcFirstLastPara="1" rIns="0" wrap="square" tIns="0">
            <a:noAutofit/>
          </a:bodyPr>
          <a:lstStyle/>
          <a:p>
            <a:pPr indent="0" lvl="0" marL="0" marR="0" rtl="0" algn="l">
              <a:lnSpc>
                <a:spcPct val="116000"/>
              </a:lnSpc>
              <a:spcBef>
                <a:spcPts val="0"/>
              </a:spcBef>
              <a:spcAft>
                <a:spcPts val="0"/>
              </a:spcAft>
              <a:buClr>
                <a:srgbClr val="575757"/>
              </a:buClr>
              <a:buSzPts val="700"/>
              <a:buFont typeface="Montserrat"/>
              <a:buNone/>
            </a:pPr>
            <a:r>
              <a:rPr b="0" i="0" lang="en-US" sz="700" u="none" cap="none" strike="noStrike">
                <a:solidFill>
                  <a:srgbClr val="000033"/>
                </a:solidFill>
                <a:latin typeface="Montserrat"/>
                <a:ea typeface="Montserrat"/>
                <a:cs typeface="Montserrat"/>
                <a:sym typeface="Montserrat"/>
              </a:rPr>
              <a:t>+8 años de experiencia en proyectos de Analytics, Growth &amp; AI. Profesor de Analytics en la PBS.</a:t>
            </a:r>
            <a:endParaRPr b="0" i="0" sz="700" u="none" cap="none" strike="noStrike">
              <a:solidFill>
                <a:schemeClr val="dk1"/>
              </a:solidFill>
              <a:latin typeface="Calibri"/>
              <a:ea typeface="Calibri"/>
              <a:cs typeface="Calibri"/>
              <a:sym typeface="Calibri"/>
            </a:endParaRPr>
          </a:p>
        </p:txBody>
      </p:sp>
      <p:sp>
        <p:nvSpPr>
          <p:cNvPr id="841" name="Google Shape;841;g3f8da4ebb8d_0_148"/>
          <p:cNvSpPr/>
          <p:nvPr/>
        </p:nvSpPr>
        <p:spPr>
          <a:xfrm>
            <a:off x="3293402" y="1890875"/>
            <a:ext cx="2557200" cy="1230300"/>
          </a:xfrm>
          <a:prstGeom prst="roundRect">
            <a:avLst>
              <a:gd fmla="val 625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ac/s30_1.jpg" id="842" name="Google Shape;842;g3f8da4ebb8d_0_148"/>
          <p:cNvPicPr preferRelativeResize="0"/>
          <p:nvPr/>
        </p:nvPicPr>
        <p:blipFill rotWithShape="1">
          <a:blip r:embed="rId4">
            <a:alphaModFix/>
          </a:blip>
          <a:srcRect b="10653" l="0" r="0" t="9552"/>
          <a:stretch/>
        </p:blipFill>
        <p:spPr>
          <a:xfrm>
            <a:off x="3476282" y="2090816"/>
            <a:ext cx="567000" cy="596100"/>
          </a:xfrm>
          <a:prstGeom prst="ellipse">
            <a:avLst/>
          </a:prstGeom>
          <a:noFill/>
          <a:ln>
            <a:noFill/>
          </a:ln>
        </p:spPr>
      </p:pic>
      <p:sp>
        <p:nvSpPr>
          <p:cNvPr id="843" name="Google Shape;843;g3f8da4ebb8d_0_148"/>
          <p:cNvSpPr txBox="1"/>
          <p:nvPr/>
        </p:nvSpPr>
        <p:spPr>
          <a:xfrm>
            <a:off x="3439706" y="2763749"/>
            <a:ext cx="640200" cy="269100"/>
          </a:xfrm>
          <a:prstGeom prst="rect">
            <a:avLst/>
          </a:prstGeom>
          <a:noFill/>
          <a:ln>
            <a:noFill/>
          </a:ln>
        </p:spPr>
        <p:txBody>
          <a:bodyPr anchorCtr="0" anchor="ctr" bIns="0" lIns="0" spcFirstLastPara="1" rIns="0" wrap="square" tIns="0">
            <a:noAutofit/>
          </a:bodyPr>
          <a:lstStyle/>
          <a:p>
            <a:pPr indent="0" lvl="0" marL="0" marR="0" rtl="0" algn="ctr">
              <a:lnSpc>
                <a:spcPct val="110000"/>
              </a:lnSpc>
              <a:spcBef>
                <a:spcPts val="0"/>
              </a:spcBef>
              <a:spcAft>
                <a:spcPts val="0"/>
              </a:spcAft>
              <a:buClr>
                <a:srgbClr val="575757"/>
              </a:buClr>
              <a:buSzPts val="700"/>
              <a:buFont typeface="Montserrat"/>
              <a:buNone/>
            </a:pPr>
            <a:r>
              <a:rPr b="0" i="0" lang="en-US" sz="700" u="none" cap="none" strike="noStrike">
                <a:solidFill>
                  <a:srgbClr val="000033"/>
                </a:solidFill>
                <a:latin typeface="Montserrat"/>
                <a:ea typeface="Montserrat"/>
                <a:cs typeface="Montserrat"/>
                <a:sym typeface="Montserrat"/>
              </a:rPr>
              <a:t>GenAI &amp; Agentic</a:t>
            </a:r>
            <a:endParaRPr b="0" i="0" sz="700" u="none" cap="none" strike="noStrike">
              <a:solidFill>
                <a:schemeClr val="dk1"/>
              </a:solidFill>
              <a:latin typeface="Calibri"/>
              <a:ea typeface="Calibri"/>
              <a:cs typeface="Calibri"/>
              <a:sym typeface="Calibri"/>
            </a:endParaRPr>
          </a:p>
        </p:txBody>
      </p:sp>
      <p:sp>
        <p:nvSpPr>
          <p:cNvPr id="844" name="Google Shape;844;g3f8da4ebb8d_0_148"/>
          <p:cNvSpPr txBox="1"/>
          <p:nvPr/>
        </p:nvSpPr>
        <p:spPr>
          <a:xfrm>
            <a:off x="4171226" y="2071589"/>
            <a:ext cx="1515000" cy="211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Daniel Vicente</a:t>
            </a:r>
            <a:endParaRPr b="0" i="0" sz="1100" u="none" cap="none" strike="noStrike">
              <a:solidFill>
                <a:schemeClr val="dk1"/>
              </a:solidFill>
              <a:latin typeface="Calibri"/>
              <a:ea typeface="Calibri"/>
              <a:cs typeface="Calibri"/>
              <a:sym typeface="Calibri"/>
            </a:endParaRPr>
          </a:p>
        </p:txBody>
      </p:sp>
      <p:sp>
        <p:nvSpPr>
          <p:cNvPr id="845" name="Google Shape;845;g3f8da4ebb8d_0_148"/>
          <p:cNvSpPr txBox="1"/>
          <p:nvPr/>
        </p:nvSpPr>
        <p:spPr>
          <a:xfrm>
            <a:off x="4171226" y="2302309"/>
            <a:ext cx="1515000" cy="192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IA Lead</a:t>
            </a:r>
            <a:endParaRPr b="0" i="0" sz="900" u="none" cap="none" strike="noStrike">
              <a:solidFill>
                <a:schemeClr val="dk1"/>
              </a:solidFill>
              <a:latin typeface="Calibri"/>
              <a:ea typeface="Calibri"/>
              <a:cs typeface="Calibri"/>
              <a:sym typeface="Calibri"/>
            </a:endParaRPr>
          </a:p>
        </p:txBody>
      </p:sp>
      <p:sp>
        <p:nvSpPr>
          <p:cNvPr id="846" name="Google Shape;846;g3f8da4ebb8d_0_148"/>
          <p:cNvSpPr/>
          <p:nvPr/>
        </p:nvSpPr>
        <p:spPr>
          <a:xfrm>
            <a:off x="4171226" y="2552256"/>
            <a:ext cx="1496700" cy="78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7" name="Google Shape;847;g3f8da4ebb8d_0_148"/>
          <p:cNvSpPr txBox="1"/>
          <p:nvPr/>
        </p:nvSpPr>
        <p:spPr>
          <a:xfrm>
            <a:off x="4171226" y="2629162"/>
            <a:ext cx="1515000" cy="442200"/>
          </a:xfrm>
          <a:prstGeom prst="rect">
            <a:avLst/>
          </a:prstGeom>
          <a:noFill/>
          <a:ln>
            <a:noFill/>
          </a:ln>
        </p:spPr>
        <p:txBody>
          <a:bodyPr anchorCtr="0" anchor="ctr" bIns="0" lIns="0" spcFirstLastPara="1" rIns="0" wrap="square" tIns="0">
            <a:noAutofit/>
          </a:bodyPr>
          <a:lstStyle/>
          <a:p>
            <a:pPr indent="0" lvl="0" marL="0" marR="0" rtl="0" algn="l">
              <a:lnSpc>
                <a:spcPct val="116000"/>
              </a:lnSpc>
              <a:spcBef>
                <a:spcPts val="0"/>
              </a:spcBef>
              <a:spcAft>
                <a:spcPts val="0"/>
              </a:spcAft>
              <a:buClr>
                <a:srgbClr val="575757"/>
              </a:buClr>
              <a:buSzPts val="700"/>
              <a:buFont typeface="Montserrat"/>
              <a:buNone/>
            </a:pPr>
            <a:r>
              <a:rPr b="0" i="0" lang="en-US" sz="700" u="none" cap="none" strike="noStrike">
                <a:solidFill>
                  <a:srgbClr val="000033"/>
                </a:solidFill>
                <a:latin typeface="Montserrat"/>
                <a:ea typeface="Montserrat"/>
                <a:cs typeface="Montserrat"/>
                <a:sym typeface="Montserrat"/>
              </a:rPr>
              <a:t>+8 años de experiencia en digital, ML &amp; AI. Certificado en GCP, Anthropic y AWS.</a:t>
            </a:r>
            <a:endParaRPr b="0" i="0" sz="700" u="none" cap="none" strike="noStrike">
              <a:solidFill>
                <a:schemeClr val="dk1"/>
              </a:solidFill>
              <a:latin typeface="Calibri"/>
              <a:ea typeface="Calibri"/>
              <a:cs typeface="Calibri"/>
              <a:sym typeface="Calibri"/>
            </a:endParaRPr>
          </a:p>
        </p:txBody>
      </p:sp>
      <p:sp>
        <p:nvSpPr>
          <p:cNvPr id="848" name="Google Shape;848;g3f8da4ebb8d_0_148"/>
          <p:cNvSpPr/>
          <p:nvPr/>
        </p:nvSpPr>
        <p:spPr>
          <a:xfrm>
            <a:off x="6015266" y="1898549"/>
            <a:ext cx="2557200" cy="1230600"/>
          </a:xfrm>
          <a:prstGeom prst="roundRect">
            <a:avLst>
              <a:gd fmla="val 625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ac/s30_2.jpg" id="849" name="Google Shape;849;g3f8da4ebb8d_0_148"/>
          <p:cNvPicPr preferRelativeResize="0"/>
          <p:nvPr/>
        </p:nvPicPr>
        <p:blipFill rotWithShape="1">
          <a:blip r:embed="rId5">
            <a:alphaModFix/>
          </a:blip>
          <a:srcRect b="0" l="0" r="0" t="0"/>
          <a:stretch/>
        </p:blipFill>
        <p:spPr>
          <a:xfrm>
            <a:off x="6198146" y="2090816"/>
            <a:ext cx="567000" cy="596100"/>
          </a:xfrm>
          <a:prstGeom prst="ellipse">
            <a:avLst/>
          </a:prstGeom>
          <a:noFill/>
          <a:ln>
            <a:noFill/>
          </a:ln>
        </p:spPr>
      </p:pic>
      <p:sp>
        <p:nvSpPr>
          <p:cNvPr id="850" name="Google Shape;850;g3f8da4ebb8d_0_148"/>
          <p:cNvSpPr txBox="1"/>
          <p:nvPr/>
        </p:nvSpPr>
        <p:spPr>
          <a:xfrm>
            <a:off x="6161569" y="2763749"/>
            <a:ext cx="640200" cy="269100"/>
          </a:xfrm>
          <a:prstGeom prst="rect">
            <a:avLst/>
          </a:prstGeom>
          <a:noFill/>
          <a:ln>
            <a:noFill/>
          </a:ln>
        </p:spPr>
        <p:txBody>
          <a:bodyPr anchorCtr="0" anchor="ctr" bIns="0" lIns="0" spcFirstLastPara="1" rIns="0" wrap="square" tIns="0">
            <a:noAutofit/>
          </a:bodyPr>
          <a:lstStyle/>
          <a:p>
            <a:pPr indent="0" lvl="0" marL="0" marR="0" rtl="0" algn="ctr">
              <a:lnSpc>
                <a:spcPct val="110000"/>
              </a:lnSpc>
              <a:spcBef>
                <a:spcPts val="0"/>
              </a:spcBef>
              <a:spcAft>
                <a:spcPts val="0"/>
              </a:spcAft>
              <a:buClr>
                <a:srgbClr val="575757"/>
              </a:buClr>
              <a:buSzPts val="700"/>
              <a:buFont typeface="Montserrat"/>
              <a:buNone/>
            </a:pPr>
            <a:r>
              <a:rPr b="0" i="0" lang="en-US" sz="700" u="none" cap="none" strike="noStrike">
                <a:solidFill>
                  <a:srgbClr val="000033"/>
                </a:solidFill>
                <a:latin typeface="Montserrat"/>
                <a:ea typeface="Montserrat"/>
                <a:cs typeface="Montserrat"/>
                <a:sym typeface="Montserrat"/>
              </a:rPr>
              <a:t>Prompt &amp; RAG</a:t>
            </a:r>
            <a:endParaRPr b="0" i="0" sz="700" u="none" cap="none" strike="noStrike">
              <a:solidFill>
                <a:schemeClr val="dk1"/>
              </a:solidFill>
              <a:latin typeface="Calibri"/>
              <a:ea typeface="Calibri"/>
              <a:cs typeface="Calibri"/>
              <a:sym typeface="Calibri"/>
            </a:endParaRPr>
          </a:p>
        </p:txBody>
      </p:sp>
      <p:sp>
        <p:nvSpPr>
          <p:cNvPr id="851" name="Google Shape;851;g3f8da4ebb8d_0_148"/>
          <p:cNvSpPr txBox="1"/>
          <p:nvPr/>
        </p:nvSpPr>
        <p:spPr>
          <a:xfrm>
            <a:off x="6893090" y="2071589"/>
            <a:ext cx="1515000" cy="211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Yeltsin García</a:t>
            </a:r>
            <a:endParaRPr b="0" i="0" sz="1100" u="none" cap="none" strike="noStrike">
              <a:solidFill>
                <a:schemeClr val="dk1"/>
              </a:solidFill>
              <a:latin typeface="Calibri"/>
              <a:ea typeface="Calibri"/>
              <a:cs typeface="Calibri"/>
              <a:sym typeface="Calibri"/>
            </a:endParaRPr>
          </a:p>
        </p:txBody>
      </p:sp>
      <p:sp>
        <p:nvSpPr>
          <p:cNvPr id="852" name="Google Shape;852;g3f8da4ebb8d_0_148"/>
          <p:cNvSpPr txBox="1"/>
          <p:nvPr/>
        </p:nvSpPr>
        <p:spPr>
          <a:xfrm>
            <a:off x="6893090" y="2302309"/>
            <a:ext cx="1515000" cy="192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Ingeniero de IA</a:t>
            </a:r>
            <a:endParaRPr b="0" i="0" sz="900" u="none" cap="none" strike="noStrike">
              <a:solidFill>
                <a:schemeClr val="dk1"/>
              </a:solidFill>
              <a:latin typeface="Calibri"/>
              <a:ea typeface="Calibri"/>
              <a:cs typeface="Calibri"/>
              <a:sym typeface="Calibri"/>
            </a:endParaRPr>
          </a:p>
        </p:txBody>
      </p:sp>
      <p:sp>
        <p:nvSpPr>
          <p:cNvPr id="853" name="Google Shape;853;g3f8da4ebb8d_0_148"/>
          <p:cNvSpPr/>
          <p:nvPr/>
        </p:nvSpPr>
        <p:spPr>
          <a:xfrm>
            <a:off x="6893090" y="2552256"/>
            <a:ext cx="1496700" cy="78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4" name="Google Shape;854;g3f8da4ebb8d_0_148"/>
          <p:cNvSpPr txBox="1"/>
          <p:nvPr/>
        </p:nvSpPr>
        <p:spPr>
          <a:xfrm>
            <a:off x="6893090" y="2629162"/>
            <a:ext cx="1515000" cy="442200"/>
          </a:xfrm>
          <a:prstGeom prst="rect">
            <a:avLst/>
          </a:prstGeom>
          <a:noFill/>
          <a:ln>
            <a:noFill/>
          </a:ln>
        </p:spPr>
        <p:txBody>
          <a:bodyPr anchorCtr="0" anchor="ctr" bIns="0" lIns="0" spcFirstLastPara="1" rIns="0" wrap="square" tIns="0">
            <a:noAutofit/>
          </a:bodyPr>
          <a:lstStyle/>
          <a:p>
            <a:pPr indent="0" lvl="0" marL="0" marR="0" rtl="0" algn="l">
              <a:lnSpc>
                <a:spcPct val="116000"/>
              </a:lnSpc>
              <a:spcBef>
                <a:spcPts val="0"/>
              </a:spcBef>
              <a:spcAft>
                <a:spcPts val="0"/>
              </a:spcAft>
              <a:buClr>
                <a:srgbClr val="575757"/>
              </a:buClr>
              <a:buSzPts val="700"/>
              <a:buFont typeface="Montserrat"/>
              <a:buNone/>
            </a:pPr>
            <a:r>
              <a:rPr b="0" i="0" lang="en-US" sz="700" u="none" cap="none" strike="noStrike">
                <a:solidFill>
                  <a:srgbClr val="000033"/>
                </a:solidFill>
                <a:latin typeface="Montserrat"/>
                <a:ea typeface="Montserrat"/>
                <a:cs typeface="Montserrat"/>
                <a:sym typeface="Montserrat"/>
              </a:rPr>
              <a:t>+6 años de experiencia en digital, ML &amp; AI. Docente de IA en UCAL. Miembro activo de DCN Global e Internet Society.</a:t>
            </a:r>
            <a:endParaRPr b="0" i="0" sz="700" u="none" cap="none" strike="noStrike">
              <a:solidFill>
                <a:schemeClr val="dk1"/>
              </a:solidFill>
              <a:latin typeface="Calibri"/>
              <a:ea typeface="Calibri"/>
              <a:cs typeface="Calibri"/>
              <a:sym typeface="Calibri"/>
            </a:endParaRPr>
          </a:p>
        </p:txBody>
      </p:sp>
      <p:sp>
        <p:nvSpPr>
          <p:cNvPr id="855" name="Google Shape;855;g3f8da4ebb8d_0_148"/>
          <p:cNvSpPr/>
          <p:nvPr/>
        </p:nvSpPr>
        <p:spPr>
          <a:xfrm>
            <a:off x="571538" y="3282869"/>
            <a:ext cx="2557200" cy="1230600"/>
          </a:xfrm>
          <a:prstGeom prst="roundRect">
            <a:avLst>
              <a:gd fmla="val 625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ac/s30_3.jpg" id="856" name="Google Shape;856;g3f8da4ebb8d_0_148"/>
          <p:cNvPicPr preferRelativeResize="0"/>
          <p:nvPr/>
        </p:nvPicPr>
        <p:blipFill rotWithShape="1">
          <a:blip r:embed="rId6">
            <a:alphaModFix/>
          </a:blip>
          <a:srcRect b="10938" l="-520" r="520" t="2460"/>
          <a:stretch/>
        </p:blipFill>
        <p:spPr>
          <a:xfrm>
            <a:off x="754417" y="3475135"/>
            <a:ext cx="567000" cy="596100"/>
          </a:xfrm>
          <a:prstGeom prst="ellipse">
            <a:avLst/>
          </a:prstGeom>
          <a:noFill/>
          <a:ln>
            <a:noFill/>
          </a:ln>
        </p:spPr>
      </p:pic>
      <p:sp>
        <p:nvSpPr>
          <p:cNvPr id="857" name="Google Shape;857;g3f8da4ebb8d_0_148"/>
          <p:cNvSpPr txBox="1"/>
          <p:nvPr/>
        </p:nvSpPr>
        <p:spPr>
          <a:xfrm>
            <a:off x="717842" y="4148068"/>
            <a:ext cx="640200" cy="269100"/>
          </a:xfrm>
          <a:prstGeom prst="rect">
            <a:avLst/>
          </a:prstGeom>
          <a:noFill/>
          <a:ln>
            <a:noFill/>
          </a:ln>
        </p:spPr>
        <p:txBody>
          <a:bodyPr anchorCtr="0" anchor="ctr" bIns="0" lIns="0" spcFirstLastPara="1" rIns="0" wrap="square" tIns="0">
            <a:noAutofit/>
          </a:bodyPr>
          <a:lstStyle/>
          <a:p>
            <a:pPr indent="0" lvl="0" marL="0" marR="0" rtl="0" algn="ctr">
              <a:lnSpc>
                <a:spcPct val="110000"/>
              </a:lnSpc>
              <a:spcBef>
                <a:spcPts val="0"/>
              </a:spcBef>
              <a:spcAft>
                <a:spcPts val="0"/>
              </a:spcAft>
              <a:buClr>
                <a:srgbClr val="575757"/>
              </a:buClr>
              <a:buSzPts val="700"/>
              <a:buFont typeface="Montserrat"/>
              <a:buNone/>
            </a:pPr>
            <a:r>
              <a:rPr b="0" i="0" lang="en-US" sz="700" u="none" cap="none" strike="noStrike">
                <a:solidFill>
                  <a:srgbClr val="000033"/>
                </a:solidFill>
                <a:latin typeface="Montserrat"/>
                <a:ea typeface="Montserrat"/>
                <a:cs typeface="Montserrat"/>
                <a:sym typeface="Montserrat"/>
              </a:rPr>
              <a:t>Data Architect</a:t>
            </a:r>
            <a:endParaRPr b="0" i="0" sz="700" u="none" cap="none" strike="noStrike">
              <a:solidFill>
                <a:schemeClr val="dk1"/>
              </a:solidFill>
              <a:latin typeface="Calibri"/>
              <a:ea typeface="Calibri"/>
              <a:cs typeface="Calibri"/>
              <a:sym typeface="Calibri"/>
            </a:endParaRPr>
          </a:p>
        </p:txBody>
      </p:sp>
      <p:sp>
        <p:nvSpPr>
          <p:cNvPr id="858" name="Google Shape;858;g3f8da4ebb8d_0_148"/>
          <p:cNvSpPr txBox="1"/>
          <p:nvPr/>
        </p:nvSpPr>
        <p:spPr>
          <a:xfrm>
            <a:off x="1449361" y="3455909"/>
            <a:ext cx="1515000" cy="211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Jean Pierre Merino</a:t>
            </a:r>
            <a:endParaRPr b="0" i="0" sz="1100" u="none" cap="none" strike="noStrike">
              <a:solidFill>
                <a:schemeClr val="dk1"/>
              </a:solidFill>
              <a:latin typeface="Calibri"/>
              <a:ea typeface="Calibri"/>
              <a:cs typeface="Calibri"/>
              <a:sym typeface="Calibri"/>
            </a:endParaRPr>
          </a:p>
        </p:txBody>
      </p:sp>
      <p:sp>
        <p:nvSpPr>
          <p:cNvPr id="859" name="Google Shape;859;g3f8da4ebb8d_0_148"/>
          <p:cNvSpPr txBox="1"/>
          <p:nvPr/>
        </p:nvSpPr>
        <p:spPr>
          <a:xfrm>
            <a:off x="1449349" y="3686625"/>
            <a:ext cx="1679400" cy="192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Arquitecto de Integración</a:t>
            </a:r>
            <a:endParaRPr b="0" i="0" sz="900" u="none" cap="none" strike="noStrike">
              <a:solidFill>
                <a:schemeClr val="dk1"/>
              </a:solidFill>
              <a:latin typeface="Calibri"/>
              <a:ea typeface="Calibri"/>
              <a:cs typeface="Calibri"/>
              <a:sym typeface="Calibri"/>
            </a:endParaRPr>
          </a:p>
        </p:txBody>
      </p:sp>
      <p:sp>
        <p:nvSpPr>
          <p:cNvPr id="860" name="Google Shape;860;g3f8da4ebb8d_0_148"/>
          <p:cNvSpPr/>
          <p:nvPr/>
        </p:nvSpPr>
        <p:spPr>
          <a:xfrm>
            <a:off x="1449361" y="3936575"/>
            <a:ext cx="1496700" cy="78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1" name="Google Shape;861;g3f8da4ebb8d_0_148"/>
          <p:cNvSpPr txBox="1"/>
          <p:nvPr/>
        </p:nvSpPr>
        <p:spPr>
          <a:xfrm>
            <a:off x="1449361" y="4013482"/>
            <a:ext cx="1515000" cy="442200"/>
          </a:xfrm>
          <a:prstGeom prst="rect">
            <a:avLst/>
          </a:prstGeom>
          <a:noFill/>
          <a:ln>
            <a:noFill/>
          </a:ln>
        </p:spPr>
        <p:txBody>
          <a:bodyPr anchorCtr="0" anchor="ctr" bIns="0" lIns="0" spcFirstLastPara="1" rIns="0" wrap="square" tIns="0">
            <a:noAutofit/>
          </a:bodyPr>
          <a:lstStyle/>
          <a:p>
            <a:pPr indent="0" lvl="0" marL="0" marR="0" rtl="0" algn="l">
              <a:lnSpc>
                <a:spcPct val="116000"/>
              </a:lnSpc>
              <a:spcBef>
                <a:spcPts val="0"/>
              </a:spcBef>
              <a:spcAft>
                <a:spcPts val="0"/>
              </a:spcAft>
              <a:buClr>
                <a:srgbClr val="575757"/>
              </a:buClr>
              <a:buSzPts val="700"/>
              <a:buFont typeface="Montserrat"/>
              <a:buNone/>
            </a:pPr>
            <a:r>
              <a:rPr b="0" i="0" lang="en-US" sz="700" u="none" cap="none" strike="noStrike">
                <a:solidFill>
                  <a:srgbClr val="000033"/>
                </a:solidFill>
                <a:latin typeface="Montserrat"/>
                <a:ea typeface="Montserrat"/>
                <a:cs typeface="Montserrat"/>
                <a:sym typeface="Montserrat"/>
              </a:rPr>
              <a:t>+10 años de experiencia en data, analítica digital, ML &amp; AI.</a:t>
            </a:r>
            <a:endParaRPr b="0" i="0" sz="700" u="none" cap="none" strike="noStrike">
              <a:solidFill>
                <a:schemeClr val="dk1"/>
              </a:solidFill>
              <a:latin typeface="Calibri"/>
              <a:ea typeface="Calibri"/>
              <a:cs typeface="Calibri"/>
              <a:sym typeface="Calibri"/>
            </a:endParaRPr>
          </a:p>
        </p:txBody>
      </p:sp>
      <p:sp>
        <p:nvSpPr>
          <p:cNvPr id="862" name="Google Shape;862;g3f8da4ebb8d_0_148"/>
          <p:cNvSpPr/>
          <p:nvPr/>
        </p:nvSpPr>
        <p:spPr>
          <a:xfrm>
            <a:off x="3293402" y="3282869"/>
            <a:ext cx="2557200" cy="1230600"/>
          </a:xfrm>
          <a:prstGeom prst="roundRect">
            <a:avLst>
              <a:gd fmla="val 625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ac/s30_4.jpg" id="863" name="Google Shape;863;g3f8da4ebb8d_0_148"/>
          <p:cNvPicPr preferRelativeResize="0"/>
          <p:nvPr/>
        </p:nvPicPr>
        <p:blipFill rotWithShape="1">
          <a:blip r:embed="rId7">
            <a:alphaModFix/>
          </a:blip>
          <a:srcRect b="18122" l="0" r="0" t="939"/>
          <a:stretch/>
        </p:blipFill>
        <p:spPr>
          <a:xfrm>
            <a:off x="3476282" y="3475135"/>
            <a:ext cx="567000" cy="596100"/>
          </a:xfrm>
          <a:prstGeom prst="ellipse">
            <a:avLst/>
          </a:prstGeom>
          <a:noFill/>
          <a:ln>
            <a:noFill/>
          </a:ln>
        </p:spPr>
      </p:pic>
      <p:sp>
        <p:nvSpPr>
          <p:cNvPr id="864" name="Google Shape;864;g3f8da4ebb8d_0_148"/>
          <p:cNvSpPr txBox="1"/>
          <p:nvPr/>
        </p:nvSpPr>
        <p:spPr>
          <a:xfrm>
            <a:off x="3439706" y="4148068"/>
            <a:ext cx="640200" cy="269100"/>
          </a:xfrm>
          <a:prstGeom prst="rect">
            <a:avLst/>
          </a:prstGeom>
          <a:noFill/>
          <a:ln>
            <a:noFill/>
          </a:ln>
        </p:spPr>
        <p:txBody>
          <a:bodyPr anchorCtr="0" anchor="ctr" bIns="0" lIns="0" spcFirstLastPara="1" rIns="0" wrap="square" tIns="0">
            <a:noAutofit/>
          </a:bodyPr>
          <a:lstStyle/>
          <a:p>
            <a:pPr indent="0" lvl="0" marL="0" marR="0" rtl="0" algn="ctr">
              <a:lnSpc>
                <a:spcPct val="110000"/>
              </a:lnSpc>
              <a:spcBef>
                <a:spcPts val="0"/>
              </a:spcBef>
              <a:spcAft>
                <a:spcPts val="0"/>
              </a:spcAft>
              <a:buClr>
                <a:srgbClr val="575757"/>
              </a:buClr>
              <a:buSzPts val="700"/>
              <a:buFont typeface="Montserrat"/>
              <a:buNone/>
            </a:pPr>
            <a:r>
              <a:rPr b="0" i="0" lang="en-US" sz="700" u="none" cap="none" strike="noStrike">
                <a:solidFill>
                  <a:srgbClr val="000033"/>
                </a:solidFill>
                <a:latin typeface="Montserrat"/>
                <a:ea typeface="Montserrat"/>
                <a:cs typeface="Montserrat"/>
                <a:sym typeface="Montserrat"/>
              </a:rPr>
              <a:t>Change Management</a:t>
            </a:r>
            <a:endParaRPr b="0" i="0" sz="700" u="none" cap="none" strike="noStrike">
              <a:solidFill>
                <a:schemeClr val="dk1"/>
              </a:solidFill>
              <a:latin typeface="Calibri"/>
              <a:ea typeface="Calibri"/>
              <a:cs typeface="Calibri"/>
              <a:sym typeface="Calibri"/>
            </a:endParaRPr>
          </a:p>
        </p:txBody>
      </p:sp>
      <p:sp>
        <p:nvSpPr>
          <p:cNvPr id="865" name="Google Shape;865;g3f8da4ebb8d_0_148"/>
          <p:cNvSpPr txBox="1"/>
          <p:nvPr/>
        </p:nvSpPr>
        <p:spPr>
          <a:xfrm>
            <a:off x="4171226" y="3455909"/>
            <a:ext cx="1515000" cy="211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Franco Pastorelli</a:t>
            </a:r>
            <a:endParaRPr b="0" i="0" sz="1100" u="none" cap="none" strike="noStrike">
              <a:solidFill>
                <a:schemeClr val="dk1"/>
              </a:solidFill>
              <a:latin typeface="Calibri"/>
              <a:ea typeface="Calibri"/>
              <a:cs typeface="Calibri"/>
              <a:sym typeface="Calibri"/>
            </a:endParaRPr>
          </a:p>
        </p:txBody>
      </p:sp>
      <p:sp>
        <p:nvSpPr>
          <p:cNvPr id="866" name="Google Shape;866;g3f8da4ebb8d_0_148"/>
          <p:cNvSpPr txBox="1"/>
          <p:nvPr/>
        </p:nvSpPr>
        <p:spPr>
          <a:xfrm>
            <a:off x="4171226" y="3686629"/>
            <a:ext cx="1515000" cy="192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Especialista de Adopción</a:t>
            </a:r>
            <a:endParaRPr b="0" i="0" sz="900" u="none" cap="none" strike="noStrike">
              <a:solidFill>
                <a:schemeClr val="dk1"/>
              </a:solidFill>
              <a:latin typeface="Calibri"/>
              <a:ea typeface="Calibri"/>
              <a:cs typeface="Calibri"/>
              <a:sym typeface="Calibri"/>
            </a:endParaRPr>
          </a:p>
        </p:txBody>
      </p:sp>
      <p:sp>
        <p:nvSpPr>
          <p:cNvPr id="867" name="Google Shape;867;g3f8da4ebb8d_0_148"/>
          <p:cNvSpPr/>
          <p:nvPr/>
        </p:nvSpPr>
        <p:spPr>
          <a:xfrm>
            <a:off x="4171226" y="3936575"/>
            <a:ext cx="1496700" cy="78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8" name="Google Shape;868;g3f8da4ebb8d_0_148"/>
          <p:cNvSpPr txBox="1"/>
          <p:nvPr/>
        </p:nvSpPr>
        <p:spPr>
          <a:xfrm>
            <a:off x="4171226" y="4013482"/>
            <a:ext cx="1515000" cy="442200"/>
          </a:xfrm>
          <a:prstGeom prst="rect">
            <a:avLst/>
          </a:prstGeom>
          <a:noFill/>
          <a:ln>
            <a:noFill/>
          </a:ln>
        </p:spPr>
        <p:txBody>
          <a:bodyPr anchorCtr="0" anchor="ctr" bIns="0" lIns="0" spcFirstLastPara="1" rIns="0" wrap="square" tIns="0">
            <a:noAutofit/>
          </a:bodyPr>
          <a:lstStyle/>
          <a:p>
            <a:pPr indent="0" lvl="0" marL="0" marR="0" rtl="0" algn="l">
              <a:lnSpc>
                <a:spcPct val="116000"/>
              </a:lnSpc>
              <a:spcBef>
                <a:spcPts val="0"/>
              </a:spcBef>
              <a:spcAft>
                <a:spcPts val="0"/>
              </a:spcAft>
              <a:buClr>
                <a:srgbClr val="575757"/>
              </a:buClr>
              <a:buSzPts val="700"/>
              <a:buFont typeface="Montserrat"/>
              <a:buNone/>
            </a:pPr>
            <a:r>
              <a:rPr b="0" i="0" lang="en-US" sz="700" u="none" cap="none" strike="noStrike">
                <a:solidFill>
                  <a:srgbClr val="000033"/>
                </a:solidFill>
                <a:latin typeface="Montserrat"/>
                <a:ea typeface="Montserrat"/>
                <a:cs typeface="Montserrat"/>
                <a:sym typeface="Montserrat"/>
              </a:rPr>
              <a:t>+6 años de experiencia en gestión de proyectos de Transformación Digital, educación ejecutiva, GenAI y Agentic.</a:t>
            </a:r>
            <a:endParaRPr b="0" i="0" sz="700" u="none" cap="none" strike="noStrike">
              <a:solidFill>
                <a:schemeClr val="dk1"/>
              </a:solidFill>
              <a:latin typeface="Calibri"/>
              <a:ea typeface="Calibri"/>
              <a:cs typeface="Calibri"/>
              <a:sym typeface="Calibri"/>
            </a:endParaRPr>
          </a:p>
        </p:txBody>
      </p:sp>
      <p:sp>
        <p:nvSpPr>
          <p:cNvPr id="869" name="Google Shape;869;g3f8da4ebb8d_0_148"/>
          <p:cNvSpPr/>
          <p:nvPr/>
        </p:nvSpPr>
        <p:spPr>
          <a:xfrm>
            <a:off x="6015266" y="3282869"/>
            <a:ext cx="2557200" cy="1230600"/>
          </a:xfrm>
          <a:prstGeom prst="roundRect">
            <a:avLst>
              <a:gd fmla="val 625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ac/s30_5.jpg" id="870" name="Google Shape;870;g3f8da4ebb8d_0_148"/>
          <p:cNvPicPr preferRelativeResize="0"/>
          <p:nvPr/>
        </p:nvPicPr>
        <p:blipFill rotWithShape="1">
          <a:blip r:embed="rId8">
            <a:alphaModFix/>
          </a:blip>
          <a:srcRect b="9896" l="0" r="0" t="3979"/>
          <a:stretch/>
        </p:blipFill>
        <p:spPr>
          <a:xfrm>
            <a:off x="6198146" y="3475135"/>
            <a:ext cx="567000" cy="596100"/>
          </a:xfrm>
          <a:prstGeom prst="ellipse">
            <a:avLst/>
          </a:prstGeom>
          <a:noFill/>
          <a:ln>
            <a:noFill/>
          </a:ln>
        </p:spPr>
      </p:pic>
      <p:sp>
        <p:nvSpPr>
          <p:cNvPr id="871" name="Google Shape;871;g3f8da4ebb8d_0_148"/>
          <p:cNvSpPr txBox="1"/>
          <p:nvPr/>
        </p:nvSpPr>
        <p:spPr>
          <a:xfrm>
            <a:off x="6161569" y="4148068"/>
            <a:ext cx="640200" cy="269100"/>
          </a:xfrm>
          <a:prstGeom prst="rect">
            <a:avLst/>
          </a:prstGeom>
          <a:noFill/>
          <a:ln>
            <a:noFill/>
          </a:ln>
        </p:spPr>
        <p:txBody>
          <a:bodyPr anchorCtr="0" anchor="ctr" bIns="0" lIns="0" spcFirstLastPara="1" rIns="0" wrap="square" tIns="0">
            <a:noAutofit/>
          </a:bodyPr>
          <a:lstStyle/>
          <a:p>
            <a:pPr indent="0" lvl="0" marL="0" marR="0" rtl="0" algn="ctr">
              <a:lnSpc>
                <a:spcPct val="110000"/>
              </a:lnSpc>
              <a:spcBef>
                <a:spcPts val="0"/>
              </a:spcBef>
              <a:spcAft>
                <a:spcPts val="0"/>
              </a:spcAft>
              <a:buClr>
                <a:srgbClr val="575757"/>
              </a:buClr>
              <a:buSzPts val="700"/>
              <a:buFont typeface="Montserrat"/>
              <a:buNone/>
            </a:pPr>
            <a:r>
              <a:rPr b="0" i="0" lang="en-US" sz="700" u="none" cap="none" strike="noStrike">
                <a:solidFill>
                  <a:srgbClr val="000033"/>
                </a:solidFill>
                <a:latin typeface="Montserrat"/>
                <a:ea typeface="Montserrat"/>
                <a:cs typeface="Montserrat"/>
                <a:sym typeface="Montserrat"/>
              </a:rPr>
              <a:t>PMO</a:t>
            </a:r>
            <a:endParaRPr b="0" i="0" sz="700" u="none" cap="none" strike="noStrike">
              <a:solidFill>
                <a:schemeClr val="dk1"/>
              </a:solidFill>
              <a:latin typeface="Calibri"/>
              <a:ea typeface="Calibri"/>
              <a:cs typeface="Calibri"/>
              <a:sym typeface="Calibri"/>
            </a:endParaRPr>
          </a:p>
        </p:txBody>
      </p:sp>
      <p:sp>
        <p:nvSpPr>
          <p:cNvPr id="872" name="Google Shape;872;g3f8da4ebb8d_0_148"/>
          <p:cNvSpPr txBox="1"/>
          <p:nvPr/>
        </p:nvSpPr>
        <p:spPr>
          <a:xfrm>
            <a:off x="6893090" y="3455909"/>
            <a:ext cx="1515000" cy="211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Daniela Tamayo</a:t>
            </a:r>
            <a:endParaRPr b="0" i="0" sz="1100" u="none" cap="none" strike="noStrike">
              <a:solidFill>
                <a:schemeClr val="dk1"/>
              </a:solidFill>
              <a:latin typeface="Calibri"/>
              <a:ea typeface="Calibri"/>
              <a:cs typeface="Calibri"/>
              <a:sym typeface="Calibri"/>
            </a:endParaRPr>
          </a:p>
        </p:txBody>
      </p:sp>
      <p:sp>
        <p:nvSpPr>
          <p:cNvPr id="873" name="Google Shape;873;g3f8da4ebb8d_0_148"/>
          <p:cNvSpPr txBox="1"/>
          <p:nvPr/>
        </p:nvSpPr>
        <p:spPr>
          <a:xfrm>
            <a:off x="6893090" y="3686629"/>
            <a:ext cx="1515000" cy="192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Gestor de Proyecto</a:t>
            </a:r>
            <a:endParaRPr b="0" i="0" sz="900" u="none" cap="none" strike="noStrike">
              <a:solidFill>
                <a:schemeClr val="dk1"/>
              </a:solidFill>
              <a:latin typeface="Calibri"/>
              <a:ea typeface="Calibri"/>
              <a:cs typeface="Calibri"/>
              <a:sym typeface="Calibri"/>
            </a:endParaRPr>
          </a:p>
        </p:txBody>
      </p:sp>
      <p:sp>
        <p:nvSpPr>
          <p:cNvPr id="874" name="Google Shape;874;g3f8da4ebb8d_0_148"/>
          <p:cNvSpPr/>
          <p:nvPr/>
        </p:nvSpPr>
        <p:spPr>
          <a:xfrm>
            <a:off x="6893090" y="3936575"/>
            <a:ext cx="1496700" cy="78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5" name="Google Shape;875;g3f8da4ebb8d_0_148"/>
          <p:cNvSpPr txBox="1"/>
          <p:nvPr/>
        </p:nvSpPr>
        <p:spPr>
          <a:xfrm>
            <a:off x="6893090" y="4013482"/>
            <a:ext cx="1515000" cy="442200"/>
          </a:xfrm>
          <a:prstGeom prst="rect">
            <a:avLst/>
          </a:prstGeom>
          <a:noFill/>
          <a:ln>
            <a:noFill/>
          </a:ln>
        </p:spPr>
        <p:txBody>
          <a:bodyPr anchorCtr="0" anchor="ctr" bIns="0" lIns="0" spcFirstLastPara="1" rIns="0" wrap="square" tIns="0">
            <a:noAutofit/>
          </a:bodyPr>
          <a:lstStyle/>
          <a:p>
            <a:pPr indent="0" lvl="0" marL="0" marR="0" rtl="0" algn="l">
              <a:lnSpc>
                <a:spcPct val="116000"/>
              </a:lnSpc>
              <a:spcBef>
                <a:spcPts val="0"/>
              </a:spcBef>
              <a:spcAft>
                <a:spcPts val="0"/>
              </a:spcAft>
              <a:buClr>
                <a:srgbClr val="575757"/>
              </a:buClr>
              <a:buSzPts val="700"/>
              <a:buFont typeface="Montserrat"/>
              <a:buNone/>
            </a:pPr>
            <a:r>
              <a:rPr b="0" i="0" lang="en-US" sz="700" u="none" cap="none" strike="noStrike">
                <a:solidFill>
                  <a:srgbClr val="000033"/>
                </a:solidFill>
                <a:latin typeface="Montserrat"/>
                <a:ea typeface="Montserrat"/>
                <a:cs typeface="Montserrat"/>
                <a:sym typeface="Montserrat"/>
              </a:rPr>
              <a:t>+5 años de experiencia en gestión de proyectos digitales de IA, Growth y Analytics.</a:t>
            </a:r>
            <a:endParaRPr b="0" i="0" sz="700" u="none" cap="none" strike="noStrike">
              <a:solidFill>
                <a:schemeClr val="dk1"/>
              </a:solidFill>
              <a:latin typeface="Calibri"/>
              <a:ea typeface="Calibri"/>
              <a:cs typeface="Calibri"/>
              <a:sym typeface="Calibri"/>
            </a:endParaRPr>
          </a:p>
        </p:txBody>
      </p:sp>
      <p:sp>
        <p:nvSpPr>
          <p:cNvPr id="876" name="Google Shape;876;g3f8da4ebb8d_0_148"/>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881" name="Shape 881"/>
        <p:cNvGrpSpPr/>
        <p:nvPr/>
      </p:nvGrpSpPr>
      <p:grpSpPr>
        <a:xfrm>
          <a:off x="0" y="0"/>
          <a:ext cx="0" cy="0"/>
          <a:chOff x="0" y="0"/>
          <a:chExt cx="0" cy="0"/>
        </a:xfrm>
      </p:grpSpPr>
      <p:pic>
        <p:nvPicPr>
          <p:cNvPr descr="preencoded.png" id="882" name="Google Shape;882;p23"/>
          <p:cNvPicPr preferRelativeResize="0"/>
          <p:nvPr/>
        </p:nvPicPr>
        <p:blipFill rotWithShape="1">
          <a:blip r:embed="rId3">
            <a:alphaModFix/>
          </a:blip>
          <a:srcRect b="0" l="0" r="0" t="0"/>
          <a:stretch/>
        </p:blipFill>
        <p:spPr>
          <a:xfrm>
            <a:off x="0" y="0"/>
            <a:ext cx="9144000" cy="5143500"/>
          </a:xfrm>
          <a:prstGeom prst="rect">
            <a:avLst/>
          </a:prstGeom>
          <a:noFill/>
          <a:ln>
            <a:noFill/>
          </a:ln>
        </p:spPr>
      </p:pic>
      <p:pic>
        <p:nvPicPr>
          <p:cNvPr descr="preencoded.png" id="883" name="Google Shape;883;p23"/>
          <p:cNvPicPr preferRelativeResize="0"/>
          <p:nvPr/>
        </p:nvPicPr>
        <p:blipFill rotWithShape="1">
          <a:blip r:embed="rId4">
            <a:alphaModFix/>
          </a:blip>
          <a:srcRect b="0" l="0" r="0" t="0"/>
          <a:stretch/>
        </p:blipFill>
        <p:spPr>
          <a:xfrm>
            <a:off x="571500" y="1643988"/>
            <a:ext cx="8001000" cy="3100387"/>
          </a:xfrm>
          <a:prstGeom prst="rect">
            <a:avLst/>
          </a:prstGeom>
          <a:noFill/>
          <a:ln>
            <a:noFill/>
          </a:ln>
        </p:spPr>
      </p:pic>
      <p:sp>
        <p:nvSpPr>
          <p:cNvPr id="884" name="Google Shape;884;p23"/>
          <p:cNvSpPr/>
          <p:nvPr/>
        </p:nvSpPr>
        <p:spPr>
          <a:xfrm>
            <a:off x="571500" y="836200"/>
            <a:ext cx="10878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EQUIPO NEO </a:t>
            </a:r>
            <a:endParaRPr b="0" i="0" sz="1100" u="none" cap="none" strike="noStrike">
              <a:solidFill>
                <a:srgbClr val="000033"/>
              </a:solidFill>
              <a:latin typeface="Calibri"/>
              <a:ea typeface="Calibri"/>
              <a:cs typeface="Calibri"/>
              <a:sym typeface="Calibri"/>
            </a:endParaRPr>
          </a:p>
        </p:txBody>
      </p:sp>
      <p:sp>
        <p:nvSpPr>
          <p:cNvPr id="885" name="Google Shape;885;p23"/>
          <p:cNvSpPr/>
          <p:nvPr/>
        </p:nvSpPr>
        <p:spPr>
          <a:xfrm>
            <a:off x="571500" y="1069557"/>
            <a:ext cx="7972800" cy="324000"/>
          </a:xfrm>
          <a:prstGeom prst="rect">
            <a:avLst/>
          </a:prstGeom>
          <a:noFill/>
          <a:ln>
            <a:noFill/>
          </a:ln>
        </p:spPr>
        <p:txBody>
          <a:bodyPr anchorCtr="0" anchor="t" bIns="0" lIns="0" spcFirstLastPara="1" rIns="0" wrap="square" tIns="0">
            <a:noAutofit/>
          </a:bodyPr>
          <a:lstStyle/>
          <a:p>
            <a:pPr indent="0" lvl="0" marL="0" marR="0" rtl="0" algn="l">
              <a:lnSpc>
                <a:spcPct val="8819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Nuestro equipo de </a:t>
            </a:r>
            <a:r>
              <a:rPr b="1" i="1" lang="en-US" sz="2100" u="none" cap="none" strike="noStrike">
                <a:solidFill>
                  <a:srgbClr val="2B5BFC"/>
                </a:solidFill>
                <a:latin typeface="Montserrat ExtraBold"/>
                <a:ea typeface="Montserrat ExtraBold"/>
                <a:cs typeface="Montserrat ExtraBold"/>
                <a:sym typeface="Montserrat ExtraBold"/>
              </a:rPr>
              <a:t>expertos</a:t>
            </a:r>
            <a:r>
              <a:rPr b="1" i="0" lang="en-US" sz="2100" u="none" cap="none" strike="noStrike">
                <a:solidFill>
                  <a:srgbClr val="000033"/>
                </a:solidFill>
                <a:latin typeface="Montserrat ExtraBold"/>
                <a:ea typeface="Montserrat ExtraBold"/>
                <a:cs typeface="Montserrat ExtraBold"/>
                <a:sym typeface="Montserrat ExtraBold"/>
              </a:rPr>
              <a:t> </a:t>
            </a:r>
            <a:endParaRPr b="0" i="0" sz="2100" u="none" cap="none" strike="noStrike">
              <a:solidFill>
                <a:srgbClr val="000033"/>
              </a:solidFill>
              <a:latin typeface="Calibri"/>
              <a:ea typeface="Calibri"/>
              <a:cs typeface="Calibri"/>
              <a:sym typeface="Calibri"/>
            </a:endParaRPr>
          </a:p>
        </p:txBody>
      </p:sp>
      <p:sp>
        <p:nvSpPr>
          <p:cNvPr id="886" name="Google Shape;886;p23"/>
          <p:cNvSpPr/>
          <p:nvPr/>
        </p:nvSpPr>
        <p:spPr>
          <a:xfrm>
            <a:off x="688886" y="2386608"/>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Daniel Falcón </a:t>
            </a:r>
            <a:endParaRPr b="0" i="0" sz="1100" u="none" cap="none" strike="noStrike">
              <a:solidFill>
                <a:srgbClr val="000033"/>
              </a:solidFill>
              <a:latin typeface="Calibri"/>
              <a:ea typeface="Calibri"/>
              <a:cs typeface="Calibri"/>
              <a:sym typeface="Calibri"/>
            </a:endParaRPr>
          </a:p>
        </p:txBody>
      </p:sp>
      <p:sp>
        <p:nvSpPr>
          <p:cNvPr id="887" name="Google Shape;887;p23"/>
          <p:cNvSpPr/>
          <p:nvPr/>
        </p:nvSpPr>
        <p:spPr>
          <a:xfrm>
            <a:off x="660713" y="2526460"/>
            <a:ext cx="14520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CEO </a:t>
            </a:r>
            <a:endParaRPr b="0" i="0" sz="1100" u="none" cap="none" strike="noStrike">
              <a:solidFill>
                <a:srgbClr val="000033"/>
              </a:solidFill>
              <a:latin typeface="Calibri"/>
              <a:ea typeface="Calibri"/>
              <a:cs typeface="Calibri"/>
              <a:sym typeface="Calibri"/>
            </a:endParaRPr>
          </a:p>
        </p:txBody>
      </p:sp>
      <p:sp>
        <p:nvSpPr>
          <p:cNvPr id="888" name="Google Shape;888;p23"/>
          <p:cNvSpPr/>
          <p:nvPr/>
        </p:nvSpPr>
        <p:spPr>
          <a:xfrm>
            <a:off x="693581" y="2722737"/>
            <a:ext cx="1390800" cy="2883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900" u="none" cap="none" strike="noStrike">
                <a:solidFill>
                  <a:srgbClr val="000033"/>
                </a:solidFill>
                <a:latin typeface="Montserrat"/>
                <a:ea typeface="Montserrat"/>
                <a:cs typeface="Montserrat"/>
                <a:sym typeface="Montserrat"/>
              </a:rPr>
              <a:t>+25 años de experiencia en consultoría digital</a:t>
            </a:r>
            <a:endParaRPr b="0" i="0" sz="900" u="none" cap="none" strike="noStrike">
              <a:solidFill>
                <a:srgbClr val="000033"/>
              </a:solidFill>
              <a:latin typeface="Montserrat"/>
              <a:ea typeface="Montserrat"/>
              <a:cs typeface="Montserrat"/>
              <a:sym typeface="Montserrat"/>
            </a:endParaRPr>
          </a:p>
          <a:p>
            <a:pPr indent="0" lvl="0" marL="0" marR="0" rtl="0" algn="ctr">
              <a:lnSpc>
                <a:spcPct val="89377"/>
              </a:lnSpc>
              <a:spcBef>
                <a:spcPts val="0"/>
              </a:spcBef>
              <a:spcAft>
                <a:spcPts val="0"/>
              </a:spcAft>
              <a:buClr>
                <a:srgbClr val="575757"/>
              </a:buClr>
              <a:buSzPts val="1100"/>
              <a:buFont typeface="Montserrat Medium"/>
              <a:buNone/>
            </a:pPr>
            <a:r>
              <a:t/>
            </a:r>
            <a:endParaRPr b="0" i="0" sz="900" u="none" cap="none" strike="noStrike">
              <a:solidFill>
                <a:srgbClr val="000033"/>
              </a:solidFill>
              <a:latin typeface="Montserrat Medium"/>
              <a:ea typeface="Montserrat Medium"/>
              <a:cs typeface="Montserrat Medium"/>
              <a:sym typeface="Montserrat Medium"/>
            </a:endParaRPr>
          </a:p>
          <a:p>
            <a:pPr indent="0" lvl="0" marL="0" marR="0" rtl="0" algn="ctr">
              <a:lnSpc>
                <a:spcPct val="89377"/>
              </a:lnSpc>
              <a:spcBef>
                <a:spcPts val="0"/>
              </a:spcBef>
              <a:spcAft>
                <a:spcPts val="0"/>
              </a:spcAft>
              <a:buClr>
                <a:srgbClr val="575757"/>
              </a:buClr>
              <a:buSzPts val="1100"/>
              <a:buFont typeface="Montserrat Medium"/>
              <a:buNone/>
            </a:pPr>
            <a:r>
              <a:rPr b="0" i="0" lang="en-US" sz="900" u="none" cap="none" strike="noStrike">
                <a:solidFill>
                  <a:srgbClr val="000033"/>
                </a:solidFill>
                <a:latin typeface="Montserrat Medium"/>
                <a:ea typeface="Montserrat Medium"/>
                <a:cs typeface="Montserrat Medium"/>
                <a:sym typeface="Montserrat Medium"/>
              </a:rPr>
              <a:t> </a:t>
            </a:r>
            <a:endParaRPr b="0" i="0" sz="900" u="none" cap="none" strike="noStrike">
              <a:solidFill>
                <a:srgbClr val="000033"/>
              </a:solidFill>
              <a:latin typeface="Calibri"/>
              <a:ea typeface="Calibri"/>
              <a:cs typeface="Calibri"/>
              <a:sym typeface="Calibri"/>
            </a:endParaRPr>
          </a:p>
        </p:txBody>
      </p:sp>
      <p:sp>
        <p:nvSpPr>
          <p:cNvPr id="889" name="Google Shape;889;p23"/>
          <p:cNvSpPr/>
          <p:nvPr/>
        </p:nvSpPr>
        <p:spPr>
          <a:xfrm>
            <a:off x="2266551" y="2386600"/>
            <a:ext cx="18645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Jurgita Sarkovaite </a:t>
            </a:r>
            <a:endParaRPr b="0" i="0" sz="1100" u="none" cap="none" strike="noStrike">
              <a:solidFill>
                <a:srgbClr val="000033"/>
              </a:solidFill>
              <a:latin typeface="Calibri"/>
              <a:ea typeface="Calibri"/>
              <a:cs typeface="Calibri"/>
              <a:sym typeface="Calibri"/>
            </a:endParaRPr>
          </a:p>
        </p:txBody>
      </p:sp>
      <p:sp>
        <p:nvSpPr>
          <p:cNvPr id="890" name="Google Shape;890;p23"/>
          <p:cNvSpPr/>
          <p:nvPr/>
        </p:nvSpPr>
        <p:spPr>
          <a:xfrm>
            <a:off x="2280634" y="2526460"/>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Directora </a:t>
            </a:r>
            <a:endParaRPr b="0" i="0" sz="1100" u="none" cap="none" strike="noStrike">
              <a:solidFill>
                <a:srgbClr val="000033"/>
              </a:solidFill>
              <a:latin typeface="Calibri"/>
              <a:ea typeface="Calibri"/>
              <a:cs typeface="Calibri"/>
              <a:sym typeface="Calibri"/>
            </a:endParaRPr>
          </a:p>
        </p:txBody>
      </p:sp>
      <p:sp>
        <p:nvSpPr>
          <p:cNvPr id="891" name="Google Shape;891;p23"/>
          <p:cNvSpPr/>
          <p:nvPr/>
        </p:nvSpPr>
        <p:spPr>
          <a:xfrm>
            <a:off x="2266067" y="2740187"/>
            <a:ext cx="1423500" cy="2448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800" u="none" cap="none" strike="noStrike">
                <a:solidFill>
                  <a:srgbClr val="000033"/>
                </a:solidFill>
                <a:latin typeface="Montserrat"/>
                <a:ea typeface="Montserrat"/>
                <a:cs typeface="Montserrat"/>
                <a:sym typeface="Montserrat"/>
              </a:rPr>
              <a:t>+15 años de experiencia internacional en consultoría </a:t>
            </a:r>
            <a:endParaRPr b="0" i="0" sz="800" u="none" cap="none" strike="noStrike">
              <a:solidFill>
                <a:srgbClr val="000033"/>
              </a:solidFill>
              <a:latin typeface="Arial"/>
              <a:ea typeface="Arial"/>
              <a:cs typeface="Arial"/>
              <a:sym typeface="Arial"/>
            </a:endParaRPr>
          </a:p>
          <a:p>
            <a:pPr indent="0" lvl="0" marL="0" marR="0" rtl="0" algn="l">
              <a:lnSpc>
                <a:spcPct val="89377"/>
              </a:lnSpc>
              <a:spcBef>
                <a:spcPts val="0"/>
              </a:spcBef>
              <a:spcAft>
                <a:spcPts val="0"/>
              </a:spcAft>
              <a:buClr>
                <a:srgbClr val="575757"/>
              </a:buClr>
              <a:buSzPts val="1100"/>
              <a:buFont typeface="Montserrat Medium"/>
              <a:buNone/>
            </a:pPr>
            <a:r>
              <a:t/>
            </a:r>
            <a:endParaRPr b="0" i="0" sz="800" u="none" cap="none" strike="noStrike">
              <a:solidFill>
                <a:srgbClr val="000033"/>
              </a:solidFill>
              <a:latin typeface="Montserrat Medium"/>
              <a:ea typeface="Montserrat Medium"/>
              <a:cs typeface="Montserrat Medium"/>
              <a:sym typeface="Montserrat Medium"/>
            </a:endParaRPr>
          </a:p>
        </p:txBody>
      </p:sp>
      <p:sp>
        <p:nvSpPr>
          <p:cNvPr id="892" name="Google Shape;892;p23"/>
          <p:cNvSpPr/>
          <p:nvPr/>
        </p:nvSpPr>
        <p:spPr>
          <a:xfrm>
            <a:off x="3872382" y="2386608"/>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Manuel Falcón </a:t>
            </a:r>
            <a:endParaRPr b="0" i="0" sz="1100" u="none" cap="none" strike="noStrike">
              <a:solidFill>
                <a:srgbClr val="000033"/>
              </a:solidFill>
              <a:latin typeface="Calibri"/>
              <a:ea typeface="Calibri"/>
              <a:cs typeface="Calibri"/>
              <a:sym typeface="Calibri"/>
            </a:endParaRPr>
          </a:p>
        </p:txBody>
      </p:sp>
      <p:sp>
        <p:nvSpPr>
          <p:cNvPr id="893" name="Google Shape;893;p23"/>
          <p:cNvSpPr/>
          <p:nvPr/>
        </p:nvSpPr>
        <p:spPr>
          <a:xfrm>
            <a:off x="3872382" y="2526460"/>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Gerente </a:t>
            </a:r>
            <a:endParaRPr b="0" i="0" sz="1100" u="none" cap="none" strike="noStrike">
              <a:solidFill>
                <a:srgbClr val="000033"/>
              </a:solidFill>
              <a:latin typeface="Calibri"/>
              <a:ea typeface="Calibri"/>
              <a:cs typeface="Calibri"/>
              <a:sym typeface="Calibri"/>
            </a:endParaRPr>
          </a:p>
        </p:txBody>
      </p:sp>
      <p:sp>
        <p:nvSpPr>
          <p:cNvPr id="894" name="Google Shape;894;p23"/>
          <p:cNvSpPr/>
          <p:nvPr/>
        </p:nvSpPr>
        <p:spPr>
          <a:xfrm>
            <a:off x="3877078" y="2729665"/>
            <a:ext cx="1390800" cy="2448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800" u="none" cap="none" strike="noStrike">
                <a:solidFill>
                  <a:srgbClr val="000033"/>
                </a:solidFill>
                <a:latin typeface="Montserrat"/>
                <a:ea typeface="Montserrat"/>
                <a:cs typeface="Montserrat"/>
                <a:sym typeface="Montserrat"/>
              </a:rPr>
              <a:t>+20 años de experiencia en finanzas y operaciones</a:t>
            </a:r>
            <a:endParaRPr b="0" i="0" sz="800" u="none" cap="none" strike="noStrike">
              <a:solidFill>
                <a:srgbClr val="000033"/>
              </a:solidFill>
              <a:latin typeface="Montserrat Medium"/>
              <a:ea typeface="Montserrat Medium"/>
              <a:cs typeface="Montserrat Medium"/>
              <a:sym typeface="Montserrat Medium"/>
            </a:endParaRPr>
          </a:p>
        </p:txBody>
      </p:sp>
      <p:sp>
        <p:nvSpPr>
          <p:cNvPr id="895" name="Google Shape;895;p23"/>
          <p:cNvSpPr/>
          <p:nvPr/>
        </p:nvSpPr>
        <p:spPr>
          <a:xfrm>
            <a:off x="5468826" y="2386608"/>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Carlos Ramos </a:t>
            </a:r>
            <a:endParaRPr b="0" i="0" sz="1100" u="none" cap="none" strike="noStrike">
              <a:solidFill>
                <a:srgbClr val="000033"/>
              </a:solidFill>
              <a:latin typeface="Calibri"/>
              <a:ea typeface="Calibri"/>
              <a:cs typeface="Calibri"/>
              <a:sym typeface="Calibri"/>
            </a:endParaRPr>
          </a:p>
        </p:txBody>
      </p:sp>
      <p:sp>
        <p:nvSpPr>
          <p:cNvPr id="896" name="Google Shape;896;p23"/>
          <p:cNvSpPr/>
          <p:nvPr/>
        </p:nvSpPr>
        <p:spPr>
          <a:xfrm>
            <a:off x="5468826" y="2526460"/>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Director. </a:t>
            </a:r>
            <a:endParaRPr b="0" i="0" sz="1100" u="none" cap="none" strike="noStrike">
              <a:solidFill>
                <a:srgbClr val="000033"/>
              </a:solidFill>
              <a:latin typeface="Calibri"/>
              <a:ea typeface="Calibri"/>
              <a:cs typeface="Calibri"/>
              <a:sym typeface="Calibri"/>
            </a:endParaRPr>
          </a:p>
        </p:txBody>
      </p:sp>
      <p:sp>
        <p:nvSpPr>
          <p:cNvPr id="897" name="Google Shape;897;p23"/>
          <p:cNvSpPr/>
          <p:nvPr/>
        </p:nvSpPr>
        <p:spPr>
          <a:xfrm>
            <a:off x="5468838" y="2729664"/>
            <a:ext cx="1390800" cy="2406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900" u="none" cap="none" strike="noStrike">
                <a:solidFill>
                  <a:srgbClr val="000033"/>
                </a:solidFill>
                <a:latin typeface="Montserrat"/>
                <a:ea typeface="Montserrat"/>
                <a:cs typeface="Montserrat"/>
                <a:sym typeface="Montserrat"/>
              </a:rPr>
              <a:t>+15 años de experiencia en consultoría digital</a:t>
            </a:r>
            <a:endParaRPr b="0" i="0" sz="900" u="none" cap="none" strike="noStrike">
              <a:solidFill>
                <a:srgbClr val="000033"/>
              </a:solidFill>
              <a:latin typeface="Montserrat Medium"/>
              <a:ea typeface="Montserrat Medium"/>
              <a:cs typeface="Montserrat Medium"/>
              <a:sym typeface="Montserrat Medium"/>
            </a:endParaRPr>
          </a:p>
        </p:txBody>
      </p:sp>
      <p:sp>
        <p:nvSpPr>
          <p:cNvPr id="898" name="Google Shape;898;p23"/>
          <p:cNvSpPr/>
          <p:nvPr/>
        </p:nvSpPr>
        <p:spPr>
          <a:xfrm>
            <a:off x="7060574" y="2386608"/>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Ricardo Caballero </a:t>
            </a:r>
            <a:endParaRPr b="0" i="0" sz="1100" u="none" cap="none" strike="noStrike">
              <a:solidFill>
                <a:srgbClr val="000033"/>
              </a:solidFill>
              <a:latin typeface="Calibri"/>
              <a:ea typeface="Calibri"/>
              <a:cs typeface="Calibri"/>
              <a:sym typeface="Calibri"/>
            </a:endParaRPr>
          </a:p>
        </p:txBody>
      </p:sp>
      <p:sp>
        <p:nvSpPr>
          <p:cNvPr id="899" name="Google Shape;899;p23"/>
          <p:cNvSpPr/>
          <p:nvPr/>
        </p:nvSpPr>
        <p:spPr>
          <a:xfrm>
            <a:off x="7060574" y="2526460"/>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Gerente</a:t>
            </a:r>
            <a:endParaRPr b="0" i="0" sz="1100" u="none" cap="none" strike="noStrike">
              <a:solidFill>
                <a:srgbClr val="000033"/>
              </a:solidFill>
              <a:latin typeface="Calibri"/>
              <a:ea typeface="Calibri"/>
              <a:cs typeface="Calibri"/>
              <a:sym typeface="Calibri"/>
            </a:endParaRPr>
          </a:p>
        </p:txBody>
      </p:sp>
      <p:sp>
        <p:nvSpPr>
          <p:cNvPr id="900" name="Google Shape;900;p23"/>
          <p:cNvSpPr/>
          <p:nvPr/>
        </p:nvSpPr>
        <p:spPr>
          <a:xfrm>
            <a:off x="7060574" y="2734926"/>
            <a:ext cx="1390800" cy="2448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750" u="none" cap="none" strike="noStrike">
                <a:solidFill>
                  <a:srgbClr val="000033"/>
                </a:solidFill>
                <a:latin typeface="Montserrat"/>
                <a:ea typeface="Montserrat"/>
                <a:cs typeface="Montserrat"/>
                <a:sym typeface="Montserrat"/>
              </a:rPr>
              <a:t>+9 años de exp. en proyectos de growth, UX &amp; paid media</a:t>
            </a:r>
            <a:endParaRPr b="0" i="0" sz="750" u="none" cap="none" strike="noStrike">
              <a:solidFill>
                <a:srgbClr val="000033"/>
              </a:solidFill>
              <a:latin typeface="Montserrat Medium"/>
              <a:ea typeface="Montserrat Medium"/>
              <a:cs typeface="Montserrat Medium"/>
              <a:sym typeface="Montserrat Medium"/>
            </a:endParaRPr>
          </a:p>
        </p:txBody>
      </p:sp>
      <p:sp>
        <p:nvSpPr>
          <p:cNvPr id="901" name="Google Shape;901;p23"/>
          <p:cNvSpPr/>
          <p:nvPr/>
        </p:nvSpPr>
        <p:spPr>
          <a:xfrm>
            <a:off x="688886" y="3986808"/>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Carlos Bachmann </a:t>
            </a:r>
            <a:endParaRPr b="0" i="0" sz="1100" u="none" cap="none" strike="noStrike">
              <a:solidFill>
                <a:srgbClr val="000033"/>
              </a:solidFill>
              <a:latin typeface="Calibri"/>
              <a:ea typeface="Calibri"/>
              <a:cs typeface="Calibri"/>
              <a:sym typeface="Calibri"/>
            </a:endParaRPr>
          </a:p>
        </p:txBody>
      </p:sp>
      <p:sp>
        <p:nvSpPr>
          <p:cNvPr id="902" name="Google Shape;902;p23"/>
          <p:cNvSpPr/>
          <p:nvPr/>
        </p:nvSpPr>
        <p:spPr>
          <a:xfrm>
            <a:off x="688886" y="4126660"/>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Sub Gerente </a:t>
            </a:r>
            <a:endParaRPr b="0" i="0" sz="1100" u="none" cap="none" strike="noStrike">
              <a:solidFill>
                <a:srgbClr val="000033"/>
              </a:solidFill>
              <a:latin typeface="Calibri"/>
              <a:ea typeface="Calibri"/>
              <a:cs typeface="Calibri"/>
              <a:sym typeface="Calibri"/>
            </a:endParaRPr>
          </a:p>
        </p:txBody>
      </p:sp>
      <p:sp>
        <p:nvSpPr>
          <p:cNvPr id="903" name="Google Shape;903;p23"/>
          <p:cNvSpPr/>
          <p:nvPr/>
        </p:nvSpPr>
        <p:spPr>
          <a:xfrm>
            <a:off x="693581" y="4329853"/>
            <a:ext cx="1390800" cy="1761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900" u="none" cap="none" strike="noStrike">
                <a:solidFill>
                  <a:srgbClr val="000033"/>
                </a:solidFill>
                <a:latin typeface="Montserrat"/>
                <a:ea typeface="Montserrat"/>
                <a:cs typeface="Montserrat"/>
                <a:sym typeface="Montserrat"/>
              </a:rPr>
              <a:t>+10 años de experiencia en analítica digital</a:t>
            </a:r>
            <a:endParaRPr b="0" i="0" sz="900" u="none" cap="none" strike="noStrike">
              <a:solidFill>
                <a:srgbClr val="000033"/>
              </a:solidFill>
              <a:latin typeface="Montserrat Medium"/>
              <a:ea typeface="Montserrat Medium"/>
              <a:cs typeface="Montserrat Medium"/>
              <a:sym typeface="Montserrat Medium"/>
            </a:endParaRPr>
          </a:p>
          <a:p>
            <a:pPr indent="0" lvl="0" marL="0" marR="0" rtl="0" algn="ctr">
              <a:lnSpc>
                <a:spcPct val="89377"/>
              </a:lnSpc>
              <a:spcBef>
                <a:spcPts val="0"/>
              </a:spcBef>
              <a:spcAft>
                <a:spcPts val="0"/>
              </a:spcAft>
              <a:buClr>
                <a:srgbClr val="575757"/>
              </a:buClr>
              <a:buSzPts val="1100"/>
              <a:buFont typeface="Montserrat Medium"/>
              <a:buNone/>
            </a:pPr>
            <a:r>
              <a:t/>
            </a:r>
            <a:endParaRPr b="0" i="0" sz="900" u="none" cap="none" strike="noStrike">
              <a:solidFill>
                <a:srgbClr val="000033"/>
              </a:solidFill>
              <a:latin typeface="Montserrat Medium"/>
              <a:ea typeface="Montserrat Medium"/>
              <a:cs typeface="Montserrat Medium"/>
              <a:sym typeface="Montserrat Medium"/>
            </a:endParaRPr>
          </a:p>
        </p:txBody>
      </p:sp>
      <p:sp>
        <p:nvSpPr>
          <p:cNvPr id="904" name="Google Shape;904;p23"/>
          <p:cNvSpPr/>
          <p:nvPr/>
        </p:nvSpPr>
        <p:spPr>
          <a:xfrm>
            <a:off x="2280634" y="3986808"/>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Daniel Vicente </a:t>
            </a:r>
            <a:endParaRPr b="0" i="0" sz="1100" u="none" cap="none" strike="noStrike">
              <a:solidFill>
                <a:srgbClr val="000033"/>
              </a:solidFill>
              <a:latin typeface="Calibri"/>
              <a:ea typeface="Calibri"/>
              <a:cs typeface="Calibri"/>
              <a:sym typeface="Calibri"/>
            </a:endParaRPr>
          </a:p>
        </p:txBody>
      </p:sp>
      <p:sp>
        <p:nvSpPr>
          <p:cNvPr id="905" name="Google Shape;905;p23"/>
          <p:cNvSpPr/>
          <p:nvPr/>
        </p:nvSpPr>
        <p:spPr>
          <a:xfrm>
            <a:off x="2280634" y="4126660"/>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Consultor</a:t>
            </a:r>
            <a:endParaRPr b="0" i="0" sz="1100" u="none" cap="none" strike="noStrike">
              <a:solidFill>
                <a:srgbClr val="000033"/>
              </a:solidFill>
              <a:latin typeface="Calibri"/>
              <a:ea typeface="Calibri"/>
              <a:cs typeface="Calibri"/>
              <a:sym typeface="Calibri"/>
            </a:endParaRPr>
          </a:p>
        </p:txBody>
      </p:sp>
      <p:sp>
        <p:nvSpPr>
          <p:cNvPr id="906" name="Google Shape;906;p23"/>
          <p:cNvSpPr/>
          <p:nvPr/>
        </p:nvSpPr>
        <p:spPr>
          <a:xfrm>
            <a:off x="2285342" y="4329865"/>
            <a:ext cx="1390800" cy="2448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900" u="none" cap="none" strike="noStrike">
                <a:solidFill>
                  <a:srgbClr val="000033"/>
                </a:solidFill>
                <a:latin typeface="Montserrat"/>
                <a:ea typeface="Montserrat"/>
                <a:cs typeface="Montserrat"/>
                <a:sym typeface="Montserrat"/>
              </a:rPr>
              <a:t>+8 años de experiencia en digital, ML &amp; AI</a:t>
            </a:r>
            <a:endParaRPr b="0" i="0" sz="900" u="none" cap="none" strike="noStrike">
              <a:solidFill>
                <a:srgbClr val="000033"/>
              </a:solidFill>
              <a:latin typeface="Montserrat Medium"/>
              <a:ea typeface="Montserrat Medium"/>
              <a:cs typeface="Montserrat Medium"/>
              <a:sym typeface="Montserrat Medium"/>
            </a:endParaRPr>
          </a:p>
        </p:txBody>
      </p:sp>
      <p:sp>
        <p:nvSpPr>
          <p:cNvPr id="907" name="Google Shape;907;p23"/>
          <p:cNvSpPr/>
          <p:nvPr/>
        </p:nvSpPr>
        <p:spPr>
          <a:xfrm>
            <a:off x="3872382" y="3986808"/>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Jean P. Merino </a:t>
            </a:r>
            <a:endParaRPr b="0" i="0" sz="1100" u="none" cap="none" strike="noStrike">
              <a:solidFill>
                <a:srgbClr val="000033"/>
              </a:solidFill>
              <a:latin typeface="Calibri"/>
              <a:ea typeface="Calibri"/>
              <a:cs typeface="Calibri"/>
              <a:sym typeface="Calibri"/>
            </a:endParaRPr>
          </a:p>
        </p:txBody>
      </p:sp>
      <p:sp>
        <p:nvSpPr>
          <p:cNvPr id="908" name="Google Shape;908;p23"/>
          <p:cNvSpPr/>
          <p:nvPr/>
        </p:nvSpPr>
        <p:spPr>
          <a:xfrm>
            <a:off x="3872382" y="4126660"/>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Consultor</a:t>
            </a:r>
            <a:endParaRPr b="0" i="0" sz="1100" u="none" cap="none" strike="noStrike">
              <a:solidFill>
                <a:srgbClr val="000033"/>
              </a:solidFill>
              <a:latin typeface="Calibri"/>
              <a:ea typeface="Calibri"/>
              <a:cs typeface="Calibri"/>
              <a:sym typeface="Calibri"/>
            </a:endParaRPr>
          </a:p>
        </p:txBody>
      </p:sp>
      <p:sp>
        <p:nvSpPr>
          <p:cNvPr id="909" name="Google Shape;909;p23"/>
          <p:cNvSpPr/>
          <p:nvPr/>
        </p:nvSpPr>
        <p:spPr>
          <a:xfrm>
            <a:off x="3877078" y="4329864"/>
            <a:ext cx="1390800" cy="2406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750" u="none" cap="none" strike="noStrike">
                <a:solidFill>
                  <a:srgbClr val="000033"/>
                </a:solidFill>
                <a:latin typeface="Montserrat"/>
                <a:ea typeface="Montserrat"/>
                <a:cs typeface="Montserrat"/>
                <a:sym typeface="Montserrat"/>
              </a:rPr>
              <a:t>+10 años de experiencia en data, analítica digital, ML &amp; AI</a:t>
            </a:r>
            <a:endParaRPr b="0" i="0" sz="750" u="none" cap="none" strike="noStrike">
              <a:solidFill>
                <a:srgbClr val="000033"/>
              </a:solidFill>
              <a:latin typeface="Montserrat Medium"/>
              <a:ea typeface="Montserrat Medium"/>
              <a:cs typeface="Montserrat Medium"/>
              <a:sym typeface="Montserrat Medium"/>
            </a:endParaRPr>
          </a:p>
        </p:txBody>
      </p:sp>
      <p:sp>
        <p:nvSpPr>
          <p:cNvPr id="910" name="Google Shape;910;p23"/>
          <p:cNvSpPr/>
          <p:nvPr/>
        </p:nvSpPr>
        <p:spPr>
          <a:xfrm>
            <a:off x="5468826" y="3986808"/>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Paola Camarena </a:t>
            </a:r>
            <a:endParaRPr b="0" i="0" sz="1100" u="none" cap="none" strike="noStrike">
              <a:solidFill>
                <a:srgbClr val="000033"/>
              </a:solidFill>
              <a:latin typeface="Calibri"/>
              <a:ea typeface="Calibri"/>
              <a:cs typeface="Calibri"/>
              <a:sym typeface="Calibri"/>
            </a:endParaRPr>
          </a:p>
        </p:txBody>
      </p:sp>
      <p:sp>
        <p:nvSpPr>
          <p:cNvPr id="911" name="Google Shape;911;p23"/>
          <p:cNvSpPr/>
          <p:nvPr/>
        </p:nvSpPr>
        <p:spPr>
          <a:xfrm>
            <a:off x="5468826" y="4126660"/>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Consultor</a:t>
            </a:r>
            <a:endParaRPr b="0" i="0" sz="1100" u="none" cap="none" strike="noStrike">
              <a:solidFill>
                <a:srgbClr val="000033"/>
              </a:solidFill>
              <a:latin typeface="Calibri"/>
              <a:ea typeface="Calibri"/>
              <a:cs typeface="Calibri"/>
              <a:sym typeface="Calibri"/>
            </a:endParaRPr>
          </a:p>
        </p:txBody>
      </p:sp>
      <p:sp>
        <p:nvSpPr>
          <p:cNvPr id="912" name="Google Shape;912;p23"/>
          <p:cNvSpPr/>
          <p:nvPr/>
        </p:nvSpPr>
        <p:spPr>
          <a:xfrm>
            <a:off x="5468838" y="4329862"/>
            <a:ext cx="1390800" cy="2448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750" u="none" cap="none" strike="noStrike">
                <a:solidFill>
                  <a:srgbClr val="000033"/>
                </a:solidFill>
                <a:latin typeface="Montserrat"/>
                <a:ea typeface="Montserrat"/>
                <a:cs typeface="Montserrat"/>
                <a:sym typeface="Montserrat"/>
              </a:rPr>
              <a:t>+8 años de experiencia en CPG y consultoría digital</a:t>
            </a:r>
            <a:endParaRPr b="0" i="0" sz="750" u="none" cap="none" strike="noStrike">
              <a:solidFill>
                <a:srgbClr val="000033"/>
              </a:solidFill>
              <a:latin typeface="Montserrat Medium"/>
              <a:ea typeface="Montserrat Medium"/>
              <a:cs typeface="Montserrat Medium"/>
              <a:sym typeface="Montserrat Medium"/>
            </a:endParaRPr>
          </a:p>
        </p:txBody>
      </p:sp>
      <p:sp>
        <p:nvSpPr>
          <p:cNvPr id="913" name="Google Shape;913;p23"/>
          <p:cNvSpPr/>
          <p:nvPr/>
        </p:nvSpPr>
        <p:spPr>
          <a:xfrm>
            <a:off x="7060574" y="3986808"/>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Paola Patrón </a:t>
            </a:r>
            <a:endParaRPr b="0" i="0" sz="1100" u="none" cap="none" strike="noStrike">
              <a:solidFill>
                <a:srgbClr val="000033"/>
              </a:solidFill>
              <a:latin typeface="Calibri"/>
              <a:ea typeface="Calibri"/>
              <a:cs typeface="Calibri"/>
              <a:sym typeface="Calibri"/>
            </a:endParaRPr>
          </a:p>
        </p:txBody>
      </p:sp>
      <p:sp>
        <p:nvSpPr>
          <p:cNvPr id="914" name="Google Shape;914;p23"/>
          <p:cNvSpPr/>
          <p:nvPr/>
        </p:nvSpPr>
        <p:spPr>
          <a:xfrm>
            <a:off x="7060574" y="4126660"/>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Consultor</a:t>
            </a:r>
            <a:endParaRPr b="0" i="0" sz="1100" u="none" cap="none" strike="noStrike">
              <a:solidFill>
                <a:srgbClr val="000033"/>
              </a:solidFill>
              <a:latin typeface="Calibri"/>
              <a:ea typeface="Calibri"/>
              <a:cs typeface="Calibri"/>
              <a:sym typeface="Calibri"/>
            </a:endParaRPr>
          </a:p>
        </p:txBody>
      </p:sp>
      <p:sp>
        <p:nvSpPr>
          <p:cNvPr id="915" name="Google Shape;915;p23"/>
          <p:cNvSpPr/>
          <p:nvPr/>
        </p:nvSpPr>
        <p:spPr>
          <a:xfrm>
            <a:off x="7060574" y="4329864"/>
            <a:ext cx="1390800" cy="2406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750" u="none" cap="none" strike="noStrike">
                <a:solidFill>
                  <a:srgbClr val="000033"/>
                </a:solidFill>
                <a:latin typeface="Montserrat"/>
                <a:ea typeface="Montserrat"/>
                <a:cs typeface="Montserrat"/>
                <a:sym typeface="Montserrat"/>
              </a:rPr>
              <a:t>+8 años de exp. en canales digitales y growth hacking</a:t>
            </a:r>
            <a:endParaRPr b="0" i="0" sz="750" u="none" cap="none" strike="noStrike">
              <a:solidFill>
                <a:srgbClr val="000033"/>
              </a:solidFill>
              <a:latin typeface="Montserrat Medium"/>
              <a:ea typeface="Montserrat Medium"/>
              <a:cs typeface="Montserrat Medium"/>
              <a:sym typeface="Montserrat Medium"/>
            </a:endParaRPr>
          </a:p>
        </p:txBody>
      </p:sp>
      <p:pic>
        <p:nvPicPr>
          <p:cNvPr id="916" name="Google Shape;916;p23"/>
          <p:cNvPicPr preferRelativeResize="0"/>
          <p:nvPr/>
        </p:nvPicPr>
        <p:blipFill rotWithShape="1">
          <a:blip r:embed="rId5">
            <a:alphaModFix/>
          </a:blip>
          <a:srcRect b="48622" l="8799" r="8815" t="-619"/>
          <a:stretch/>
        </p:blipFill>
        <p:spPr>
          <a:xfrm>
            <a:off x="1099162" y="1752548"/>
            <a:ext cx="591600" cy="593400"/>
          </a:xfrm>
          <a:prstGeom prst="ellipse">
            <a:avLst/>
          </a:prstGeom>
          <a:noFill/>
          <a:ln>
            <a:noFill/>
          </a:ln>
        </p:spPr>
      </p:pic>
      <p:pic>
        <p:nvPicPr>
          <p:cNvPr id="917" name="Google Shape;917;p23"/>
          <p:cNvPicPr preferRelativeResize="0"/>
          <p:nvPr/>
        </p:nvPicPr>
        <p:blipFill rotWithShape="1">
          <a:blip r:embed="rId6">
            <a:alphaModFix/>
          </a:blip>
          <a:srcRect b="19818" l="21667" r="27828" t="8115"/>
          <a:stretch/>
        </p:blipFill>
        <p:spPr>
          <a:xfrm>
            <a:off x="2682602" y="1752918"/>
            <a:ext cx="591600" cy="593700"/>
          </a:xfrm>
          <a:prstGeom prst="ellipse">
            <a:avLst/>
          </a:prstGeom>
          <a:noFill/>
          <a:ln>
            <a:noFill/>
          </a:ln>
        </p:spPr>
      </p:pic>
      <p:pic>
        <p:nvPicPr>
          <p:cNvPr id="918" name="Google Shape;918;p23"/>
          <p:cNvPicPr preferRelativeResize="0"/>
          <p:nvPr/>
        </p:nvPicPr>
        <p:blipFill rotWithShape="1">
          <a:blip r:embed="rId7">
            <a:alphaModFix/>
          </a:blip>
          <a:srcRect b="0" l="0" r="0" t="0"/>
          <a:stretch/>
        </p:blipFill>
        <p:spPr>
          <a:xfrm>
            <a:off x="5868447" y="1752935"/>
            <a:ext cx="591600" cy="593700"/>
          </a:xfrm>
          <a:prstGeom prst="ellipse">
            <a:avLst/>
          </a:prstGeom>
          <a:noFill/>
          <a:ln>
            <a:noFill/>
          </a:ln>
        </p:spPr>
      </p:pic>
      <p:pic>
        <p:nvPicPr>
          <p:cNvPr id="919" name="Google Shape;919;p23"/>
          <p:cNvPicPr preferRelativeResize="0"/>
          <p:nvPr/>
        </p:nvPicPr>
        <p:blipFill rotWithShape="1">
          <a:blip r:embed="rId8">
            <a:alphaModFix/>
          </a:blip>
          <a:srcRect b="25060" l="0" r="0" t="8291"/>
          <a:stretch/>
        </p:blipFill>
        <p:spPr>
          <a:xfrm>
            <a:off x="4266051" y="1749768"/>
            <a:ext cx="591600" cy="600000"/>
          </a:xfrm>
          <a:prstGeom prst="ellipse">
            <a:avLst/>
          </a:prstGeom>
          <a:noFill/>
          <a:ln>
            <a:noFill/>
          </a:ln>
        </p:spPr>
      </p:pic>
      <p:pic>
        <p:nvPicPr>
          <p:cNvPr id="920" name="Google Shape;920;p23"/>
          <p:cNvPicPr preferRelativeResize="0"/>
          <p:nvPr/>
        </p:nvPicPr>
        <p:blipFill rotWithShape="1">
          <a:blip r:embed="rId9">
            <a:alphaModFix/>
          </a:blip>
          <a:srcRect b="12503" l="0" r="0" t="20848"/>
          <a:stretch/>
        </p:blipFill>
        <p:spPr>
          <a:xfrm>
            <a:off x="2695615" y="3333106"/>
            <a:ext cx="565500" cy="600000"/>
          </a:xfrm>
          <a:prstGeom prst="ellipse">
            <a:avLst/>
          </a:prstGeom>
          <a:noFill/>
          <a:ln>
            <a:noFill/>
          </a:ln>
        </p:spPr>
      </p:pic>
      <p:pic>
        <p:nvPicPr>
          <p:cNvPr id="921" name="Google Shape;921;p23"/>
          <p:cNvPicPr preferRelativeResize="0"/>
          <p:nvPr/>
        </p:nvPicPr>
        <p:blipFill rotWithShape="1">
          <a:blip r:embed="rId10">
            <a:alphaModFix/>
          </a:blip>
          <a:srcRect b="0" l="0" r="0" t="0"/>
          <a:stretch/>
        </p:blipFill>
        <p:spPr>
          <a:xfrm>
            <a:off x="1099137" y="3338618"/>
            <a:ext cx="565500" cy="573600"/>
          </a:xfrm>
          <a:prstGeom prst="ellipse">
            <a:avLst/>
          </a:prstGeom>
          <a:noFill/>
          <a:ln>
            <a:noFill/>
          </a:ln>
        </p:spPr>
      </p:pic>
      <p:pic>
        <p:nvPicPr>
          <p:cNvPr id="922" name="Google Shape;922;p23"/>
          <p:cNvPicPr preferRelativeResize="0"/>
          <p:nvPr/>
        </p:nvPicPr>
        <p:blipFill rotWithShape="1">
          <a:blip r:embed="rId11">
            <a:alphaModFix/>
          </a:blip>
          <a:srcRect b="24560" l="0" r="0" t="8791"/>
          <a:stretch/>
        </p:blipFill>
        <p:spPr>
          <a:xfrm>
            <a:off x="4292074" y="3346557"/>
            <a:ext cx="565500" cy="573600"/>
          </a:xfrm>
          <a:prstGeom prst="ellipse">
            <a:avLst/>
          </a:prstGeom>
          <a:noFill/>
          <a:ln>
            <a:noFill/>
          </a:ln>
        </p:spPr>
      </p:pic>
      <p:pic>
        <p:nvPicPr>
          <p:cNvPr id="923" name="Google Shape;923;p23"/>
          <p:cNvPicPr preferRelativeResize="0"/>
          <p:nvPr/>
        </p:nvPicPr>
        <p:blipFill rotWithShape="1">
          <a:blip r:embed="rId12">
            <a:alphaModFix/>
          </a:blip>
          <a:srcRect b="0" l="0" r="0" t="0"/>
          <a:stretch/>
        </p:blipFill>
        <p:spPr>
          <a:xfrm>
            <a:off x="5883799" y="3354198"/>
            <a:ext cx="565500" cy="573600"/>
          </a:xfrm>
          <a:prstGeom prst="ellipse">
            <a:avLst/>
          </a:prstGeom>
          <a:noFill/>
          <a:ln>
            <a:noFill/>
          </a:ln>
        </p:spPr>
      </p:pic>
      <p:pic>
        <p:nvPicPr>
          <p:cNvPr id="924" name="Google Shape;924;p23"/>
          <p:cNvPicPr preferRelativeResize="0"/>
          <p:nvPr/>
        </p:nvPicPr>
        <p:blipFill rotWithShape="1">
          <a:blip r:embed="rId13">
            <a:alphaModFix/>
          </a:blip>
          <a:srcRect b="0" l="0" r="0" t="0"/>
          <a:stretch/>
        </p:blipFill>
        <p:spPr>
          <a:xfrm>
            <a:off x="7475551" y="3341835"/>
            <a:ext cx="565500" cy="573600"/>
          </a:xfrm>
          <a:prstGeom prst="ellipse">
            <a:avLst/>
          </a:prstGeom>
          <a:noFill/>
          <a:ln>
            <a:noFill/>
          </a:ln>
        </p:spPr>
      </p:pic>
      <p:pic>
        <p:nvPicPr>
          <p:cNvPr id="925" name="Google Shape;925;p23" title="IMG_1142.JPG"/>
          <p:cNvPicPr preferRelativeResize="0"/>
          <p:nvPr/>
        </p:nvPicPr>
        <p:blipFill rotWithShape="1">
          <a:blip r:embed="rId14">
            <a:alphaModFix/>
          </a:blip>
          <a:srcRect b="42862" l="25939" r="6493" t="4164"/>
          <a:stretch/>
        </p:blipFill>
        <p:spPr>
          <a:xfrm>
            <a:off x="7452328" y="1737400"/>
            <a:ext cx="612000" cy="623700"/>
          </a:xfrm>
          <a:prstGeom prst="ellipse">
            <a:avLst/>
          </a:prstGeom>
          <a:noFill/>
          <a:ln>
            <a:noFill/>
          </a:ln>
        </p:spPr>
      </p:pic>
      <p:pic>
        <p:nvPicPr>
          <p:cNvPr descr="preencoded.png" id="926" name="Google Shape;926;p23"/>
          <p:cNvPicPr preferRelativeResize="0"/>
          <p:nvPr/>
        </p:nvPicPr>
        <p:blipFill rotWithShape="1">
          <a:blip r:embed="rId15">
            <a:alphaModFix/>
          </a:blip>
          <a:srcRect b="0" l="0" r="0" t="0"/>
          <a:stretch/>
        </p:blipFill>
        <p:spPr>
          <a:xfrm>
            <a:off x="571500" y="399120"/>
            <a:ext cx="1228470" cy="244749"/>
          </a:xfrm>
          <a:prstGeom prst="rect">
            <a:avLst/>
          </a:prstGeom>
          <a:noFill/>
          <a:ln>
            <a:noFill/>
          </a:ln>
        </p:spPr>
      </p:pic>
      <p:sp>
        <p:nvSpPr>
          <p:cNvPr id="927" name="Google Shape;927;p23"/>
          <p:cNvSpPr/>
          <p:nvPr/>
        </p:nvSpPr>
        <p:spPr>
          <a:xfrm>
            <a:off x="1676144" y="506084"/>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000033"/>
              </a:buClr>
              <a:buSzPts val="300"/>
              <a:buFont typeface="Montserrat SemiBold"/>
              <a:buNone/>
            </a:pPr>
            <a:r>
              <a:rPr b="1" i="0" lang="en-US" sz="300" u="none" cap="none" strike="noStrike">
                <a:solidFill>
                  <a:srgbClr val="000033"/>
                </a:solidFill>
                <a:latin typeface="Montserrat SemiBold"/>
                <a:ea typeface="Montserrat SemiBold"/>
                <a:cs typeface="Montserrat SemiBold"/>
                <a:sym typeface="Montserrat SemiBold"/>
              </a:rPr>
              <a:t>AÑOS </a:t>
            </a:r>
            <a:endParaRPr b="0" i="0" sz="300" u="none" cap="none" strike="noStrike">
              <a:solidFill>
                <a:srgbClr val="000033"/>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32" name="Shape 932"/>
        <p:cNvGrpSpPr/>
        <p:nvPr/>
      </p:nvGrpSpPr>
      <p:grpSpPr>
        <a:xfrm>
          <a:off x="0" y="0"/>
          <a:ext cx="0" cy="0"/>
          <a:chOff x="0" y="0"/>
          <a:chExt cx="0" cy="0"/>
        </a:xfrm>
      </p:grpSpPr>
      <p:sp>
        <p:nvSpPr>
          <p:cNvPr id="933" name="Google Shape;933;p28"/>
          <p:cNvSpPr/>
          <p:nvPr/>
        </p:nvSpPr>
        <p:spPr>
          <a:xfrm>
            <a:off x="0" y="0"/>
            <a:ext cx="9144000" cy="5143500"/>
          </a:xfrm>
          <a:prstGeom prst="rect">
            <a:avLst/>
          </a:prstGeom>
          <a:solidFill>
            <a:srgbClr val="000033"/>
          </a:solidFill>
          <a:ln>
            <a:noFill/>
          </a:ln>
        </p:spPr>
        <p:txBody>
          <a:bodyPr anchorCtr="0" anchor="ctr" bIns="45725" lIns="45725" spcFirstLastPara="1" rIns="45725" wrap="square" tIns="457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34" name="Google Shape;934;p28"/>
          <p:cNvPicPr preferRelativeResize="0"/>
          <p:nvPr/>
        </p:nvPicPr>
        <p:blipFill rotWithShape="1">
          <a:blip r:embed="rId3">
            <a:alphaModFix/>
          </a:blip>
          <a:srcRect b="0" l="0" r="0" t="0"/>
          <a:stretch/>
        </p:blipFill>
        <p:spPr>
          <a:xfrm>
            <a:off x="0" y="0"/>
            <a:ext cx="9143998" cy="5143501"/>
          </a:xfrm>
          <a:prstGeom prst="rect">
            <a:avLst/>
          </a:prstGeom>
          <a:noFill/>
          <a:ln>
            <a:noFill/>
          </a:ln>
        </p:spPr>
      </p:pic>
      <p:pic>
        <p:nvPicPr>
          <p:cNvPr descr="preencoded.png" id="935" name="Google Shape;935;p28"/>
          <p:cNvPicPr preferRelativeResize="0"/>
          <p:nvPr/>
        </p:nvPicPr>
        <p:blipFill rotWithShape="1">
          <a:blip r:embed="rId4">
            <a:alphaModFix/>
          </a:blip>
          <a:srcRect b="0" l="0" r="0" t="0"/>
          <a:stretch/>
        </p:blipFill>
        <p:spPr>
          <a:xfrm>
            <a:off x="571500" y="399117"/>
            <a:ext cx="8001000" cy="244750"/>
          </a:xfrm>
          <a:prstGeom prst="rect">
            <a:avLst/>
          </a:prstGeom>
          <a:noFill/>
          <a:ln>
            <a:noFill/>
          </a:ln>
        </p:spPr>
      </p:pic>
      <p:pic>
        <p:nvPicPr>
          <p:cNvPr descr="preencoded.png" id="936" name="Google Shape;936;p28"/>
          <p:cNvPicPr preferRelativeResize="0"/>
          <p:nvPr/>
        </p:nvPicPr>
        <p:blipFill rotWithShape="1">
          <a:blip r:embed="rId5">
            <a:alphaModFix/>
          </a:blip>
          <a:srcRect b="0" l="0" r="0" t="0"/>
          <a:stretch/>
        </p:blipFill>
        <p:spPr>
          <a:xfrm>
            <a:off x="0" y="0"/>
            <a:ext cx="9143998" cy="5143501"/>
          </a:xfrm>
          <a:prstGeom prst="rect">
            <a:avLst/>
          </a:prstGeom>
          <a:noFill/>
          <a:ln>
            <a:noFill/>
          </a:ln>
        </p:spPr>
      </p:pic>
      <p:sp>
        <p:nvSpPr>
          <p:cNvPr id="937" name="Google Shape;937;p28"/>
          <p:cNvSpPr/>
          <p:nvPr/>
        </p:nvSpPr>
        <p:spPr>
          <a:xfrm>
            <a:off x="571500" y="4593432"/>
            <a:ext cx="12810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 </a:t>
            </a:r>
            <a:endParaRPr b="0" i="0" sz="1100" u="none" cap="none" strike="noStrike">
              <a:solidFill>
                <a:schemeClr val="dk1"/>
              </a:solidFill>
              <a:latin typeface="Calibri"/>
              <a:ea typeface="Calibri"/>
              <a:cs typeface="Calibri"/>
              <a:sym typeface="Calibri"/>
            </a:endParaRPr>
          </a:p>
        </p:txBody>
      </p:sp>
      <p:sp>
        <p:nvSpPr>
          <p:cNvPr id="938" name="Google Shape;938;p28"/>
          <p:cNvSpPr/>
          <p:nvPr/>
        </p:nvSpPr>
        <p:spPr>
          <a:xfrm>
            <a:off x="1676143" y="506083"/>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FFFFFF"/>
              </a:buClr>
              <a:buSzPts val="300"/>
              <a:buFont typeface="Montserrat SemiBold"/>
              <a:buNone/>
            </a:pPr>
            <a:r>
              <a:rPr b="1" i="0" lang="en-US" sz="300" u="none" cap="none" strike="noStrike">
                <a:solidFill>
                  <a:srgbClr val="FFFFFF"/>
                </a:solidFill>
                <a:latin typeface="Montserrat SemiBold"/>
                <a:ea typeface="Montserrat SemiBold"/>
                <a:cs typeface="Montserrat SemiBold"/>
                <a:sym typeface="Montserrat SemiBold"/>
              </a:rPr>
              <a:t>AÑOS </a:t>
            </a:r>
            <a:endParaRPr b="0" i="0" sz="300" u="none" cap="none" strike="noStrike">
              <a:solidFill>
                <a:schemeClr val="dk1"/>
              </a:solidFill>
              <a:latin typeface="Calibri"/>
              <a:ea typeface="Calibri"/>
              <a:cs typeface="Calibri"/>
              <a:sym typeface="Calibri"/>
            </a:endParaRPr>
          </a:p>
        </p:txBody>
      </p:sp>
      <p:sp>
        <p:nvSpPr>
          <p:cNvPr id="939" name="Google Shape;939;p28"/>
          <p:cNvSpPr/>
          <p:nvPr/>
        </p:nvSpPr>
        <p:spPr>
          <a:xfrm>
            <a:off x="571500" y="1762619"/>
            <a:ext cx="11049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C5D5F7"/>
              </a:buClr>
              <a:buSzPts val="1200"/>
              <a:buFont typeface="Montserrat"/>
              <a:buNone/>
            </a:pPr>
            <a:r>
              <a:rPr b="1" i="0" lang="en-US" sz="1200" u="none" cap="none" strike="noStrike">
                <a:solidFill>
                  <a:srgbClr val="C5D5F7"/>
                </a:solidFill>
                <a:latin typeface="Montserrat"/>
                <a:ea typeface="Montserrat"/>
                <a:cs typeface="Montserrat"/>
                <a:sym typeface="Montserrat"/>
              </a:rPr>
              <a:t>SECCIÓN 08 </a:t>
            </a:r>
            <a:endParaRPr b="0" i="0" sz="1200" u="none" cap="none" strike="noStrike">
              <a:solidFill>
                <a:schemeClr val="dk1"/>
              </a:solidFill>
              <a:latin typeface="Calibri"/>
              <a:ea typeface="Calibri"/>
              <a:cs typeface="Calibri"/>
              <a:sym typeface="Calibri"/>
            </a:endParaRPr>
          </a:p>
        </p:txBody>
      </p:sp>
      <p:sp>
        <p:nvSpPr>
          <p:cNvPr id="940" name="Google Shape;940;p28"/>
          <p:cNvSpPr/>
          <p:nvPr/>
        </p:nvSpPr>
        <p:spPr>
          <a:xfrm>
            <a:off x="571500" y="2988975"/>
            <a:ext cx="5733600" cy="485700"/>
          </a:xfrm>
          <a:prstGeom prst="rect">
            <a:avLst/>
          </a:prstGeom>
          <a:noFill/>
          <a:ln>
            <a:noFill/>
          </a:ln>
        </p:spPr>
        <p:txBody>
          <a:bodyPr anchorCtr="0" anchor="t" bIns="0" lIns="0" spcFirstLastPara="1" rIns="0" wrap="square" tIns="0">
            <a:noAutofit/>
          </a:bodyPr>
          <a:lstStyle/>
          <a:p>
            <a:pPr indent="0" lvl="0" marL="0" marR="0" rtl="0" algn="l">
              <a:lnSpc>
                <a:spcPct val="105843"/>
              </a:lnSpc>
              <a:spcBef>
                <a:spcPts val="0"/>
              </a:spcBef>
              <a:spcAft>
                <a:spcPts val="0"/>
              </a:spcAft>
              <a:buClr>
                <a:srgbClr val="C5D5F7"/>
              </a:buClr>
              <a:buSzPts val="1300"/>
              <a:buFont typeface="Montserrat Medium"/>
              <a:buNone/>
            </a:pPr>
            <a:r>
              <a:rPr b="0" i="0" lang="en-US" sz="1300" u="none" cap="none" strike="noStrike">
                <a:solidFill>
                  <a:srgbClr val="C5D5F7"/>
                </a:solidFill>
                <a:latin typeface="Montserrat Medium"/>
                <a:ea typeface="Montserrat Medium"/>
                <a:cs typeface="Montserrat Medium"/>
                <a:sym typeface="Montserrat Medium"/>
              </a:rPr>
              <a:t>Estrategia de consultoría especializada en automatización, datos, optimización de conversión e Inteligencia Artificial aplicada. </a:t>
            </a:r>
            <a:endParaRPr b="0" i="0" sz="1300" u="none" cap="none" strike="noStrike">
              <a:solidFill>
                <a:schemeClr val="dk1"/>
              </a:solidFill>
              <a:latin typeface="Calibri"/>
              <a:ea typeface="Calibri"/>
              <a:cs typeface="Calibri"/>
              <a:sym typeface="Calibri"/>
            </a:endParaRPr>
          </a:p>
        </p:txBody>
      </p:sp>
      <p:sp>
        <p:nvSpPr>
          <p:cNvPr id="941" name="Google Shape;941;p28"/>
          <p:cNvSpPr/>
          <p:nvPr/>
        </p:nvSpPr>
        <p:spPr>
          <a:xfrm>
            <a:off x="571500" y="2155525"/>
            <a:ext cx="7839000" cy="695400"/>
          </a:xfrm>
          <a:prstGeom prst="rect">
            <a:avLst/>
          </a:prstGeom>
          <a:noFill/>
          <a:ln>
            <a:noFill/>
          </a:ln>
        </p:spPr>
        <p:txBody>
          <a:bodyPr anchorCtr="0" anchor="t" bIns="0" lIns="0" spcFirstLastPara="1" rIns="0" wrap="square" tIns="0">
            <a:noAutofit/>
          </a:bodyPr>
          <a:lstStyle/>
          <a:p>
            <a:pPr indent="0" lvl="0" marL="0" marR="0" rtl="0" algn="l">
              <a:lnSpc>
                <a:spcPct val="88188"/>
              </a:lnSpc>
              <a:spcBef>
                <a:spcPts val="0"/>
              </a:spcBef>
              <a:spcAft>
                <a:spcPts val="0"/>
              </a:spcAft>
              <a:buClr>
                <a:srgbClr val="FFFFFF"/>
              </a:buClr>
              <a:buSzPts val="4500"/>
              <a:buFont typeface="Montserrat ExtraBold"/>
              <a:buNone/>
            </a:pPr>
            <a:r>
              <a:rPr b="1" i="0" lang="en-US" sz="4500" u="none" cap="none" strike="noStrike">
                <a:solidFill>
                  <a:srgbClr val="FFFFFF"/>
                </a:solidFill>
                <a:latin typeface="Montserrat ExtraBold"/>
                <a:ea typeface="Montserrat ExtraBold"/>
                <a:cs typeface="Montserrat ExtraBold"/>
                <a:sym typeface="Montserrat ExtraBold"/>
              </a:rPr>
              <a:t>¿Por qué </a:t>
            </a:r>
            <a:r>
              <a:rPr b="1" i="1" lang="en-US" sz="4500" u="none" cap="none" strike="noStrike">
                <a:solidFill>
                  <a:srgbClr val="7E99FE"/>
                </a:solidFill>
                <a:latin typeface="Montserrat Black"/>
                <a:ea typeface="Montserrat Black"/>
                <a:cs typeface="Montserrat Black"/>
                <a:sym typeface="Montserrat Black"/>
              </a:rPr>
              <a:t>NEO?</a:t>
            </a:r>
            <a:r>
              <a:rPr b="1" i="0" lang="en-US" sz="4500" u="none" cap="none" strike="noStrike">
                <a:solidFill>
                  <a:srgbClr val="FFFFFF"/>
                </a:solidFill>
                <a:latin typeface="Montserrat ExtraBold"/>
                <a:ea typeface="Montserrat ExtraBold"/>
                <a:cs typeface="Montserrat ExtraBold"/>
                <a:sym typeface="Montserrat ExtraBold"/>
              </a:rPr>
              <a:t> </a:t>
            </a:r>
            <a:endParaRPr b="0" i="0" sz="4500" u="none" cap="none" strike="noStrike">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946" name="Shape 946"/>
        <p:cNvGrpSpPr/>
        <p:nvPr/>
      </p:nvGrpSpPr>
      <p:grpSpPr>
        <a:xfrm>
          <a:off x="0" y="0"/>
          <a:ext cx="0" cy="0"/>
          <a:chOff x="0" y="0"/>
          <a:chExt cx="0" cy="0"/>
        </a:xfrm>
      </p:grpSpPr>
      <p:pic>
        <p:nvPicPr>
          <p:cNvPr descr="preencoded.png" id="947" name="Google Shape;947;p19"/>
          <p:cNvPicPr preferRelativeResize="0"/>
          <p:nvPr/>
        </p:nvPicPr>
        <p:blipFill rotWithShape="1">
          <a:blip r:embed="rId3">
            <a:alphaModFix/>
          </a:blip>
          <a:srcRect b="0" l="0" r="0" t="0"/>
          <a:stretch/>
        </p:blipFill>
        <p:spPr>
          <a:xfrm>
            <a:off x="0" y="0"/>
            <a:ext cx="9144000" cy="5143500"/>
          </a:xfrm>
          <a:prstGeom prst="rect">
            <a:avLst/>
          </a:prstGeom>
          <a:noFill/>
          <a:ln>
            <a:noFill/>
          </a:ln>
        </p:spPr>
      </p:pic>
      <p:pic>
        <p:nvPicPr>
          <p:cNvPr descr="preencoded.png" id="948" name="Google Shape;948;p19"/>
          <p:cNvPicPr preferRelativeResize="0"/>
          <p:nvPr/>
        </p:nvPicPr>
        <p:blipFill rotWithShape="1">
          <a:blip r:embed="rId4">
            <a:alphaModFix/>
          </a:blip>
          <a:srcRect b="0" l="0" r="0" t="0"/>
          <a:stretch/>
        </p:blipFill>
        <p:spPr>
          <a:xfrm>
            <a:off x="571500" y="877313"/>
            <a:ext cx="8001000" cy="871537"/>
          </a:xfrm>
          <a:prstGeom prst="rect">
            <a:avLst/>
          </a:prstGeom>
          <a:noFill/>
          <a:ln>
            <a:noFill/>
          </a:ln>
        </p:spPr>
      </p:pic>
      <p:pic>
        <p:nvPicPr>
          <p:cNvPr descr="preencoded.png" id="949" name="Google Shape;949;p19"/>
          <p:cNvPicPr preferRelativeResize="0"/>
          <p:nvPr/>
        </p:nvPicPr>
        <p:blipFill rotWithShape="1">
          <a:blip r:embed="rId5">
            <a:alphaModFix/>
          </a:blip>
          <a:srcRect b="0" l="0" r="0" t="0"/>
          <a:stretch/>
        </p:blipFill>
        <p:spPr>
          <a:xfrm>
            <a:off x="382982" y="1769917"/>
            <a:ext cx="8189517" cy="2501112"/>
          </a:xfrm>
          <a:prstGeom prst="rect">
            <a:avLst/>
          </a:prstGeom>
          <a:noFill/>
          <a:ln>
            <a:noFill/>
          </a:ln>
        </p:spPr>
      </p:pic>
      <p:pic>
        <p:nvPicPr>
          <p:cNvPr descr="preencoded.png" id="950" name="Google Shape;950;p19"/>
          <p:cNvPicPr preferRelativeResize="0"/>
          <p:nvPr/>
        </p:nvPicPr>
        <p:blipFill rotWithShape="1">
          <a:blip r:embed="rId6">
            <a:alphaModFix/>
          </a:blip>
          <a:srcRect b="0" l="0" r="0" t="0"/>
          <a:stretch/>
        </p:blipFill>
        <p:spPr>
          <a:xfrm>
            <a:off x="571500" y="4357163"/>
            <a:ext cx="8001000" cy="514350"/>
          </a:xfrm>
          <a:prstGeom prst="rect">
            <a:avLst/>
          </a:prstGeom>
          <a:noFill/>
          <a:ln>
            <a:noFill/>
          </a:ln>
        </p:spPr>
      </p:pic>
      <p:sp>
        <p:nvSpPr>
          <p:cNvPr id="951" name="Google Shape;951;p19"/>
          <p:cNvSpPr/>
          <p:nvPr/>
        </p:nvSpPr>
        <p:spPr>
          <a:xfrm>
            <a:off x="4191000" y="1928275"/>
            <a:ext cx="14517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ExtraBold"/>
              <a:buNone/>
            </a:pPr>
            <a:r>
              <a:rPr b="1" i="0" lang="en-US" sz="1200" u="none" cap="none" strike="noStrike">
                <a:solidFill>
                  <a:srgbClr val="2B5BFC"/>
                </a:solidFill>
                <a:latin typeface="Montserrat ExtraBold"/>
                <a:ea typeface="Montserrat ExtraBold"/>
                <a:cs typeface="Montserrat ExtraBold"/>
                <a:sym typeface="Montserrat ExtraBold"/>
              </a:rPr>
              <a:t>RETO</a:t>
            </a:r>
            <a:endParaRPr b="0" i="0" sz="1200" u="none" cap="none" strike="noStrike">
              <a:solidFill>
                <a:schemeClr val="dk1"/>
              </a:solidFill>
              <a:latin typeface="Calibri"/>
              <a:ea typeface="Calibri"/>
              <a:cs typeface="Calibri"/>
              <a:sym typeface="Calibri"/>
            </a:endParaRPr>
          </a:p>
        </p:txBody>
      </p:sp>
      <p:sp>
        <p:nvSpPr>
          <p:cNvPr id="952" name="Google Shape;952;p19"/>
          <p:cNvSpPr/>
          <p:nvPr/>
        </p:nvSpPr>
        <p:spPr>
          <a:xfrm>
            <a:off x="4191000" y="2171175"/>
            <a:ext cx="4106400" cy="800100"/>
          </a:xfrm>
          <a:prstGeom prst="rect">
            <a:avLst/>
          </a:prstGeom>
          <a:noFill/>
          <a:ln>
            <a:noFill/>
          </a:ln>
        </p:spPr>
        <p:txBody>
          <a:bodyPr anchorCtr="0" anchor="t" bIns="0" lIns="0" spcFirstLastPara="1" rIns="0" wrap="square" tIns="0">
            <a:noAutofit/>
          </a:bodyPr>
          <a:lstStyle/>
          <a:p>
            <a:pPr indent="0" lvl="0" marL="0" marR="0" rtl="0" algn="l">
              <a:lnSpc>
                <a:spcPct val="98755"/>
              </a:lnSpc>
              <a:spcBef>
                <a:spcPts val="0"/>
              </a:spcBef>
              <a:spcAft>
                <a:spcPts val="0"/>
              </a:spcAft>
              <a:buClr>
                <a:srgbClr val="000033"/>
              </a:buClr>
              <a:buSzPts val="1100"/>
              <a:buFont typeface="Montserrat"/>
              <a:buNone/>
            </a:pPr>
            <a:r>
              <a:rPr b="0" i="0" lang="en-US" sz="1100" u="none" cap="none" strike="noStrike">
                <a:solidFill>
                  <a:srgbClr val="000033"/>
                </a:solidFill>
                <a:latin typeface="Montserrat"/>
                <a:ea typeface="Montserrat"/>
                <a:cs typeface="Montserrat"/>
                <a:sym typeface="Montserrat"/>
              </a:rPr>
              <a:t>Lorem ipsum dolor sit amet, consectetur adipiscing elit, sed do eiusmod tempor incididunt ut labore et dolore magna aliqua. Lorem ipsum dolor sit amet, consectetur adipiscing elit, sed do eiusmod tempor incididunt ut labore et dolore magna aliqua. </a:t>
            </a:r>
            <a:endParaRPr b="0" i="0" sz="1100" u="none" cap="none" strike="noStrike">
              <a:solidFill>
                <a:srgbClr val="000033"/>
              </a:solidFill>
              <a:latin typeface="Montserrat"/>
              <a:ea typeface="Montserrat"/>
              <a:cs typeface="Montserrat"/>
              <a:sym typeface="Montserrat"/>
            </a:endParaRPr>
          </a:p>
        </p:txBody>
      </p:sp>
      <p:sp>
        <p:nvSpPr>
          <p:cNvPr id="953" name="Google Shape;953;p19"/>
          <p:cNvSpPr/>
          <p:nvPr/>
        </p:nvSpPr>
        <p:spPr>
          <a:xfrm>
            <a:off x="4191000" y="3142715"/>
            <a:ext cx="22527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ExtraBold"/>
              <a:buNone/>
            </a:pPr>
            <a:r>
              <a:rPr b="1" i="0" lang="en-US" sz="1200" u="none" cap="none" strike="noStrike">
                <a:solidFill>
                  <a:srgbClr val="2B5BFC"/>
                </a:solidFill>
                <a:latin typeface="Montserrat ExtraBold"/>
                <a:ea typeface="Montserrat ExtraBold"/>
                <a:cs typeface="Montserrat ExtraBold"/>
                <a:sym typeface="Montserrat ExtraBold"/>
              </a:rPr>
              <a:t>SOLUCIÓN</a:t>
            </a:r>
            <a:endParaRPr b="1" i="0" sz="1200" u="none" cap="none" strike="noStrike">
              <a:solidFill>
                <a:srgbClr val="2B5BFC"/>
              </a:solidFill>
              <a:latin typeface="Montserrat ExtraBold"/>
              <a:ea typeface="Montserrat ExtraBold"/>
              <a:cs typeface="Montserrat ExtraBold"/>
              <a:sym typeface="Montserrat ExtraBold"/>
            </a:endParaRPr>
          </a:p>
        </p:txBody>
      </p:sp>
      <p:sp>
        <p:nvSpPr>
          <p:cNvPr id="954" name="Google Shape;954;p19"/>
          <p:cNvSpPr/>
          <p:nvPr/>
        </p:nvSpPr>
        <p:spPr>
          <a:xfrm>
            <a:off x="4191000" y="3418940"/>
            <a:ext cx="3952800" cy="600000"/>
          </a:xfrm>
          <a:prstGeom prst="rect">
            <a:avLst/>
          </a:prstGeom>
          <a:noFill/>
          <a:ln>
            <a:noFill/>
          </a:ln>
        </p:spPr>
        <p:txBody>
          <a:bodyPr anchorCtr="0" anchor="t" bIns="0" lIns="0" spcFirstLastPara="1" rIns="0" wrap="square" tIns="0">
            <a:noAutofit/>
          </a:bodyPr>
          <a:lstStyle/>
          <a:p>
            <a:pPr indent="0" lvl="0" marL="0" marR="0" rtl="0" algn="l">
              <a:lnSpc>
                <a:spcPct val="98755"/>
              </a:lnSpc>
              <a:spcBef>
                <a:spcPts val="0"/>
              </a:spcBef>
              <a:spcAft>
                <a:spcPts val="0"/>
              </a:spcAft>
              <a:buClr>
                <a:srgbClr val="000033"/>
              </a:buClr>
              <a:buSzPts val="1100"/>
              <a:buFont typeface="Montserrat"/>
              <a:buNone/>
            </a:pPr>
            <a:r>
              <a:rPr b="0" i="0" lang="en-US" sz="1100" u="none" cap="none" strike="noStrike">
                <a:solidFill>
                  <a:srgbClr val="000033"/>
                </a:solidFill>
                <a:latin typeface="Montserrat"/>
                <a:ea typeface="Montserrat"/>
                <a:cs typeface="Montserrat"/>
                <a:sym typeface="Montserrat"/>
              </a:rPr>
              <a:t>Lorem ipsum dolor sit amet, consectetur adipiscing elit, sed do eiusmod tempor incididunt ut labore et dolore magna aliqua. </a:t>
            </a:r>
            <a:endParaRPr b="0" i="0" sz="1100" u="none" cap="none" strike="noStrike">
              <a:solidFill>
                <a:srgbClr val="000033"/>
              </a:solidFill>
              <a:latin typeface="Montserrat"/>
              <a:ea typeface="Montserrat"/>
              <a:cs typeface="Montserrat"/>
              <a:sym typeface="Montserrat"/>
            </a:endParaRPr>
          </a:p>
        </p:txBody>
      </p:sp>
      <p:sp>
        <p:nvSpPr>
          <p:cNvPr id="955" name="Google Shape;955;p19"/>
          <p:cNvSpPr/>
          <p:nvPr/>
        </p:nvSpPr>
        <p:spPr>
          <a:xfrm>
            <a:off x="670012" y="4455679"/>
            <a:ext cx="4428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Black"/>
              <a:buNone/>
            </a:pPr>
            <a:r>
              <a:rPr b="1" i="0" lang="en-US" sz="1100" u="none" cap="none" strike="noStrike">
                <a:solidFill>
                  <a:srgbClr val="2B5BFC"/>
                </a:solidFill>
                <a:latin typeface="Montserrat Black"/>
                <a:ea typeface="Montserrat Black"/>
                <a:cs typeface="Montserrat Black"/>
                <a:sym typeface="Montserrat Black"/>
              </a:rPr>
              <a:t>XX</a:t>
            </a:r>
            <a:endParaRPr b="0" i="0" sz="1100" u="none" cap="none" strike="noStrike">
              <a:solidFill>
                <a:schemeClr val="dk1"/>
              </a:solidFill>
              <a:latin typeface="Calibri"/>
              <a:ea typeface="Calibri"/>
              <a:cs typeface="Calibri"/>
              <a:sym typeface="Calibri"/>
            </a:endParaRPr>
          </a:p>
        </p:txBody>
      </p:sp>
      <p:sp>
        <p:nvSpPr>
          <p:cNvPr id="956" name="Google Shape;956;p19"/>
          <p:cNvSpPr/>
          <p:nvPr/>
        </p:nvSpPr>
        <p:spPr>
          <a:xfrm>
            <a:off x="1095375" y="4466700"/>
            <a:ext cx="1048800" cy="304800"/>
          </a:xfrm>
          <a:prstGeom prst="rect">
            <a:avLst/>
          </a:prstGeom>
          <a:noFill/>
          <a:ln>
            <a:noFill/>
          </a:ln>
        </p:spPr>
        <p:txBody>
          <a:bodyPr anchorCtr="0" anchor="t" bIns="0" lIns="0" spcFirstLastPara="1" rIns="0" wrap="square" tIns="0">
            <a:noAutofit/>
          </a:bodyPr>
          <a:lstStyle/>
          <a:p>
            <a:pPr indent="0" lvl="0" marL="0" marR="0" rtl="0" algn="l">
              <a:lnSpc>
                <a:spcPct val="87313"/>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Lorem ipsum dolor sit amet</a:t>
            </a:r>
            <a:endParaRPr b="0" i="0" sz="1000" u="none" cap="none" strike="noStrike">
              <a:solidFill>
                <a:schemeClr val="dk1"/>
              </a:solidFill>
              <a:latin typeface="Calibri"/>
              <a:ea typeface="Calibri"/>
              <a:cs typeface="Calibri"/>
              <a:sym typeface="Calibri"/>
            </a:endParaRPr>
          </a:p>
        </p:txBody>
      </p:sp>
      <p:sp>
        <p:nvSpPr>
          <p:cNvPr id="957" name="Google Shape;957;p19"/>
          <p:cNvSpPr/>
          <p:nvPr/>
        </p:nvSpPr>
        <p:spPr>
          <a:xfrm>
            <a:off x="4696621" y="4455679"/>
            <a:ext cx="3906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Black"/>
              <a:buNone/>
            </a:pPr>
            <a:r>
              <a:rPr b="1" i="0" lang="en-US" sz="1100" u="none" cap="none" strike="noStrike">
                <a:solidFill>
                  <a:srgbClr val="2B5BFC"/>
                </a:solidFill>
                <a:latin typeface="Montserrat Black"/>
                <a:ea typeface="Montserrat Black"/>
                <a:cs typeface="Montserrat Black"/>
                <a:sym typeface="Montserrat Black"/>
              </a:rPr>
              <a:t>XX</a:t>
            </a:r>
            <a:endParaRPr b="0" i="0" sz="1100" u="none" cap="none" strike="noStrike">
              <a:solidFill>
                <a:schemeClr val="dk1"/>
              </a:solidFill>
              <a:latin typeface="Calibri"/>
              <a:ea typeface="Calibri"/>
              <a:cs typeface="Calibri"/>
              <a:sym typeface="Calibri"/>
            </a:endParaRPr>
          </a:p>
        </p:txBody>
      </p:sp>
      <p:sp>
        <p:nvSpPr>
          <p:cNvPr id="958" name="Google Shape;958;p19"/>
          <p:cNvSpPr/>
          <p:nvPr/>
        </p:nvSpPr>
        <p:spPr>
          <a:xfrm>
            <a:off x="5121974" y="4466700"/>
            <a:ext cx="1124700" cy="304800"/>
          </a:xfrm>
          <a:prstGeom prst="rect">
            <a:avLst/>
          </a:prstGeom>
          <a:noFill/>
          <a:ln>
            <a:noFill/>
          </a:ln>
        </p:spPr>
        <p:txBody>
          <a:bodyPr anchorCtr="0" anchor="t" bIns="0" lIns="0" spcFirstLastPara="1" rIns="0" wrap="square" tIns="0">
            <a:noAutofit/>
          </a:bodyPr>
          <a:lstStyle/>
          <a:p>
            <a:pPr indent="0" lvl="0" marL="0" marR="0" rtl="0" algn="l">
              <a:lnSpc>
                <a:spcPct val="87313"/>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Lorem ipsum dolor sit amet</a:t>
            </a:r>
            <a:endParaRPr b="1" i="0" sz="1000" u="none" cap="none" strike="noStrike">
              <a:solidFill>
                <a:srgbClr val="000033"/>
              </a:solidFill>
              <a:latin typeface="Montserrat SemiBold"/>
              <a:ea typeface="Montserrat SemiBold"/>
              <a:cs typeface="Montserrat SemiBold"/>
              <a:sym typeface="Montserrat SemiBold"/>
            </a:endParaRPr>
          </a:p>
        </p:txBody>
      </p:sp>
      <p:sp>
        <p:nvSpPr>
          <p:cNvPr id="959" name="Google Shape;959;p19"/>
          <p:cNvSpPr/>
          <p:nvPr/>
        </p:nvSpPr>
        <p:spPr>
          <a:xfrm>
            <a:off x="6611291" y="4455679"/>
            <a:ext cx="4383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Black"/>
              <a:buNone/>
            </a:pPr>
            <a:r>
              <a:rPr b="1" i="0" lang="en-US" sz="1100" u="none" cap="none" strike="noStrike">
                <a:solidFill>
                  <a:srgbClr val="2B5BFC"/>
                </a:solidFill>
                <a:latin typeface="Montserrat Black"/>
                <a:ea typeface="Montserrat Black"/>
                <a:cs typeface="Montserrat Black"/>
                <a:sym typeface="Montserrat Black"/>
              </a:rPr>
              <a:t>XX</a:t>
            </a:r>
            <a:endParaRPr b="0" i="0" sz="1100" u="none" cap="none" strike="noStrike">
              <a:solidFill>
                <a:schemeClr val="dk1"/>
              </a:solidFill>
              <a:latin typeface="Calibri"/>
              <a:ea typeface="Calibri"/>
              <a:cs typeface="Calibri"/>
              <a:sym typeface="Calibri"/>
            </a:endParaRPr>
          </a:p>
        </p:txBody>
      </p:sp>
      <p:sp>
        <p:nvSpPr>
          <p:cNvPr id="960" name="Google Shape;960;p19"/>
          <p:cNvSpPr/>
          <p:nvPr/>
        </p:nvSpPr>
        <p:spPr>
          <a:xfrm>
            <a:off x="7036649" y="4466700"/>
            <a:ext cx="1124700" cy="304800"/>
          </a:xfrm>
          <a:prstGeom prst="rect">
            <a:avLst/>
          </a:prstGeom>
          <a:noFill/>
          <a:ln>
            <a:noFill/>
          </a:ln>
        </p:spPr>
        <p:txBody>
          <a:bodyPr anchorCtr="0" anchor="t" bIns="0" lIns="0" spcFirstLastPara="1" rIns="0" wrap="square" tIns="0">
            <a:noAutofit/>
          </a:bodyPr>
          <a:lstStyle/>
          <a:p>
            <a:pPr indent="0" lvl="0" marL="0" marR="0" rtl="0" algn="l">
              <a:lnSpc>
                <a:spcPct val="87313"/>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Lorem ipsum dolor sit amet</a:t>
            </a:r>
            <a:endParaRPr b="1" i="0" sz="1000" u="none" cap="none" strike="noStrike">
              <a:solidFill>
                <a:srgbClr val="000033"/>
              </a:solidFill>
              <a:latin typeface="Montserrat SemiBold"/>
              <a:ea typeface="Montserrat SemiBold"/>
              <a:cs typeface="Montserrat SemiBold"/>
              <a:sym typeface="Montserrat SemiBold"/>
            </a:endParaRPr>
          </a:p>
        </p:txBody>
      </p:sp>
      <p:sp>
        <p:nvSpPr>
          <p:cNvPr id="961" name="Google Shape;961;p19"/>
          <p:cNvSpPr/>
          <p:nvPr/>
        </p:nvSpPr>
        <p:spPr>
          <a:xfrm>
            <a:off x="2584682" y="4455679"/>
            <a:ext cx="4383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Black"/>
              <a:buNone/>
            </a:pPr>
            <a:r>
              <a:rPr b="1" i="0" lang="en-US" sz="1100" u="none" cap="none" strike="noStrike">
                <a:solidFill>
                  <a:srgbClr val="2B5BFC"/>
                </a:solidFill>
                <a:latin typeface="Montserrat Black"/>
                <a:ea typeface="Montserrat Black"/>
                <a:cs typeface="Montserrat Black"/>
                <a:sym typeface="Montserrat Black"/>
              </a:rPr>
              <a:t>XX</a:t>
            </a:r>
            <a:endParaRPr b="0" i="0" sz="1100" u="none" cap="none" strike="noStrike">
              <a:solidFill>
                <a:schemeClr val="dk1"/>
              </a:solidFill>
              <a:latin typeface="Calibri"/>
              <a:ea typeface="Calibri"/>
              <a:cs typeface="Calibri"/>
              <a:sym typeface="Calibri"/>
            </a:endParaRPr>
          </a:p>
        </p:txBody>
      </p:sp>
      <p:sp>
        <p:nvSpPr>
          <p:cNvPr id="962" name="Google Shape;962;p19"/>
          <p:cNvSpPr/>
          <p:nvPr/>
        </p:nvSpPr>
        <p:spPr>
          <a:xfrm>
            <a:off x="3010051" y="4466700"/>
            <a:ext cx="1451700" cy="304800"/>
          </a:xfrm>
          <a:prstGeom prst="rect">
            <a:avLst/>
          </a:prstGeom>
          <a:noFill/>
          <a:ln>
            <a:noFill/>
          </a:ln>
        </p:spPr>
        <p:txBody>
          <a:bodyPr anchorCtr="0" anchor="t" bIns="0" lIns="0" spcFirstLastPara="1" rIns="0" wrap="square" tIns="0">
            <a:noAutofit/>
          </a:bodyPr>
          <a:lstStyle/>
          <a:p>
            <a:pPr indent="0" lvl="0" marL="0" marR="0" rtl="0" algn="l">
              <a:lnSpc>
                <a:spcPct val="87313"/>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Lorem ipsum dolor sit amet</a:t>
            </a:r>
            <a:endParaRPr b="1" i="0" sz="1000" u="none" cap="none" strike="noStrike">
              <a:solidFill>
                <a:srgbClr val="000033"/>
              </a:solidFill>
              <a:latin typeface="Montserrat SemiBold"/>
              <a:ea typeface="Montserrat SemiBold"/>
              <a:cs typeface="Montserrat SemiBold"/>
              <a:sym typeface="Montserrat SemiBold"/>
            </a:endParaRPr>
          </a:p>
        </p:txBody>
      </p:sp>
      <p:pic>
        <p:nvPicPr>
          <p:cNvPr descr="preencoded.png" id="963" name="Google Shape;963;p19"/>
          <p:cNvPicPr preferRelativeResize="0"/>
          <p:nvPr/>
        </p:nvPicPr>
        <p:blipFill rotWithShape="1">
          <a:blip r:embed="rId7">
            <a:alphaModFix/>
          </a:blip>
          <a:srcRect b="0" l="0" r="0" t="0"/>
          <a:stretch/>
        </p:blipFill>
        <p:spPr>
          <a:xfrm>
            <a:off x="571500" y="399119"/>
            <a:ext cx="1228470" cy="244749"/>
          </a:xfrm>
          <a:prstGeom prst="rect">
            <a:avLst/>
          </a:prstGeom>
          <a:noFill/>
          <a:ln>
            <a:noFill/>
          </a:ln>
        </p:spPr>
      </p:pic>
      <p:sp>
        <p:nvSpPr>
          <p:cNvPr id="964" name="Google Shape;964;p19"/>
          <p:cNvSpPr/>
          <p:nvPr/>
        </p:nvSpPr>
        <p:spPr>
          <a:xfrm>
            <a:off x="1676144" y="506084"/>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000033"/>
              </a:buClr>
              <a:buSzPts val="300"/>
              <a:buFont typeface="Montserrat SemiBold"/>
              <a:buNone/>
            </a:pPr>
            <a:r>
              <a:rPr b="1" i="0" lang="en-US" sz="300" u="none" cap="none" strike="noStrike">
                <a:solidFill>
                  <a:srgbClr val="000033"/>
                </a:solidFill>
                <a:latin typeface="Montserrat SemiBold"/>
                <a:ea typeface="Montserrat SemiBold"/>
                <a:cs typeface="Montserrat SemiBold"/>
                <a:sym typeface="Montserrat SemiBold"/>
              </a:rPr>
              <a:t>AÑOS </a:t>
            </a:r>
            <a:endParaRPr b="0" i="0" sz="300" u="none" cap="none" strike="noStrike">
              <a:solidFill>
                <a:srgbClr val="000033"/>
              </a:solidFill>
              <a:latin typeface="Calibri"/>
              <a:ea typeface="Calibri"/>
              <a:cs typeface="Calibri"/>
              <a:sym typeface="Calibri"/>
            </a:endParaRPr>
          </a:p>
        </p:txBody>
      </p:sp>
      <p:sp>
        <p:nvSpPr>
          <p:cNvPr id="965" name="Google Shape;965;p19"/>
          <p:cNvSpPr/>
          <p:nvPr/>
        </p:nvSpPr>
        <p:spPr>
          <a:xfrm>
            <a:off x="745300" y="2146725"/>
            <a:ext cx="2888700" cy="1748400"/>
          </a:xfrm>
          <a:prstGeom prst="roundRect">
            <a:avLst>
              <a:gd fmla="val 7346" name="adj"/>
            </a:avLst>
          </a:prstGeom>
          <a:solidFill>
            <a:schemeClr val="lt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Imagen </a:t>
            </a:r>
            <a:endParaRPr b="0" i="0" sz="1400" u="none" cap="none" strike="noStrike">
              <a:solidFill>
                <a:srgbClr val="000000"/>
              </a:solidFill>
              <a:latin typeface="Arial"/>
              <a:ea typeface="Arial"/>
              <a:cs typeface="Arial"/>
              <a:sym typeface="Arial"/>
            </a:endParaRPr>
          </a:p>
        </p:txBody>
      </p:sp>
      <p:sp>
        <p:nvSpPr>
          <p:cNvPr id="966" name="Google Shape;966;p19"/>
          <p:cNvSpPr/>
          <p:nvPr/>
        </p:nvSpPr>
        <p:spPr>
          <a:xfrm>
            <a:off x="571500" y="4131470"/>
            <a:ext cx="18906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0D1B3E"/>
              </a:buClr>
              <a:buSzPts val="1100"/>
              <a:buFont typeface="Montserrat"/>
              <a:buNone/>
            </a:pPr>
            <a:r>
              <a:rPr b="0" i="0" lang="en-US" sz="1100" u="none" cap="none" strike="noStrike">
                <a:solidFill>
                  <a:srgbClr val="000033"/>
                </a:solidFill>
                <a:latin typeface="Montserrat Black"/>
                <a:ea typeface="Montserrat Black"/>
                <a:cs typeface="Montserrat Black"/>
                <a:sym typeface="Montserrat Black"/>
              </a:rPr>
              <a:t>LOGROS DESTACADOS: </a:t>
            </a:r>
            <a:endParaRPr b="0" i="0" sz="1100" u="none" cap="none" strike="noStrike">
              <a:solidFill>
                <a:srgbClr val="000033"/>
              </a:solidFill>
              <a:latin typeface="Montserrat Black"/>
              <a:ea typeface="Montserrat Black"/>
              <a:cs typeface="Montserrat Black"/>
              <a:sym typeface="Montserrat Black"/>
            </a:endParaRPr>
          </a:p>
        </p:txBody>
      </p:sp>
      <p:sp>
        <p:nvSpPr>
          <p:cNvPr id="967" name="Google Shape;967;p19"/>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CASOS SIMILARES</a:t>
            </a:r>
            <a:endParaRPr b="0" i="0" sz="1100" u="none" cap="none" strike="noStrike">
              <a:solidFill>
                <a:schemeClr val="dk1"/>
              </a:solidFill>
              <a:latin typeface="Calibri"/>
              <a:ea typeface="Calibri"/>
              <a:cs typeface="Calibri"/>
              <a:sym typeface="Calibri"/>
            </a:endParaRPr>
          </a:p>
        </p:txBody>
      </p:sp>
      <p:sp>
        <p:nvSpPr>
          <p:cNvPr id="968" name="Google Shape;968;p19"/>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Titular del</a:t>
            </a:r>
            <a:r>
              <a:rPr b="1" i="1" lang="en-US" sz="2100" u="none" cap="none" strike="noStrike">
                <a:solidFill>
                  <a:srgbClr val="2B5BFC"/>
                </a:solidFill>
                <a:latin typeface="Montserrat Black"/>
                <a:ea typeface="Montserrat Black"/>
                <a:cs typeface="Montserrat Black"/>
                <a:sym typeface="Montserrat Black"/>
              </a:rPr>
              <a:t> caso</a:t>
            </a:r>
            <a:endParaRPr b="0" i="0" sz="2100" u="none" cap="none" strike="noStrike">
              <a:solidFill>
                <a:schemeClr val="dk1"/>
              </a:solidFill>
              <a:latin typeface="Calibri"/>
              <a:ea typeface="Calibri"/>
              <a:cs typeface="Calibri"/>
              <a:sym typeface="Calibri"/>
            </a:endParaRPr>
          </a:p>
        </p:txBody>
      </p:sp>
      <p:sp>
        <p:nvSpPr>
          <p:cNvPr id="969" name="Google Shape;969;p19"/>
          <p:cNvSpPr txBox="1"/>
          <p:nvPr/>
        </p:nvSpPr>
        <p:spPr>
          <a:xfrm>
            <a:off x="571500" y="1572768"/>
            <a:ext cx="54864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75757"/>
              </a:buClr>
              <a:buSzPts val="950"/>
              <a:buFont typeface="Montserrat"/>
              <a:buNone/>
            </a:pPr>
            <a:r>
              <a:rPr b="0" i="0" lang="en-US" sz="950" u="none" cap="none" strike="noStrike">
                <a:solidFill>
                  <a:srgbClr val="000033"/>
                </a:solidFill>
                <a:latin typeface="Montserrat"/>
                <a:ea typeface="Montserrat"/>
                <a:cs typeface="Montserrat"/>
                <a:sym typeface="Montserrat"/>
              </a:rPr>
              <a:t>Industria: XXXX  ·  Área: XXXX  ·  Tecnología: XXXX</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974" name="Shape 974"/>
        <p:cNvGrpSpPr/>
        <p:nvPr/>
      </p:nvGrpSpPr>
      <p:grpSpPr>
        <a:xfrm>
          <a:off x="0" y="0"/>
          <a:ext cx="0" cy="0"/>
          <a:chOff x="0" y="0"/>
          <a:chExt cx="0" cy="0"/>
        </a:xfrm>
      </p:grpSpPr>
      <p:pic>
        <p:nvPicPr>
          <p:cNvPr descr="preencoded.png" id="975" name="Google Shape;975;p33"/>
          <p:cNvPicPr preferRelativeResize="0"/>
          <p:nvPr/>
        </p:nvPicPr>
        <p:blipFill rotWithShape="1">
          <a:blip r:embed="rId3">
            <a:alphaModFix/>
          </a:blip>
          <a:srcRect b="0" l="0" r="0" t="0"/>
          <a:stretch/>
        </p:blipFill>
        <p:spPr>
          <a:xfrm>
            <a:off x="0" y="0"/>
            <a:ext cx="9143998" cy="5143501"/>
          </a:xfrm>
          <a:prstGeom prst="rect">
            <a:avLst/>
          </a:prstGeom>
          <a:noFill/>
          <a:ln>
            <a:noFill/>
          </a:ln>
        </p:spPr>
      </p:pic>
      <p:pic>
        <p:nvPicPr>
          <p:cNvPr descr="preencoded.png" id="976" name="Google Shape;976;p33"/>
          <p:cNvPicPr preferRelativeResize="0"/>
          <p:nvPr/>
        </p:nvPicPr>
        <p:blipFill rotWithShape="1">
          <a:blip r:embed="rId4">
            <a:alphaModFix/>
          </a:blip>
          <a:srcRect b="0" l="0" r="0" t="0"/>
          <a:stretch/>
        </p:blipFill>
        <p:spPr>
          <a:xfrm>
            <a:off x="0" y="0"/>
            <a:ext cx="9143998" cy="5143501"/>
          </a:xfrm>
          <a:prstGeom prst="rect">
            <a:avLst/>
          </a:prstGeom>
          <a:noFill/>
          <a:ln>
            <a:noFill/>
          </a:ln>
        </p:spPr>
      </p:pic>
      <p:pic>
        <p:nvPicPr>
          <p:cNvPr descr="preencoded.png" id="977" name="Google Shape;977;p33"/>
          <p:cNvPicPr preferRelativeResize="0"/>
          <p:nvPr/>
        </p:nvPicPr>
        <p:blipFill rotWithShape="1">
          <a:blip r:embed="rId5">
            <a:alphaModFix amt="40000"/>
          </a:blip>
          <a:srcRect b="0" l="0" r="0" t="0"/>
          <a:stretch/>
        </p:blipFill>
        <p:spPr>
          <a:xfrm>
            <a:off x="0" y="0"/>
            <a:ext cx="9143998" cy="5143501"/>
          </a:xfrm>
          <a:prstGeom prst="rect">
            <a:avLst/>
          </a:prstGeom>
          <a:noFill/>
          <a:ln>
            <a:noFill/>
          </a:ln>
        </p:spPr>
      </p:pic>
      <p:pic>
        <p:nvPicPr>
          <p:cNvPr descr="preencoded.png" id="978" name="Google Shape;978;p33"/>
          <p:cNvPicPr preferRelativeResize="0"/>
          <p:nvPr/>
        </p:nvPicPr>
        <p:blipFill rotWithShape="1">
          <a:blip r:embed="rId6">
            <a:alphaModFix/>
          </a:blip>
          <a:srcRect b="0" l="0" r="0" t="0"/>
          <a:stretch/>
        </p:blipFill>
        <p:spPr>
          <a:xfrm>
            <a:off x="381000" y="398285"/>
            <a:ext cx="8382000" cy="387528"/>
          </a:xfrm>
          <a:prstGeom prst="rect">
            <a:avLst/>
          </a:prstGeom>
          <a:noFill/>
          <a:ln>
            <a:noFill/>
          </a:ln>
        </p:spPr>
      </p:pic>
      <p:pic>
        <p:nvPicPr>
          <p:cNvPr descr="preencoded.png" id="979" name="Google Shape;979;p33"/>
          <p:cNvPicPr preferRelativeResize="0"/>
          <p:nvPr/>
        </p:nvPicPr>
        <p:blipFill rotWithShape="1">
          <a:blip r:embed="rId7">
            <a:alphaModFix/>
          </a:blip>
          <a:srcRect b="0" l="0" r="0" t="0"/>
          <a:stretch/>
        </p:blipFill>
        <p:spPr>
          <a:xfrm>
            <a:off x="381000" y="1697473"/>
            <a:ext cx="8382000" cy="1093352"/>
          </a:xfrm>
          <a:prstGeom prst="rect">
            <a:avLst/>
          </a:prstGeom>
          <a:noFill/>
          <a:ln>
            <a:noFill/>
          </a:ln>
        </p:spPr>
      </p:pic>
      <p:sp>
        <p:nvSpPr>
          <p:cNvPr id="980" name="Google Shape;980;p33"/>
          <p:cNvSpPr/>
          <p:nvPr/>
        </p:nvSpPr>
        <p:spPr>
          <a:xfrm>
            <a:off x="5062408" y="505251"/>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FFFFFF"/>
              </a:buClr>
              <a:buSzPts val="300"/>
              <a:buFont typeface="Montserrat SemiBold"/>
              <a:buNone/>
            </a:pPr>
            <a:r>
              <a:rPr b="1" i="0" lang="en-US" sz="300" u="none" cap="none" strike="noStrike">
                <a:solidFill>
                  <a:srgbClr val="FFFFFF"/>
                </a:solidFill>
                <a:latin typeface="Montserrat SemiBold"/>
                <a:ea typeface="Montserrat SemiBold"/>
                <a:cs typeface="Montserrat SemiBold"/>
                <a:sym typeface="Montserrat SemiBold"/>
              </a:rPr>
              <a:t>AÑOS </a:t>
            </a:r>
            <a:endParaRPr b="0" i="0" sz="300" u="none" cap="none" strike="noStrike">
              <a:solidFill>
                <a:schemeClr val="dk1"/>
              </a:solidFill>
              <a:latin typeface="Calibri"/>
              <a:ea typeface="Calibri"/>
              <a:cs typeface="Calibri"/>
              <a:sym typeface="Calibri"/>
            </a:endParaRPr>
          </a:p>
        </p:txBody>
      </p:sp>
      <p:sp>
        <p:nvSpPr>
          <p:cNvPr id="981" name="Google Shape;981;p33"/>
          <p:cNvSpPr/>
          <p:nvPr/>
        </p:nvSpPr>
        <p:spPr>
          <a:xfrm>
            <a:off x="561975" y="1666875"/>
            <a:ext cx="8015400" cy="790500"/>
          </a:xfrm>
          <a:prstGeom prst="rect">
            <a:avLst/>
          </a:prstGeom>
          <a:noFill/>
          <a:ln>
            <a:noFill/>
          </a:ln>
        </p:spPr>
        <p:txBody>
          <a:bodyPr anchorCtr="0" anchor="t" bIns="0" lIns="0" spcFirstLastPara="1" rIns="0" wrap="square" tIns="0">
            <a:noAutofit/>
          </a:bodyPr>
          <a:lstStyle/>
          <a:p>
            <a:pPr indent="0" lvl="0" marL="0" marR="0" rtl="0" algn="ctr">
              <a:lnSpc>
                <a:spcPct val="77600"/>
              </a:lnSpc>
              <a:spcBef>
                <a:spcPts val="0"/>
              </a:spcBef>
              <a:spcAft>
                <a:spcPts val="0"/>
              </a:spcAft>
              <a:buClr>
                <a:srgbClr val="FFFFFF"/>
              </a:buClr>
              <a:buSzPts val="2800"/>
              <a:buFont typeface="Montserrat Black"/>
              <a:buNone/>
            </a:pPr>
            <a:r>
              <a:rPr b="1" i="0" lang="en-US" sz="2800" u="none" cap="none" strike="noStrike">
                <a:solidFill>
                  <a:srgbClr val="FFFFFF"/>
                </a:solidFill>
                <a:latin typeface="Montserrat Black"/>
                <a:ea typeface="Montserrat Black"/>
                <a:cs typeface="Montserrat Black"/>
                <a:sym typeface="Montserrat Black"/>
              </a:rPr>
              <a:t>Incrementamos tus ventas digitales utilizando </a:t>
            </a:r>
            <a:r>
              <a:rPr b="1" i="1" lang="en-US" sz="2800" u="none" cap="none" strike="noStrike">
                <a:solidFill>
                  <a:srgbClr val="7E99FE"/>
                </a:solidFill>
                <a:latin typeface="Montserrat Black"/>
                <a:ea typeface="Montserrat Black"/>
                <a:cs typeface="Montserrat Black"/>
                <a:sym typeface="Montserrat Black"/>
              </a:rPr>
              <a:t>data e inteligencia artificial</a:t>
            </a:r>
            <a:r>
              <a:rPr b="1" i="0" lang="en-US" sz="2800" u="none" cap="none" strike="noStrike">
                <a:solidFill>
                  <a:srgbClr val="F1F0FF"/>
                </a:solidFill>
                <a:latin typeface="Montserrat Black"/>
                <a:ea typeface="Montserrat Black"/>
                <a:cs typeface="Montserrat Black"/>
                <a:sym typeface="Montserrat Black"/>
              </a:rPr>
              <a:t> </a:t>
            </a:r>
            <a:endParaRPr b="0" i="0" sz="2800" u="none" cap="none" strike="noStrike">
              <a:solidFill>
                <a:srgbClr val="F1F0FF"/>
              </a:solidFill>
              <a:latin typeface="Calibri"/>
              <a:ea typeface="Calibri"/>
              <a:cs typeface="Calibri"/>
              <a:sym typeface="Calibri"/>
            </a:endParaRPr>
          </a:p>
        </p:txBody>
      </p:sp>
      <p:sp>
        <p:nvSpPr>
          <p:cNvPr id="982" name="Google Shape;982;p33"/>
          <p:cNvSpPr/>
          <p:nvPr/>
        </p:nvSpPr>
        <p:spPr>
          <a:xfrm>
            <a:off x="3957638" y="4602957"/>
            <a:ext cx="12810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 </a:t>
            </a:r>
            <a:endParaRPr b="0" i="0" sz="1100" u="none" cap="none" strike="noStrike">
              <a:solidFill>
                <a:schemeClr val="dk1"/>
              </a:solidFill>
              <a:latin typeface="Calibri"/>
              <a:ea typeface="Calibri"/>
              <a:cs typeface="Calibri"/>
              <a:sym typeface="Calibri"/>
            </a:endParaRPr>
          </a:p>
        </p:txBody>
      </p:sp>
      <p:pic>
        <p:nvPicPr>
          <p:cNvPr id="983" name="Google Shape;983;p33" title="Íconos (33).png">
            <a:hlinkClick r:id="rId8"/>
          </p:cNvPr>
          <p:cNvPicPr preferRelativeResize="0"/>
          <p:nvPr/>
        </p:nvPicPr>
        <p:blipFill rotWithShape="1">
          <a:blip r:embed="rId9">
            <a:alphaModFix/>
          </a:blip>
          <a:srcRect b="0" l="0" r="0" t="0"/>
          <a:stretch/>
        </p:blipFill>
        <p:spPr>
          <a:xfrm>
            <a:off x="2983375" y="3185988"/>
            <a:ext cx="364426" cy="364426"/>
          </a:xfrm>
          <a:prstGeom prst="rect">
            <a:avLst/>
          </a:prstGeom>
          <a:noFill/>
          <a:ln>
            <a:noFill/>
          </a:ln>
        </p:spPr>
      </p:pic>
      <p:pic>
        <p:nvPicPr>
          <p:cNvPr id="984" name="Google Shape;984;p33" title="Íconos (37).png">
            <a:hlinkClick r:id="rId10"/>
          </p:cNvPr>
          <p:cNvPicPr preferRelativeResize="0"/>
          <p:nvPr/>
        </p:nvPicPr>
        <p:blipFill rotWithShape="1">
          <a:blip r:embed="rId11">
            <a:alphaModFix/>
          </a:blip>
          <a:srcRect b="15717" l="0" r="0" t="16537"/>
          <a:stretch/>
        </p:blipFill>
        <p:spPr>
          <a:xfrm>
            <a:off x="5617968" y="3185986"/>
            <a:ext cx="537907" cy="364426"/>
          </a:xfrm>
          <a:prstGeom prst="rect">
            <a:avLst/>
          </a:prstGeom>
          <a:noFill/>
          <a:ln>
            <a:noFill/>
          </a:ln>
        </p:spPr>
      </p:pic>
      <p:pic>
        <p:nvPicPr>
          <p:cNvPr id="985" name="Google Shape;985;p33" title="Íconos (38).png">
            <a:hlinkClick r:id="rId12"/>
          </p:cNvPr>
          <p:cNvPicPr preferRelativeResize="0"/>
          <p:nvPr/>
        </p:nvPicPr>
        <p:blipFill rotWithShape="1">
          <a:blip r:embed="rId13">
            <a:alphaModFix/>
          </a:blip>
          <a:srcRect b="0" l="0" r="0" t="0"/>
          <a:stretch/>
        </p:blipFill>
        <p:spPr>
          <a:xfrm>
            <a:off x="3803656" y="3142552"/>
            <a:ext cx="451302" cy="451302"/>
          </a:xfrm>
          <a:prstGeom prst="rect">
            <a:avLst/>
          </a:prstGeom>
          <a:noFill/>
          <a:ln>
            <a:noFill/>
          </a:ln>
        </p:spPr>
      </p:pic>
      <p:pic>
        <p:nvPicPr>
          <p:cNvPr id="986" name="Google Shape;986;p33" title="Íconos (39).png">
            <a:hlinkClick r:id="rId14"/>
          </p:cNvPr>
          <p:cNvPicPr preferRelativeResize="0"/>
          <p:nvPr/>
        </p:nvPicPr>
        <p:blipFill rotWithShape="1">
          <a:blip r:embed="rId15">
            <a:alphaModFix/>
          </a:blip>
          <a:srcRect b="0" l="0" r="0" t="0"/>
          <a:stretch/>
        </p:blipFill>
        <p:spPr>
          <a:xfrm>
            <a:off x="4710812" y="3142558"/>
            <a:ext cx="451302" cy="451277"/>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