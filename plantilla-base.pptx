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 id="214748365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Lst>
  <p:sldSz cy="5143500" cx="9144000"/>
  <p:notesSz cx="5143500" cy="9144000"/>
  <p:embeddedFontLst>
    <p:embeddedFont>
      <p:font typeface="Montserrat SemiBold"/>
      <p:regular r:id="rId47"/>
      <p:bold r:id="rId48"/>
      <p:italic r:id="rId49"/>
      <p:boldItalic r:id="rId50"/>
    </p:embeddedFont>
    <p:embeddedFont>
      <p:font typeface="Montserrat"/>
      <p:regular r:id="rId51"/>
      <p:bold r:id="rId52"/>
      <p:italic r:id="rId53"/>
      <p:boldItalic r:id="rId54"/>
    </p:embeddedFont>
    <p:embeddedFont>
      <p:font typeface="Montserrat Black"/>
      <p:bold r:id="rId55"/>
      <p:boldItalic r:id="rId56"/>
    </p:embeddedFont>
    <p:embeddedFont>
      <p:font typeface="Montserrat Medium"/>
      <p:regular r:id="rId57"/>
      <p:bold r:id="rId58"/>
      <p:italic r:id="rId59"/>
      <p:boldItalic r:id="rId60"/>
    </p:embeddedFont>
    <p:embeddedFont>
      <p:font typeface="Montserrat ExtraBold"/>
      <p:bold r:id="rId61"/>
      <p:boldItalic r:id="rId6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63" roundtripDataSignature="AMtx7mjocAn/soE+uPmOx+v5Lf1h6rbXc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4.xml"/><Relationship Id="rId48" Type="http://schemas.openxmlformats.org/officeDocument/2006/relationships/font" Target="fonts/MontserratSemiBold-bold.fntdata"/><Relationship Id="rId47" Type="http://schemas.openxmlformats.org/officeDocument/2006/relationships/font" Target="fonts/MontserratSemiBold-regular.fntdata"/><Relationship Id="rId49" Type="http://schemas.openxmlformats.org/officeDocument/2006/relationships/font" Target="fonts/MontserratSemiBold-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font" Target="fonts/MontserratExtraBold-boldItalic.fntdata"/><Relationship Id="rId61" Type="http://schemas.openxmlformats.org/officeDocument/2006/relationships/font" Target="fonts/MontserratExtraBold-bold.fntdata"/><Relationship Id="rId20" Type="http://schemas.openxmlformats.org/officeDocument/2006/relationships/slide" Target="slides/slide15.xml"/><Relationship Id="rId63" Type="http://customschemas.google.com/relationships/presentationmetadata" Target="metadata"/><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60" Type="http://schemas.openxmlformats.org/officeDocument/2006/relationships/font" Target="fonts/MontserratMedium-boldItalic.fntdata"/><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font" Target="fonts/Montserrat-regular.fntdata"/><Relationship Id="rId50" Type="http://schemas.openxmlformats.org/officeDocument/2006/relationships/font" Target="fonts/MontserratSemiBold-boldItalic.fntdata"/><Relationship Id="rId53" Type="http://schemas.openxmlformats.org/officeDocument/2006/relationships/font" Target="fonts/Montserrat-italic.fntdata"/><Relationship Id="rId52" Type="http://schemas.openxmlformats.org/officeDocument/2006/relationships/font" Target="fonts/Montserrat-bold.fntdata"/><Relationship Id="rId11" Type="http://schemas.openxmlformats.org/officeDocument/2006/relationships/slide" Target="slides/slide6.xml"/><Relationship Id="rId55" Type="http://schemas.openxmlformats.org/officeDocument/2006/relationships/font" Target="fonts/MontserratBlack-bold.fntdata"/><Relationship Id="rId10" Type="http://schemas.openxmlformats.org/officeDocument/2006/relationships/slide" Target="slides/slide5.xml"/><Relationship Id="rId54" Type="http://schemas.openxmlformats.org/officeDocument/2006/relationships/font" Target="fonts/Montserrat-boldItalic.fntdata"/><Relationship Id="rId13" Type="http://schemas.openxmlformats.org/officeDocument/2006/relationships/slide" Target="slides/slide8.xml"/><Relationship Id="rId57" Type="http://schemas.openxmlformats.org/officeDocument/2006/relationships/font" Target="fonts/MontserratMedium-regular.fntdata"/><Relationship Id="rId12" Type="http://schemas.openxmlformats.org/officeDocument/2006/relationships/slide" Target="slides/slide7.xml"/><Relationship Id="rId56" Type="http://schemas.openxmlformats.org/officeDocument/2006/relationships/font" Target="fonts/MontserratBlack-boldItalic.fntdata"/><Relationship Id="rId15" Type="http://schemas.openxmlformats.org/officeDocument/2006/relationships/slide" Target="slides/slide10.xml"/><Relationship Id="rId59" Type="http://schemas.openxmlformats.org/officeDocument/2006/relationships/font" Target="fonts/MontserratMedium-italic.fntdata"/><Relationship Id="rId14" Type="http://schemas.openxmlformats.org/officeDocument/2006/relationships/slide" Target="slides/slide9.xml"/><Relationship Id="rId58" Type="http://schemas.openxmlformats.org/officeDocument/2006/relationships/font" Target="fonts/MontserratMedium-bold.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 name="Shape 24"/>
        <p:cNvGrpSpPr/>
        <p:nvPr/>
      </p:nvGrpSpPr>
      <p:grpSpPr>
        <a:xfrm>
          <a:off x="0" y="0"/>
          <a:ext cx="0" cy="0"/>
          <a:chOff x="0" y="0"/>
          <a:chExt cx="0" cy="0"/>
        </a:xfrm>
      </p:grpSpPr>
      <p:sp>
        <p:nvSpPr>
          <p:cNvPr id="25" name="Google Shape;25;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 name="Google Shape;26;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L01 · PORTADA DE MARCA — Primera slide de credenciales. No lleva nombre de cliente. - PLANTILLA FIJA</a:t>
            </a:r>
            <a:endParaRPr/>
          </a:p>
        </p:txBody>
      </p:sp>
      <p:sp>
        <p:nvSpPr>
          <p:cNvPr id="27" name="Google Shape;27;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L02 · PORTADA DE PROPUESTA — Reemplazar servicio, área, cliente y mes. El mes se escribe con inicial mayúscula. - PLANTILLA FIJA</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 name="Shape 45"/>
        <p:cNvGrpSpPr/>
        <p:nvPr/>
      </p:nvGrpSpPr>
      <p:grpSpPr>
        <a:xfrm>
          <a:off x="0" y="0"/>
          <a:ext cx="0" cy="0"/>
          <a:chOff x="0" y="0"/>
          <a:chExt cx="0" cy="0"/>
        </a:xfrm>
      </p:grpSpPr>
      <p:sp>
        <p:nvSpPr>
          <p:cNvPr id="46" name="Google Shape;46;g3f8da4ebb8d_0_859: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 name="Google Shape;47;g3f8da4ebb8d_0_859:notes"/>
          <p:cNvSpPr txBox="1"/>
          <p:nvPr>
            <p:ph idx="1" type="body"/>
          </p:nvPr>
        </p:nvSpPr>
        <p:spPr>
          <a:xfrm>
            <a:off x="514350" y="4343400"/>
            <a:ext cx="41148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3f8da4ebb8d_0_872: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 name="Google Shape;60;g3f8da4ebb8d_0_872: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61" name="Google Shape;61;g3f8da4ebb8d_0_872: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f8da4ebb8d_0_891: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 name="Google Shape;80;g3f8da4ebb8d_0_891: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81" name="Google Shape;81;g3f8da4ebb8d_0_891: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f8da4ebb8d_0_910: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 name="Google Shape;100;g3f8da4ebb8d_0_910: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101" name="Google Shape;101;g3f8da4ebb8d_0_910: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8da4ebb8d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g3f8da4ebb8d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3" name="Google Shape;163;g3f8da4ebb8d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 name="Google Shape;206;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7" name="Google Shape;207;p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f8da4ebb8d_0_1173:notes"/>
          <p:cNvSpPr/>
          <p:nvPr>
            <p:ph idx="2" type="sldImg"/>
          </p:nvPr>
        </p:nvSpPr>
        <p:spPr>
          <a:xfrm>
            <a:off x="514350" y="857250"/>
            <a:ext cx="4114800" cy="23145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7" name="Google Shape;217;g3f8da4ebb8d_0_1173:notes"/>
          <p:cNvSpPr txBox="1"/>
          <p:nvPr>
            <p:ph idx="1" type="body"/>
          </p:nvPr>
        </p:nvSpPr>
        <p:spPr>
          <a:xfrm>
            <a:off x="514350" y="3300413"/>
            <a:ext cx="4114800" cy="2700600"/>
          </a:xfrm>
          <a:prstGeom prst="rect">
            <a:avLst/>
          </a:prstGeom>
          <a:noFill/>
          <a:ln>
            <a:noFill/>
          </a:ln>
        </p:spPr>
        <p:txBody>
          <a:bodyPr anchorCtr="0" anchor="t" bIns="34275" lIns="68575" spcFirstLastPara="1" rIns="68575" wrap="square" tIns="34275">
            <a:noAutofit/>
          </a:bodyPr>
          <a:lstStyle/>
          <a:p>
            <a:pPr indent="0" lvl="0" marL="0" rtl="0" algn="l">
              <a:lnSpc>
                <a:spcPct val="100000"/>
              </a:lnSpc>
              <a:spcBef>
                <a:spcPts val="0"/>
              </a:spcBef>
              <a:spcAft>
                <a:spcPts val="0"/>
              </a:spcAft>
              <a:buSzPts val="1400"/>
              <a:buNone/>
            </a:pPr>
            <a:r>
              <a:t/>
            </a:r>
            <a:endParaRPr/>
          </a:p>
        </p:txBody>
      </p:sp>
      <p:sp>
        <p:nvSpPr>
          <p:cNvPr id="218" name="Google Shape;218;g3f8da4ebb8d_0_1173:notes"/>
          <p:cNvSpPr txBox="1"/>
          <p:nvPr>
            <p:ph idx="12" type="sldNum"/>
          </p:nvPr>
        </p:nvSpPr>
        <p:spPr>
          <a:xfrm>
            <a:off x="2913460" y="6513910"/>
            <a:ext cx="2229000" cy="344100"/>
          </a:xfrm>
          <a:prstGeom prst="rect">
            <a:avLst/>
          </a:prstGeom>
          <a:noFill/>
          <a:ln>
            <a:noFill/>
          </a:ln>
        </p:spPr>
        <p:txBody>
          <a:bodyPr anchorCtr="0" anchor="b" bIns="34275" lIns="68575" spcFirstLastPara="1" rIns="68575" wrap="square" tIns="34275">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f8da4ebb8d_0_12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 name="Google Shape;247;g3f8da4ebb8d_0_12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8" name="Google Shape;248;g3f8da4ebb8d_0_12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g3f8da4ebb8d_0_10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 name="Google Shape;260;g3f8da4ebb8d_0_10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1" name="Google Shape;261;g3f8da4ebb8d_0_10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f8da4ebb8d_0_10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 name="Google Shape;271;g3f8da4ebb8d_0_10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2" name="Google Shape;272;g3f8da4ebb8d_0_10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8" name="Google Shape;298;p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9" name="Google Shape;299;p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0" name="Google Shape;310;p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2" name="Google Shape;332;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L04 · DIVISOR DE SECCIÓN — Una por sección. Título en dos partes: la segunda va en itálica azul claro.</a:t>
            </a:r>
            <a:endParaRPr/>
          </a:p>
        </p:txBody>
      </p:sp>
      <p:sp>
        <p:nvSpPr>
          <p:cNvPr id="333" name="Google Shape;333;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g3f8da4ebb8d_0_10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3" name="Google Shape;343;g3f8da4ebb8d_0_10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4" name="Google Shape;344;g3f8da4ebb8d_0_10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f8da4ebb8d_0_8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9" name="Google Shape;359;g3f8da4ebb8d_0_8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0" name="Google Shape;360;g3f8da4ebb8d_0_8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0" name="Google Shape;370;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L08 · PROCESO — Cuatro o cinco Etapas con su entregable. Es la vista general; el detalle va en L09.</a:t>
            </a:r>
            <a:endParaRPr/>
          </a:p>
        </p:txBody>
      </p:sp>
      <p:sp>
        <p:nvSpPr>
          <p:cNvPr id="371" name="Google Shape;371;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6" name="Google Shape;406;p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7" name="Google Shape;407;p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7" name="Google Shape;417;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Etapa. Actividades de NEO a la izquierda, requerimientos del cliente al centro, entregables abajo.</a:t>
            </a:r>
            <a:endParaRPr/>
          </a:p>
        </p:txBody>
      </p:sp>
      <p:sp>
        <p:nvSpPr>
          <p:cNvPr id="418" name="Google Shape;418;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f8db9ece71_0_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g3f8db9ece71_0_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Etapa. Actividades de NEO a la izquierda, requerimientos del cliente al centro, entregables abajo.</a:t>
            </a:r>
            <a:endParaRPr/>
          </a:p>
        </p:txBody>
      </p:sp>
      <p:sp>
        <p:nvSpPr>
          <p:cNvPr id="436" name="Google Shape;436;g3f8db9ece71_0_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g3f8db9ece71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3" name="Google Shape;453;g3f8db9ece71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Etapa. Actividades de NEO a la izquierda, requerimientos del cliente al centro, entregables abajo.</a:t>
            </a:r>
            <a:endParaRPr/>
          </a:p>
        </p:txBody>
      </p:sp>
      <p:sp>
        <p:nvSpPr>
          <p:cNvPr id="454" name="Google Shape;454;g3f8db9ece71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g3f8db9ece71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1" name="Google Shape;471;g3f8db9ece71_0_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Etapa. Actividades de NEO a la izquierda, requerimientos del cliente al centro, entregables abajo.</a:t>
            </a:r>
            <a:endParaRPr/>
          </a:p>
        </p:txBody>
      </p:sp>
      <p:sp>
        <p:nvSpPr>
          <p:cNvPr id="472" name="Google Shape;472;g3f8db9ece71_0_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24: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24: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490" name="Google Shape;490;p24: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25: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p25: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504" name="Google Shape;504;p25: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8" name="Shape 538"/>
        <p:cNvGrpSpPr/>
        <p:nvPr/>
      </p:nvGrpSpPr>
      <p:grpSpPr>
        <a:xfrm>
          <a:off x="0" y="0"/>
          <a:ext cx="0" cy="0"/>
          <a:chOff x="0" y="0"/>
          <a:chExt cx="0" cy="0"/>
        </a:xfrm>
      </p:grpSpPr>
      <p:sp>
        <p:nvSpPr>
          <p:cNvPr id="539" name="Google Shape;539;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0" name="Google Shape;540;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L04 · DIVISOR DE SECCIÓN — Una por sección. Título en dos partes: la segunda va en itálica azul claro.</a:t>
            </a:r>
            <a:endParaRPr/>
          </a:p>
        </p:txBody>
      </p:sp>
      <p:sp>
        <p:nvSpPr>
          <p:cNvPr id="541" name="Google Shape;541;p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L11 · COMPARATIVA — Qué entrega NEO frente a qué ejecuta el cliente, o antes/después. Nunca más de dos columnas.</a:t>
            </a:r>
            <a:endParaRPr/>
          </a:p>
        </p:txBody>
      </p:sp>
      <p:sp>
        <p:nvSpPr>
          <p:cNvPr id="552" name="Google Shape;552;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6" name="Shape 576"/>
        <p:cNvGrpSpPr/>
        <p:nvPr/>
      </p:nvGrpSpPr>
      <p:grpSpPr>
        <a:xfrm>
          <a:off x="0" y="0"/>
          <a:ext cx="0" cy="0"/>
          <a:chOff x="0" y="0"/>
          <a:chExt cx="0" cy="0"/>
        </a:xfrm>
      </p:grpSpPr>
      <p:sp>
        <p:nvSpPr>
          <p:cNvPr id="577" name="Google Shape;577;g3f8da4ebb8d_0_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8" name="Google Shape;578;g3f8da4ebb8d_0_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9" name="Google Shape;579;g3f8da4ebb8d_0_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g3f8da4ebb8d_0_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9" name="Google Shape;589;g3f8da4ebb8d_0_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90" name="Google Shape;590;g3f8da4ebb8d_0_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g3f8da4ebb8d_0_1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1" name="Google Shape;611;g3f8da4ebb8d_0_11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12" name="Google Shape;612;g3f8da4ebb8d_0_11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3f8da4ebb8d_0_1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2" name="Google Shape;622;g3f8da4ebb8d_0_11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23" name="Google Shape;623;g3f8da4ebb8d_0_11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2" name="Shape 652"/>
        <p:cNvGrpSpPr/>
        <p:nvPr/>
      </p:nvGrpSpPr>
      <p:grpSpPr>
        <a:xfrm>
          <a:off x="0" y="0"/>
          <a:ext cx="0" cy="0"/>
          <a:chOff x="0" y="0"/>
          <a:chExt cx="0" cy="0"/>
        </a:xfrm>
      </p:grpSpPr>
      <p:sp>
        <p:nvSpPr>
          <p:cNvPr id="653" name="Google Shape;653;p26: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4" name="Google Shape;654;p26: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655" name="Google Shape;655;p26: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p27: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p27: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680" name="Google Shape;680;p27: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p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01" name="Google Shape;701;p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9" name="Shape 709"/>
        <p:cNvGrpSpPr/>
        <p:nvPr/>
      </p:nvGrpSpPr>
      <p:grpSpPr>
        <a:xfrm>
          <a:off x="0" y="0"/>
          <a:ext cx="0" cy="0"/>
          <a:chOff x="0" y="0"/>
          <a:chExt cx="0" cy="0"/>
        </a:xfrm>
      </p:grpSpPr>
      <p:sp>
        <p:nvSpPr>
          <p:cNvPr id="710" name="Google Shape;710;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1" name="Google Shape;711;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L13 · EQUIPO — Cinco perfiles por fila. Si el equipo tiene menos, borrar la tarjeta completa, no solo el texto.</a:t>
            </a:r>
            <a:endParaRPr/>
          </a:p>
        </p:txBody>
      </p:sp>
      <p:sp>
        <p:nvSpPr>
          <p:cNvPr id="712" name="Google Shape;712;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5" name="Shape 745"/>
        <p:cNvGrpSpPr/>
        <p:nvPr/>
      </p:nvGrpSpPr>
      <p:grpSpPr>
        <a:xfrm>
          <a:off x="0" y="0"/>
          <a:ext cx="0" cy="0"/>
          <a:chOff x="0" y="0"/>
          <a:chExt cx="0" cy="0"/>
        </a:xfrm>
      </p:grpSpPr>
      <p:sp>
        <p:nvSpPr>
          <p:cNvPr id="746" name="Google Shape;746;p22: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7" name="Google Shape;747;p22:notes"/>
          <p:cNvSpPr txBox="1"/>
          <p:nvPr>
            <p:ph idx="1" type="body"/>
          </p:nvPr>
        </p:nvSpPr>
        <p:spPr>
          <a:xfrm>
            <a:off x="514350" y="4343400"/>
            <a:ext cx="41148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EJEMPLO</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f8da4ebb8d_0_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g3f8da4ebb8d_0_1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EJEMPLO</a:t>
            </a:r>
            <a:endParaRPr/>
          </a:p>
        </p:txBody>
      </p:sp>
      <p:sp>
        <p:nvSpPr>
          <p:cNvPr id="780" name="Google Shape;780;g3f8da4ebb8d_0_1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f8db9ece71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30" name="Google Shape;830;g3f8db9ece71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8" name="Google Shape;878;p28: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879" name="Google Shape;879;p28: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0" name="Shape 890"/>
        <p:cNvGrpSpPr/>
        <p:nvPr/>
      </p:nvGrpSpPr>
      <p:grpSpPr>
        <a:xfrm>
          <a:off x="0" y="0"/>
          <a:ext cx="0" cy="0"/>
          <a:chOff x="0" y="0"/>
          <a:chExt cx="0" cy="0"/>
        </a:xfrm>
      </p:grpSpPr>
      <p:sp>
        <p:nvSpPr>
          <p:cNvPr id="891" name="Google Shape;891;p19: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2" name="Google Shape;892;p19: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893" name="Google Shape;893;p19: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8" name="Shape 918"/>
        <p:cNvGrpSpPr/>
        <p:nvPr/>
      </p:nvGrpSpPr>
      <p:grpSpPr>
        <a:xfrm>
          <a:off x="0" y="0"/>
          <a:ext cx="0" cy="0"/>
          <a:chOff x="0" y="0"/>
          <a:chExt cx="0" cy="0"/>
        </a:xfrm>
      </p:grpSpPr>
      <p:sp>
        <p:nvSpPr>
          <p:cNvPr id="919" name="Google Shape;919;p33: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0" name="Google Shape;920;p33: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921" name="Google Shape;921;p33: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gradFill>
          <a:gsLst>
            <a:gs pos="0">
              <a:schemeClr val="lt1"/>
            </a:gs>
            <a:gs pos="100000">
              <a:srgbClr val="EEF3FF"/>
            </a:gs>
          </a:gsLst>
          <a:lin ang="16198662" scaled="0"/>
        </a:gradFill>
      </p:bgPr>
    </p:bg>
    <p:spTree>
      <p:nvGrpSpPr>
        <p:cNvPr id="10" name="Shape 10"/>
        <p:cNvGrpSpPr/>
        <p:nvPr/>
      </p:nvGrpSpPr>
      <p:grpSpPr>
        <a:xfrm>
          <a:off x="0" y="0"/>
          <a:ext cx="0" cy="0"/>
          <a:chOff x="0" y="0"/>
          <a:chExt cx="0" cy="0"/>
        </a:xfrm>
      </p:grpSpPr>
      <p:sp>
        <p:nvSpPr>
          <p:cNvPr id="11" name="Google Shape;11;p35"/>
          <p:cNvSpPr/>
          <p:nvPr/>
        </p:nvSpPr>
        <p:spPr>
          <a:xfrm>
            <a:off x="1728269" y="50562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a:ea typeface="Montserrat"/>
                <a:cs typeface="Montserrat"/>
                <a:sym typeface="Montserrat"/>
              </a:rPr>
              <a:t>AÑOS </a:t>
            </a:r>
            <a:endParaRPr b="0" i="0" sz="300" u="none" cap="none" strike="noStrike">
              <a:solidFill>
                <a:srgbClr val="000000"/>
              </a:solidFill>
              <a:latin typeface="Montserrat"/>
              <a:ea typeface="Montserrat"/>
              <a:cs typeface="Montserrat"/>
              <a:sym typeface="Montserrat"/>
            </a:endParaRPr>
          </a:p>
        </p:txBody>
      </p:sp>
      <p:pic>
        <p:nvPicPr>
          <p:cNvPr descr="logo_navy.png" id="12" name="Google Shape;12;p35"/>
          <p:cNvPicPr preferRelativeResize="0"/>
          <p:nvPr/>
        </p:nvPicPr>
        <p:blipFill rotWithShape="1">
          <a:blip r:embed="rId2">
            <a:alphaModFix/>
          </a:blip>
          <a:srcRect b="0" l="0" r="0" t="0"/>
          <a:stretch/>
        </p:blipFill>
        <p:spPr>
          <a:xfrm>
            <a:off x="569671" y="389534"/>
            <a:ext cx="1228039" cy="24505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gradFill>
          <a:gsLst>
            <a:gs pos="0">
              <a:schemeClr val="lt1"/>
            </a:gs>
            <a:gs pos="100000">
              <a:srgbClr val="EEF3FF"/>
            </a:gs>
          </a:gsLst>
          <a:lin ang="16200038" scaled="0"/>
        </a:gradFill>
      </p:bgPr>
    </p:bg>
    <p:spTree>
      <p:nvGrpSpPr>
        <p:cNvPr id="17" name="Shape 17"/>
        <p:cNvGrpSpPr/>
        <p:nvPr/>
      </p:nvGrpSpPr>
      <p:grpSpPr>
        <a:xfrm>
          <a:off x="0" y="0"/>
          <a:ext cx="0" cy="0"/>
          <a:chOff x="0" y="0"/>
          <a:chExt cx="0" cy="0"/>
        </a:xfrm>
      </p:grpSpPr>
      <p:sp>
        <p:nvSpPr>
          <p:cNvPr id="18" name="Google Shape;18;g3f8da4ebb8d_0_1070"/>
          <p:cNvSpPr/>
          <p:nvPr/>
        </p:nvSpPr>
        <p:spPr>
          <a:xfrm>
            <a:off x="1728269" y="50562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a:ea typeface="Montserrat"/>
                <a:cs typeface="Montserrat"/>
                <a:sym typeface="Montserrat"/>
              </a:rPr>
              <a:t>AÑOS </a:t>
            </a:r>
            <a:endParaRPr b="0" i="0" sz="300" u="none" cap="none" strike="noStrike">
              <a:solidFill>
                <a:schemeClr val="dk1"/>
              </a:solidFill>
              <a:latin typeface="Montserrat"/>
              <a:ea typeface="Montserrat"/>
              <a:cs typeface="Montserrat"/>
              <a:sym typeface="Montserrat"/>
            </a:endParaRPr>
          </a:p>
        </p:txBody>
      </p:sp>
      <p:pic>
        <p:nvPicPr>
          <p:cNvPr descr="logo_navy.png" id="19" name="Google Shape;19;g3f8da4ebb8d_0_1070"/>
          <p:cNvPicPr preferRelativeResize="0"/>
          <p:nvPr/>
        </p:nvPicPr>
        <p:blipFill rotWithShape="1">
          <a:blip r:embed="rId2">
            <a:alphaModFix/>
          </a:blip>
          <a:srcRect b="0" l="0" r="0" t="0"/>
          <a:stretch/>
        </p:blipFill>
        <p:spPr>
          <a:xfrm>
            <a:off x="569671" y="389534"/>
            <a:ext cx="1228039" cy="245059"/>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N" type="blank">
  <p:cSld name="BLANK">
    <p:spTree>
      <p:nvGrpSpPr>
        <p:cNvPr id="20" name="Shape 20"/>
        <p:cNvGrpSpPr/>
        <p:nvPr/>
      </p:nvGrpSpPr>
      <p:grpSpPr>
        <a:xfrm>
          <a:off x="0" y="0"/>
          <a:ext cx="0" cy="0"/>
          <a:chOff x="0" y="0"/>
          <a:chExt cx="0" cy="0"/>
        </a:xfrm>
      </p:grpSpPr>
      <p:sp>
        <p:nvSpPr>
          <p:cNvPr id="21" name="Google Shape;21;g3f8da4ebb8d_0_107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22" name="Google Shape;22;g3f8da4ebb8d_0_1073"/>
          <p:cNvSpPr/>
          <p:nvPr/>
        </p:nvSpPr>
        <p:spPr>
          <a:xfrm>
            <a:off x="1728269" y="50562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a:ea typeface="Montserrat"/>
                <a:cs typeface="Montserrat"/>
                <a:sym typeface="Montserrat"/>
              </a:rPr>
              <a:t>AÑOS </a:t>
            </a:r>
            <a:endParaRPr b="0" i="0" sz="300" u="none" cap="none" strike="noStrike">
              <a:solidFill>
                <a:schemeClr val="dk1"/>
              </a:solidFill>
              <a:latin typeface="Montserrat"/>
              <a:ea typeface="Montserrat"/>
              <a:cs typeface="Montserrat"/>
              <a:sym typeface="Montserrat"/>
            </a:endParaRPr>
          </a:p>
        </p:txBody>
      </p:sp>
      <p:pic>
        <p:nvPicPr>
          <p:cNvPr descr="logo_navy.png" id="23" name="Google Shape;23;g3f8da4ebb8d_0_1073"/>
          <p:cNvPicPr preferRelativeResize="0"/>
          <p:nvPr/>
        </p:nvPicPr>
        <p:blipFill rotWithShape="1">
          <a:blip r:embed="rId2">
            <a:alphaModFix/>
          </a:blip>
          <a:srcRect b="0" l="0" r="0" t="0"/>
          <a:stretch/>
        </p:blipFill>
        <p:spPr>
          <a:xfrm>
            <a:off x="569671" y="389534"/>
            <a:ext cx="1228039" cy="245059"/>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13" name="Shape 13"/>
        <p:cNvGrpSpPr/>
        <p:nvPr/>
      </p:nvGrpSpPr>
      <p:grpSpPr>
        <a:xfrm>
          <a:off x="0" y="0"/>
          <a:ext cx="0" cy="0"/>
          <a:chOff x="0" y="0"/>
          <a:chExt cx="0" cy="0"/>
        </a:xfrm>
      </p:grpSpPr>
      <p:sp>
        <p:nvSpPr>
          <p:cNvPr id="14" name="Google Shape;14;g3f8da4ebb8d_0_106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15" name="Google Shape;15;g3f8da4ebb8d_0_1066"/>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16" name="Google Shape;16;g3f8da4ebb8d_0_106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51" r:id="rId1"/>
    <p:sldLayoutId id="2147483652"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8.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hyperlink" Target="https://drive.google.com/file/d/1MVORiIC4Gprw2QDZSfgB-XOQ6L9SAd6v/view" TargetMode="External"/><Relationship Id="rId5" Type="http://schemas.openxmlformats.org/officeDocument/2006/relationships/image" Target="../media/image10.png"/><Relationship Id="rId6"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jpg"/><Relationship Id="rId4" Type="http://schemas.openxmlformats.org/officeDocument/2006/relationships/image" Target="../media/image6.png"/><Relationship Id="rId5"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jpg"/><Relationship Id="rId4" Type="http://schemas.openxmlformats.org/officeDocument/2006/relationships/image" Target="../media/image6.png"/><Relationship Id="rId9" Type="http://schemas.openxmlformats.org/officeDocument/2006/relationships/image" Target="../media/image18.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image" Target="../media/image13.png"/><Relationship Id="rId8" Type="http://schemas.openxmlformats.org/officeDocument/2006/relationships/image" Target="../media/image12.png"/></Relationships>
</file>

<file path=ppt/slides/_rels/slide6.xml.rels><?xml version="1.0" encoding="UTF-8" standalone="yes"?><Relationships xmlns="http://schemas.openxmlformats.org/package/2006/relationships"><Relationship Id="rId40" Type="http://schemas.openxmlformats.org/officeDocument/2006/relationships/image" Target="../media/image46.png"/><Relationship Id="rId20" Type="http://schemas.openxmlformats.org/officeDocument/2006/relationships/image" Target="../media/image30.png"/><Relationship Id="rId42" Type="http://schemas.openxmlformats.org/officeDocument/2006/relationships/image" Target="../media/image48.png"/><Relationship Id="rId41" Type="http://schemas.openxmlformats.org/officeDocument/2006/relationships/image" Target="../media/image50.png"/><Relationship Id="rId22" Type="http://schemas.openxmlformats.org/officeDocument/2006/relationships/image" Target="../media/image28.png"/><Relationship Id="rId44" Type="http://schemas.openxmlformats.org/officeDocument/2006/relationships/image" Target="../media/image54.png"/><Relationship Id="rId21" Type="http://schemas.openxmlformats.org/officeDocument/2006/relationships/image" Target="../media/image31.png"/><Relationship Id="rId43" Type="http://schemas.openxmlformats.org/officeDocument/2006/relationships/image" Target="../media/image51.png"/><Relationship Id="rId24" Type="http://schemas.openxmlformats.org/officeDocument/2006/relationships/image" Target="../media/image35.png"/><Relationship Id="rId23" Type="http://schemas.openxmlformats.org/officeDocument/2006/relationships/image" Target="../media/image32.png"/><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jpg"/><Relationship Id="rId4" Type="http://schemas.openxmlformats.org/officeDocument/2006/relationships/image" Target="../media/image6.png"/><Relationship Id="rId9" Type="http://schemas.openxmlformats.org/officeDocument/2006/relationships/image" Target="../media/image21.png"/><Relationship Id="rId26" Type="http://schemas.openxmlformats.org/officeDocument/2006/relationships/image" Target="../media/image36.png"/><Relationship Id="rId25" Type="http://schemas.openxmlformats.org/officeDocument/2006/relationships/image" Target="../media/image34.png"/><Relationship Id="rId28" Type="http://schemas.openxmlformats.org/officeDocument/2006/relationships/image" Target="../media/image37.png"/><Relationship Id="rId27" Type="http://schemas.openxmlformats.org/officeDocument/2006/relationships/image" Target="../media/image38.png"/><Relationship Id="rId5" Type="http://schemas.openxmlformats.org/officeDocument/2006/relationships/image" Target="../media/image14.png"/><Relationship Id="rId6" Type="http://schemas.openxmlformats.org/officeDocument/2006/relationships/image" Target="../media/image16.png"/><Relationship Id="rId29" Type="http://schemas.openxmlformats.org/officeDocument/2006/relationships/image" Target="../media/image40.png"/><Relationship Id="rId7" Type="http://schemas.openxmlformats.org/officeDocument/2006/relationships/image" Target="../media/image17.png"/><Relationship Id="rId8" Type="http://schemas.openxmlformats.org/officeDocument/2006/relationships/image" Target="../media/image7.png"/><Relationship Id="rId31" Type="http://schemas.openxmlformats.org/officeDocument/2006/relationships/image" Target="../media/image44.png"/><Relationship Id="rId30" Type="http://schemas.openxmlformats.org/officeDocument/2006/relationships/image" Target="../media/image42.png"/><Relationship Id="rId11" Type="http://schemas.openxmlformats.org/officeDocument/2006/relationships/image" Target="../media/image19.png"/><Relationship Id="rId33" Type="http://schemas.openxmlformats.org/officeDocument/2006/relationships/image" Target="../media/image29.png"/><Relationship Id="rId10" Type="http://schemas.openxmlformats.org/officeDocument/2006/relationships/image" Target="../media/image23.png"/><Relationship Id="rId32" Type="http://schemas.openxmlformats.org/officeDocument/2006/relationships/image" Target="../media/image41.png"/><Relationship Id="rId13" Type="http://schemas.openxmlformats.org/officeDocument/2006/relationships/image" Target="../media/image24.png"/><Relationship Id="rId35" Type="http://schemas.openxmlformats.org/officeDocument/2006/relationships/image" Target="../media/image56.png"/><Relationship Id="rId12" Type="http://schemas.openxmlformats.org/officeDocument/2006/relationships/image" Target="../media/image20.png"/><Relationship Id="rId34" Type="http://schemas.openxmlformats.org/officeDocument/2006/relationships/image" Target="../media/image43.png"/><Relationship Id="rId15" Type="http://schemas.openxmlformats.org/officeDocument/2006/relationships/image" Target="../media/image39.png"/><Relationship Id="rId37" Type="http://schemas.openxmlformats.org/officeDocument/2006/relationships/image" Target="../media/image33.png"/><Relationship Id="rId14" Type="http://schemas.openxmlformats.org/officeDocument/2006/relationships/image" Target="../media/image25.png"/><Relationship Id="rId36" Type="http://schemas.openxmlformats.org/officeDocument/2006/relationships/image" Target="../media/image45.png"/><Relationship Id="rId17" Type="http://schemas.openxmlformats.org/officeDocument/2006/relationships/image" Target="../media/image15.png"/><Relationship Id="rId39" Type="http://schemas.openxmlformats.org/officeDocument/2006/relationships/image" Target="../media/image47.png"/><Relationship Id="rId16" Type="http://schemas.openxmlformats.org/officeDocument/2006/relationships/image" Target="../media/image22.png"/><Relationship Id="rId38" Type="http://schemas.openxmlformats.org/officeDocument/2006/relationships/image" Target="../media/image49.png"/><Relationship Id="rId19" Type="http://schemas.openxmlformats.org/officeDocument/2006/relationships/image" Target="../media/image26.png"/><Relationship Id="rId18" Type="http://schemas.openxmlformats.org/officeDocument/2006/relationships/image" Target="../media/image2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2.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2.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52.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2.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52.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52.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6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6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6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61.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60.png"/><Relationship Id="rId4" Type="http://schemas.openxmlformats.org/officeDocument/2006/relationships/image" Target="../media/image55.png"/><Relationship Id="rId5" Type="http://schemas.openxmlformats.org/officeDocument/2006/relationships/image" Target="../media/image5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52.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52.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52.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jpg"/><Relationship Id="rId4" Type="http://schemas.openxmlformats.org/officeDocument/2006/relationships/image" Target="../media/image6.png"/><Relationship Id="rId5" Type="http://schemas.openxmlformats.org/officeDocument/2006/relationships/image" Target="../media/image5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jpg"/><Relationship Id="rId4" Type="http://schemas.openxmlformats.org/officeDocument/2006/relationships/image" Target="../media/image6.png"/><Relationship Id="rId5" Type="http://schemas.openxmlformats.org/officeDocument/2006/relationships/image" Target="../media/image5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52.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64.png"/><Relationship Id="rId4"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jpg"/><Relationship Id="rId4" Type="http://schemas.openxmlformats.org/officeDocument/2006/relationships/image" Target="../media/image6.png"/><Relationship Id="rId9" Type="http://schemas.openxmlformats.org/officeDocument/2006/relationships/image" Target="../media/image65.png"/><Relationship Id="rId5" Type="http://schemas.openxmlformats.org/officeDocument/2006/relationships/image" Target="../media/image62.png"/><Relationship Id="rId6" Type="http://schemas.openxmlformats.org/officeDocument/2006/relationships/image" Target="../media/image53.jpg"/><Relationship Id="rId7" Type="http://schemas.openxmlformats.org/officeDocument/2006/relationships/image" Target="../media/image68.png"/><Relationship Id="rId8" Type="http://schemas.openxmlformats.org/officeDocument/2006/relationships/image" Target="../media/image69.jpg"/><Relationship Id="rId11" Type="http://schemas.openxmlformats.org/officeDocument/2006/relationships/image" Target="../media/image67.png"/><Relationship Id="rId10" Type="http://schemas.openxmlformats.org/officeDocument/2006/relationships/image" Target="../media/image6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66.jpg"/><Relationship Id="rId4" Type="http://schemas.openxmlformats.org/officeDocument/2006/relationships/image" Target="../media/image69.jpg"/><Relationship Id="rId5" Type="http://schemas.openxmlformats.org/officeDocument/2006/relationships/image" Target="../media/image70.jpg"/><Relationship Id="rId6" Type="http://schemas.openxmlformats.org/officeDocument/2006/relationships/image" Target="../media/image71.jpg"/><Relationship Id="rId7" Type="http://schemas.openxmlformats.org/officeDocument/2006/relationships/image" Target="../media/image53.jpg"/><Relationship Id="rId8" Type="http://schemas.openxmlformats.org/officeDocument/2006/relationships/image" Target="../media/image72.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73.png"/><Relationship Id="rId4" Type="http://schemas.openxmlformats.org/officeDocument/2006/relationships/image" Target="../media/image76.jpg"/><Relationship Id="rId9" Type="http://schemas.openxmlformats.org/officeDocument/2006/relationships/image" Target="../media/image68.png"/><Relationship Id="rId5" Type="http://schemas.openxmlformats.org/officeDocument/2006/relationships/image" Target="../media/image74.jpg"/><Relationship Id="rId6" Type="http://schemas.openxmlformats.org/officeDocument/2006/relationships/image" Target="../media/image77.jpg"/><Relationship Id="rId7" Type="http://schemas.openxmlformats.org/officeDocument/2006/relationships/image" Target="../media/image82.jpg"/><Relationship Id="rId8" Type="http://schemas.openxmlformats.org/officeDocument/2006/relationships/image" Target="../media/image84.jpg"/><Relationship Id="rId11" Type="http://schemas.openxmlformats.org/officeDocument/2006/relationships/image" Target="../media/image65.png"/><Relationship Id="rId10" Type="http://schemas.openxmlformats.org/officeDocument/2006/relationships/image" Target="../media/image83.jpg"/><Relationship Id="rId13" Type="http://schemas.openxmlformats.org/officeDocument/2006/relationships/image" Target="../media/image75.jpg"/><Relationship Id="rId12" Type="http://schemas.openxmlformats.org/officeDocument/2006/relationships/image" Target="../media/image9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60.png"/><Relationship Id="rId4" Type="http://schemas.openxmlformats.org/officeDocument/2006/relationships/image" Target="../media/image55.png"/><Relationship Id="rId5" Type="http://schemas.openxmlformats.org/officeDocument/2006/relationships/image" Target="../media/image5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1.jpg"/><Relationship Id="rId4" Type="http://schemas.openxmlformats.org/officeDocument/2006/relationships/image" Target="../media/image80.png"/><Relationship Id="rId5" Type="http://schemas.openxmlformats.org/officeDocument/2006/relationships/image" Target="../media/image79.png"/><Relationship Id="rId6" Type="http://schemas.openxmlformats.org/officeDocument/2006/relationships/image" Target="../media/image78.png"/><Relationship Id="rId7"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81.png"/><Relationship Id="rId4" Type="http://schemas.openxmlformats.org/officeDocument/2006/relationships/image" Target="../media/image86.png"/><Relationship Id="rId9" Type="http://schemas.openxmlformats.org/officeDocument/2006/relationships/image" Target="../media/image89.png"/><Relationship Id="rId5" Type="http://schemas.openxmlformats.org/officeDocument/2006/relationships/image" Target="../media/image87.png"/><Relationship Id="rId6" Type="http://schemas.openxmlformats.org/officeDocument/2006/relationships/image" Target="../media/image88.png"/><Relationship Id="rId7" Type="http://schemas.openxmlformats.org/officeDocument/2006/relationships/image" Target="../media/image85.png"/><Relationship Id="rId8" Type="http://schemas.openxmlformats.org/officeDocument/2006/relationships/hyperlink" Target="https://www.linkedin.com/company/neo-consulting/" TargetMode="External"/><Relationship Id="rId11" Type="http://schemas.openxmlformats.org/officeDocument/2006/relationships/image" Target="../media/image91.png"/><Relationship Id="rId10" Type="http://schemas.openxmlformats.org/officeDocument/2006/relationships/hyperlink" Target="https://www.youtube.com/c/neoconsulting" TargetMode="External"/><Relationship Id="rId13" Type="http://schemas.openxmlformats.org/officeDocument/2006/relationships/image" Target="../media/image93.png"/><Relationship Id="rId12" Type="http://schemas.openxmlformats.org/officeDocument/2006/relationships/hyperlink" Target="https://www.facebook.com/neoconsulting/" TargetMode="External"/><Relationship Id="rId15" Type="http://schemas.openxmlformats.org/officeDocument/2006/relationships/image" Target="../media/image92.png"/><Relationship Id="rId14" Type="http://schemas.openxmlformats.org/officeDocument/2006/relationships/hyperlink" Target="https://www.instagram.com/neo_digital/"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8" name="Shape 28"/>
        <p:cNvGrpSpPr/>
        <p:nvPr/>
      </p:nvGrpSpPr>
      <p:grpSpPr>
        <a:xfrm>
          <a:off x="0" y="0"/>
          <a:ext cx="0" cy="0"/>
          <a:chOff x="0" y="0"/>
          <a:chExt cx="0" cy="0"/>
        </a:xfrm>
      </p:grpSpPr>
      <p:pic>
        <p:nvPicPr>
          <p:cNvPr descr="bg_cover.png" id="29" name="Google Shape;29;p1"/>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logo_blanco.png" id="30" name="Google Shape;30;p1"/>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31" name="Google Shape;31;p1"/>
          <p:cNvSpPr txBox="1"/>
          <p:nvPr/>
        </p:nvSpPr>
        <p:spPr>
          <a:xfrm>
            <a:off x="0" y="1975104"/>
            <a:ext cx="91440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4100"/>
              <a:buFont typeface="Montserrat Black"/>
              <a:buNone/>
            </a:pPr>
            <a:r>
              <a:rPr b="1" i="0" lang="en-US" sz="4100" u="none" cap="none" strike="noStrike">
                <a:solidFill>
                  <a:srgbClr val="FFFFFF"/>
                </a:solidFill>
                <a:latin typeface="Montserrat Black"/>
                <a:ea typeface="Montserrat Black"/>
                <a:cs typeface="Montserrat Black"/>
                <a:sym typeface="Montserrat Black"/>
              </a:rPr>
              <a:t>Neo Consulting</a:t>
            </a:r>
            <a:endParaRPr b="0" i="0" sz="4100" u="none" cap="none" strike="noStrike">
              <a:solidFill>
                <a:schemeClr val="dk1"/>
              </a:solidFill>
              <a:latin typeface="Calibri"/>
              <a:ea typeface="Calibri"/>
              <a:cs typeface="Calibri"/>
              <a:sym typeface="Calibri"/>
            </a:endParaRPr>
          </a:p>
        </p:txBody>
      </p:sp>
      <p:sp>
        <p:nvSpPr>
          <p:cNvPr id="32" name="Google Shape;32;p1"/>
          <p:cNvSpPr txBox="1"/>
          <p:nvPr/>
        </p:nvSpPr>
        <p:spPr>
          <a:xfrm>
            <a:off x="1289304" y="2971800"/>
            <a:ext cx="6565392"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E99FE"/>
              </a:buClr>
              <a:buSzPts val="1400"/>
              <a:buFont typeface="Montserrat Medium"/>
              <a:buNone/>
            </a:pPr>
            <a:r>
              <a:rPr b="0" i="0" lang="en-US" sz="1400" u="none" cap="none" strike="noStrike">
                <a:solidFill>
                  <a:srgbClr val="7E99FE"/>
                </a:solidFill>
                <a:latin typeface="Montserrat Medium"/>
                <a:ea typeface="Montserrat Medium"/>
                <a:cs typeface="Montserrat Medium"/>
                <a:sym typeface="Montserrat Medium"/>
              </a:rPr>
              <a:t>Logra tus objetivos de negocio utilizando data e inteligencia artificial</a:t>
            </a:r>
            <a:endParaRPr b="0" i="0" sz="1400" u="none" cap="none" strike="noStrike">
              <a:solidFill>
                <a:schemeClr val="dk1"/>
              </a:solidFill>
              <a:latin typeface="Calibri"/>
              <a:ea typeface="Calibri"/>
              <a:cs typeface="Calibri"/>
              <a:sym typeface="Calibri"/>
            </a:endParaRPr>
          </a:p>
        </p:txBody>
      </p:sp>
      <p:sp>
        <p:nvSpPr>
          <p:cNvPr id="33" name="Google Shape;33;p1"/>
          <p:cNvSpPr txBox="1"/>
          <p:nvPr/>
        </p:nvSpPr>
        <p:spPr>
          <a:xfrm>
            <a:off x="0" y="4599432"/>
            <a:ext cx="914400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38" name="Shape 38"/>
        <p:cNvGrpSpPr/>
        <p:nvPr/>
      </p:nvGrpSpPr>
      <p:grpSpPr>
        <a:xfrm>
          <a:off x="0" y="0"/>
          <a:ext cx="0" cy="0"/>
          <a:chOff x="0" y="0"/>
          <a:chExt cx="0" cy="0"/>
        </a:xfrm>
      </p:grpSpPr>
      <p:pic>
        <p:nvPicPr>
          <p:cNvPr descr="bg_cover.png" id="39" name="Google Shape;39;p2"/>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logo_blanco.png" id="40" name="Google Shape;40;p2"/>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41" name="Google Shape;41;p2"/>
          <p:cNvSpPr txBox="1"/>
          <p:nvPr/>
        </p:nvSpPr>
        <p:spPr>
          <a:xfrm>
            <a:off x="571500" y="1810512"/>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PROPUESTA</a:t>
            </a:r>
            <a:endParaRPr b="0" i="0" sz="1200" u="none" cap="none" strike="noStrike">
              <a:solidFill>
                <a:schemeClr val="dk1"/>
              </a:solidFill>
              <a:latin typeface="Calibri"/>
              <a:ea typeface="Calibri"/>
              <a:cs typeface="Calibri"/>
              <a:sym typeface="Calibri"/>
            </a:endParaRPr>
          </a:p>
        </p:txBody>
      </p:sp>
      <p:sp>
        <p:nvSpPr>
          <p:cNvPr id="42" name="Google Shape;42;p2"/>
          <p:cNvSpPr txBox="1"/>
          <p:nvPr/>
        </p:nvSpPr>
        <p:spPr>
          <a:xfrm>
            <a:off x="571500" y="2157984"/>
            <a:ext cx="8001000" cy="1188720"/>
          </a:xfrm>
          <a:prstGeom prst="rect">
            <a:avLst/>
          </a:prstGeom>
          <a:noFill/>
          <a:ln>
            <a:noFill/>
          </a:ln>
        </p:spPr>
        <p:txBody>
          <a:bodyPr anchorCtr="0" anchor="ctr" bIns="0" lIns="0" spcFirstLastPara="1" rIns="0" wrap="square" tIns="0">
            <a:noAutofit/>
          </a:bodyPr>
          <a:lstStyle/>
          <a:p>
            <a:pPr indent="0" lvl="0" marL="0" marR="0" rtl="0" algn="l">
              <a:lnSpc>
                <a:spcPct val="106000"/>
              </a:lnSpc>
              <a:spcBef>
                <a:spcPts val="0"/>
              </a:spcBef>
              <a:spcAft>
                <a:spcPts val="0"/>
              </a:spcAft>
              <a:buClr>
                <a:srgbClr val="FFFFFF"/>
              </a:buClr>
              <a:buSzPts val="3600"/>
              <a:buFont typeface="Montserrat ExtraBold"/>
              <a:buNone/>
            </a:pPr>
            <a:r>
              <a:rPr b="1" i="0" lang="en-US" sz="3600" u="none" cap="none" strike="noStrike">
                <a:solidFill>
                  <a:srgbClr val="FFFFFF"/>
                </a:solidFill>
                <a:latin typeface="Montserrat ExtraBold"/>
                <a:ea typeface="Montserrat ExtraBold"/>
                <a:cs typeface="Montserrat ExtraBold"/>
                <a:sym typeface="Montserrat ExtraBold"/>
              </a:rPr>
              <a:t>Nombre del servicio</a:t>
            </a:r>
            <a:endParaRPr b="0" i="0" sz="3600" u="none" cap="none" strike="noStrike">
              <a:solidFill>
                <a:schemeClr val="dk1"/>
              </a:solidFill>
              <a:latin typeface="Calibri"/>
              <a:ea typeface="Calibri"/>
              <a:cs typeface="Calibri"/>
              <a:sym typeface="Calibri"/>
            </a:endParaRPr>
          </a:p>
          <a:p>
            <a:pPr indent="0" lvl="0" marL="0" marR="0" rtl="0" algn="l">
              <a:lnSpc>
                <a:spcPct val="106000"/>
              </a:lnSpc>
              <a:spcBef>
                <a:spcPts val="0"/>
              </a:spcBef>
              <a:spcAft>
                <a:spcPts val="0"/>
              </a:spcAft>
              <a:buClr>
                <a:srgbClr val="7E99FE"/>
              </a:buClr>
              <a:buSzPts val="3600"/>
              <a:buFont typeface="Montserrat Black"/>
              <a:buNone/>
            </a:pPr>
            <a:r>
              <a:rPr b="1" i="1" lang="en-US" sz="3600" u="none" cap="none" strike="noStrike">
                <a:solidFill>
                  <a:srgbClr val="7E99FE"/>
                </a:solidFill>
                <a:latin typeface="Montserrat Black"/>
                <a:ea typeface="Montserrat Black"/>
                <a:cs typeface="Montserrat Black"/>
                <a:sym typeface="Montserrat Black"/>
              </a:rPr>
              <a:t>Área o alcance</a:t>
            </a:r>
            <a:endParaRPr b="0" i="0" sz="3600" u="none" cap="none" strike="noStrike">
              <a:solidFill>
                <a:schemeClr val="dk1"/>
              </a:solidFill>
              <a:latin typeface="Calibri"/>
              <a:ea typeface="Calibri"/>
              <a:cs typeface="Calibri"/>
              <a:sym typeface="Calibri"/>
            </a:endParaRPr>
          </a:p>
        </p:txBody>
      </p:sp>
      <p:sp>
        <p:nvSpPr>
          <p:cNvPr id="43" name="Google Shape;43;p2"/>
          <p:cNvSpPr txBox="1"/>
          <p:nvPr/>
        </p:nvSpPr>
        <p:spPr>
          <a:xfrm>
            <a:off x="571500" y="3675888"/>
            <a:ext cx="54864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Nombre del Cliente  ·  Mes 20XX</a:t>
            </a:r>
            <a:endParaRPr b="0" i="0" sz="1300" u="none" cap="none" strike="noStrike">
              <a:solidFill>
                <a:schemeClr val="dk1"/>
              </a:solidFill>
              <a:latin typeface="Calibri"/>
              <a:ea typeface="Calibri"/>
              <a:cs typeface="Calibri"/>
              <a:sym typeface="Calibri"/>
            </a:endParaRPr>
          </a:p>
        </p:txBody>
      </p:sp>
      <p:sp>
        <p:nvSpPr>
          <p:cNvPr id="44" name="Google Shape;44;p2"/>
          <p:cNvSpPr txBox="1"/>
          <p:nvPr/>
        </p:nvSpPr>
        <p:spPr>
          <a:xfrm>
            <a:off x="571500" y="4590288"/>
            <a:ext cx="18288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8" name="Shape 48"/>
        <p:cNvGrpSpPr/>
        <p:nvPr/>
      </p:nvGrpSpPr>
      <p:grpSpPr>
        <a:xfrm>
          <a:off x="0" y="0"/>
          <a:ext cx="0" cy="0"/>
          <a:chOff x="0" y="0"/>
          <a:chExt cx="0" cy="0"/>
        </a:xfrm>
      </p:grpSpPr>
      <p:pic>
        <p:nvPicPr>
          <p:cNvPr descr="preencoded.png" id="49" name="Google Shape;49;g3f8da4ebb8d_0_859"/>
          <p:cNvPicPr preferRelativeResize="0"/>
          <p:nvPr/>
        </p:nvPicPr>
        <p:blipFill rotWithShape="1">
          <a:blip r:embed="rId3">
            <a:alphaModFix/>
          </a:blip>
          <a:srcRect b="0" l="0" r="0" t="0"/>
          <a:stretch/>
        </p:blipFill>
        <p:spPr>
          <a:xfrm>
            <a:off x="581025" y="2205038"/>
            <a:ext cx="4062412" cy="1662113"/>
          </a:xfrm>
          <a:prstGeom prst="rect">
            <a:avLst/>
          </a:prstGeom>
          <a:noFill/>
          <a:ln>
            <a:noFill/>
          </a:ln>
        </p:spPr>
      </p:pic>
      <p:pic>
        <p:nvPicPr>
          <p:cNvPr descr="preencoded.png" id="50" name="Google Shape;50;g3f8da4ebb8d_0_859">
            <a:hlinkClick r:id="rId4"/>
          </p:cNvPr>
          <p:cNvPicPr preferRelativeResize="0"/>
          <p:nvPr/>
        </p:nvPicPr>
        <p:blipFill rotWithShape="1">
          <a:blip r:embed="rId5">
            <a:alphaModFix/>
          </a:blip>
          <a:srcRect b="0" l="0" r="0" t="0"/>
          <a:stretch/>
        </p:blipFill>
        <p:spPr>
          <a:xfrm>
            <a:off x="5200650" y="1357325"/>
            <a:ext cx="3371851" cy="2562249"/>
          </a:xfrm>
          <a:prstGeom prst="rect">
            <a:avLst/>
          </a:prstGeom>
          <a:noFill/>
          <a:ln>
            <a:noFill/>
          </a:ln>
          <a:effectLst>
            <a:outerShdw blurRad="171450" rotWithShape="0" algn="bl" dir="1920000" dist="76200">
              <a:srgbClr val="000000">
                <a:alpha val="7059"/>
              </a:srgbClr>
            </a:outerShdw>
          </a:effectLst>
        </p:spPr>
      </p:pic>
      <p:pic>
        <p:nvPicPr>
          <p:cNvPr descr="preencoded.png" id="51" name="Google Shape;51;g3f8da4ebb8d_0_859"/>
          <p:cNvPicPr preferRelativeResize="0"/>
          <p:nvPr/>
        </p:nvPicPr>
        <p:blipFill rotWithShape="1">
          <a:blip r:embed="rId6">
            <a:alphaModFix/>
          </a:blip>
          <a:srcRect b="0" l="0" r="0" t="0"/>
          <a:stretch/>
        </p:blipFill>
        <p:spPr>
          <a:xfrm>
            <a:off x="571500" y="399119"/>
            <a:ext cx="1228470" cy="244749"/>
          </a:xfrm>
          <a:prstGeom prst="rect">
            <a:avLst/>
          </a:prstGeom>
          <a:noFill/>
          <a:ln>
            <a:noFill/>
          </a:ln>
        </p:spPr>
      </p:pic>
      <p:sp>
        <p:nvSpPr>
          <p:cNvPr id="52" name="Google Shape;52;g3f8da4ebb8d_0_859"/>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rgbClr val="000033"/>
              </a:solidFill>
              <a:latin typeface="Calibri"/>
              <a:ea typeface="Calibri"/>
              <a:cs typeface="Calibri"/>
              <a:sym typeface="Calibri"/>
            </a:endParaRPr>
          </a:p>
        </p:txBody>
      </p:sp>
      <p:sp>
        <p:nvSpPr>
          <p:cNvPr id="53" name="Google Shape;53;g3f8da4ebb8d_0_859"/>
          <p:cNvSpPr/>
          <p:nvPr/>
        </p:nvSpPr>
        <p:spPr>
          <a:xfrm>
            <a:off x="581025" y="2205038"/>
            <a:ext cx="4086300" cy="1371600"/>
          </a:xfrm>
          <a:prstGeom prst="rect">
            <a:avLst/>
          </a:prstGeom>
          <a:noFill/>
          <a:ln>
            <a:noFill/>
          </a:ln>
        </p:spPr>
        <p:txBody>
          <a:bodyPr anchorCtr="0" anchor="t" bIns="0" lIns="0" spcFirstLastPara="1" rIns="0" wrap="square" tIns="0">
            <a:noAutofit/>
          </a:bodyPr>
          <a:lstStyle/>
          <a:p>
            <a:pPr indent="0" lvl="0" marL="0" marR="0" rtl="0" algn="l">
              <a:lnSpc>
                <a:spcPct val="88166"/>
              </a:lnSpc>
              <a:spcBef>
                <a:spcPts val="0"/>
              </a:spcBef>
              <a:spcAft>
                <a:spcPts val="0"/>
              </a:spcAft>
              <a:buClr>
                <a:schemeClr val="lt1"/>
              </a:buClr>
              <a:buSzPts val="900"/>
              <a:buFont typeface="Montserrat ExtraBold"/>
              <a:buNone/>
            </a:pPr>
            <a:r>
              <a:rPr b="1" i="0" lang="en-US" sz="900" u="none" cap="none" strike="noStrike">
                <a:solidFill>
                  <a:srgbClr val="2B5BFC"/>
                </a:solidFill>
                <a:latin typeface="Montserrat ExtraBold"/>
                <a:ea typeface="Montserrat ExtraBold"/>
                <a:cs typeface="Montserrat ExtraBold"/>
                <a:sym typeface="Montserrat ExtraBold"/>
              </a:rPr>
              <a:t>MODELOS FRONTERA &amp; AGENTES </a:t>
            </a:r>
            <a:endParaRPr b="0" i="0" sz="900" u="none" cap="none" strike="noStrike">
              <a:solidFill>
                <a:srgbClr val="2B5BFC"/>
              </a:solidFill>
              <a:latin typeface="Calibri"/>
              <a:ea typeface="Calibri"/>
              <a:cs typeface="Calibri"/>
              <a:sym typeface="Calibri"/>
            </a:endParaRPr>
          </a:p>
          <a:p>
            <a:pPr indent="0" lvl="0" marL="0" marR="0" rtl="0" algn="l">
              <a:lnSpc>
                <a:spcPct val="105833"/>
              </a:lnSpc>
              <a:spcBef>
                <a:spcPts val="0"/>
              </a:spcBef>
              <a:spcAft>
                <a:spcPts val="0"/>
              </a:spcAft>
              <a:buClr>
                <a:srgbClr val="000000"/>
              </a:buClr>
              <a:buSzPts val="1200"/>
              <a:buFont typeface="Montserrat Medium"/>
              <a:buNone/>
            </a:pPr>
            <a:r>
              <a:t/>
            </a:r>
            <a:endParaRPr b="0" i="0" sz="1200" u="none" cap="none" strike="noStrike">
              <a:solidFill>
                <a:srgbClr val="000000"/>
              </a:solidFill>
              <a:latin typeface="Montserrat Medium"/>
              <a:ea typeface="Montserrat Medium"/>
              <a:cs typeface="Montserrat Medium"/>
              <a:sym typeface="Montserrat Medium"/>
            </a:endParaRPr>
          </a:p>
          <a:p>
            <a:pPr indent="0" lvl="0" marL="0" marR="0" rtl="0" algn="l">
              <a:lnSpc>
                <a:spcPct val="105833"/>
              </a:lnSpc>
              <a:spcBef>
                <a:spcPts val="0"/>
              </a:spcBef>
              <a:spcAft>
                <a:spcPts val="0"/>
              </a:spcAft>
              <a:buClr>
                <a:srgbClr val="000000"/>
              </a:buClr>
              <a:buSzPts val="1200"/>
              <a:buFont typeface="Montserrat Medium"/>
              <a:buNone/>
            </a:pPr>
            <a:r>
              <a:rPr b="0" i="0" lang="en-US" sz="1200" u="none" cap="none" strike="noStrike">
                <a:solidFill>
                  <a:srgbClr val="000000"/>
                </a:solidFill>
                <a:latin typeface="Montserrat Medium"/>
                <a:ea typeface="Montserrat Medium"/>
                <a:cs typeface="Montserrat Medium"/>
                <a:sym typeface="Montserrat Medium"/>
              </a:rPr>
              <a:t>Llevando la IA de la experimentación a la producción real. Construimos flujos de trabajo autónomos, agentes cognitivos y modelos especializados para resolver problemas complejos de negocio con optimización constante.</a:t>
            </a:r>
            <a:endParaRPr b="0" i="0" sz="1200" u="none" cap="none" strike="noStrike">
              <a:solidFill>
                <a:srgbClr val="000033"/>
              </a:solidFill>
              <a:latin typeface="Calibri"/>
              <a:ea typeface="Calibri"/>
              <a:cs typeface="Calibri"/>
              <a:sym typeface="Calibri"/>
            </a:endParaRPr>
          </a:p>
        </p:txBody>
      </p:sp>
      <p:sp>
        <p:nvSpPr>
          <p:cNvPr id="54" name="Google Shape;54;g3f8da4ebb8d_0_859"/>
          <p:cNvSpPr/>
          <p:nvPr/>
        </p:nvSpPr>
        <p:spPr>
          <a:xfrm>
            <a:off x="790575" y="3705938"/>
            <a:ext cx="40101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D5BFF"/>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Nos ubicamos en: Calle Río de la Plata 167, San Isidro </a:t>
            </a:r>
            <a:endParaRPr b="0" i="0" sz="1100" u="none" cap="none" strike="noStrike">
              <a:solidFill>
                <a:srgbClr val="000033"/>
              </a:solidFill>
              <a:latin typeface="Calibri"/>
              <a:ea typeface="Calibri"/>
              <a:cs typeface="Calibri"/>
              <a:sym typeface="Calibri"/>
            </a:endParaRPr>
          </a:p>
        </p:txBody>
      </p:sp>
      <p:sp>
        <p:nvSpPr>
          <p:cNvPr id="55" name="Google Shape;55;g3f8da4ebb8d_0_859"/>
          <p:cNvSpPr/>
          <p:nvPr/>
        </p:nvSpPr>
        <p:spPr>
          <a:xfrm>
            <a:off x="571500" y="1357313"/>
            <a:ext cx="1109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INNOVACIÓN </a:t>
            </a:r>
            <a:endParaRPr b="0" i="0" sz="1100" u="none" cap="none" strike="noStrike">
              <a:solidFill>
                <a:srgbClr val="000033"/>
              </a:solidFill>
              <a:latin typeface="Calibri"/>
              <a:ea typeface="Calibri"/>
              <a:cs typeface="Calibri"/>
              <a:sym typeface="Calibri"/>
            </a:endParaRPr>
          </a:p>
        </p:txBody>
      </p:sp>
      <p:sp>
        <p:nvSpPr>
          <p:cNvPr id="56" name="Google Shape;56;g3f8da4ebb8d_0_859"/>
          <p:cNvSpPr/>
          <p:nvPr/>
        </p:nvSpPr>
        <p:spPr>
          <a:xfrm>
            <a:off x="571500" y="1647825"/>
            <a:ext cx="1695600" cy="324000"/>
          </a:xfrm>
          <a:prstGeom prst="rect">
            <a:avLst/>
          </a:prstGeom>
          <a:noFill/>
          <a:ln>
            <a:noFill/>
          </a:ln>
        </p:spPr>
        <p:txBody>
          <a:bodyPr anchorCtr="0" anchor="t" bIns="0" lIns="0" spcFirstLastPara="1" rIns="0" wrap="square" tIns="0">
            <a:noAutofit/>
          </a:bodyPr>
          <a:lstStyle/>
          <a:p>
            <a:pPr indent="0" lvl="0" marL="0" marR="0" rtl="0" algn="l">
              <a:lnSpc>
                <a:spcPct val="8819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NEO</a:t>
            </a:r>
            <a:r>
              <a:rPr b="1" i="1" lang="en-US" sz="2100" u="none" cap="none" strike="noStrike">
                <a:solidFill>
                  <a:srgbClr val="000033"/>
                </a:solidFill>
                <a:latin typeface="Montserrat Black"/>
                <a:ea typeface="Montserrat Black"/>
                <a:cs typeface="Montserrat Black"/>
                <a:sym typeface="Montserrat Black"/>
              </a:rPr>
              <a:t> </a:t>
            </a:r>
            <a:r>
              <a:rPr b="1" i="1" lang="en-US" sz="2100" u="none" cap="none" strike="noStrike">
                <a:solidFill>
                  <a:srgbClr val="2B5BFC"/>
                </a:solidFill>
                <a:latin typeface="Montserrat Black"/>
                <a:ea typeface="Montserrat Black"/>
                <a:cs typeface="Montserrat Black"/>
                <a:sym typeface="Montserrat Black"/>
              </a:rPr>
              <a:t>AI Lab</a:t>
            </a:r>
            <a:r>
              <a:rPr b="1" i="0" lang="en-US" sz="2100" u="none" cap="none" strike="noStrike">
                <a:solidFill>
                  <a:srgbClr val="000033"/>
                </a:solidFill>
                <a:latin typeface="Montserrat ExtraBold"/>
                <a:ea typeface="Montserrat ExtraBold"/>
                <a:cs typeface="Montserrat ExtraBold"/>
                <a:sym typeface="Montserrat ExtraBold"/>
              </a:rPr>
              <a:t> </a:t>
            </a:r>
            <a:endParaRPr b="0" i="0" sz="2100" u="none" cap="none" strike="noStrike">
              <a:solidFill>
                <a:srgbClr val="000033"/>
              </a:solidFill>
              <a:latin typeface="Calibri"/>
              <a:ea typeface="Calibri"/>
              <a:cs typeface="Calibri"/>
              <a:sym typeface="Calibri"/>
            </a:endParaRPr>
          </a:p>
        </p:txBody>
      </p:sp>
      <p:sp>
        <p:nvSpPr>
          <p:cNvPr id="57" name="Google Shape;57;g3f8da4ebb8d_0_859"/>
          <p:cNvSpPr/>
          <p:nvPr/>
        </p:nvSpPr>
        <p:spPr>
          <a:xfrm>
            <a:off x="1676144" y="506084"/>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rgbClr val="000033"/>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2" name="Shape 62"/>
        <p:cNvGrpSpPr/>
        <p:nvPr/>
      </p:nvGrpSpPr>
      <p:grpSpPr>
        <a:xfrm>
          <a:off x="0" y="0"/>
          <a:ext cx="0" cy="0"/>
          <a:chOff x="0" y="0"/>
          <a:chExt cx="0" cy="0"/>
        </a:xfrm>
      </p:grpSpPr>
      <p:pic>
        <p:nvPicPr>
          <p:cNvPr descr="preencoded.png" id="63" name="Google Shape;63;g3f8da4ebb8d_0_872"/>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preencoded.png" id="64" name="Google Shape;64;g3f8da4ebb8d_0_872"/>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65" name="Google Shape;65;g3f8da4ebb8d_0_872"/>
          <p:cNvPicPr preferRelativeResize="0"/>
          <p:nvPr/>
        </p:nvPicPr>
        <p:blipFill rotWithShape="1">
          <a:blip r:embed="rId5">
            <a:alphaModFix/>
          </a:blip>
          <a:srcRect b="0" l="0" r="0" t="0"/>
          <a:stretch/>
        </p:blipFill>
        <p:spPr>
          <a:xfrm>
            <a:off x="485775" y="2562225"/>
            <a:ext cx="8172451" cy="1576387"/>
          </a:xfrm>
          <a:prstGeom prst="rect">
            <a:avLst/>
          </a:prstGeom>
          <a:noFill/>
          <a:ln>
            <a:noFill/>
          </a:ln>
        </p:spPr>
      </p:pic>
      <p:sp>
        <p:nvSpPr>
          <p:cNvPr id="66" name="Google Shape;66;g3f8da4ebb8d_0_872"/>
          <p:cNvSpPr/>
          <p:nvPr/>
        </p:nvSpPr>
        <p:spPr>
          <a:xfrm>
            <a:off x="1676144"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67" name="Google Shape;67;g3f8da4ebb8d_0_872"/>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68" name="Google Shape;68;g3f8da4ebb8d_0_872"/>
          <p:cNvSpPr/>
          <p:nvPr/>
        </p:nvSpPr>
        <p:spPr>
          <a:xfrm>
            <a:off x="571500" y="1281113"/>
            <a:ext cx="8029500" cy="5526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1800" u="none" cap="none" strike="noStrike">
                <a:solidFill>
                  <a:srgbClr val="000033"/>
                </a:solidFill>
                <a:latin typeface="Montserrat ExtraBold"/>
                <a:ea typeface="Montserrat ExtraBold"/>
                <a:cs typeface="Montserrat ExtraBold"/>
                <a:sym typeface="Montserrat ExtraBold"/>
              </a:rPr>
              <a:t>Logra tus objetivos de negocio utilizando</a:t>
            </a:r>
            <a:endParaRPr b="0" i="0" sz="1800" u="none" cap="none" strike="noStrike">
              <a:solidFill>
                <a:schemeClr val="dk1"/>
              </a:solidFill>
              <a:latin typeface="Calibri"/>
              <a:ea typeface="Calibri"/>
              <a:cs typeface="Calibri"/>
              <a:sym typeface="Calibri"/>
            </a:endParaRPr>
          </a:p>
          <a:p>
            <a:pPr indent="0" lvl="0" marL="0" marR="0" rtl="0" algn="l">
              <a:lnSpc>
                <a:spcPct val="84666"/>
              </a:lnSpc>
              <a:spcBef>
                <a:spcPts val="0"/>
              </a:spcBef>
              <a:spcAft>
                <a:spcPts val="0"/>
              </a:spcAft>
              <a:buClr>
                <a:srgbClr val="2B5BFC"/>
              </a:buClr>
              <a:buSzPts val="1800"/>
              <a:buFont typeface="Montserrat ExtraBold"/>
              <a:buNone/>
            </a:pPr>
            <a:r>
              <a:rPr b="1" i="1" lang="en-US" sz="1800" u="none" cap="none" strike="noStrike">
                <a:solidFill>
                  <a:srgbClr val="2B5BFC"/>
                </a:solidFill>
                <a:latin typeface="Montserrat ExtraBold"/>
                <a:ea typeface="Montserrat ExtraBold"/>
                <a:cs typeface="Montserrat ExtraBold"/>
                <a:sym typeface="Montserrat ExtraBold"/>
              </a:rPr>
              <a:t>data e inteligencia artificial</a:t>
            </a:r>
            <a:r>
              <a:rPr b="1" i="0" lang="en-US" sz="18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69" name="Google Shape;69;g3f8da4ebb8d_0_872"/>
          <p:cNvSpPr/>
          <p:nvPr/>
        </p:nvSpPr>
        <p:spPr>
          <a:xfrm>
            <a:off x="571500" y="1947863"/>
            <a:ext cx="6000900" cy="4287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Combinamos estrategia, tecnología y talento AI-first para transformar empresas líderes en LATAM y convertir su ambición digital en resultados medibles. </a:t>
            </a:r>
            <a:endParaRPr b="0" i="0" sz="1100" u="none" cap="none" strike="noStrike">
              <a:solidFill>
                <a:schemeClr val="dk1"/>
              </a:solidFill>
              <a:latin typeface="Calibri"/>
              <a:ea typeface="Calibri"/>
              <a:cs typeface="Calibri"/>
              <a:sym typeface="Calibri"/>
            </a:endParaRPr>
          </a:p>
        </p:txBody>
      </p:sp>
      <p:sp>
        <p:nvSpPr>
          <p:cNvPr id="70" name="Google Shape;70;g3f8da4ebb8d_0_872"/>
          <p:cNvSpPr/>
          <p:nvPr/>
        </p:nvSpPr>
        <p:spPr>
          <a:xfrm>
            <a:off x="723900" y="2771775"/>
            <a:ext cx="7287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+25 </a:t>
            </a:r>
            <a:endParaRPr b="0" i="0" sz="3000" u="none" cap="none" strike="noStrike">
              <a:solidFill>
                <a:schemeClr val="dk1"/>
              </a:solidFill>
              <a:latin typeface="Calibri"/>
              <a:ea typeface="Calibri"/>
              <a:cs typeface="Calibri"/>
              <a:sym typeface="Calibri"/>
            </a:endParaRPr>
          </a:p>
        </p:txBody>
      </p:sp>
      <p:sp>
        <p:nvSpPr>
          <p:cNvPr id="71" name="Google Shape;71;g3f8da4ebb8d_0_872"/>
          <p:cNvSpPr/>
          <p:nvPr/>
        </p:nvSpPr>
        <p:spPr>
          <a:xfrm>
            <a:off x="723900" y="3314700"/>
            <a:ext cx="1609800" cy="5571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Años de experiencia transformando negocios </a:t>
            </a:r>
            <a:endParaRPr b="0" i="0" sz="1100" u="none" cap="none" strike="noStrike">
              <a:solidFill>
                <a:schemeClr val="dk1"/>
              </a:solidFill>
              <a:latin typeface="Calibri"/>
              <a:ea typeface="Calibri"/>
              <a:cs typeface="Calibri"/>
              <a:sym typeface="Calibri"/>
            </a:endParaRPr>
          </a:p>
        </p:txBody>
      </p:sp>
      <p:sp>
        <p:nvSpPr>
          <p:cNvPr id="72" name="Google Shape;72;g3f8da4ebb8d_0_872"/>
          <p:cNvSpPr/>
          <p:nvPr/>
        </p:nvSpPr>
        <p:spPr>
          <a:xfrm>
            <a:off x="2762250" y="2771775"/>
            <a:ext cx="10668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+800 </a:t>
            </a:r>
            <a:endParaRPr b="0" i="0" sz="3000" u="none" cap="none" strike="noStrike">
              <a:solidFill>
                <a:schemeClr val="dk1"/>
              </a:solidFill>
              <a:latin typeface="Calibri"/>
              <a:ea typeface="Calibri"/>
              <a:cs typeface="Calibri"/>
              <a:sym typeface="Calibri"/>
            </a:endParaRPr>
          </a:p>
        </p:txBody>
      </p:sp>
      <p:sp>
        <p:nvSpPr>
          <p:cNvPr id="73" name="Google Shape;73;g3f8da4ebb8d_0_872"/>
          <p:cNvSpPr/>
          <p:nvPr/>
        </p:nvSpPr>
        <p:spPr>
          <a:xfrm>
            <a:off x="276225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Proyectos exitosos en los últimos 5 años </a:t>
            </a:r>
            <a:endParaRPr b="0" i="0" sz="1100" u="none" cap="none" strike="noStrike">
              <a:solidFill>
                <a:schemeClr val="dk1"/>
              </a:solidFill>
              <a:latin typeface="Calibri"/>
              <a:ea typeface="Calibri"/>
              <a:cs typeface="Calibri"/>
              <a:sym typeface="Calibri"/>
            </a:endParaRPr>
          </a:p>
        </p:txBody>
      </p:sp>
      <p:sp>
        <p:nvSpPr>
          <p:cNvPr id="74" name="Google Shape;74;g3f8da4ebb8d_0_872"/>
          <p:cNvSpPr/>
          <p:nvPr/>
        </p:nvSpPr>
        <p:spPr>
          <a:xfrm>
            <a:off x="4800600" y="2771775"/>
            <a:ext cx="9525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+100 </a:t>
            </a:r>
            <a:endParaRPr b="0" i="0" sz="3000" u="none" cap="none" strike="noStrike">
              <a:solidFill>
                <a:schemeClr val="dk1"/>
              </a:solidFill>
              <a:latin typeface="Calibri"/>
              <a:ea typeface="Calibri"/>
              <a:cs typeface="Calibri"/>
              <a:sym typeface="Calibri"/>
            </a:endParaRPr>
          </a:p>
        </p:txBody>
      </p:sp>
      <p:sp>
        <p:nvSpPr>
          <p:cNvPr id="75" name="Google Shape;75;g3f8da4ebb8d_0_872"/>
          <p:cNvSpPr/>
          <p:nvPr/>
        </p:nvSpPr>
        <p:spPr>
          <a:xfrm>
            <a:off x="480060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Clientes en 15 sectores distintos </a:t>
            </a:r>
            <a:endParaRPr b="0" i="0" sz="1100" u="none" cap="none" strike="noStrike">
              <a:solidFill>
                <a:schemeClr val="dk1"/>
              </a:solidFill>
              <a:latin typeface="Calibri"/>
              <a:ea typeface="Calibri"/>
              <a:cs typeface="Calibri"/>
              <a:sym typeface="Calibri"/>
            </a:endParaRPr>
          </a:p>
        </p:txBody>
      </p:sp>
      <p:sp>
        <p:nvSpPr>
          <p:cNvPr id="76" name="Google Shape;76;g3f8da4ebb8d_0_872"/>
          <p:cNvSpPr/>
          <p:nvPr/>
        </p:nvSpPr>
        <p:spPr>
          <a:xfrm>
            <a:off x="6838950" y="2771775"/>
            <a:ext cx="10812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100% </a:t>
            </a:r>
            <a:endParaRPr b="0" i="0" sz="3000" u="none" cap="none" strike="noStrike">
              <a:solidFill>
                <a:schemeClr val="dk1"/>
              </a:solidFill>
              <a:latin typeface="Calibri"/>
              <a:ea typeface="Calibri"/>
              <a:cs typeface="Calibri"/>
              <a:sym typeface="Calibri"/>
            </a:endParaRPr>
          </a:p>
        </p:txBody>
      </p:sp>
      <p:sp>
        <p:nvSpPr>
          <p:cNvPr id="77" name="Google Shape;77;g3f8da4ebb8d_0_872"/>
          <p:cNvSpPr/>
          <p:nvPr/>
        </p:nvSpPr>
        <p:spPr>
          <a:xfrm>
            <a:off x="683895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Del staff certificado en IA </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82" name="Shape 82"/>
        <p:cNvGrpSpPr/>
        <p:nvPr/>
      </p:nvGrpSpPr>
      <p:grpSpPr>
        <a:xfrm>
          <a:off x="0" y="0"/>
          <a:ext cx="0" cy="0"/>
          <a:chOff x="0" y="0"/>
          <a:chExt cx="0" cy="0"/>
        </a:xfrm>
      </p:grpSpPr>
      <p:pic>
        <p:nvPicPr>
          <p:cNvPr descr="preencoded.png" id="83" name="Google Shape;83;g3f8da4ebb8d_0_891"/>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preencoded.png" id="84" name="Google Shape;84;g3f8da4ebb8d_0_891"/>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85" name="Google Shape;85;g3f8da4ebb8d_0_891"/>
          <p:cNvPicPr preferRelativeResize="0"/>
          <p:nvPr/>
        </p:nvPicPr>
        <p:blipFill rotWithShape="1">
          <a:blip r:embed="rId5">
            <a:alphaModFix/>
          </a:blip>
          <a:srcRect b="0" l="0" r="0" t="0"/>
          <a:stretch/>
        </p:blipFill>
        <p:spPr>
          <a:xfrm>
            <a:off x="1896363" y="2321613"/>
            <a:ext cx="2712792" cy="971509"/>
          </a:xfrm>
          <a:prstGeom prst="rect">
            <a:avLst/>
          </a:prstGeom>
          <a:noFill/>
          <a:ln>
            <a:noFill/>
          </a:ln>
        </p:spPr>
      </p:pic>
      <p:pic>
        <p:nvPicPr>
          <p:cNvPr descr="preencoded.png" id="86" name="Google Shape;86;g3f8da4ebb8d_0_891"/>
          <p:cNvPicPr preferRelativeResize="0"/>
          <p:nvPr/>
        </p:nvPicPr>
        <p:blipFill rotWithShape="1">
          <a:blip r:embed="rId5">
            <a:alphaModFix/>
          </a:blip>
          <a:srcRect b="0" l="0" r="0" t="0"/>
          <a:stretch/>
        </p:blipFill>
        <p:spPr>
          <a:xfrm>
            <a:off x="4534849" y="2321613"/>
            <a:ext cx="2712792" cy="971509"/>
          </a:xfrm>
          <a:prstGeom prst="rect">
            <a:avLst/>
          </a:prstGeom>
          <a:noFill/>
          <a:ln>
            <a:noFill/>
          </a:ln>
        </p:spPr>
      </p:pic>
      <p:pic>
        <p:nvPicPr>
          <p:cNvPr descr="preencoded.png" id="87" name="Google Shape;87;g3f8da4ebb8d_0_891"/>
          <p:cNvPicPr preferRelativeResize="0"/>
          <p:nvPr/>
        </p:nvPicPr>
        <p:blipFill rotWithShape="1">
          <a:blip r:embed="rId5">
            <a:alphaModFix/>
          </a:blip>
          <a:srcRect b="0" l="0" r="0" t="0"/>
          <a:stretch/>
        </p:blipFill>
        <p:spPr>
          <a:xfrm>
            <a:off x="1896363" y="3213490"/>
            <a:ext cx="2712792" cy="971509"/>
          </a:xfrm>
          <a:prstGeom prst="rect">
            <a:avLst/>
          </a:prstGeom>
          <a:noFill/>
          <a:ln>
            <a:noFill/>
          </a:ln>
        </p:spPr>
      </p:pic>
      <p:pic>
        <p:nvPicPr>
          <p:cNvPr descr="preencoded.png" id="88" name="Google Shape;88;g3f8da4ebb8d_0_891"/>
          <p:cNvPicPr preferRelativeResize="0"/>
          <p:nvPr/>
        </p:nvPicPr>
        <p:blipFill rotWithShape="1">
          <a:blip r:embed="rId5">
            <a:alphaModFix/>
          </a:blip>
          <a:srcRect b="0" l="0" r="0" t="0"/>
          <a:stretch/>
        </p:blipFill>
        <p:spPr>
          <a:xfrm>
            <a:off x="4534849" y="3213490"/>
            <a:ext cx="2712792" cy="971509"/>
          </a:xfrm>
          <a:prstGeom prst="rect">
            <a:avLst/>
          </a:prstGeom>
          <a:noFill/>
          <a:ln>
            <a:noFill/>
          </a:ln>
        </p:spPr>
      </p:pic>
      <p:sp>
        <p:nvSpPr>
          <p:cNvPr id="89" name="Google Shape;89;g3f8da4ebb8d_0_891"/>
          <p:cNvSpPr/>
          <p:nvPr/>
        </p:nvSpPr>
        <p:spPr>
          <a:xfrm>
            <a:off x="1676144"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90" name="Google Shape;90;g3f8da4ebb8d_0_891"/>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91" name="Google Shape;91;g3f8da4ebb8d_0_891"/>
          <p:cNvSpPr/>
          <p:nvPr/>
        </p:nvSpPr>
        <p:spPr>
          <a:xfrm>
            <a:off x="571500" y="1085850"/>
            <a:ext cx="4591200" cy="2763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1800" u="none" cap="none" strike="noStrike">
                <a:solidFill>
                  <a:srgbClr val="000033"/>
                </a:solidFill>
                <a:latin typeface="Montserrat ExtraBold"/>
                <a:ea typeface="Montserrat ExtraBold"/>
                <a:cs typeface="Montserrat ExtraBold"/>
                <a:sym typeface="Montserrat ExtraBold"/>
              </a:rPr>
              <a:t>Nuestros </a:t>
            </a:r>
            <a:r>
              <a:rPr b="1" i="1" lang="en-US" sz="1800" u="none" cap="none" strike="noStrike">
                <a:solidFill>
                  <a:srgbClr val="2B5BFC"/>
                </a:solidFill>
                <a:latin typeface="Montserrat ExtraBold"/>
                <a:ea typeface="Montserrat ExtraBold"/>
                <a:cs typeface="Montserrat ExtraBold"/>
                <a:sym typeface="Montserrat ExtraBold"/>
              </a:rPr>
              <a:t>partners</a:t>
            </a:r>
            <a:r>
              <a:rPr b="1" i="0" lang="en-US" sz="18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92" name="Google Shape;92;g3f8da4ebb8d_0_891"/>
          <p:cNvSpPr/>
          <p:nvPr/>
        </p:nvSpPr>
        <p:spPr>
          <a:xfrm>
            <a:off x="571500" y="1476375"/>
            <a:ext cx="6473100" cy="3675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Somos partners certificados de las principales plataformas de data, marketing e IA del mundo — y trabajamos con los modelos frontera de la industria. </a:t>
            </a:r>
            <a:endParaRPr b="0" i="0" sz="1100" u="none" cap="none" strike="noStrike">
              <a:solidFill>
                <a:schemeClr val="dk1"/>
              </a:solidFill>
              <a:latin typeface="Calibri"/>
              <a:ea typeface="Calibri"/>
              <a:cs typeface="Calibri"/>
              <a:sym typeface="Calibri"/>
            </a:endParaRPr>
          </a:p>
        </p:txBody>
      </p:sp>
      <p:sp>
        <p:nvSpPr>
          <p:cNvPr id="93" name="Google Shape;93;g3f8da4ebb8d_0_891"/>
          <p:cNvSpPr/>
          <p:nvPr/>
        </p:nvSpPr>
        <p:spPr>
          <a:xfrm>
            <a:off x="571509" y="2015738"/>
            <a:ext cx="3413700" cy="1965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226"/>
              <a:buFont typeface="Montserrat"/>
              <a:buNone/>
            </a:pPr>
            <a:r>
              <a:rPr b="1" i="0" lang="en-US" sz="1226" u="none" cap="none" strike="noStrike">
                <a:solidFill>
                  <a:srgbClr val="2B5BFC"/>
                </a:solidFill>
                <a:latin typeface="Montserrat"/>
                <a:ea typeface="Montserrat"/>
                <a:cs typeface="Montserrat"/>
                <a:sym typeface="Montserrat"/>
              </a:rPr>
              <a:t>PLATAFORMAS TECNOLÓGICAS &amp; IA: </a:t>
            </a:r>
            <a:endParaRPr b="0" i="0" sz="1226" u="none" cap="none" strike="noStrike">
              <a:solidFill>
                <a:schemeClr val="dk1"/>
              </a:solidFill>
              <a:latin typeface="Calibri"/>
              <a:ea typeface="Calibri"/>
              <a:cs typeface="Calibri"/>
              <a:sym typeface="Calibri"/>
            </a:endParaRPr>
          </a:p>
        </p:txBody>
      </p:sp>
      <p:pic>
        <p:nvPicPr>
          <p:cNvPr id="94" name="Google Shape;94;g3f8da4ebb8d_0_891"/>
          <p:cNvPicPr preferRelativeResize="0"/>
          <p:nvPr/>
        </p:nvPicPr>
        <p:blipFill rotWithShape="1">
          <a:blip r:embed="rId6">
            <a:alphaModFix/>
          </a:blip>
          <a:srcRect b="0" l="0" r="0" t="0"/>
          <a:stretch/>
        </p:blipFill>
        <p:spPr>
          <a:xfrm>
            <a:off x="2239304" y="2409215"/>
            <a:ext cx="2026927" cy="716700"/>
          </a:xfrm>
          <a:prstGeom prst="rect">
            <a:avLst/>
          </a:prstGeom>
          <a:noFill/>
          <a:ln>
            <a:noFill/>
          </a:ln>
        </p:spPr>
      </p:pic>
      <p:pic>
        <p:nvPicPr>
          <p:cNvPr id="95" name="Google Shape;95;g3f8da4ebb8d_0_891"/>
          <p:cNvPicPr preferRelativeResize="0"/>
          <p:nvPr/>
        </p:nvPicPr>
        <p:blipFill rotWithShape="1">
          <a:blip r:embed="rId7">
            <a:alphaModFix/>
          </a:blip>
          <a:srcRect b="0" l="0" r="0" t="0"/>
          <a:stretch/>
        </p:blipFill>
        <p:spPr>
          <a:xfrm>
            <a:off x="2166391" y="3304477"/>
            <a:ext cx="2223933" cy="716701"/>
          </a:xfrm>
          <a:prstGeom prst="rect">
            <a:avLst/>
          </a:prstGeom>
          <a:noFill/>
          <a:ln>
            <a:noFill/>
          </a:ln>
        </p:spPr>
      </p:pic>
      <p:pic>
        <p:nvPicPr>
          <p:cNvPr descr="preencoded.png" id="96" name="Google Shape;96;g3f8da4ebb8d_0_891"/>
          <p:cNvPicPr preferRelativeResize="0"/>
          <p:nvPr/>
        </p:nvPicPr>
        <p:blipFill rotWithShape="1">
          <a:blip r:embed="rId8">
            <a:alphaModFix/>
          </a:blip>
          <a:srcRect b="0" l="0" r="0" t="0"/>
          <a:stretch/>
        </p:blipFill>
        <p:spPr>
          <a:xfrm>
            <a:off x="5475486" y="2351794"/>
            <a:ext cx="831543" cy="831543"/>
          </a:xfrm>
          <a:prstGeom prst="rect">
            <a:avLst/>
          </a:prstGeom>
          <a:noFill/>
          <a:ln>
            <a:noFill/>
          </a:ln>
        </p:spPr>
      </p:pic>
      <p:pic>
        <p:nvPicPr>
          <p:cNvPr id="97" name="Google Shape;97;g3f8da4ebb8d_0_891"/>
          <p:cNvPicPr preferRelativeResize="0"/>
          <p:nvPr/>
        </p:nvPicPr>
        <p:blipFill rotWithShape="1">
          <a:blip r:embed="rId9">
            <a:alphaModFix/>
          </a:blip>
          <a:srcRect b="0" l="0" r="0" t="0"/>
          <a:stretch/>
        </p:blipFill>
        <p:spPr>
          <a:xfrm>
            <a:off x="4697168" y="3515530"/>
            <a:ext cx="2388175" cy="36743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102" name="Shape 102"/>
        <p:cNvGrpSpPr/>
        <p:nvPr/>
      </p:nvGrpSpPr>
      <p:grpSpPr>
        <a:xfrm>
          <a:off x="0" y="0"/>
          <a:ext cx="0" cy="0"/>
          <a:chOff x="0" y="0"/>
          <a:chExt cx="0" cy="0"/>
        </a:xfrm>
      </p:grpSpPr>
      <p:pic>
        <p:nvPicPr>
          <p:cNvPr descr="preencoded.png" id="103" name="Google Shape;103;g3f8da4ebb8d_0_910"/>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preencoded.png" id="104" name="Google Shape;104;g3f8da4ebb8d_0_910"/>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105" name="Google Shape;105;g3f8da4ebb8d_0_910"/>
          <p:cNvPicPr preferRelativeResize="0"/>
          <p:nvPr/>
        </p:nvPicPr>
        <p:blipFill rotWithShape="1">
          <a:blip r:embed="rId5">
            <a:alphaModFix/>
          </a:blip>
          <a:srcRect b="0" l="0" r="0" t="0"/>
          <a:stretch/>
        </p:blipFill>
        <p:spPr>
          <a:xfrm>
            <a:off x="490538" y="1604963"/>
            <a:ext cx="2771775" cy="1452562"/>
          </a:xfrm>
          <a:prstGeom prst="rect">
            <a:avLst/>
          </a:prstGeom>
          <a:noFill/>
          <a:ln>
            <a:noFill/>
          </a:ln>
        </p:spPr>
      </p:pic>
      <p:pic>
        <p:nvPicPr>
          <p:cNvPr descr="preencoded.png" id="106" name="Google Shape;106;g3f8da4ebb8d_0_910"/>
          <p:cNvPicPr preferRelativeResize="0"/>
          <p:nvPr/>
        </p:nvPicPr>
        <p:blipFill rotWithShape="1">
          <a:blip r:embed="rId5">
            <a:alphaModFix/>
          </a:blip>
          <a:srcRect b="0" l="0" r="0" t="0"/>
          <a:stretch/>
        </p:blipFill>
        <p:spPr>
          <a:xfrm>
            <a:off x="3186113" y="1604963"/>
            <a:ext cx="2771775" cy="1452562"/>
          </a:xfrm>
          <a:prstGeom prst="rect">
            <a:avLst/>
          </a:prstGeom>
          <a:noFill/>
          <a:ln>
            <a:noFill/>
          </a:ln>
        </p:spPr>
      </p:pic>
      <p:pic>
        <p:nvPicPr>
          <p:cNvPr descr="preencoded.png" id="107" name="Google Shape;107;g3f8da4ebb8d_0_910"/>
          <p:cNvPicPr preferRelativeResize="0"/>
          <p:nvPr/>
        </p:nvPicPr>
        <p:blipFill rotWithShape="1">
          <a:blip r:embed="rId6">
            <a:alphaModFix/>
          </a:blip>
          <a:srcRect b="0" l="0" r="0" t="0"/>
          <a:stretch/>
        </p:blipFill>
        <p:spPr>
          <a:xfrm>
            <a:off x="5881688" y="1604963"/>
            <a:ext cx="2776538" cy="1452562"/>
          </a:xfrm>
          <a:prstGeom prst="rect">
            <a:avLst/>
          </a:prstGeom>
          <a:noFill/>
          <a:ln>
            <a:noFill/>
          </a:ln>
        </p:spPr>
      </p:pic>
      <p:pic>
        <p:nvPicPr>
          <p:cNvPr descr="preencoded.png" id="108" name="Google Shape;108;g3f8da4ebb8d_0_910"/>
          <p:cNvPicPr preferRelativeResize="0"/>
          <p:nvPr/>
        </p:nvPicPr>
        <p:blipFill rotWithShape="1">
          <a:blip r:embed="rId5">
            <a:alphaModFix/>
          </a:blip>
          <a:srcRect b="0" l="0" r="0" t="0"/>
          <a:stretch/>
        </p:blipFill>
        <p:spPr>
          <a:xfrm>
            <a:off x="490538" y="3086100"/>
            <a:ext cx="2771775" cy="1452563"/>
          </a:xfrm>
          <a:prstGeom prst="rect">
            <a:avLst/>
          </a:prstGeom>
          <a:noFill/>
          <a:ln>
            <a:noFill/>
          </a:ln>
        </p:spPr>
      </p:pic>
      <p:pic>
        <p:nvPicPr>
          <p:cNvPr descr="preencoded.png" id="109" name="Google Shape;109;g3f8da4ebb8d_0_910"/>
          <p:cNvPicPr preferRelativeResize="0"/>
          <p:nvPr/>
        </p:nvPicPr>
        <p:blipFill rotWithShape="1">
          <a:blip r:embed="rId5">
            <a:alphaModFix/>
          </a:blip>
          <a:srcRect b="0" l="0" r="0" t="0"/>
          <a:stretch/>
        </p:blipFill>
        <p:spPr>
          <a:xfrm>
            <a:off x="3186113" y="3086100"/>
            <a:ext cx="2771775" cy="1452563"/>
          </a:xfrm>
          <a:prstGeom prst="rect">
            <a:avLst/>
          </a:prstGeom>
          <a:noFill/>
          <a:ln>
            <a:noFill/>
          </a:ln>
        </p:spPr>
      </p:pic>
      <p:pic>
        <p:nvPicPr>
          <p:cNvPr descr="preencoded.png" id="110" name="Google Shape;110;g3f8da4ebb8d_0_910"/>
          <p:cNvPicPr preferRelativeResize="0"/>
          <p:nvPr/>
        </p:nvPicPr>
        <p:blipFill rotWithShape="1">
          <a:blip r:embed="rId6">
            <a:alphaModFix/>
          </a:blip>
          <a:srcRect b="0" l="0" r="0" t="0"/>
          <a:stretch/>
        </p:blipFill>
        <p:spPr>
          <a:xfrm>
            <a:off x="5881688" y="3086100"/>
            <a:ext cx="2776538" cy="1452563"/>
          </a:xfrm>
          <a:prstGeom prst="rect">
            <a:avLst/>
          </a:prstGeom>
          <a:noFill/>
          <a:ln>
            <a:noFill/>
          </a:ln>
        </p:spPr>
      </p:pic>
      <p:sp>
        <p:nvSpPr>
          <p:cNvPr id="111" name="Google Shape;111;g3f8da4ebb8d_0_910"/>
          <p:cNvSpPr/>
          <p:nvPr/>
        </p:nvSpPr>
        <p:spPr>
          <a:xfrm>
            <a:off x="1676144"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112" name="Google Shape;112;g3f8da4ebb8d_0_910"/>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113" name="Google Shape;113;g3f8da4ebb8d_0_910"/>
          <p:cNvSpPr/>
          <p:nvPr/>
        </p:nvSpPr>
        <p:spPr>
          <a:xfrm>
            <a:off x="3143250" y="1052513"/>
            <a:ext cx="4376700" cy="4287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+100 empresas líderes en 15 sectores confían en NEO para transformar su negocio con data e inteligencia artificial. </a:t>
            </a:r>
            <a:endParaRPr b="0" i="0" sz="1100" u="none" cap="none" strike="noStrike">
              <a:solidFill>
                <a:schemeClr val="dk1"/>
              </a:solidFill>
              <a:latin typeface="Calibri"/>
              <a:ea typeface="Calibri"/>
              <a:cs typeface="Calibri"/>
              <a:sym typeface="Calibri"/>
            </a:endParaRPr>
          </a:p>
        </p:txBody>
      </p:sp>
      <p:sp>
        <p:nvSpPr>
          <p:cNvPr id="114" name="Google Shape;114;g3f8da4ebb8d_0_910"/>
          <p:cNvSpPr/>
          <p:nvPr/>
        </p:nvSpPr>
        <p:spPr>
          <a:xfrm>
            <a:off x="671513" y="1038225"/>
            <a:ext cx="17946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TRACK RECORD </a:t>
            </a:r>
            <a:endParaRPr b="0" i="0" sz="1100" u="none" cap="none" strike="noStrike">
              <a:solidFill>
                <a:schemeClr val="dk1"/>
              </a:solidFill>
              <a:latin typeface="Calibri"/>
              <a:ea typeface="Calibri"/>
              <a:cs typeface="Calibri"/>
              <a:sym typeface="Calibri"/>
            </a:endParaRPr>
          </a:p>
        </p:txBody>
      </p:sp>
      <p:sp>
        <p:nvSpPr>
          <p:cNvPr id="115" name="Google Shape;115;g3f8da4ebb8d_0_910"/>
          <p:cNvSpPr/>
          <p:nvPr/>
        </p:nvSpPr>
        <p:spPr>
          <a:xfrm>
            <a:off x="671513" y="1214438"/>
            <a:ext cx="2414700" cy="2763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1800" u="none" cap="none" strike="noStrike">
                <a:solidFill>
                  <a:srgbClr val="000033"/>
                </a:solidFill>
                <a:latin typeface="Montserrat ExtraBold"/>
                <a:ea typeface="Montserrat ExtraBold"/>
                <a:cs typeface="Montserrat ExtraBold"/>
                <a:sym typeface="Montserrat ExtraBold"/>
              </a:rPr>
              <a:t>Nuestros </a:t>
            </a:r>
            <a:r>
              <a:rPr b="1" i="1" lang="en-US" sz="1800" u="none" cap="none" strike="noStrike">
                <a:solidFill>
                  <a:srgbClr val="2B5BFC"/>
                </a:solidFill>
                <a:latin typeface="Montserrat ExtraBold"/>
                <a:ea typeface="Montserrat ExtraBold"/>
                <a:cs typeface="Montserrat ExtraBold"/>
                <a:sym typeface="Montserrat ExtraBold"/>
              </a:rPr>
              <a:t>Clientes</a:t>
            </a:r>
            <a:r>
              <a:rPr b="1" i="0" lang="en-US" sz="18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116" name="Google Shape;116;g3f8da4ebb8d_0_910"/>
          <p:cNvSpPr/>
          <p:nvPr/>
        </p:nvSpPr>
        <p:spPr>
          <a:xfrm>
            <a:off x="690563" y="1738313"/>
            <a:ext cx="2495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BANCA, SEGUROS &amp; FINANZAS </a:t>
            </a:r>
            <a:endParaRPr b="0" i="0" sz="1100" u="none" cap="none" strike="noStrike">
              <a:solidFill>
                <a:schemeClr val="dk1"/>
              </a:solidFill>
              <a:latin typeface="Calibri"/>
              <a:ea typeface="Calibri"/>
              <a:cs typeface="Calibri"/>
              <a:sym typeface="Calibri"/>
            </a:endParaRPr>
          </a:p>
        </p:txBody>
      </p:sp>
      <p:sp>
        <p:nvSpPr>
          <p:cNvPr id="117" name="Google Shape;117;g3f8da4ebb8d_0_910"/>
          <p:cNvSpPr/>
          <p:nvPr/>
        </p:nvSpPr>
        <p:spPr>
          <a:xfrm>
            <a:off x="3386138" y="1738313"/>
            <a:ext cx="2495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RETAIL &amp; COMERCIO </a:t>
            </a:r>
            <a:endParaRPr b="0" i="0" sz="1100" u="none" cap="none" strike="noStrike">
              <a:solidFill>
                <a:schemeClr val="dk1"/>
              </a:solidFill>
              <a:latin typeface="Calibri"/>
              <a:ea typeface="Calibri"/>
              <a:cs typeface="Calibri"/>
              <a:sym typeface="Calibri"/>
            </a:endParaRPr>
          </a:p>
        </p:txBody>
      </p:sp>
      <p:sp>
        <p:nvSpPr>
          <p:cNvPr id="118" name="Google Shape;118;g3f8da4ebb8d_0_910"/>
          <p:cNvSpPr/>
          <p:nvPr/>
        </p:nvSpPr>
        <p:spPr>
          <a:xfrm>
            <a:off x="6081713" y="1738313"/>
            <a:ext cx="25002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CONSUMO MASIVO &amp; BELLEZA </a:t>
            </a:r>
            <a:endParaRPr b="0" i="0" sz="1100" u="none" cap="none" strike="noStrike">
              <a:solidFill>
                <a:schemeClr val="dk1"/>
              </a:solidFill>
              <a:latin typeface="Calibri"/>
              <a:ea typeface="Calibri"/>
              <a:cs typeface="Calibri"/>
              <a:sym typeface="Calibri"/>
            </a:endParaRPr>
          </a:p>
        </p:txBody>
      </p:sp>
      <p:sp>
        <p:nvSpPr>
          <p:cNvPr id="119" name="Google Shape;119;g3f8da4ebb8d_0_910"/>
          <p:cNvSpPr/>
          <p:nvPr/>
        </p:nvSpPr>
        <p:spPr>
          <a:xfrm>
            <a:off x="690563" y="3219450"/>
            <a:ext cx="2495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TELECOM &amp; TECNOLOGÍA </a:t>
            </a:r>
            <a:endParaRPr b="0" i="0" sz="1100" u="none" cap="none" strike="noStrike">
              <a:solidFill>
                <a:schemeClr val="dk1"/>
              </a:solidFill>
              <a:latin typeface="Calibri"/>
              <a:ea typeface="Calibri"/>
              <a:cs typeface="Calibri"/>
              <a:sym typeface="Calibri"/>
            </a:endParaRPr>
          </a:p>
        </p:txBody>
      </p:sp>
      <p:sp>
        <p:nvSpPr>
          <p:cNvPr id="120" name="Google Shape;120;g3f8da4ebb8d_0_910"/>
          <p:cNvSpPr/>
          <p:nvPr/>
        </p:nvSpPr>
        <p:spPr>
          <a:xfrm>
            <a:off x="3386138" y="3219450"/>
            <a:ext cx="2495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SALUD &amp; EDUCACIÓN </a:t>
            </a:r>
            <a:endParaRPr b="0" i="0" sz="1100" u="none" cap="none" strike="noStrike">
              <a:solidFill>
                <a:schemeClr val="dk1"/>
              </a:solidFill>
              <a:latin typeface="Calibri"/>
              <a:ea typeface="Calibri"/>
              <a:cs typeface="Calibri"/>
              <a:sym typeface="Calibri"/>
            </a:endParaRPr>
          </a:p>
        </p:txBody>
      </p:sp>
      <p:sp>
        <p:nvSpPr>
          <p:cNvPr id="121" name="Google Shape;121;g3f8da4ebb8d_0_910"/>
          <p:cNvSpPr/>
          <p:nvPr/>
        </p:nvSpPr>
        <p:spPr>
          <a:xfrm>
            <a:off x="6019850" y="3221925"/>
            <a:ext cx="2500200" cy="1452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INDUSTRIA, MEDIOS &amp; SERVICIOS </a:t>
            </a:r>
            <a:endParaRPr b="0" i="0" sz="1100" u="none" cap="none" strike="noStrike">
              <a:solidFill>
                <a:schemeClr val="dk1"/>
              </a:solidFill>
              <a:latin typeface="Calibri"/>
              <a:ea typeface="Calibri"/>
              <a:cs typeface="Calibri"/>
              <a:sym typeface="Calibri"/>
            </a:endParaRPr>
          </a:p>
        </p:txBody>
      </p:sp>
      <p:pic>
        <p:nvPicPr>
          <p:cNvPr id="122" name="Google Shape;122;g3f8da4ebb8d_0_910"/>
          <p:cNvPicPr preferRelativeResize="0"/>
          <p:nvPr/>
        </p:nvPicPr>
        <p:blipFill rotWithShape="1">
          <a:blip r:embed="rId7">
            <a:alphaModFix/>
          </a:blip>
          <a:srcRect b="0" l="0" r="0" t="0"/>
          <a:stretch/>
        </p:blipFill>
        <p:spPr>
          <a:xfrm>
            <a:off x="865204" y="2043472"/>
            <a:ext cx="535765" cy="136724"/>
          </a:xfrm>
          <a:prstGeom prst="rect">
            <a:avLst/>
          </a:prstGeom>
          <a:noFill/>
          <a:ln>
            <a:noFill/>
          </a:ln>
        </p:spPr>
      </p:pic>
      <p:pic>
        <p:nvPicPr>
          <p:cNvPr id="123" name="Google Shape;123;g3f8da4ebb8d_0_910"/>
          <p:cNvPicPr preferRelativeResize="0"/>
          <p:nvPr/>
        </p:nvPicPr>
        <p:blipFill rotWithShape="1">
          <a:blip r:embed="rId8">
            <a:alphaModFix/>
          </a:blip>
          <a:srcRect b="0" l="0" r="0" t="0"/>
          <a:stretch/>
        </p:blipFill>
        <p:spPr>
          <a:xfrm>
            <a:off x="1515203" y="2026763"/>
            <a:ext cx="520563" cy="163738"/>
          </a:xfrm>
          <a:prstGeom prst="rect">
            <a:avLst/>
          </a:prstGeom>
          <a:noFill/>
          <a:ln>
            <a:noFill/>
          </a:ln>
        </p:spPr>
      </p:pic>
      <p:pic>
        <p:nvPicPr>
          <p:cNvPr id="124" name="Google Shape;124;g3f8da4ebb8d_0_910"/>
          <p:cNvPicPr preferRelativeResize="0"/>
          <p:nvPr/>
        </p:nvPicPr>
        <p:blipFill rotWithShape="1">
          <a:blip r:embed="rId9">
            <a:alphaModFix/>
          </a:blip>
          <a:srcRect b="0" l="0" r="0" t="0"/>
          <a:stretch/>
        </p:blipFill>
        <p:spPr>
          <a:xfrm>
            <a:off x="881767" y="2269021"/>
            <a:ext cx="634855" cy="331903"/>
          </a:xfrm>
          <a:prstGeom prst="rect">
            <a:avLst/>
          </a:prstGeom>
          <a:noFill/>
          <a:ln>
            <a:noFill/>
          </a:ln>
        </p:spPr>
      </p:pic>
      <p:pic>
        <p:nvPicPr>
          <p:cNvPr id="125" name="Google Shape;125;g3f8da4ebb8d_0_910"/>
          <p:cNvPicPr preferRelativeResize="0"/>
          <p:nvPr/>
        </p:nvPicPr>
        <p:blipFill rotWithShape="1">
          <a:blip r:embed="rId10">
            <a:alphaModFix/>
          </a:blip>
          <a:srcRect b="0" l="0" r="0" t="0"/>
          <a:stretch/>
        </p:blipFill>
        <p:spPr>
          <a:xfrm>
            <a:off x="2150005" y="1995375"/>
            <a:ext cx="727248" cy="226505"/>
          </a:xfrm>
          <a:prstGeom prst="rect">
            <a:avLst/>
          </a:prstGeom>
          <a:noFill/>
          <a:ln>
            <a:noFill/>
          </a:ln>
        </p:spPr>
      </p:pic>
      <p:pic>
        <p:nvPicPr>
          <p:cNvPr id="126" name="Google Shape;126;g3f8da4ebb8d_0_910"/>
          <p:cNvPicPr preferRelativeResize="0"/>
          <p:nvPr/>
        </p:nvPicPr>
        <p:blipFill rotWithShape="1">
          <a:blip r:embed="rId11">
            <a:alphaModFix/>
          </a:blip>
          <a:srcRect b="0" l="0" r="0" t="0"/>
          <a:stretch/>
        </p:blipFill>
        <p:spPr>
          <a:xfrm>
            <a:off x="1622104" y="2308271"/>
            <a:ext cx="425080" cy="226507"/>
          </a:xfrm>
          <a:prstGeom prst="rect">
            <a:avLst/>
          </a:prstGeom>
          <a:noFill/>
          <a:ln>
            <a:noFill/>
          </a:ln>
        </p:spPr>
      </p:pic>
      <p:pic>
        <p:nvPicPr>
          <p:cNvPr id="127" name="Google Shape;127;g3f8da4ebb8d_0_910"/>
          <p:cNvPicPr preferRelativeResize="0"/>
          <p:nvPr/>
        </p:nvPicPr>
        <p:blipFill rotWithShape="1">
          <a:blip r:embed="rId12">
            <a:alphaModFix/>
          </a:blip>
          <a:srcRect b="0" l="0" r="0" t="0"/>
          <a:stretch/>
        </p:blipFill>
        <p:spPr>
          <a:xfrm>
            <a:off x="2152672" y="2330112"/>
            <a:ext cx="734991" cy="253373"/>
          </a:xfrm>
          <a:prstGeom prst="rect">
            <a:avLst/>
          </a:prstGeom>
          <a:noFill/>
          <a:ln>
            <a:noFill/>
          </a:ln>
        </p:spPr>
      </p:pic>
      <p:pic>
        <p:nvPicPr>
          <p:cNvPr id="128" name="Google Shape;128;g3f8da4ebb8d_0_910"/>
          <p:cNvPicPr preferRelativeResize="0"/>
          <p:nvPr/>
        </p:nvPicPr>
        <p:blipFill rotWithShape="1">
          <a:blip r:embed="rId13">
            <a:alphaModFix/>
          </a:blip>
          <a:srcRect b="37814" l="2268" r="3232" t="40187"/>
          <a:stretch/>
        </p:blipFill>
        <p:spPr>
          <a:xfrm>
            <a:off x="895026" y="2641418"/>
            <a:ext cx="843625" cy="196382"/>
          </a:xfrm>
          <a:prstGeom prst="rect">
            <a:avLst/>
          </a:prstGeom>
          <a:noFill/>
          <a:ln>
            <a:noFill/>
          </a:ln>
        </p:spPr>
      </p:pic>
      <p:pic>
        <p:nvPicPr>
          <p:cNvPr id="129" name="Google Shape;129;g3f8da4ebb8d_0_910"/>
          <p:cNvPicPr preferRelativeResize="0"/>
          <p:nvPr/>
        </p:nvPicPr>
        <p:blipFill rotWithShape="1">
          <a:blip r:embed="rId14">
            <a:alphaModFix/>
          </a:blip>
          <a:srcRect b="0" l="0" r="0" t="0"/>
          <a:stretch/>
        </p:blipFill>
        <p:spPr>
          <a:xfrm>
            <a:off x="1912875" y="2641418"/>
            <a:ext cx="964368" cy="163734"/>
          </a:xfrm>
          <a:prstGeom prst="rect">
            <a:avLst/>
          </a:prstGeom>
          <a:noFill/>
          <a:ln>
            <a:noFill/>
          </a:ln>
        </p:spPr>
      </p:pic>
      <p:pic>
        <p:nvPicPr>
          <p:cNvPr id="130" name="Google Shape;130;g3f8da4ebb8d_0_910"/>
          <p:cNvPicPr preferRelativeResize="0"/>
          <p:nvPr/>
        </p:nvPicPr>
        <p:blipFill rotWithShape="1">
          <a:blip r:embed="rId15">
            <a:alphaModFix/>
          </a:blip>
          <a:srcRect b="0" l="0" r="0" t="0"/>
          <a:stretch/>
        </p:blipFill>
        <p:spPr>
          <a:xfrm>
            <a:off x="3474250" y="2002262"/>
            <a:ext cx="714419" cy="279042"/>
          </a:xfrm>
          <a:prstGeom prst="rect">
            <a:avLst/>
          </a:prstGeom>
          <a:noFill/>
          <a:ln>
            <a:noFill/>
          </a:ln>
        </p:spPr>
      </p:pic>
      <p:pic>
        <p:nvPicPr>
          <p:cNvPr id="131" name="Google Shape;131;g3f8da4ebb8d_0_910"/>
          <p:cNvPicPr preferRelativeResize="0"/>
          <p:nvPr/>
        </p:nvPicPr>
        <p:blipFill rotWithShape="1">
          <a:blip r:embed="rId16">
            <a:alphaModFix/>
          </a:blip>
          <a:srcRect b="0" l="0" r="0" t="0"/>
          <a:stretch/>
        </p:blipFill>
        <p:spPr>
          <a:xfrm>
            <a:off x="4299885" y="1994602"/>
            <a:ext cx="714419" cy="265799"/>
          </a:xfrm>
          <a:prstGeom prst="rect">
            <a:avLst/>
          </a:prstGeom>
          <a:noFill/>
          <a:ln>
            <a:noFill/>
          </a:ln>
        </p:spPr>
      </p:pic>
      <p:pic>
        <p:nvPicPr>
          <p:cNvPr id="132" name="Google Shape;132;g3f8da4ebb8d_0_910"/>
          <p:cNvPicPr preferRelativeResize="0"/>
          <p:nvPr/>
        </p:nvPicPr>
        <p:blipFill rotWithShape="1">
          <a:blip r:embed="rId17">
            <a:alphaModFix/>
          </a:blip>
          <a:srcRect b="0" l="0" r="0" t="0"/>
          <a:stretch/>
        </p:blipFill>
        <p:spPr>
          <a:xfrm>
            <a:off x="5098812" y="1981026"/>
            <a:ext cx="557165" cy="292948"/>
          </a:xfrm>
          <a:prstGeom prst="rect">
            <a:avLst/>
          </a:prstGeom>
          <a:noFill/>
          <a:ln>
            <a:noFill/>
          </a:ln>
        </p:spPr>
      </p:pic>
      <p:pic>
        <p:nvPicPr>
          <p:cNvPr id="133" name="Google Shape;133;g3f8da4ebb8d_0_910"/>
          <p:cNvPicPr preferRelativeResize="0"/>
          <p:nvPr/>
        </p:nvPicPr>
        <p:blipFill rotWithShape="1">
          <a:blip r:embed="rId18">
            <a:alphaModFix/>
          </a:blip>
          <a:srcRect b="0" l="0" r="0" t="0"/>
          <a:stretch/>
        </p:blipFill>
        <p:spPr>
          <a:xfrm>
            <a:off x="3492622" y="2346739"/>
            <a:ext cx="1072874" cy="170100"/>
          </a:xfrm>
          <a:prstGeom prst="rect">
            <a:avLst/>
          </a:prstGeom>
          <a:noFill/>
          <a:ln>
            <a:noFill/>
          </a:ln>
        </p:spPr>
      </p:pic>
      <p:pic>
        <p:nvPicPr>
          <p:cNvPr id="134" name="Google Shape;134;g3f8da4ebb8d_0_910"/>
          <p:cNvPicPr preferRelativeResize="0"/>
          <p:nvPr/>
        </p:nvPicPr>
        <p:blipFill rotWithShape="1">
          <a:blip r:embed="rId19">
            <a:alphaModFix/>
          </a:blip>
          <a:srcRect b="0" l="0" r="0" t="0"/>
          <a:stretch/>
        </p:blipFill>
        <p:spPr>
          <a:xfrm>
            <a:off x="4697245" y="2319724"/>
            <a:ext cx="972554" cy="224129"/>
          </a:xfrm>
          <a:prstGeom prst="rect">
            <a:avLst/>
          </a:prstGeom>
          <a:noFill/>
          <a:ln>
            <a:noFill/>
          </a:ln>
        </p:spPr>
      </p:pic>
      <p:pic>
        <p:nvPicPr>
          <p:cNvPr id="135" name="Google Shape;135;g3f8da4ebb8d_0_910"/>
          <p:cNvPicPr preferRelativeResize="0"/>
          <p:nvPr/>
        </p:nvPicPr>
        <p:blipFill rotWithShape="1">
          <a:blip r:embed="rId20">
            <a:alphaModFix/>
          </a:blip>
          <a:srcRect b="0" l="0" r="0" t="0"/>
          <a:stretch/>
        </p:blipFill>
        <p:spPr>
          <a:xfrm>
            <a:off x="4646432" y="2631481"/>
            <a:ext cx="792442" cy="142989"/>
          </a:xfrm>
          <a:prstGeom prst="rect">
            <a:avLst/>
          </a:prstGeom>
          <a:noFill/>
          <a:ln>
            <a:noFill/>
          </a:ln>
        </p:spPr>
      </p:pic>
      <p:pic>
        <p:nvPicPr>
          <p:cNvPr id="136" name="Google Shape;136;g3f8da4ebb8d_0_910"/>
          <p:cNvPicPr preferRelativeResize="0"/>
          <p:nvPr/>
        </p:nvPicPr>
        <p:blipFill rotWithShape="1">
          <a:blip r:embed="rId21">
            <a:alphaModFix/>
          </a:blip>
          <a:srcRect b="0" l="0" r="0" t="0"/>
          <a:stretch/>
        </p:blipFill>
        <p:spPr>
          <a:xfrm>
            <a:off x="3492640" y="2590918"/>
            <a:ext cx="979774" cy="224128"/>
          </a:xfrm>
          <a:prstGeom prst="rect">
            <a:avLst/>
          </a:prstGeom>
          <a:noFill/>
          <a:ln>
            <a:noFill/>
          </a:ln>
        </p:spPr>
      </p:pic>
      <p:pic>
        <p:nvPicPr>
          <p:cNvPr id="137" name="Google Shape;137;g3f8da4ebb8d_0_910"/>
          <p:cNvPicPr preferRelativeResize="0"/>
          <p:nvPr/>
        </p:nvPicPr>
        <p:blipFill rotWithShape="1">
          <a:blip r:embed="rId22">
            <a:alphaModFix/>
          </a:blip>
          <a:srcRect b="10" l="23542" r="22953" t="-10"/>
          <a:stretch/>
        </p:blipFill>
        <p:spPr>
          <a:xfrm>
            <a:off x="7827175" y="1994599"/>
            <a:ext cx="464548" cy="488376"/>
          </a:xfrm>
          <a:prstGeom prst="rect">
            <a:avLst/>
          </a:prstGeom>
          <a:noFill/>
          <a:ln>
            <a:noFill/>
          </a:ln>
        </p:spPr>
      </p:pic>
      <p:pic>
        <p:nvPicPr>
          <p:cNvPr id="138" name="Google Shape;138;g3f8da4ebb8d_0_910"/>
          <p:cNvPicPr preferRelativeResize="0"/>
          <p:nvPr/>
        </p:nvPicPr>
        <p:blipFill rotWithShape="1">
          <a:blip r:embed="rId23">
            <a:alphaModFix/>
          </a:blip>
          <a:srcRect b="0" l="0" r="0" t="0"/>
          <a:stretch/>
        </p:blipFill>
        <p:spPr>
          <a:xfrm>
            <a:off x="6788042" y="2017794"/>
            <a:ext cx="763434" cy="217698"/>
          </a:xfrm>
          <a:prstGeom prst="rect">
            <a:avLst/>
          </a:prstGeom>
          <a:noFill/>
          <a:ln>
            <a:noFill/>
          </a:ln>
        </p:spPr>
      </p:pic>
      <p:pic>
        <p:nvPicPr>
          <p:cNvPr id="139" name="Google Shape;139;g3f8da4ebb8d_0_910"/>
          <p:cNvPicPr preferRelativeResize="0"/>
          <p:nvPr/>
        </p:nvPicPr>
        <p:blipFill rotWithShape="1">
          <a:blip r:embed="rId24">
            <a:alphaModFix/>
          </a:blip>
          <a:srcRect b="0" l="0" r="0" t="0"/>
          <a:stretch/>
        </p:blipFill>
        <p:spPr>
          <a:xfrm>
            <a:off x="7731050" y="2580662"/>
            <a:ext cx="691638" cy="125360"/>
          </a:xfrm>
          <a:prstGeom prst="rect">
            <a:avLst/>
          </a:prstGeom>
          <a:noFill/>
          <a:ln>
            <a:noFill/>
          </a:ln>
        </p:spPr>
      </p:pic>
      <p:pic>
        <p:nvPicPr>
          <p:cNvPr id="140" name="Google Shape;140;g3f8da4ebb8d_0_910"/>
          <p:cNvPicPr preferRelativeResize="0"/>
          <p:nvPr/>
        </p:nvPicPr>
        <p:blipFill rotWithShape="1">
          <a:blip r:embed="rId25">
            <a:alphaModFix/>
          </a:blip>
          <a:srcRect b="21388" l="6969" r="7939" t="16018"/>
          <a:stretch/>
        </p:blipFill>
        <p:spPr>
          <a:xfrm>
            <a:off x="6203376" y="2408361"/>
            <a:ext cx="434714" cy="319749"/>
          </a:xfrm>
          <a:prstGeom prst="rect">
            <a:avLst/>
          </a:prstGeom>
          <a:noFill/>
          <a:ln>
            <a:noFill/>
          </a:ln>
        </p:spPr>
      </p:pic>
      <p:pic>
        <p:nvPicPr>
          <p:cNvPr id="141" name="Google Shape;141;g3f8da4ebb8d_0_910"/>
          <p:cNvPicPr preferRelativeResize="0"/>
          <p:nvPr/>
        </p:nvPicPr>
        <p:blipFill rotWithShape="1">
          <a:blip r:embed="rId26">
            <a:alphaModFix/>
          </a:blip>
          <a:srcRect b="0" l="0" r="0" t="0"/>
          <a:stretch/>
        </p:blipFill>
        <p:spPr>
          <a:xfrm>
            <a:off x="6794393" y="2288506"/>
            <a:ext cx="750742" cy="141962"/>
          </a:xfrm>
          <a:prstGeom prst="rect">
            <a:avLst/>
          </a:prstGeom>
          <a:noFill/>
          <a:ln>
            <a:noFill/>
          </a:ln>
        </p:spPr>
      </p:pic>
      <p:pic>
        <p:nvPicPr>
          <p:cNvPr id="142" name="Google Shape;142;g3f8da4ebb8d_0_910"/>
          <p:cNvPicPr preferRelativeResize="0"/>
          <p:nvPr/>
        </p:nvPicPr>
        <p:blipFill rotWithShape="1">
          <a:blip r:embed="rId27">
            <a:alphaModFix/>
          </a:blip>
          <a:srcRect b="8537" l="3901" r="4515" t="8254"/>
          <a:stretch/>
        </p:blipFill>
        <p:spPr>
          <a:xfrm>
            <a:off x="6228735" y="1995375"/>
            <a:ext cx="384006" cy="348849"/>
          </a:xfrm>
          <a:prstGeom prst="rect">
            <a:avLst/>
          </a:prstGeom>
          <a:noFill/>
          <a:ln>
            <a:noFill/>
          </a:ln>
        </p:spPr>
      </p:pic>
      <p:pic>
        <p:nvPicPr>
          <p:cNvPr id="143" name="Google Shape;143;g3f8da4ebb8d_0_910"/>
          <p:cNvPicPr preferRelativeResize="0"/>
          <p:nvPr/>
        </p:nvPicPr>
        <p:blipFill rotWithShape="1">
          <a:blip r:embed="rId28">
            <a:alphaModFix/>
          </a:blip>
          <a:srcRect b="37573" l="0" r="0" t="37834"/>
          <a:stretch/>
        </p:blipFill>
        <p:spPr>
          <a:xfrm>
            <a:off x="6744998" y="2537192"/>
            <a:ext cx="849538" cy="208922"/>
          </a:xfrm>
          <a:prstGeom prst="rect">
            <a:avLst/>
          </a:prstGeom>
          <a:noFill/>
          <a:ln>
            <a:noFill/>
          </a:ln>
        </p:spPr>
      </p:pic>
      <p:pic>
        <p:nvPicPr>
          <p:cNvPr id="144" name="Google Shape;144;g3f8da4ebb8d_0_910"/>
          <p:cNvPicPr preferRelativeResize="0"/>
          <p:nvPr/>
        </p:nvPicPr>
        <p:blipFill rotWithShape="1">
          <a:blip r:embed="rId29">
            <a:alphaModFix/>
          </a:blip>
          <a:srcRect b="0" l="0" r="0" t="0"/>
          <a:stretch/>
        </p:blipFill>
        <p:spPr>
          <a:xfrm>
            <a:off x="764101" y="3518325"/>
            <a:ext cx="763610" cy="276693"/>
          </a:xfrm>
          <a:prstGeom prst="rect">
            <a:avLst/>
          </a:prstGeom>
          <a:noFill/>
          <a:ln>
            <a:noFill/>
          </a:ln>
        </p:spPr>
      </p:pic>
      <p:pic>
        <p:nvPicPr>
          <p:cNvPr id="145" name="Google Shape;145;g3f8da4ebb8d_0_910"/>
          <p:cNvPicPr preferRelativeResize="0"/>
          <p:nvPr/>
        </p:nvPicPr>
        <p:blipFill rotWithShape="1">
          <a:blip r:embed="rId30">
            <a:alphaModFix/>
          </a:blip>
          <a:srcRect b="0" l="0" r="0" t="0"/>
          <a:stretch/>
        </p:blipFill>
        <p:spPr>
          <a:xfrm>
            <a:off x="1662375" y="3523164"/>
            <a:ext cx="1086735" cy="265166"/>
          </a:xfrm>
          <a:prstGeom prst="rect">
            <a:avLst/>
          </a:prstGeom>
          <a:noFill/>
          <a:ln>
            <a:noFill/>
          </a:ln>
        </p:spPr>
      </p:pic>
      <p:pic>
        <p:nvPicPr>
          <p:cNvPr id="146" name="Google Shape;146;g3f8da4ebb8d_0_910"/>
          <p:cNvPicPr preferRelativeResize="0"/>
          <p:nvPr/>
        </p:nvPicPr>
        <p:blipFill rotWithShape="1">
          <a:blip r:embed="rId31">
            <a:alphaModFix/>
          </a:blip>
          <a:srcRect b="0" l="0" r="0" t="0"/>
          <a:stretch/>
        </p:blipFill>
        <p:spPr>
          <a:xfrm>
            <a:off x="764101" y="3902836"/>
            <a:ext cx="1232892" cy="296665"/>
          </a:xfrm>
          <a:prstGeom prst="rect">
            <a:avLst/>
          </a:prstGeom>
          <a:noFill/>
          <a:ln>
            <a:noFill/>
          </a:ln>
        </p:spPr>
      </p:pic>
      <p:pic>
        <p:nvPicPr>
          <p:cNvPr id="147" name="Google Shape;147;g3f8da4ebb8d_0_910"/>
          <p:cNvPicPr preferRelativeResize="0"/>
          <p:nvPr/>
        </p:nvPicPr>
        <p:blipFill rotWithShape="1">
          <a:blip r:embed="rId32">
            <a:alphaModFix/>
          </a:blip>
          <a:srcRect b="0" l="0" r="0" t="0"/>
          <a:stretch/>
        </p:blipFill>
        <p:spPr>
          <a:xfrm>
            <a:off x="2092126" y="3962305"/>
            <a:ext cx="838784" cy="177750"/>
          </a:xfrm>
          <a:prstGeom prst="rect">
            <a:avLst/>
          </a:prstGeom>
          <a:noFill/>
          <a:ln>
            <a:noFill/>
          </a:ln>
        </p:spPr>
      </p:pic>
      <p:pic>
        <p:nvPicPr>
          <p:cNvPr id="148" name="Google Shape;148;g3f8da4ebb8d_0_910"/>
          <p:cNvPicPr preferRelativeResize="0"/>
          <p:nvPr/>
        </p:nvPicPr>
        <p:blipFill rotWithShape="1">
          <a:blip r:embed="rId33">
            <a:alphaModFix/>
          </a:blip>
          <a:srcRect b="0" l="0" r="0" t="0"/>
          <a:stretch/>
        </p:blipFill>
        <p:spPr>
          <a:xfrm>
            <a:off x="3419926" y="3492006"/>
            <a:ext cx="723469" cy="184973"/>
          </a:xfrm>
          <a:prstGeom prst="rect">
            <a:avLst/>
          </a:prstGeom>
          <a:noFill/>
          <a:ln>
            <a:noFill/>
          </a:ln>
        </p:spPr>
      </p:pic>
      <p:pic>
        <p:nvPicPr>
          <p:cNvPr id="149" name="Google Shape;149;g3f8da4ebb8d_0_910"/>
          <p:cNvPicPr preferRelativeResize="0"/>
          <p:nvPr/>
        </p:nvPicPr>
        <p:blipFill rotWithShape="1">
          <a:blip r:embed="rId34">
            <a:alphaModFix/>
          </a:blip>
          <a:srcRect b="0" l="0" r="0" t="0"/>
          <a:stretch/>
        </p:blipFill>
        <p:spPr>
          <a:xfrm>
            <a:off x="4208060" y="3493173"/>
            <a:ext cx="732743" cy="182624"/>
          </a:xfrm>
          <a:prstGeom prst="rect">
            <a:avLst/>
          </a:prstGeom>
          <a:noFill/>
          <a:ln>
            <a:noFill/>
          </a:ln>
        </p:spPr>
      </p:pic>
      <p:pic>
        <p:nvPicPr>
          <p:cNvPr id="150" name="Google Shape;150;g3f8da4ebb8d_0_910"/>
          <p:cNvPicPr preferRelativeResize="0"/>
          <p:nvPr/>
        </p:nvPicPr>
        <p:blipFill rotWithShape="1">
          <a:blip r:embed="rId35">
            <a:alphaModFix/>
          </a:blip>
          <a:srcRect b="0" l="0" r="0" t="0"/>
          <a:stretch/>
        </p:blipFill>
        <p:spPr>
          <a:xfrm>
            <a:off x="5013171" y="3461644"/>
            <a:ext cx="727654" cy="222564"/>
          </a:xfrm>
          <a:prstGeom prst="rect">
            <a:avLst/>
          </a:prstGeom>
          <a:noFill/>
          <a:ln>
            <a:noFill/>
          </a:ln>
        </p:spPr>
      </p:pic>
      <p:pic>
        <p:nvPicPr>
          <p:cNvPr id="151" name="Google Shape;151;g3f8da4ebb8d_0_910"/>
          <p:cNvPicPr preferRelativeResize="0"/>
          <p:nvPr/>
        </p:nvPicPr>
        <p:blipFill rotWithShape="1">
          <a:blip r:embed="rId36">
            <a:alphaModFix/>
          </a:blip>
          <a:srcRect b="51161" l="-624" r="0" t="-784"/>
          <a:stretch/>
        </p:blipFill>
        <p:spPr>
          <a:xfrm>
            <a:off x="3413956" y="3758032"/>
            <a:ext cx="737490" cy="129287"/>
          </a:xfrm>
          <a:prstGeom prst="rect">
            <a:avLst/>
          </a:prstGeom>
          <a:noFill/>
          <a:ln>
            <a:noFill/>
          </a:ln>
        </p:spPr>
      </p:pic>
      <p:pic>
        <p:nvPicPr>
          <p:cNvPr id="152" name="Google Shape;152;g3f8da4ebb8d_0_910"/>
          <p:cNvPicPr preferRelativeResize="0"/>
          <p:nvPr/>
        </p:nvPicPr>
        <p:blipFill rotWithShape="1">
          <a:blip r:embed="rId37">
            <a:alphaModFix/>
          </a:blip>
          <a:srcRect b="14613" l="5819" r="3123" t="19856"/>
          <a:stretch/>
        </p:blipFill>
        <p:spPr>
          <a:xfrm>
            <a:off x="4208050" y="3758020"/>
            <a:ext cx="782976" cy="173150"/>
          </a:xfrm>
          <a:prstGeom prst="rect">
            <a:avLst/>
          </a:prstGeom>
          <a:noFill/>
          <a:ln>
            <a:noFill/>
          </a:ln>
        </p:spPr>
      </p:pic>
      <p:pic>
        <p:nvPicPr>
          <p:cNvPr id="153" name="Google Shape;153;g3f8da4ebb8d_0_910"/>
          <p:cNvPicPr preferRelativeResize="0"/>
          <p:nvPr/>
        </p:nvPicPr>
        <p:blipFill rotWithShape="1">
          <a:blip r:embed="rId38">
            <a:alphaModFix/>
          </a:blip>
          <a:srcRect b="20058" l="0" r="0" t="19196"/>
          <a:stretch/>
        </p:blipFill>
        <p:spPr>
          <a:xfrm>
            <a:off x="5094187" y="3740663"/>
            <a:ext cx="607815" cy="192976"/>
          </a:xfrm>
          <a:prstGeom prst="rect">
            <a:avLst/>
          </a:prstGeom>
          <a:noFill/>
          <a:ln>
            <a:noFill/>
          </a:ln>
        </p:spPr>
      </p:pic>
      <p:pic>
        <p:nvPicPr>
          <p:cNvPr id="154" name="Google Shape;154;g3f8da4ebb8d_0_910"/>
          <p:cNvPicPr preferRelativeResize="0"/>
          <p:nvPr/>
        </p:nvPicPr>
        <p:blipFill rotWithShape="1">
          <a:blip r:embed="rId39">
            <a:alphaModFix/>
          </a:blip>
          <a:srcRect b="37764" l="0" r="0" t="38972"/>
          <a:stretch/>
        </p:blipFill>
        <p:spPr>
          <a:xfrm>
            <a:off x="3419923" y="4034743"/>
            <a:ext cx="623867" cy="145136"/>
          </a:xfrm>
          <a:prstGeom prst="rect">
            <a:avLst/>
          </a:prstGeom>
          <a:noFill/>
          <a:ln>
            <a:noFill/>
          </a:ln>
        </p:spPr>
      </p:pic>
      <p:pic>
        <p:nvPicPr>
          <p:cNvPr id="155" name="Google Shape;155;g3f8da4ebb8d_0_910"/>
          <p:cNvPicPr preferRelativeResize="0"/>
          <p:nvPr/>
        </p:nvPicPr>
        <p:blipFill rotWithShape="1">
          <a:blip r:embed="rId40">
            <a:alphaModFix/>
          </a:blip>
          <a:srcRect b="22704" l="0" r="0" t="23084"/>
          <a:stretch/>
        </p:blipFill>
        <p:spPr>
          <a:xfrm>
            <a:off x="4217718" y="3990110"/>
            <a:ext cx="884829" cy="205309"/>
          </a:xfrm>
          <a:prstGeom prst="rect">
            <a:avLst/>
          </a:prstGeom>
          <a:noFill/>
          <a:ln>
            <a:noFill/>
          </a:ln>
        </p:spPr>
      </p:pic>
      <p:pic>
        <p:nvPicPr>
          <p:cNvPr id="156" name="Google Shape;156;g3f8da4ebb8d_0_910"/>
          <p:cNvPicPr preferRelativeResize="0"/>
          <p:nvPr/>
        </p:nvPicPr>
        <p:blipFill rotWithShape="1">
          <a:blip r:embed="rId41">
            <a:alphaModFix/>
          </a:blip>
          <a:srcRect b="30771" l="25863" r="25163" t="30371"/>
          <a:stretch/>
        </p:blipFill>
        <p:spPr>
          <a:xfrm>
            <a:off x="6137474" y="3468879"/>
            <a:ext cx="971443" cy="223181"/>
          </a:xfrm>
          <a:prstGeom prst="rect">
            <a:avLst/>
          </a:prstGeom>
          <a:noFill/>
          <a:ln>
            <a:noFill/>
          </a:ln>
        </p:spPr>
      </p:pic>
      <p:pic>
        <p:nvPicPr>
          <p:cNvPr id="157" name="Google Shape;157;g3f8da4ebb8d_0_910"/>
          <p:cNvPicPr preferRelativeResize="0"/>
          <p:nvPr/>
        </p:nvPicPr>
        <p:blipFill rotWithShape="1">
          <a:blip r:embed="rId42">
            <a:alphaModFix/>
          </a:blip>
          <a:srcRect b="20333" l="4272" r="5016" t="20161"/>
          <a:stretch/>
        </p:blipFill>
        <p:spPr>
          <a:xfrm>
            <a:off x="7292717" y="3476901"/>
            <a:ext cx="1043316" cy="207146"/>
          </a:xfrm>
          <a:prstGeom prst="rect">
            <a:avLst/>
          </a:prstGeom>
          <a:noFill/>
          <a:ln>
            <a:noFill/>
          </a:ln>
        </p:spPr>
      </p:pic>
      <p:pic>
        <p:nvPicPr>
          <p:cNvPr id="158" name="Google Shape;158;g3f8da4ebb8d_0_910"/>
          <p:cNvPicPr preferRelativeResize="0"/>
          <p:nvPr/>
        </p:nvPicPr>
        <p:blipFill rotWithShape="1">
          <a:blip r:embed="rId43">
            <a:alphaModFix/>
          </a:blip>
          <a:srcRect b="18913" l="3908" r="3491" t="15983"/>
          <a:stretch/>
        </p:blipFill>
        <p:spPr>
          <a:xfrm>
            <a:off x="6134400" y="3814688"/>
            <a:ext cx="1141516" cy="242666"/>
          </a:xfrm>
          <a:prstGeom prst="rect">
            <a:avLst/>
          </a:prstGeom>
          <a:noFill/>
          <a:ln>
            <a:noFill/>
          </a:ln>
        </p:spPr>
      </p:pic>
      <p:pic>
        <p:nvPicPr>
          <p:cNvPr id="159" name="Google Shape;159;g3f8da4ebb8d_0_910"/>
          <p:cNvPicPr preferRelativeResize="0"/>
          <p:nvPr/>
        </p:nvPicPr>
        <p:blipFill rotWithShape="1">
          <a:blip r:embed="rId44">
            <a:alphaModFix/>
          </a:blip>
          <a:srcRect b="0" l="0" r="0" t="0"/>
          <a:stretch/>
        </p:blipFill>
        <p:spPr>
          <a:xfrm>
            <a:off x="7328036" y="3771360"/>
            <a:ext cx="1077464" cy="32932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164" name="Shape 164"/>
        <p:cNvGrpSpPr/>
        <p:nvPr/>
      </p:nvGrpSpPr>
      <p:grpSpPr>
        <a:xfrm>
          <a:off x="0" y="0"/>
          <a:ext cx="0" cy="0"/>
          <a:chOff x="0" y="0"/>
          <a:chExt cx="0" cy="0"/>
        </a:xfrm>
      </p:grpSpPr>
      <p:sp>
        <p:nvSpPr>
          <p:cNvPr id="165" name="Google Shape;165;g3f8da4ebb8d_0_209"/>
          <p:cNvSpPr txBox="1"/>
          <p:nvPr/>
        </p:nvSpPr>
        <p:spPr>
          <a:xfrm>
            <a:off x="571500" y="890625"/>
            <a:ext cx="3210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CONTENIDO</a:t>
            </a:r>
            <a:endParaRPr b="0" i="0" sz="1100" u="none" cap="none" strike="noStrike">
              <a:solidFill>
                <a:schemeClr val="dk1"/>
              </a:solidFill>
              <a:latin typeface="Calibri"/>
              <a:ea typeface="Calibri"/>
              <a:cs typeface="Calibri"/>
              <a:sym typeface="Calibri"/>
            </a:endParaRPr>
          </a:p>
        </p:txBody>
      </p:sp>
      <p:sp>
        <p:nvSpPr>
          <p:cNvPr id="166" name="Google Shape;166;g3f8da4ebb8d_0_209"/>
          <p:cNvSpPr txBox="1"/>
          <p:nvPr/>
        </p:nvSpPr>
        <p:spPr>
          <a:xfrm>
            <a:off x="571500" y="1165651"/>
            <a:ext cx="3210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Agenda</a:t>
            </a:r>
            <a:endParaRPr b="0" i="0" sz="2100" u="none" cap="none" strike="noStrike">
              <a:solidFill>
                <a:schemeClr val="dk1"/>
              </a:solidFill>
              <a:latin typeface="Calibri"/>
              <a:ea typeface="Calibri"/>
              <a:cs typeface="Calibri"/>
              <a:sym typeface="Calibri"/>
            </a:endParaRPr>
          </a:p>
        </p:txBody>
      </p:sp>
      <p:sp>
        <p:nvSpPr>
          <p:cNvPr id="167" name="Google Shape;167;g3f8da4ebb8d_0_209"/>
          <p:cNvSpPr/>
          <p:nvPr/>
        </p:nvSpPr>
        <p:spPr>
          <a:xfrm>
            <a:off x="589800" y="174039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g3f8da4ebb8d_0_209"/>
          <p:cNvSpPr txBox="1"/>
          <p:nvPr/>
        </p:nvSpPr>
        <p:spPr>
          <a:xfrm>
            <a:off x="772680" y="183183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01</a:t>
            </a:r>
            <a:endParaRPr b="0" i="0" sz="1200" u="none" cap="none" strike="noStrike">
              <a:solidFill>
                <a:schemeClr val="dk1"/>
              </a:solidFill>
              <a:latin typeface="Calibri"/>
              <a:ea typeface="Calibri"/>
              <a:cs typeface="Calibri"/>
              <a:sym typeface="Calibri"/>
            </a:endParaRPr>
          </a:p>
        </p:txBody>
      </p:sp>
      <p:sp>
        <p:nvSpPr>
          <p:cNvPr id="169" name="Google Shape;169;g3f8da4ebb8d_0_209"/>
          <p:cNvSpPr txBox="1"/>
          <p:nvPr/>
        </p:nvSpPr>
        <p:spPr>
          <a:xfrm>
            <a:off x="1193304" y="183183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Contexto</a:t>
            </a:r>
            <a:endParaRPr b="0" i="0" sz="1200" u="none" cap="none" strike="noStrike">
              <a:solidFill>
                <a:schemeClr val="dk1"/>
              </a:solidFill>
              <a:latin typeface="Calibri"/>
              <a:ea typeface="Calibri"/>
              <a:cs typeface="Calibri"/>
              <a:sym typeface="Calibri"/>
            </a:endParaRPr>
          </a:p>
        </p:txBody>
      </p:sp>
      <p:sp>
        <p:nvSpPr>
          <p:cNvPr id="170" name="Google Shape;170;g3f8da4ebb8d_0_209"/>
          <p:cNvSpPr/>
          <p:nvPr/>
        </p:nvSpPr>
        <p:spPr>
          <a:xfrm>
            <a:off x="589864" y="239599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g3f8da4ebb8d_0_209"/>
          <p:cNvSpPr txBox="1"/>
          <p:nvPr/>
        </p:nvSpPr>
        <p:spPr>
          <a:xfrm>
            <a:off x="772744" y="248743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02</a:t>
            </a:r>
            <a:endParaRPr b="0" i="0" sz="1200" u="none" cap="none" strike="noStrike">
              <a:solidFill>
                <a:schemeClr val="dk1"/>
              </a:solidFill>
              <a:latin typeface="Calibri"/>
              <a:ea typeface="Calibri"/>
              <a:cs typeface="Calibri"/>
              <a:sym typeface="Calibri"/>
            </a:endParaRPr>
          </a:p>
        </p:txBody>
      </p:sp>
      <p:sp>
        <p:nvSpPr>
          <p:cNvPr id="172" name="Google Shape;172;g3f8da4ebb8d_0_209"/>
          <p:cNvSpPr txBox="1"/>
          <p:nvPr/>
        </p:nvSpPr>
        <p:spPr>
          <a:xfrm>
            <a:off x="1193368" y="248743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Diagnóstico</a:t>
            </a:r>
            <a:endParaRPr b="0" i="0" sz="1200" u="none" cap="none" strike="noStrike">
              <a:solidFill>
                <a:schemeClr val="dk1"/>
              </a:solidFill>
              <a:latin typeface="Calibri"/>
              <a:ea typeface="Calibri"/>
              <a:cs typeface="Calibri"/>
              <a:sym typeface="Calibri"/>
            </a:endParaRPr>
          </a:p>
        </p:txBody>
      </p:sp>
      <p:sp>
        <p:nvSpPr>
          <p:cNvPr id="173" name="Google Shape;173;g3f8da4ebb8d_0_209"/>
          <p:cNvSpPr/>
          <p:nvPr/>
        </p:nvSpPr>
        <p:spPr>
          <a:xfrm>
            <a:off x="589803" y="305164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g3f8da4ebb8d_0_209"/>
          <p:cNvSpPr txBox="1"/>
          <p:nvPr/>
        </p:nvSpPr>
        <p:spPr>
          <a:xfrm>
            <a:off x="772683" y="314308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03</a:t>
            </a:r>
            <a:endParaRPr b="0" i="0" sz="1200" u="none" cap="none" strike="noStrike">
              <a:solidFill>
                <a:schemeClr val="dk1"/>
              </a:solidFill>
              <a:latin typeface="Calibri"/>
              <a:ea typeface="Calibri"/>
              <a:cs typeface="Calibri"/>
              <a:sym typeface="Calibri"/>
            </a:endParaRPr>
          </a:p>
        </p:txBody>
      </p:sp>
      <p:sp>
        <p:nvSpPr>
          <p:cNvPr id="175" name="Google Shape;175;g3f8da4ebb8d_0_209"/>
          <p:cNvSpPr txBox="1"/>
          <p:nvPr/>
        </p:nvSpPr>
        <p:spPr>
          <a:xfrm>
            <a:off x="1193307" y="314308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El reto</a:t>
            </a:r>
            <a:endParaRPr b="0" i="0" sz="1200" u="none" cap="none" strike="noStrike">
              <a:solidFill>
                <a:schemeClr val="dk1"/>
              </a:solidFill>
              <a:latin typeface="Calibri"/>
              <a:ea typeface="Calibri"/>
              <a:cs typeface="Calibri"/>
              <a:sym typeface="Calibri"/>
            </a:endParaRPr>
          </a:p>
        </p:txBody>
      </p:sp>
      <p:sp>
        <p:nvSpPr>
          <p:cNvPr id="176" name="Google Shape;176;g3f8da4ebb8d_0_209"/>
          <p:cNvSpPr/>
          <p:nvPr/>
        </p:nvSpPr>
        <p:spPr>
          <a:xfrm>
            <a:off x="589800" y="3660607"/>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g3f8da4ebb8d_0_209"/>
          <p:cNvSpPr txBox="1"/>
          <p:nvPr/>
        </p:nvSpPr>
        <p:spPr>
          <a:xfrm>
            <a:off x="772680" y="3752048"/>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04</a:t>
            </a:r>
            <a:endParaRPr b="0" i="0" sz="1200" u="none" cap="none" strike="noStrike">
              <a:solidFill>
                <a:schemeClr val="dk1"/>
              </a:solidFill>
              <a:latin typeface="Calibri"/>
              <a:ea typeface="Calibri"/>
              <a:cs typeface="Calibri"/>
              <a:sym typeface="Calibri"/>
            </a:endParaRPr>
          </a:p>
        </p:txBody>
      </p:sp>
      <p:sp>
        <p:nvSpPr>
          <p:cNvPr id="178" name="Google Shape;178;g3f8da4ebb8d_0_209"/>
          <p:cNvSpPr txBox="1"/>
          <p:nvPr/>
        </p:nvSpPr>
        <p:spPr>
          <a:xfrm>
            <a:off x="1193300" y="3752050"/>
            <a:ext cx="19743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Objetivo y Componentes</a:t>
            </a:r>
            <a:endParaRPr b="0" i="0" sz="1200" u="none" cap="none" strike="noStrike">
              <a:solidFill>
                <a:schemeClr val="dk1"/>
              </a:solidFill>
              <a:latin typeface="Calibri"/>
              <a:ea typeface="Calibri"/>
              <a:cs typeface="Calibri"/>
              <a:sym typeface="Calibri"/>
            </a:endParaRPr>
          </a:p>
        </p:txBody>
      </p:sp>
      <p:sp>
        <p:nvSpPr>
          <p:cNvPr id="179" name="Google Shape;179;g3f8da4ebb8d_0_209"/>
          <p:cNvSpPr/>
          <p:nvPr/>
        </p:nvSpPr>
        <p:spPr>
          <a:xfrm>
            <a:off x="3311664" y="1746858"/>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g3f8da4ebb8d_0_209"/>
          <p:cNvSpPr txBox="1"/>
          <p:nvPr/>
        </p:nvSpPr>
        <p:spPr>
          <a:xfrm>
            <a:off x="3494544" y="1838297"/>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05</a:t>
            </a:r>
            <a:endParaRPr b="0" i="0" sz="1200" u="none" cap="none" strike="noStrike">
              <a:solidFill>
                <a:schemeClr val="dk1"/>
              </a:solidFill>
              <a:latin typeface="Calibri"/>
              <a:ea typeface="Calibri"/>
              <a:cs typeface="Calibri"/>
              <a:sym typeface="Calibri"/>
            </a:endParaRPr>
          </a:p>
        </p:txBody>
      </p:sp>
      <p:sp>
        <p:nvSpPr>
          <p:cNvPr id="181" name="Google Shape;181;g3f8da4ebb8d_0_209"/>
          <p:cNvSpPr txBox="1"/>
          <p:nvPr/>
        </p:nvSpPr>
        <p:spPr>
          <a:xfrm>
            <a:off x="3915168" y="1838297"/>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Proceso General</a:t>
            </a:r>
            <a:endParaRPr b="0" i="0" sz="1200" u="none" cap="none" strike="noStrike">
              <a:solidFill>
                <a:schemeClr val="dk1"/>
              </a:solidFill>
              <a:latin typeface="Calibri"/>
              <a:ea typeface="Calibri"/>
              <a:cs typeface="Calibri"/>
              <a:sym typeface="Calibri"/>
            </a:endParaRPr>
          </a:p>
        </p:txBody>
      </p:sp>
      <p:sp>
        <p:nvSpPr>
          <p:cNvPr id="182" name="Google Shape;182;g3f8da4ebb8d_0_209"/>
          <p:cNvSpPr/>
          <p:nvPr/>
        </p:nvSpPr>
        <p:spPr>
          <a:xfrm>
            <a:off x="3311641" y="241027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 name="Google Shape;183;g3f8da4ebb8d_0_209"/>
          <p:cNvSpPr txBox="1"/>
          <p:nvPr/>
        </p:nvSpPr>
        <p:spPr>
          <a:xfrm>
            <a:off x="3494521" y="250171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06</a:t>
            </a:r>
            <a:endParaRPr b="0" i="0" sz="1200" u="none" cap="none" strike="noStrike">
              <a:solidFill>
                <a:schemeClr val="dk1"/>
              </a:solidFill>
              <a:latin typeface="Calibri"/>
              <a:ea typeface="Calibri"/>
              <a:cs typeface="Calibri"/>
              <a:sym typeface="Calibri"/>
            </a:endParaRPr>
          </a:p>
        </p:txBody>
      </p:sp>
      <p:sp>
        <p:nvSpPr>
          <p:cNvPr id="184" name="Google Shape;184;g3f8da4ebb8d_0_209"/>
          <p:cNvSpPr txBox="1"/>
          <p:nvPr/>
        </p:nvSpPr>
        <p:spPr>
          <a:xfrm>
            <a:off x="3915145" y="250171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Detalle del proceso</a:t>
            </a:r>
            <a:endParaRPr b="1" i="0" sz="1200" u="none" cap="none" strike="noStrike">
              <a:solidFill>
                <a:srgbClr val="000033"/>
              </a:solidFill>
              <a:latin typeface="Montserrat SemiBold"/>
              <a:ea typeface="Montserrat SemiBold"/>
              <a:cs typeface="Montserrat SemiBold"/>
              <a:sym typeface="Montserrat SemiBold"/>
            </a:endParaRPr>
          </a:p>
        </p:txBody>
      </p:sp>
      <p:sp>
        <p:nvSpPr>
          <p:cNvPr id="185" name="Google Shape;185;g3f8da4ebb8d_0_209"/>
          <p:cNvSpPr/>
          <p:nvPr/>
        </p:nvSpPr>
        <p:spPr>
          <a:xfrm>
            <a:off x="3311650" y="3051563"/>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 name="Google Shape;186;g3f8da4ebb8d_0_209"/>
          <p:cNvSpPr txBox="1"/>
          <p:nvPr/>
        </p:nvSpPr>
        <p:spPr>
          <a:xfrm>
            <a:off x="3494530" y="3143003"/>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07</a:t>
            </a:r>
            <a:endParaRPr b="0" i="0" sz="1200" u="none" cap="none" strike="noStrike">
              <a:solidFill>
                <a:schemeClr val="dk1"/>
              </a:solidFill>
              <a:latin typeface="Calibri"/>
              <a:ea typeface="Calibri"/>
              <a:cs typeface="Calibri"/>
              <a:sym typeface="Calibri"/>
            </a:endParaRPr>
          </a:p>
        </p:txBody>
      </p:sp>
      <p:sp>
        <p:nvSpPr>
          <p:cNvPr id="187" name="Google Shape;187;g3f8da4ebb8d_0_209"/>
          <p:cNvSpPr txBox="1"/>
          <p:nvPr/>
        </p:nvSpPr>
        <p:spPr>
          <a:xfrm>
            <a:off x="3915154" y="3143003"/>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Cronograma</a:t>
            </a:r>
            <a:endParaRPr b="0" i="0" sz="1200" u="none" cap="none" strike="noStrike">
              <a:solidFill>
                <a:schemeClr val="dk1"/>
              </a:solidFill>
              <a:latin typeface="Calibri"/>
              <a:ea typeface="Calibri"/>
              <a:cs typeface="Calibri"/>
              <a:sym typeface="Calibri"/>
            </a:endParaRPr>
          </a:p>
        </p:txBody>
      </p:sp>
      <p:sp>
        <p:nvSpPr>
          <p:cNvPr id="188" name="Google Shape;188;g3f8da4ebb8d_0_209"/>
          <p:cNvSpPr/>
          <p:nvPr/>
        </p:nvSpPr>
        <p:spPr>
          <a:xfrm>
            <a:off x="3325414" y="3660588"/>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 name="Google Shape;189;g3f8da4ebb8d_0_209"/>
          <p:cNvSpPr txBox="1"/>
          <p:nvPr/>
        </p:nvSpPr>
        <p:spPr>
          <a:xfrm>
            <a:off x="3508294" y="3752028"/>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08</a:t>
            </a:r>
            <a:endParaRPr b="0" i="0" sz="1200" u="none" cap="none" strike="noStrike">
              <a:solidFill>
                <a:schemeClr val="dk1"/>
              </a:solidFill>
              <a:latin typeface="Calibri"/>
              <a:ea typeface="Calibri"/>
              <a:cs typeface="Calibri"/>
              <a:sym typeface="Calibri"/>
            </a:endParaRPr>
          </a:p>
        </p:txBody>
      </p:sp>
      <p:sp>
        <p:nvSpPr>
          <p:cNvPr id="190" name="Google Shape;190;g3f8da4ebb8d_0_209"/>
          <p:cNvSpPr txBox="1"/>
          <p:nvPr/>
        </p:nvSpPr>
        <p:spPr>
          <a:xfrm>
            <a:off x="3928918" y="3752028"/>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Consideraciones</a:t>
            </a:r>
            <a:endParaRPr b="0" i="0" sz="1200" u="none" cap="none" strike="noStrike">
              <a:solidFill>
                <a:schemeClr val="dk1"/>
              </a:solidFill>
              <a:latin typeface="Calibri"/>
              <a:ea typeface="Calibri"/>
              <a:cs typeface="Calibri"/>
              <a:sym typeface="Calibri"/>
            </a:endParaRPr>
          </a:p>
        </p:txBody>
      </p:sp>
      <p:sp>
        <p:nvSpPr>
          <p:cNvPr id="191" name="Google Shape;191;g3f8da4ebb8d_0_209"/>
          <p:cNvSpPr/>
          <p:nvPr/>
        </p:nvSpPr>
        <p:spPr>
          <a:xfrm>
            <a:off x="6040453" y="239910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 name="Google Shape;192;g3f8da4ebb8d_0_209"/>
          <p:cNvSpPr txBox="1"/>
          <p:nvPr/>
        </p:nvSpPr>
        <p:spPr>
          <a:xfrm>
            <a:off x="6223333" y="249054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10</a:t>
            </a:r>
            <a:endParaRPr b="0" i="0" sz="1200" u="none" cap="none" strike="noStrike">
              <a:solidFill>
                <a:schemeClr val="dk1"/>
              </a:solidFill>
              <a:latin typeface="Calibri"/>
              <a:ea typeface="Calibri"/>
              <a:cs typeface="Calibri"/>
              <a:sym typeface="Calibri"/>
            </a:endParaRPr>
          </a:p>
        </p:txBody>
      </p:sp>
      <p:sp>
        <p:nvSpPr>
          <p:cNvPr id="193" name="Google Shape;193;g3f8da4ebb8d_0_209"/>
          <p:cNvSpPr txBox="1"/>
          <p:nvPr/>
        </p:nvSpPr>
        <p:spPr>
          <a:xfrm>
            <a:off x="6643957" y="249054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Inversión</a:t>
            </a:r>
            <a:endParaRPr b="0" i="0" sz="1200" u="none" cap="none" strike="noStrike">
              <a:solidFill>
                <a:schemeClr val="dk1"/>
              </a:solidFill>
              <a:latin typeface="Calibri"/>
              <a:ea typeface="Calibri"/>
              <a:cs typeface="Calibri"/>
              <a:sym typeface="Calibri"/>
            </a:endParaRPr>
          </a:p>
        </p:txBody>
      </p:sp>
      <p:sp>
        <p:nvSpPr>
          <p:cNvPr id="194" name="Google Shape;194;g3f8da4ebb8d_0_209"/>
          <p:cNvSpPr/>
          <p:nvPr/>
        </p:nvSpPr>
        <p:spPr>
          <a:xfrm>
            <a:off x="6040438" y="3048255"/>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 name="Google Shape;195;g3f8da4ebb8d_0_209"/>
          <p:cNvSpPr txBox="1"/>
          <p:nvPr/>
        </p:nvSpPr>
        <p:spPr>
          <a:xfrm>
            <a:off x="6223318" y="3139695"/>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11</a:t>
            </a:r>
            <a:endParaRPr b="0" i="0" sz="1200" u="none" cap="none" strike="noStrike">
              <a:solidFill>
                <a:schemeClr val="dk1"/>
              </a:solidFill>
              <a:latin typeface="Calibri"/>
              <a:ea typeface="Calibri"/>
              <a:cs typeface="Calibri"/>
              <a:sym typeface="Calibri"/>
            </a:endParaRPr>
          </a:p>
        </p:txBody>
      </p:sp>
      <p:sp>
        <p:nvSpPr>
          <p:cNvPr id="196" name="Google Shape;196;g3f8da4ebb8d_0_209"/>
          <p:cNvSpPr txBox="1"/>
          <p:nvPr/>
        </p:nvSpPr>
        <p:spPr>
          <a:xfrm>
            <a:off x="6643941" y="3139695"/>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El equipo asignado</a:t>
            </a:r>
            <a:endParaRPr b="0" i="0" sz="1200" u="none" cap="none" strike="noStrike">
              <a:solidFill>
                <a:schemeClr val="dk1"/>
              </a:solidFill>
              <a:latin typeface="Calibri"/>
              <a:ea typeface="Calibri"/>
              <a:cs typeface="Calibri"/>
              <a:sym typeface="Calibri"/>
            </a:endParaRPr>
          </a:p>
        </p:txBody>
      </p:sp>
      <p:sp>
        <p:nvSpPr>
          <p:cNvPr id="197" name="Google Shape;197;g3f8da4ebb8d_0_209"/>
          <p:cNvSpPr/>
          <p:nvPr/>
        </p:nvSpPr>
        <p:spPr>
          <a:xfrm>
            <a:off x="6040439" y="3703893"/>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 name="Google Shape;198;g3f8da4ebb8d_0_209"/>
          <p:cNvSpPr txBox="1"/>
          <p:nvPr/>
        </p:nvSpPr>
        <p:spPr>
          <a:xfrm>
            <a:off x="6223319" y="3795333"/>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12</a:t>
            </a:r>
            <a:endParaRPr b="0" i="0" sz="1200" u="none" cap="none" strike="noStrike">
              <a:solidFill>
                <a:schemeClr val="dk1"/>
              </a:solidFill>
              <a:latin typeface="Calibri"/>
              <a:ea typeface="Calibri"/>
              <a:cs typeface="Calibri"/>
              <a:sym typeface="Calibri"/>
            </a:endParaRPr>
          </a:p>
        </p:txBody>
      </p:sp>
      <p:sp>
        <p:nvSpPr>
          <p:cNvPr id="199" name="Google Shape;199;g3f8da4ebb8d_0_209"/>
          <p:cNvSpPr txBox="1"/>
          <p:nvPr/>
        </p:nvSpPr>
        <p:spPr>
          <a:xfrm>
            <a:off x="6643943" y="3795333"/>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¿Por qué NEO?</a:t>
            </a:r>
            <a:endParaRPr b="0" i="0" sz="1200" u="none" cap="none" strike="noStrike">
              <a:solidFill>
                <a:schemeClr val="dk1"/>
              </a:solidFill>
              <a:latin typeface="Calibri"/>
              <a:ea typeface="Calibri"/>
              <a:cs typeface="Calibri"/>
              <a:sym typeface="Calibri"/>
            </a:endParaRPr>
          </a:p>
        </p:txBody>
      </p:sp>
      <p:sp>
        <p:nvSpPr>
          <p:cNvPr id="200" name="Google Shape;200;g3f8da4ebb8d_0_209"/>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201" name="Google Shape;201;g3f8da4ebb8d_0_209"/>
          <p:cNvSpPr/>
          <p:nvPr/>
        </p:nvSpPr>
        <p:spPr>
          <a:xfrm>
            <a:off x="6033539" y="1749938"/>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g3f8da4ebb8d_0_209"/>
          <p:cNvSpPr txBox="1"/>
          <p:nvPr/>
        </p:nvSpPr>
        <p:spPr>
          <a:xfrm>
            <a:off x="6216419" y="1841378"/>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09</a:t>
            </a:r>
            <a:endParaRPr b="0" i="0" sz="1200" u="none" cap="none" strike="noStrike">
              <a:solidFill>
                <a:schemeClr val="dk1"/>
              </a:solidFill>
              <a:latin typeface="Calibri"/>
              <a:ea typeface="Calibri"/>
              <a:cs typeface="Calibri"/>
              <a:sym typeface="Calibri"/>
            </a:endParaRPr>
          </a:p>
        </p:txBody>
      </p:sp>
      <p:sp>
        <p:nvSpPr>
          <p:cNvPr id="203" name="Google Shape;203;g3f8da4ebb8d_0_209"/>
          <p:cNvSpPr txBox="1"/>
          <p:nvPr/>
        </p:nvSpPr>
        <p:spPr>
          <a:xfrm>
            <a:off x="6637051" y="1841375"/>
            <a:ext cx="19743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Estimación del Impacto</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08" name="Shape 208"/>
        <p:cNvGrpSpPr/>
        <p:nvPr/>
      </p:nvGrpSpPr>
      <p:grpSpPr>
        <a:xfrm>
          <a:off x="0" y="0"/>
          <a:ext cx="0" cy="0"/>
          <a:chOff x="0" y="0"/>
          <a:chExt cx="0" cy="0"/>
        </a:xfrm>
      </p:grpSpPr>
      <p:pic>
        <p:nvPicPr>
          <p:cNvPr descr="bg_divider.png" id="209" name="Google Shape;209;p5"/>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210" name="Google Shape;210;p5"/>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211" name="Google Shape;211;p5"/>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01</a:t>
            </a:r>
            <a:endParaRPr b="0" i="0" sz="1200" u="none" cap="none" strike="noStrike">
              <a:solidFill>
                <a:schemeClr val="dk1"/>
              </a:solidFill>
              <a:latin typeface="Calibri"/>
              <a:ea typeface="Calibri"/>
              <a:cs typeface="Calibri"/>
              <a:sym typeface="Calibri"/>
            </a:endParaRPr>
          </a:p>
        </p:txBody>
      </p:sp>
      <p:sp>
        <p:nvSpPr>
          <p:cNvPr id="212" name="Google Shape;212;p5"/>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Contexto</a:t>
            </a:r>
            <a:endParaRPr b="0" i="0" sz="4500" u="none" cap="none" strike="noStrike">
              <a:solidFill>
                <a:schemeClr val="dk1"/>
              </a:solidFill>
              <a:latin typeface="Calibri"/>
              <a:ea typeface="Calibri"/>
              <a:cs typeface="Calibri"/>
              <a:sym typeface="Calibri"/>
            </a:endParaRPr>
          </a:p>
        </p:txBody>
      </p:sp>
      <p:sp>
        <p:nvSpPr>
          <p:cNvPr id="213" name="Google Shape;213;p5"/>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Una línea que anticipa qué se resuelve en esta sección.</a:t>
            </a:r>
            <a:endParaRPr b="0" i="0" sz="1300" u="none" cap="none" strike="noStrike">
              <a:solidFill>
                <a:schemeClr val="dk1"/>
              </a:solidFill>
              <a:latin typeface="Calibri"/>
              <a:ea typeface="Calibri"/>
              <a:cs typeface="Calibri"/>
              <a:sym typeface="Calibri"/>
            </a:endParaRPr>
          </a:p>
        </p:txBody>
      </p:sp>
      <p:sp>
        <p:nvSpPr>
          <p:cNvPr id="214" name="Google Shape;214;p5"/>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g3f8da4ebb8d_0_1173"/>
          <p:cNvSpPr/>
          <p:nvPr/>
        </p:nvSpPr>
        <p:spPr>
          <a:xfrm>
            <a:off x="571500" y="1557750"/>
            <a:ext cx="8283900" cy="2058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4A4A5F"/>
              </a:buClr>
              <a:buSzPts val="900"/>
              <a:buFont typeface="Calibri"/>
              <a:buNone/>
            </a:pPr>
            <a:r>
              <a:rPr b="0" i="0" lang="en-US" sz="1000" u="none" cap="none" strike="noStrike">
                <a:solidFill>
                  <a:srgbClr val="000033"/>
                </a:solidFill>
                <a:latin typeface="Montserrat"/>
                <a:ea typeface="Montserrat"/>
                <a:cs typeface="Montserrat"/>
                <a:sym typeface="Montserrat"/>
              </a:rPr>
              <a:t>Una línea de bajada que explica de qué trata el conjunto de tarjetas.</a:t>
            </a:r>
            <a:endParaRPr b="0" i="0" sz="1000" u="none" cap="none" strike="noStrike">
              <a:solidFill>
                <a:schemeClr val="dk1"/>
              </a:solidFill>
              <a:latin typeface="Montserrat"/>
              <a:ea typeface="Montserrat"/>
              <a:cs typeface="Montserrat"/>
              <a:sym typeface="Montserrat"/>
            </a:endParaRPr>
          </a:p>
        </p:txBody>
      </p:sp>
      <p:sp>
        <p:nvSpPr>
          <p:cNvPr id="221" name="Google Shape;221;g3f8da4ebb8d_0_1173"/>
          <p:cNvSpPr/>
          <p:nvPr/>
        </p:nvSpPr>
        <p:spPr>
          <a:xfrm>
            <a:off x="550300" y="1862001"/>
            <a:ext cx="2626800" cy="1505700"/>
          </a:xfrm>
          <a:prstGeom prst="roundRect">
            <a:avLst>
              <a:gd fmla="val 4103"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 name="Google Shape;222;g3f8da4ebb8d_0_1173"/>
          <p:cNvSpPr/>
          <p:nvPr/>
        </p:nvSpPr>
        <p:spPr>
          <a:xfrm>
            <a:off x="728608" y="2012865"/>
            <a:ext cx="22701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A7DA"/>
              </a:buClr>
              <a:buSzPts val="700"/>
              <a:buFont typeface="Calibri"/>
              <a:buNone/>
            </a:pPr>
            <a:r>
              <a:rPr b="1" i="0" lang="en-US" sz="1000" u="none" cap="none" strike="noStrike">
                <a:solidFill>
                  <a:srgbClr val="7E99FE"/>
                </a:solidFill>
                <a:latin typeface="Montserrat"/>
                <a:ea typeface="Montserrat"/>
                <a:cs typeface="Montserrat"/>
                <a:sym typeface="Montserrat"/>
              </a:rPr>
              <a:t>PILAR I</a:t>
            </a:r>
            <a:endParaRPr b="1" i="0" sz="1000" u="none" cap="none" strike="noStrike">
              <a:solidFill>
                <a:srgbClr val="7E99FE"/>
              </a:solidFill>
              <a:latin typeface="Montserrat"/>
              <a:ea typeface="Montserrat"/>
              <a:cs typeface="Montserrat"/>
              <a:sym typeface="Montserrat"/>
            </a:endParaRPr>
          </a:p>
        </p:txBody>
      </p:sp>
      <p:sp>
        <p:nvSpPr>
          <p:cNvPr id="223" name="Google Shape;223;g3f8da4ebb8d_0_1173"/>
          <p:cNvSpPr/>
          <p:nvPr/>
        </p:nvSpPr>
        <p:spPr>
          <a:xfrm>
            <a:off x="728603" y="2266599"/>
            <a:ext cx="2270100" cy="25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FFFF"/>
              </a:buClr>
              <a:buSzPts val="1000"/>
              <a:buFont typeface="Calibri"/>
              <a:buNone/>
            </a:pPr>
            <a:r>
              <a:rPr b="1" i="0" lang="en-US" sz="1200" u="none" cap="none" strike="noStrike">
                <a:solidFill>
                  <a:srgbClr val="FFFFFF"/>
                </a:solidFill>
                <a:latin typeface="Montserrat"/>
                <a:ea typeface="Montserrat"/>
                <a:cs typeface="Montserrat"/>
                <a:sym typeface="Montserrat"/>
              </a:rPr>
              <a:t>Título del Pilar</a:t>
            </a:r>
            <a:endParaRPr b="0" i="0" sz="1200" u="none" cap="none" strike="noStrike">
              <a:solidFill>
                <a:schemeClr val="dk1"/>
              </a:solidFill>
              <a:latin typeface="Montserrat"/>
              <a:ea typeface="Montserrat"/>
              <a:cs typeface="Montserrat"/>
              <a:sym typeface="Montserrat"/>
            </a:endParaRPr>
          </a:p>
        </p:txBody>
      </p:sp>
      <p:sp>
        <p:nvSpPr>
          <p:cNvPr id="224" name="Google Shape;224;g3f8da4ebb8d_0_1173"/>
          <p:cNvSpPr/>
          <p:nvPr/>
        </p:nvSpPr>
        <p:spPr>
          <a:xfrm>
            <a:off x="728575" y="2614476"/>
            <a:ext cx="2270100" cy="593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D6D5EE"/>
              </a:buClr>
              <a:buSzPts val="800"/>
              <a:buFont typeface="Calibri"/>
              <a:buNone/>
            </a:pPr>
            <a:r>
              <a:rPr b="0" i="0" lang="en-US" sz="1000" u="none" cap="none" strike="noStrike">
                <a:solidFill>
                  <a:srgbClr val="EEF3FF"/>
                </a:solidFill>
                <a:latin typeface="Montserrat"/>
                <a:ea typeface="Montserrat"/>
                <a:cs typeface="Montserrat"/>
                <a:sym typeface="Montserrat"/>
              </a:rPr>
              <a:t>xxxxx</a:t>
            </a:r>
            <a:endParaRPr b="0" i="0" sz="1000" u="none" cap="none" strike="noStrike">
              <a:solidFill>
                <a:srgbClr val="EEF3FF"/>
              </a:solidFill>
              <a:latin typeface="Montserrat"/>
              <a:ea typeface="Montserrat"/>
              <a:cs typeface="Montserrat"/>
              <a:sym typeface="Montserrat"/>
            </a:endParaRPr>
          </a:p>
        </p:txBody>
      </p:sp>
      <p:sp>
        <p:nvSpPr>
          <p:cNvPr id="225" name="Google Shape;225;g3f8da4ebb8d_0_1173"/>
          <p:cNvSpPr/>
          <p:nvPr/>
        </p:nvSpPr>
        <p:spPr>
          <a:xfrm>
            <a:off x="3389512" y="1862001"/>
            <a:ext cx="2626800" cy="1505700"/>
          </a:xfrm>
          <a:prstGeom prst="roundRect">
            <a:avLst>
              <a:gd fmla="val 4103"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g3f8da4ebb8d_0_1173"/>
          <p:cNvSpPr/>
          <p:nvPr/>
        </p:nvSpPr>
        <p:spPr>
          <a:xfrm>
            <a:off x="3567820" y="2012865"/>
            <a:ext cx="22701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A7DA"/>
              </a:buClr>
              <a:buSzPts val="700"/>
              <a:buFont typeface="Calibri"/>
              <a:buNone/>
            </a:pPr>
            <a:r>
              <a:rPr b="1" i="0" lang="en-US" sz="1000" u="none" cap="none" strike="noStrike">
                <a:solidFill>
                  <a:srgbClr val="7E99FE"/>
                </a:solidFill>
                <a:latin typeface="Montserrat"/>
                <a:ea typeface="Montserrat"/>
                <a:cs typeface="Montserrat"/>
                <a:sym typeface="Montserrat"/>
              </a:rPr>
              <a:t>PILAR II</a:t>
            </a:r>
            <a:endParaRPr b="1" i="0" sz="1000" u="none" cap="none" strike="noStrike">
              <a:solidFill>
                <a:srgbClr val="7E99FE"/>
              </a:solidFill>
              <a:latin typeface="Montserrat"/>
              <a:ea typeface="Montserrat"/>
              <a:cs typeface="Montserrat"/>
              <a:sym typeface="Montserrat"/>
            </a:endParaRPr>
          </a:p>
        </p:txBody>
      </p:sp>
      <p:sp>
        <p:nvSpPr>
          <p:cNvPr id="227" name="Google Shape;227;g3f8da4ebb8d_0_1173"/>
          <p:cNvSpPr/>
          <p:nvPr/>
        </p:nvSpPr>
        <p:spPr>
          <a:xfrm>
            <a:off x="3567816" y="2266599"/>
            <a:ext cx="2270100" cy="25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chemeClr val="lt1"/>
              </a:buClr>
              <a:buSzPts val="1000"/>
              <a:buFont typeface="Calibri"/>
              <a:buNone/>
            </a:pPr>
            <a:r>
              <a:rPr b="1" i="0" lang="en-US" sz="1200" u="none" cap="none" strike="noStrike">
                <a:solidFill>
                  <a:schemeClr val="lt1"/>
                </a:solidFill>
                <a:latin typeface="Montserrat"/>
                <a:ea typeface="Montserrat"/>
                <a:cs typeface="Montserrat"/>
                <a:sym typeface="Montserrat"/>
              </a:rPr>
              <a:t>Título del Pilar</a:t>
            </a:r>
            <a:endParaRPr b="0" i="0" sz="1200" u="none" cap="none" strike="noStrike">
              <a:solidFill>
                <a:schemeClr val="dk1"/>
              </a:solidFill>
              <a:latin typeface="Montserrat"/>
              <a:ea typeface="Montserrat"/>
              <a:cs typeface="Montserrat"/>
              <a:sym typeface="Montserrat"/>
            </a:endParaRPr>
          </a:p>
          <a:p>
            <a:pPr indent="0" lvl="0" marL="0" marR="0" rtl="0" algn="l">
              <a:lnSpc>
                <a:spcPct val="105000"/>
              </a:lnSpc>
              <a:spcBef>
                <a:spcPts val="0"/>
              </a:spcBef>
              <a:spcAft>
                <a:spcPts val="0"/>
              </a:spcAft>
              <a:buClr>
                <a:srgbClr val="FFFFFF"/>
              </a:buClr>
              <a:buSzPts val="1000"/>
              <a:buFont typeface="Calibri"/>
              <a:buNone/>
            </a:pPr>
            <a:r>
              <a:t/>
            </a:r>
            <a:endParaRPr b="1" i="0" sz="1200" u="none" cap="none" strike="noStrike">
              <a:solidFill>
                <a:srgbClr val="FFFFFF"/>
              </a:solidFill>
              <a:latin typeface="Montserrat"/>
              <a:ea typeface="Montserrat"/>
              <a:cs typeface="Montserrat"/>
              <a:sym typeface="Montserrat"/>
            </a:endParaRPr>
          </a:p>
        </p:txBody>
      </p:sp>
      <p:sp>
        <p:nvSpPr>
          <p:cNvPr id="228" name="Google Shape;228;g3f8da4ebb8d_0_1173"/>
          <p:cNvSpPr/>
          <p:nvPr/>
        </p:nvSpPr>
        <p:spPr>
          <a:xfrm>
            <a:off x="3567825" y="2614476"/>
            <a:ext cx="2270100" cy="593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D6D5EE"/>
              </a:buClr>
              <a:buSzPts val="800"/>
              <a:buFont typeface="Calibri"/>
              <a:buNone/>
            </a:pPr>
            <a:r>
              <a:rPr b="0" i="0" lang="en-US" sz="1000" u="none" cap="none" strike="noStrike">
                <a:solidFill>
                  <a:srgbClr val="EEF3FF"/>
                </a:solidFill>
                <a:latin typeface="Montserrat"/>
                <a:ea typeface="Montserrat"/>
                <a:cs typeface="Montserrat"/>
                <a:sym typeface="Montserrat"/>
              </a:rPr>
              <a:t>xxxx</a:t>
            </a:r>
            <a:endParaRPr b="0" i="0" sz="1000" u="none" cap="none" strike="noStrike">
              <a:solidFill>
                <a:srgbClr val="EEF3FF"/>
              </a:solidFill>
              <a:latin typeface="Montserrat"/>
              <a:ea typeface="Montserrat"/>
              <a:cs typeface="Montserrat"/>
              <a:sym typeface="Montserrat"/>
            </a:endParaRPr>
          </a:p>
        </p:txBody>
      </p:sp>
      <p:sp>
        <p:nvSpPr>
          <p:cNvPr id="229" name="Google Shape;229;g3f8da4ebb8d_0_1173"/>
          <p:cNvSpPr/>
          <p:nvPr/>
        </p:nvSpPr>
        <p:spPr>
          <a:xfrm>
            <a:off x="6228725" y="1862001"/>
            <a:ext cx="2626800" cy="1505700"/>
          </a:xfrm>
          <a:prstGeom prst="roundRect">
            <a:avLst>
              <a:gd fmla="val 4103"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g3f8da4ebb8d_0_1173"/>
          <p:cNvSpPr/>
          <p:nvPr/>
        </p:nvSpPr>
        <p:spPr>
          <a:xfrm>
            <a:off x="6407032" y="2012865"/>
            <a:ext cx="22701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A7DA"/>
              </a:buClr>
              <a:buSzPts val="700"/>
              <a:buFont typeface="Calibri"/>
              <a:buNone/>
            </a:pPr>
            <a:r>
              <a:rPr b="1" i="0" lang="en-US" sz="1000" u="none" cap="none" strike="noStrike">
                <a:solidFill>
                  <a:srgbClr val="7E99FE"/>
                </a:solidFill>
                <a:latin typeface="Montserrat"/>
                <a:ea typeface="Montserrat"/>
                <a:cs typeface="Montserrat"/>
                <a:sym typeface="Montserrat"/>
              </a:rPr>
              <a:t>PILAR III</a:t>
            </a:r>
            <a:endParaRPr b="1" i="0" sz="1000" u="none" cap="none" strike="noStrike">
              <a:solidFill>
                <a:srgbClr val="7E99FE"/>
              </a:solidFill>
              <a:latin typeface="Montserrat"/>
              <a:ea typeface="Montserrat"/>
              <a:cs typeface="Montserrat"/>
              <a:sym typeface="Montserrat"/>
            </a:endParaRPr>
          </a:p>
        </p:txBody>
      </p:sp>
      <p:sp>
        <p:nvSpPr>
          <p:cNvPr id="231" name="Google Shape;231;g3f8da4ebb8d_0_1173"/>
          <p:cNvSpPr/>
          <p:nvPr/>
        </p:nvSpPr>
        <p:spPr>
          <a:xfrm>
            <a:off x="6407028" y="2266599"/>
            <a:ext cx="2270100" cy="25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chemeClr val="lt1"/>
              </a:buClr>
              <a:buSzPts val="1000"/>
              <a:buFont typeface="Calibri"/>
              <a:buNone/>
            </a:pPr>
            <a:r>
              <a:rPr b="1" i="0" lang="en-US" sz="1200" u="none" cap="none" strike="noStrike">
                <a:solidFill>
                  <a:schemeClr val="lt1"/>
                </a:solidFill>
                <a:latin typeface="Montserrat"/>
                <a:ea typeface="Montserrat"/>
                <a:cs typeface="Montserrat"/>
                <a:sym typeface="Montserrat"/>
              </a:rPr>
              <a:t>Título del Pilar</a:t>
            </a:r>
            <a:endParaRPr b="1" i="0" sz="1200" u="none" cap="none" strike="noStrike">
              <a:solidFill>
                <a:srgbClr val="FFFFFF"/>
              </a:solidFill>
              <a:latin typeface="Montserrat"/>
              <a:ea typeface="Montserrat"/>
              <a:cs typeface="Montserrat"/>
              <a:sym typeface="Montserrat"/>
            </a:endParaRPr>
          </a:p>
        </p:txBody>
      </p:sp>
      <p:sp>
        <p:nvSpPr>
          <p:cNvPr id="232" name="Google Shape;232;g3f8da4ebb8d_0_1173"/>
          <p:cNvSpPr/>
          <p:nvPr/>
        </p:nvSpPr>
        <p:spPr>
          <a:xfrm>
            <a:off x="6407000" y="2614476"/>
            <a:ext cx="2270100" cy="593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D6D5EE"/>
              </a:buClr>
              <a:buSzPts val="800"/>
              <a:buFont typeface="Calibri"/>
              <a:buNone/>
            </a:pPr>
            <a:r>
              <a:rPr b="0" i="0" lang="en-US" sz="1000" u="none" cap="none" strike="noStrike">
                <a:solidFill>
                  <a:srgbClr val="EEF3FF"/>
                </a:solidFill>
                <a:latin typeface="Montserrat"/>
                <a:ea typeface="Montserrat"/>
                <a:cs typeface="Montserrat"/>
                <a:sym typeface="Montserrat"/>
              </a:rPr>
              <a:t>xxx</a:t>
            </a:r>
            <a:endParaRPr b="0" i="0" sz="1000" u="none" cap="none" strike="noStrike">
              <a:solidFill>
                <a:srgbClr val="EEF3FF"/>
              </a:solidFill>
              <a:latin typeface="Montserrat"/>
              <a:ea typeface="Montserrat"/>
              <a:cs typeface="Montserrat"/>
              <a:sym typeface="Montserrat"/>
            </a:endParaRPr>
          </a:p>
        </p:txBody>
      </p:sp>
      <p:sp>
        <p:nvSpPr>
          <p:cNvPr id="233" name="Google Shape;233;g3f8da4ebb8d_0_1173"/>
          <p:cNvSpPr/>
          <p:nvPr/>
        </p:nvSpPr>
        <p:spPr>
          <a:xfrm>
            <a:off x="550275" y="3475544"/>
            <a:ext cx="4114800" cy="173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700"/>
              <a:buFont typeface="Calibri"/>
              <a:buNone/>
            </a:pPr>
            <a:r>
              <a:rPr b="1" i="0" lang="en-US" sz="1000" u="none" cap="none" strike="noStrike">
                <a:solidFill>
                  <a:srgbClr val="2B5BFC"/>
                </a:solidFill>
                <a:latin typeface="Montserrat"/>
                <a:ea typeface="Montserrat"/>
                <a:cs typeface="Montserrat"/>
                <a:sym typeface="Montserrat"/>
              </a:rPr>
              <a:t>CÓMO SE ABORDA HOY</a:t>
            </a:r>
            <a:endParaRPr b="1" i="0" sz="1000" u="none" cap="none" strike="noStrike">
              <a:solidFill>
                <a:srgbClr val="2B5BFC"/>
              </a:solidFill>
              <a:latin typeface="Montserrat"/>
              <a:ea typeface="Montserrat"/>
              <a:cs typeface="Montserrat"/>
              <a:sym typeface="Montserrat"/>
            </a:endParaRPr>
          </a:p>
        </p:txBody>
      </p:sp>
      <p:cxnSp>
        <p:nvCxnSpPr>
          <p:cNvPr id="234" name="Google Shape;234;g3f8da4ebb8d_0_1173"/>
          <p:cNvCxnSpPr/>
          <p:nvPr/>
        </p:nvCxnSpPr>
        <p:spPr>
          <a:xfrm>
            <a:off x="550275" y="3718757"/>
            <a:ext cx="2626800" cy="0"/>
          </a:xfrm>
          <a:prstGeom prst="straightConnector1">
            <a:avLst/>
          </a:prstGeom>
          <a:noFill/>
          <a:ln cap="flat" cmpd="sng" w="9525">
            <a:solidFill>
              <a:srgbClr val="D9D7EC"/>
            </a:solidFill>
            <a:prstDash val="solid"/>
            <a:round/>
            <a:headEnd len="sm" w="sm" type="none"/>
            <a:tailEnd len="sm" w="sm" type="none"/>
          </a:ln>
        </p:spPr>
      </p:cxnSp>
      <p:sp>
        <p:nvSpPr>
          <p:cNvPr id="235" name="Google Shape;235;g3f8da4ebb8d_0_1173"/>
          <p:cNvSpPr/>
          <p:nvPr/>
        </p:nvSpPr>
        <p:spPr>
          <a:xfrm>
            <a:off x="550275" y="3860184"/>
            <a:ext cx="2626800" cy="162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900"/>
              <a:buFont typeface="Calibri"/>
              <a:buNone/>
            </a:pPr>
            <a:r>
              <a:rPr b="1" i="0" lang="en-US" sz="1200" u="none" cap="none" strike="noStrike">
                <a:solidFill>
                  <a:srgbClr val="000033"/>
                </a:solidFill>
                <a:latin typeface="Montserrat"/>
                <a:ea typeface="Montserrat"/>
                <a:cs typeface="Montserrat"/>
                <a:sym typeface="Montserrat"/>
              </a:rPr>
              <a:t>Título 1</a:t>
            </a:r>
            <a:endParaRPr b="0" i="0" sz="1200" u="none" cap="none" strike="noStrike">
              <a:solidFill>
                <a:schemeClr val="dk1"/>
              </a:solidFill>
              <a:latin typeface="Montserrat"/>
              <a:ea typeface="Montserrat"/>
              <a:cs typeface="Montserrat"/>
              <a:sym typeface="Montserrat"/>
            </a:endParaRPr>
          </a:p>
        </p:txBody>
      </p:sp>
      <p:sp>
        <p:nvSpPr>
          <p:cNvPr id="236" name="Google Shape;236;g3f8da4ebb8d_0_1173"/>
          <p:cNvSpPr/>
          <p:nvPr/>
        </p:nvSpPr>
        <p:spPr>
          <a:xfrm>
            <a:off x="550275" y="4099444"/>
            <a:ext cx="2626800" cy="486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A4A5F"/>
              </a:buClr>
              <a:buSzPts val="800"/>
              <a:buFont typeface="Calibri"/>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chemeClr val="dk1"/>
              </a:solidFill>
              <a:latin typeface="Montserrat"/>
              <a:ea typeface="Montserrat"/>
              <a:cs typeface="Montserrat"/>
              <a:sym typeface="Montserrat"/>
            </a:endParaRPr>
          </a:p>
        </p:txBody>
      </p:sp>
      <p:cxnSp>
        <p:nvCxnSpPr>
          <p:cNvPr id="237" name="Google Shape;237;g3f8da4ebb8d_0_1173"/>
          <p:cNvCxnSpPr/>
          <p:nvPr/>
        </p:nvCxnSpPr>
        <p:spPr>
          <a:xfrm>
            <a:off x="3389487" y="3718757"/>
            <a:ext cx="2626800" cy="0"/>
          </a:xfrm>
          <a:prstGeom prst="straightConnector1">
            <a:avLst/>
          </a:prstGeom>
          <a:noFill/>
          <a:ln cap="flat" cmpd="sng" w="9525">
            <a:solidFill>
              <a:srgbClr val="D9D7EC"/>
            </a:solidFill>
            <a:prstDash val="solid"/>
            <a:round/>
            <a:headEnd len="sm" w="sm" type="none"/>
            <a:tailEnd len="sm" w="sm" type="none"/>
          </a:ln>
        </p:spPr>
      </p:cxnSp>
      <p:sp>
        <p:nvSpPr>
          <p:cNvPr id="238" name="Google Shape;238;g3f8da4ebb8d_0_1173"/>
          <p:cNvSpPr/>
          <p:nvPr/>
        </p:nvSpPr>
        <p:spPr>
          <a:xfrm>
            <a:off x="3389487" y="3860184"/>
            <a:ext cx="2626800" cy="162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900"/>
              <a:buFont typeface="Calibri"/>
              <a:buNone/>
            </a:pPr>
            <a:r>
              <a:rPr b="1" i="0" lang="en-US" sz="1200" u="none" cap="none" strike="noStrike">
                <a:solidFill>
                  <a:srgbClr val="000033"/>
                </a:solidFill>
                <a:latin typeface="Montserrat"/>
                <a:ea typeface="Montserrat"/>
                <a:cs typeface="Montserrat"/>
                <a:sym typeface="Montserrat"/>
              </a:rPr>
              <a:t>Título 1</a:t>
            </a:r>
            <a:endParaRPr b="0" i="0" sz="1200" u="none" cap="none" strike="noStrike">
              <a:solidFill>
                <a:schemeClr val="dk1"/>
              </a:solidFill>
              <a:latin typeface="Montserrat"/>
              <a:ea typeface="Montserrat"/>
              <a:cs typeface="Montserrat"/>
              <a:sym typeface="Montserrat"/>
            </a:endParaRPr>
          </a:p>
        </p:txBody>
      </p:sp>
      <p:sp>
        <p:nvSpPr>
          <p:cNvPr id="239" name="Google Shape;239;g3f8da4ebb8d_0_1173"/>
          <p:cNvSpPr/>
          <p:nvPr/>
        </p:nvSpPr>
        <p:spPr>
          <a:xfrm>
            <a:off x="3389487" y="4099444"/>
            <a:ext cx="2626800" cy="486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A4A5F"/>
              </a:buClr>
              <a:buSzPts val="800"/>
              <a:buFont typeface="Calibri"/>
              <a:buNone/>
            </a:pPr>
            <a:r>
              <a:rPr b="0" i="0" lang="en-US" sz="1000" u="none" cap="none" strike="noStrike">
                <a:solidFill>
                  <a:srgbClr val="000033"/>
                </a:solidFill>
                <a:latin typeface="Montserrat"/>
                <a:ea typeface="Montserrat"/>
                <a:cs typeface="Montserrat"/>
                <a:sym typeface="Montserrat"/>
              </a:rPr>
              <a:t>xxx</a:t>
            </a:r>
            <a:endParaRPr b="0" i="0" sz="1000" u="none" cap="none" strike="noStrike">
              <a:solidFill>
                <a:schemeClr val="dk1"/>
              </a:solidFill>
              <a:latin typeface="Montserrat"/>
              <a:ea typeface="Montserrat"/>
              <a:cs typeface="Montserrat"/>
              <a:sym typeface="Montserrat"/>
            </a:endParaRPr>
          </a:p>
        </p:txBody>
      </p:sp>
      <p:cxnSp>
        <p:nvCxnSpPr>
          <p:cNvPr id="240" name="Google Shape;240;g3f8da4ebb8d_0_1173"/>
          <p:cNvCxnSpPr/>
          <p:nvPr/>
        </p:nvCxnSpPr>
        <p:spPr>
          <a:xfrm>
            <a:off x="6228700" y="3718757"/>
            <a:ext cx="2626800" cy="0"/>
          </a:xfrm>
          <a:prstGeom prst="straightConnector1">
            <a:avLst/>
          </a:prstGeom>
          <a:noFill/>
          <a:ln cap="flat" cmpd="sng" w="9525">
            <a:solidFill>
              <a:srgbClr val="D9D7EC"/>
            </a:solidFill>
            <a:prstDash val="solid"/>
            <a:round/>
            <a:headEnd len="sm" w="sm" type="none"/>
            <a:tailEnd len="sm" w="sm" type="none"/>
          </a:ln>
        </p:spPr>
      </p:cxnSp>
      <p:sp>
        <p:nvSpPr>
          <p:cNvPr id="241" name="Google Shape;241;g3f8da4ebb8d_0_1173"/>
          <p:cNvSpPr/>
          <p:nvPr/>
        </p:nvSpPr>
        <p:spPr>
          <a:xfrm>
            <a:off x="6228700" y="3860184"/>
            <a:ext cx="2626800" cy="162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900"/>
              <a:buFont typeface="Calibri"/>
              <a:buNone/>
            </a:pPr>
            <a:r>
              <a:rPr b="1" i="0" lang="en-US" sz="1200" u="none" cap="none" strike="noStrike">
                <a:solidFill>
                  <a:srgbClr val="000033"/>
                </a:solidFill>
                <a:latin typeface="Montserrat"/>
                <a:ea typeface="Montserrat"/>
                <a:cs typeface="Montserrat"/>
                <a:sym typeface="Montserrat"/>
              </a:rPr>
              <a:t>Título 1</a:t>
            </a:r>
            <a:endParaRPr b="0" i="0" sz="1200" u="none" cap="none" strike="noStrike">
              <a:solidFill>
                <a:schemeClr val="dk1"/>
              </a:solidFill>
              <a:latin typeface="Montserrat"/>
              <a:ea typeface="Montserrat"/>
              <a:cs typeface="Montserrat"/>
              <a:sym typeface="Montserrat"/>
            </a:endParaRPr>
          </a:p>
        </p:txBody>
      </p:sp>
      <p:sp>
        <p:nvSpPr>
          <p:cNvPr id="242" name="Google Shape;242;g3f8da4ebb8d_0_1173"/>
          <p:cNvSpPr/>
          <p:nvPr/>
        </p:nvSpPr>
        <p:spPr>
          <a:xfrm>
            <a:off x="6228700" y="4099444"/>
            <a:ext cx="2626800" cy="486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A4A5F"/>
              </a:buClr>
              <a:buSzPts val="800"/>
              <a:buFont typeface="Calibri"/>
              <a:buNone/>
            </a:pPr>
            <a:r>
              <a:rPr b="0" i="0" lang="en-US" sz="1000" u="none" cap="none" strike="noStrike">
                <a:solidFill>
                  <a:srgbClr val="000033"/>
                </a:solidFill>
                <a:latin typeface="Montserrat"/>
                <a:ea typeface="Montserrat"/>
                <a:cs typeface="Montserrat"/>
                <a:sym typeface="Montserrat"/>
              </a:rPr>
              <a:t>xxxxx</a:t>
            </a:r>
            <a:endParaRPr b="0" i="0" sz="1000" u="none" cap="none" strike="noStrike">
              <a:solidFill>
                <a:schemeClr val="dk1"/>
              </a:solidFill>
              <a:latin typeface="Montserrat"/>
              <a:ea typeface="Montserrat"/>
              <a:cs typeface="Montserrat"/>
              <a:sym typeface="Montserrat"/>
            </a:endParaRPr>
          </a:p>
        </p:txBody>
      </p:sp>
      <p:sp>
        <p:nvSpPr>
          <p:cNvPr id="243" name="Google Shape;243;g3f8da4ebb8d_0_1173"/>
          <p:cNvSpPr txBox="1"/>
          <p:nvPr/>
        </p:nvSpPr>
        <p:spPr>
          <a:xfrm>
            <a:off x="571500" y="888551"/>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CONTEXTO</a:t>
            </a:r>
            <a:endParaRPr b="0" i="0" sz="1100" u="none" cap="none" strike="noStrike">
              <a:solidFill>
                <a:schemeClr val="dk1"/>
              </a:solidFill>
              <a:latin typeface="Calibri"/>
              <a:ea typeface="Calibri"/>
              <a:cs typeface="Calibri"/>
              <a:sym typeface="Calibri"/>
            </a:endParaRPr>
          </a:p>
        </p:txBody>
      </p:sp>
      <p:sp>
        <p:nvSpPr>
          <p:cNvPr id="244" name="Google Shape;244;g3f8da4ebb8d_0_1173"/>
          <p:cNvSpPr txBox="1"/>
          <p:nvPr/>
        </p:nvSpPr>
        <p:spPr>
          <a:xfrm>
            <a:off x="571500" y="1126100"/>
            <a:ext cx="8001000" cy="37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a:t>
            </a:r>
            <a:r>
              <a:rPr b="1" i="1" lang="en-US" sz="2100" u="none" cap="none" strike="noStrike">
                <a:solidFill>
                  <a:srgbClr val="2B5BFC"/>
                </a:solidFill>
                <a:latin typeface="Montserrat Black"/>
                <a:ea typeface="Montserrat Black"/>
                <a:cs typeface="Montserrat Black"/>
                <a:sym typeface="Montserrat Black"/>
              </a:rPr>
              <a:t> sección</a:t>
            </a:r>
            <a:endParaRPr b="1" i="0" sz="2100" u="none" cap="none" strike="noStrike">
              <a:solidFill>
                <a:srgbClr val="000033"/>
              </a:solidFill>
              <a:latin typeface="Montserrat ExtraBold"/>
              <a:ea typeface="Montserrat ExtraBold"/>
              <a:cs typeface="Montserrat ExtraBold"/>
              <a:sym typeface="Montserrat ExtraBo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249" name="Shape 249"/>
        <p:cNvGrpSpPr/>
        <p:nvPr/>
      </p:nvGrpSpPr>
      <p:grpSpPr>
        <a:xfrm>
          <a:off x="0" y="0"/>
          <a:ext cx="0" cy="0"/>
          <a:chOff x="0" y="0"/>
          <a:chExt cx="0" cy="0"/>
        </a:xfrm>
      </p:grpSpPr>
      <p:sp>
        <p:nvSpPr>
          <p:cNvPr id="250" name="Google Shape;250;g3f8da4ebb8d_0_1206"/>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CONTEXTO</a:t>
            </a:r>
            <a:endParaRPr b="0" i="0" sz="1100" u="none" cap="none" strike="noStrike">
              <a:solidFill>
                <a:schemeClr val="dk1"/>
              </a:solidFill>
              <a:latin typeface="Calibri"/>
              <a:ea typeface="Calibri"/>
              <a:cs typeface="Calibri"/>
              <a:sym typeface="Calibri"/>
            </a:endParaRPr>
          </a:p>
        </p:txBody>
      </p:sp>
      <p:sp>
        <p:nvSpPr>
          <p:cNvPr id="251" name="Google Shape;251;g3f8da4ebb8d_0_1206"/>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a:t>
            </a:r>
            <a:r>
              <a:rPr b="1" i="1" lang="en-US" sz="2100" u="none" cap="none" strike="noStrike">
                <a:solidFill>
                  <a:srgbClr val="2B5BFC"/>
                </a:solidFill>
                <a:latin typeface="Montserrat Black"/>
                <a:ea typeface="Montserrat Black"/>
                <a:cs typeface="Montserrat Black"/>
                <a:sym typeface="Montserrat Black"/>
              </a:rPr>
              <a:t> sección</a:t>
            </a:r>
            <a:endParaRPr b="1" i="0" sz="2100" u="none" cap="none" strike="noStrike">
              <a:solidFill>
                <a:srgbClr val="000033"/>
              </a:solidFill>
              <a:latin typeface="Montserrat ExtraBold"/>
              <a:ea typeface="Montserrat ExtraBold"/>
              <a:cs typeface="Montserrat ExtraBold"/>
              <a:sym typeface="Montserrat ExtraBold"/>
            </a:endParaRPr>
          </a:p>
        </p:txBody>
      </p:sp>
      <p:sp>
        <p:nvSpPr>
          <p:cNvPr id="252" name="Google Shape;252;g3f8da4ebb8d_0_1206"/>
          <p:cNvSpPr/>
          <p:nvPr/>
        </p:nvSpPr>
        <p:spPr>
          <a:xfrm>
            <a:off x="571525" y="1689352"/>
            <a:ext cx="2651700" cy="3120900"/>
          </a:xfrm>
          <a:prstGeom prst="roundRect">
            <a:avLst>
              <a:gd fmla="val 3279"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g3f8da4ebb8d_0_1206"/>
          <p:cNvSpPr txBox="1"/>
          <p:nvPr/>
        </p:nvSpPr>
        <p:spPr>
          <a:xfrm>
            <a:off x="809269" y="1984821"/>
            <a:ext cx="2194500" cy="215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1000"/>
              <a:buFont typeface="Montserrat SemiBold"/>
              <a:buNone/>
            </a:pPr>
            <a:r>
              <a:rPr b="1" i="0" lang="en-US" sz="1000" u="none" cap="none" strike="noStrike">
                <a:solidFill>
                  <a:srgbClr val="7E99FE"/>
                </a:solidFill>
                <a:latin typeface="Montserrat SemiBold"/>
                <a:ea typeface="Montserrat SemiBold"/>
                <a:cs typeface="Montserrat SemiBold"/>
                <a:sym typeface="Montserrat SemiBold"/>
              </a:rPr>
              <a:t>ESTA PROPUESTA</a:t>
            </a:r>
            <a:endParaRPr b="1" i="0" sz="1000" u="none" cap="none" strike="noStrike">
              <a:solidFill>
                <a:srgbClr val="7E99FE"/>
              </a:solidFill>
              <a:latin typeface="Montserrat SemiBold"/>
              <a:ea typeface="Montserrat SemiBold"/>
              <a:cs typeface="Montserrat SemiBold"/>
              <a:sym typeface="Montserrat SemiBold"/>
            </a:endParaRPr>
          </a:p>
        </p:txBody>
      </p:sp>
      <p:sp>
        <p:nvSpPr>
          <p:cNvPr id="254" name="Google Shape;254;g3f8da4ebb8d_0_1206"/>
          <p:cNvSpPr txBox="1"/>
          <p:nvPr/>
        </p:nvSpPr>
        <p:spPr>
          <a:xfrm>
            <a:off x="809275" y="2291267"/>
            <a:ext cx="2194500" cy="11268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FFFFF"/>
              </a:buClr>
              <a:buSzPts val="1700"/>
              <a:buFont typeface="Montserrat ExtraBold"/>
              <a:buNone/>
            </a:pPr>
            <a:r>
              <a:rPr b="1" i="0" lang="en-US" sz="1700" u="none" cap="none" strike="noStrike">
                <a:solidFill>
                  <a:srgbClr val="FFFFFF"/>
                </a:solidFill>
                <a:latin typeface="Montserrat ExtraBold"/>
                <a:ea typeface="Montserrat ExtraBold"/>
                <a:cs typeface="Montserrat ExtraBold"/>
                <a:sym typeface="Montserrat ExtraBold"/>
              </a:rPr>
              <a:t>Título de la card</a:t>
            </a:r>
            <a:endParaRPr b="1" i="0" sz="1700" u="none" cap="none" strike="noStrike">
              <a:solidFill>
                <a:srgbClr val="FFFFFF"/>
              </a:solidFill>
              <a:latin typeface="Montserrat ExtraBold"/>
              <a:ea typeface="Montserrat ExtraBold"/>
              <a:cs typeface="Montserrat ExtraBold"/>
              <a:sym typeface="Montserrat ExtraBold"/>
            </a:endParaRPr>
          </a:p>
          <a:p>
            <a:pPr indent="0" lvl="0" marL="0" marR="0" rtl="0" algn="l">
              <a:lnSpc>
                <a:spcPct val="110000"/>
              </a:lnSpc>
              <a:spcBef>
                <a:spcPts val="0"/>
              </a:spcBef>
              <a:spcAft>
                <a:spcPts val="0"/>
              </a:spcAft>
              <a:buClr>
                <a:srgbClr val="FFFFFF"/>
              </a:buClr>
              <a:buSzPts val="1700"/>
              <a:buFont typeface="Montserrat ExtraBold"/>
              <a:buNone/>
            </a:pPr>
            <a:r>
              <a:t/>
            </a:r>
            <a:endParaRPr b="1" i="0" sz="1700" u="none" cap="none" strike="noStrike">
              <a:solidFill>
                <a:srgbClr val="FFFFFF"/>
              </a:solidFill>
              <a:latin typeface="Montserrat ExtraBold"/>
              <a:ea typeface="Montserrat ExtraBold"/>
              <a:cs typeface="Montserrat ExtraBold"/>
              <a:sym typeface="Montserrat ExtraBold"/>
            </a:endParaRPr>
          </a:p>
        </p:txBody>
      </p:sp>
      <p:sp>
        <p:nvSpPr>
          <p:cNvPr id="255" name="Google Shape;255;g3f8da4ebb8d_0_1206"/>
          <p:cNvSpPr txBox="1"/>
          <p:nvPr/>
        </p:nvSpPr>
        <p:spPr>
          <a:xfrm>
            <a:off x="809275" y="2936690"/>
            <a:ext cx="2194500" cy="1562400"/>
          </a:xfrm>
          <a:prstGeom prst="rect">
            <a:avLst/>
          </a:prstGeom>
          <a:noFill/>
          <a:ln>
            <a:noFill/>
          </a:ln>
        </p:spPr>
        <p:txBody>
          <a:bodyPr anchorCtr="0" anchor="t" bIns="0" lIns="0" spcFirstLastPara="1" rIns="0" wrap="square" tIns="0">
            <a:noAutofit/>
          </a:bodyPr>
          <a:lstStyle/>
          <a:p>
            <a:pPr indent="0" lvl="0" marL="0" marR="0" rtl="0" algn="l">
              <a:lnSpc>
                <a:spcPct val="128000"/>
              </a:lnSpc>
              <a:spcBef>
                <a:spcPts val="0"/>
              </a:spcBef>
              <a:spcAft>
                <a:spcPts val="0"/>
              </a:spcAft>
              <a:buClr>
                <a:srgbClr val="C5D5F7"/>
              </a:buClr>
              <a:buSzPts val="1050"/>
              <a:buFont typeface="Montserrat"/>
              <a:buNone/>
            </a:pPr>
            <a:r>
              <a:rPr b="0" i="0" lang="en-US" sz="1050" u="none" cap="none" strike="noStrike">
                <a:solidFill>
                  <a:srgbClr val="EEF3FF"/>
                </a:solidFill>
                <a:latin typeface="Montserrat"/>
                <a:ea typeface="Montserrat"/>
                <a:cs typeface="Montserrat"/>
                <a:sym typeface="Montserrat"/>
              </a:rPr>
              <a:t>xxxxx</a:t>
            </a:r>
            <a:endParaRPr b="0" i="0" sz="1050" u="none" cap="none" strike="noStrike">
              <a:solidFill>
                <a:srgbClr val="EEF3FF"/>
              </a:solidFill>
              <a:latin typeface="Montserrat"/>
              <a:ea typeface="Montserrat"/>
              <a:cs typeface="Montserrat"/>
              <a:sym typeface="Montserrat"/>
            </a:endParaRPr>
          </a:p>
          <a:p>
            <a:pPr indent="0" lvl="0" marL="0" marR="0" rtl="0" algn="l">
              <a:lnSpc>
                <a:spcPct val="128000"/>
              </a:lnSpc>
              <a:spcBef>
                <a:spcPts val="0"/>
              </a:spcBef>
              <a:spcAft>
                <a:spcPts val="0"/>
              </a:spcAft>
              <a:buClr>
                <a:srgbClr val="C5D5F7"/>
              </a:buClr>
              <a:buSzPts val="1050"/>
              <a:buFont typeface="Montserrat"/>
              <a:buNone/>
            </a:pPr>
            <a:r>
              <a:t/>
            </a:r>
            <a:endParaRPr b="0" i="0" sz="1050" u="none" cap="none" strike="noStrike">
              <a:solidFill>
                <a:srgbClr val="EEF3FF"/>
              </a:solidFill>
              <a:latin typeface="Montserrat"/>
              <a:ea typeface="Montserrat"/>
              <a:cs typeface="Montserrat"/>
              <a:sym typeface="Montserrat"/>
            </a:endParaRPr>
          </a:p>
        </p:txBody>
      </p:sp>
      <p:sp>
        <p:nvSpPr>
          <p:cNvPr id="256" name="Google Shape;256;g3f8da4ebb8d_0_1206"/>
          <p:cNvSpPr/>
          <p:nvPr/>
        </p:nvSpPr>
        <p:spPr>
          <a:xfrm>
            <a:off x="3406175" y="1689352"/>
            <a:ext cx="5166300" cy="3120900"/>
          </a:xfrm>
          <a:prstGeom prst="roundRect">
            <a:avLst>
              <a:gd fmla="val 3279"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 name="Google Shape;257;g3f8da4ebb8d_0_1206"/>
          <p:cNvSpPr/>
          <p:nvPr/>
        </p:nvSpPr>
        <p:spPr>
          <a:xfrm>
            <a:off x="3595725" y="1950913"/>
            <a:ext cx="4951800" cy="2493300"/>
          </a:xfrm>
          <a:prstGeom prst="rect">
            <a:avLst/>
          </a:prstGeom>
          <a:noFill/>
          <a:ln>
            <a:noFill/>
          </a:ln>
        </p:spPr>
        <p:txBody>
          <a:bodyPr anchorCtr="0" anchor="t" bIns="0" lIns="0" spcFirstLastPara="1" rIns="0" wrap="square" tIns="0">
            <a:noAutofit/>
          </a:bodyPr>
          <a:lstStyle/>
          <a:p>
            <a:pPr indent="-292100" lvl="0" marL="457200" marR="0" rtl="0" algn="l">
              <a:lnSpc>
                <a:spcPct val="115000"/>
              </a:lnSpc>
              <a:spcBef>
                <a:spcPts val="1000"/>
              </a:spcBef>
              <a:spcAft>
                <a:spcPts val="0"/>
              </a:spcAft>
              <a:buClr>
                <a:srgbClr val="000033"/>
              </a:buClr>
              <a:buSzPts val="1000"/>
              <a:buFont typeface="Montserrat"/>
              <a:buChar char="●"/>
            </a:pPr>
            <a:r>
              <a:rPr b="1" i="0" lang="en-US" sz="1000" u="none" cap="none" strike="noStrike">
                <a:solidFill>
                  <a:srgbClr val="000033"/>
                </a:solidFill>
                <a:latin typeface="Montserrat"/>
                <a:ea typeface="Montserrat"/>
                <a:cs typeface="Montserrat"/>
                <a:sym typeface="Montserrat"/>
              </a:rPr>
              <a:t>xxxxx: </a:t>
            </a:r>
            <a:r>
              <a:rPr b="0" i="0" lang="en-US" sz="1000" u="none" cap="none" strike="noStrike">
                <a:solidFill>
                  <a:srgbClr val="000033"/>
                </a:solidFill>
                <a:latin typeface="Montserrat"/>
                <a:ea typeface="Montserrat"/>
                <a:cs typeface="Montserrat"/>
                <a:sym typeface="Montserrat"/>
              </a:rPr>
              <a:t>xxxxxxxx</a:t>
            </a:r>
            <a:endParaRPr b="0" i="0" sz="1000" u="none" cap="none" strike="noStrike">
              <a:solidFill>
                <a:srgbClr val="000033"/>
              </a:solidFill>
              <a:latin typeface="Montserrat"/>
              <a:ea typeface="Montserrat"/>
              <a:cs typeface="Montserrat"/>
              <a:sym typeface="Montserrat"/>
            </a:endParaRPr>
          </a:p>
          <a:p>
            <a:pPr indent="-292100" lvl="0" marL="457200" marR="0" rtl="0" algn="l">
              <a:lnSpc>
                <a:spcPct val="115000"/>
              </a:lnSpc>
              <a:spcBef>
                <a:spcPts val="1000"/>
              </a:spcBef>
              <a:spcAft>
                <a:spcPts val="0"/>
              </a:spcAft>
              <a:buClr>
                <a:srgbClr val="000033"/>
              </a:buClr>
              <a:buSzPts val="1000"/>
              <a:buFont typeface="Montserrat"/>
              <a:buChar char="●"/>
            </a:pPr>
            <a:r>
              <a:rPr b="1" i="0" lang="en-US" sz="1000" u="none" cap="none" strike="noStrike">
                <a:solidFill>
                  <a:srgbClr val="000033"/>
                </a:solidFill>
                <a:latin typeface="Montserrat"/>
                <a:ea typeface="Montserrat"/>
                <a:cs typeface="Montserrat"/>
                <a:sym typeface="Montserrat"/>
              </a:rPr>
              <a:t>xxxx: </a:t>
            </a:r>
            <a:r>
              <a:rPr b="0" i="0" lang="en-US" sz="1000" u="none" cap="none" strike="noStrike">
                <a:solidFill>
                  <a:srgbClr val="000033"/>
                </a:solidFill>
                <a:latin typeface="Montserrat"/>
                <a:ea typeface="Montserrat"/>
                <a:cs typeface="Montserrat"/>
                <a:sym typeface="Montserrat"/>
              </a:rPr>
              <a:t>xxxxxxxx</a:t>
            </a:r>
            <a:endParaRPr b="0" i="0" sz="1000" u="none" cap="none" strike="noStrike">
              <a:solidFill>
                <a:srgbClr val="000033"/>
              </a:solidFill>
              <a:latin typeface="Montserrat"/>
              <a:ea typeface="Montserrat"/>
              <a:cs typeface="Montserrat"/>
              <a:sym typeface="Montserrat"/>
            </a:endParaRPr>
          </a:p>
          <a:p>
            <a:pPr indent="-292100" lvl="0" marL="457200" marR="0" rtl="0" algn="l">
              <a:lnSpc>
                <a:spcPct val="115000"/>
              </a:lnSpc>
              <a:spcBef>
                <a:spcPts val="1000"/>
              </a:spcBef>
              <a:spcAft>
                <a:spcPts val="0"/>
              </a:spcAft>
              <a:buClr>
                <a:srgbClr val="000033"/>
              </a:buClr>
              <a:buSzPts val="1000"/>
              <a:buFont typeface="Montserrat"/>
              <a:buChar char="●"/>
            </a:pPr>
            <a:r>
              <a:rPr b="1" i="0" lang="en-US" sz="1000" u="none" cap="none" strike="noStrike">
                <a:solidFill>
                  <a:srgbClr val="000033"/>
                </a:solidFill>
                <a:latin typeface="Montserrat"/>
                <a:ea typeface="Montserrat"/>
                <a:cs typeface="Montserrat"/>
                <a:sym typeface="Montserrat"/>
              </a:rPr>
              <a:t>xxxxx: </a:t>
            </a:r>
            <a:r>
              <a:rPr b="0" i="0" lang="en-US" sz="1000" u="none" cap="none" strike="noStrike">
                <a:solidFill>
                  <a:srgbClr val="000033"/>
                </a:solidFill>
                <a:latin typeface="Montserrat"/>
                <a:ea typeface="Montserrat"/>
                <a:cs typeface="Montserrat"/>
                <a:sym typeface="Montserrat"/>
              </a:rPr>
              <a:t>xxxxxxxx</a:t>
            </a:r>
            <a:endParaRPr b="0" i="0" sz="10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62" name="Shape 262"/>
        <p:cNvGrpSpPr/>
        <p:nvPr/>
      </p:nvGrpSpPr>
      <p:grpSpPr>
        <a:xfrm>
          <a:off x="0" y="0"/>
          <a:ext cx="0" cy="0"/>
          <a:chOff x="0" y="0"/>
          <a:chExt cx="0" cy="0"/>
        </a:xfrm>
      </p:grpSpPr>
      <p:pic>
        <p:nvPicPr>
          <p:cNvPr descr="bg_divider.png" id="263" name="Google Shape;263;g3f8da4ebb8d_0_1024"/>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264" name="Google Shape;264;g3f8da4ebb8d_0_1024"/>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265" name="Google Shape;265;g3f8da4ebb8d_0_1024"/>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02</a:t>
            </a:r>
            <a:endParaRPr b="0" i="0" sz="1200" u="none" cap="none" strike="noStrike">
              <a:solidFill>
                <a:schemeClr val="dk1"/>
              </a:solidFill>
              <a:latin typeface="Calibri"/>
              <a:ea typeface="Calibri"/>
              <a:cs typeface="Calibri"/>
              <a:sym typeface="Calibri"/>
            </a:endParaRPr>
          </a:p>
        </p:txBody>
      </p:sp>
      <p:sp>
        <p:nvSpPr>
          <p:cNvPr id="266" name="Google Shape;266;g3f8da4ebb8d_0_1024"/>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Diagnóstico</a:t>
            </a:r>
            <a:endParaRPr b="0" i="0" sz="4500" u="none" cap="none" strike="noStrike">
              <a:solidFill>
                <a:schemeClr val="dk1"/>
              </a:solidFill>
              <a:latin typeface="Calibri"/>
              <a:ea typeface="Calibri"/>
              <a:cs typeface="Calibri"/>
              <a:sym typeface="Calibri"/>
            </a:endParaRPr>
          </a:p>
        </p:txBody>
      </p:sp>
      <p:sp>
        <p:nvSpPr>
          <p:cNvPr id="267" name="Google Shape;267;g3f8da4ebb8d_0_1024"/>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Una línea que anticipa qué se resuelve en esta sección.</a:t>
            </a:r>
            <a:endParaRPr b="0" i="0" sz="1300" u="none" cap="none" strike="noStrike">
              <a:solidFill>
                <a:srgbClr val="C5D5F7"/>
              </a:solidFill>
              <a:latin typeface="Montserrat Medium"/>
              <a:ea typeface="Montserrat Medium"/>
              <a:cs typeface="Montserrat Medium"/>
              <a:sym typeface="Montserrat Medium"/>
            </a:endParaRPr>
          </a:p>
        </p:txBody>
      </p:sp>
      <p:sp>
        <p:nvSpPr>
          <p:cNvPr id="268" name="Google Shape;268;g3f8da4ebb8d_0_1024"/>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273" name="Shape 273"/>
        <p:cNvGrpSpPr/>
        <p:nvPr/>
      </p:nvGrpSpPr>
      <p:grpSpPr>
        <a:xfrm>
          <a:off x="0" y="0"/>
          <a:ext cx="0" cy="0"/>
          <a:chOff x="0" y="0"/>
          <a:chExt cx="0" cy="0"/>
        </a:xfrm>
      </p:grpSpPr>
      <p:sp>
        <p:nvSpPr>
          <p:cNvPr id="274" name="Google Shape;274;g3f8da4ebb8d_0_1034"/>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DIAGNÓSTICO</a:t>
            </a:r>
            <a:endParaRPr b="0" i="0" sz="1100" u="none" cap="none" strike="noStrike">
              <a:solidFill>
                <a:schemeClr val="dk1"/>
              </a:solidFill>
              <a:latin typeface="Calibri"/>
              <a:ea typeface="Calibri"/>
              <a:cs typeface="Calibri"/>
              <a:sym typeface="Calibri"/>
            </a:endParaRPr>
          </a:p>
        </p:txBody>
      </p:sp>
      <p:sp>
        <p:nvSpPr>
          <p:cNvPr id="275" name="Google Shape;275;g3f8da4ebb8d_0_1034"/>
          <p:cNvSpPr txBox="1"/>
          <p:nvPr/>
        </p:nvSpPr>
        <p:spPr>
          <a:xfrm>
            <a:off x="571500" y="1097275"/>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 </a:t>
            </a:r>
            <a:r>
              <a:rPr b="1" i="1" lang="en-US" sz="2100" u="none" cap="none" strike="noStrike">
                <a:solidFill>
                  <a:srgbClr val="2B5BFC"/>
                </a:solidFill>
                <a:latin typeface="Montserrat ExtraBold"/>
                <a:ea typeface="Montserrat ExtraBold"/>
                <a:cs typeface="Montserrat ExtraBold"/>
                <a:sym typeface="Montserrat ExtraBold"/>
              </a:rPr>
              <a:t>sección</a:t>
            </a:r>
            <a:endParaRPr b="0" i="1" sz="2100" u="none" cap="none" strike="noStrike">
              <a:solidFill>
                <a:srgbClr val="2B5BFC"/>
              </a:solidFill>
              <a:latin typeface="Calibri"/>
              <a:ea typeface="Calibri"/>
              <a:cs typeface="Calibri"/>
              <a:sym typeface="Calibri"/>
            </a:endParaRPr>
          </a:p>
        </p:txBody>
      </p:sp>
      <p:sp>
        <p:nvSpPr>
          <p:cNvPr id="276" name="Google Shape;276;g3f8da4ebb8d_0_1034"/>
          <p:cNvSpPr/>
          <p:nvPr/>
        </p:nvSpPr>
        <p:spPr>
          <a:xfrm>
            <a:off x="571500" y="1574825"/>
            <a:ext cx="1899600" cy="31923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 name="Google Shape;277;g3f8da4ebb8d_0_1034"/>
          <p:cNvSpPr txBox="1"/>
          <p:nvPr/>
        </p:nvSpPr>
        <p:spPr>
          <a:xfrm>
            <a:off x="756599" y="1690650"/>
            <a:ext cx="1529400" cy="179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1</a:t>
            </a:r>
            <a:endParaRPr b="0" i="0" sz="1000" u="none" cap="none" strike="noStrike">
              <a:solidFill>
                <a:schemeClr val="dk1"/>
              </a:solidFill>
              <a:latin typeface="Calibri"/>
              <a:ea typeface="Calibri"/>
              <a:cs typeface="Calibri"/>
              <a:sym typeface="Calibri"/>
            </a:endParaRPr>
          </a:p>
        </p:txBody>
      </p:sp>
      <p:sp>
        <p:nvSpPr>
          <p:cNvPr id="278" name="Google Shape;278;g3f8da4ebb8d_0_1034"/>
          <p:cNvSpPr txBox="1"/>
          <p:nvPr/>
        </p:nvSpPr>
        <p:spPr>
          <a:xfrm>
            <a:off x="756599" y="1963293"/>
            <a:ext cx="1529400" cy="597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79" name="Google Shape;279;g3f8da4ebb8d_0_1034"/>
          <p:cNvSpPr/>
          <p:nvPr/>
        </p:nvSpPr>
        <p:spPr>
          <a:xfrm>
            <a:off x="756604" y="2574523"/>
            <a:ext cx="15294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0" name="Google Shape;280;g3f8da4ebb8d_0_1034"/>
          <p:cNvSpPr txBox="1"/>
          <p:nvPr/>
        </p:nvSpPr>
        <p:spPr>
          <a:xfrm>
            <a:off x="756600" y="2666088"/>
            <a:ext cx="1529400" cy="1841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a:p>
            <a:pPr indent="0" lvl="0" marL="0" marR="0" rtl="0" algn="l">
              <a:lnSpc>
                <a:spcPct val="115000"/>
              </a:lnSpc>
              <a:spcBef>
                <a:spcPts val="0"/>
              </a:spcBef>
              <a:spcAft>
                <a:spcPts val="0"/>
              </a:spcAft>
              <a:buClr>
                <a:srgbClr val="575757"/>
              </a:buClr>
              <a:buSzPts val="900"/>
              <a:buFont typeface="Montserrat"/>
              <a:buNone/>
            </a:pPr>
            <a:r>
              <a:t/>
            </a:r>
            <a:endParaRPr b="0" i="0" sz="1000" u="none" cap="none" strike="noStrike">
              <a:solidFill>
                <a:srgbClr val="000033"/>
              </a:solidFill>
              <a:latin typeface="Montserrat"/>
              <a:ea typeface="Montserrat"/>
              <a:cs typeface="Montserrat"/>
              <a:sym typeface="Montserrat"/>
            </a:endParaRPr>
          </a:p>
        </p:txBody>
      </p:sp>
      <p:sp>
        <p:nvSpPr>
          <p:cNvPr id="281" name="Google Shape;281;g3f8da4ebb8d_0_1034"/>
          <p:cNvSpPr/>
          <p:nvPr/>
        </p:nvSpPr>
        <p:spPr>
          <a:xfrm>
            <a:off x="2637734" y="1574825"/>
            <a:ext cx="1899600" cy="31923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g3f8da4ebb8d_0_1034"/>
          <p:cNvSpPr txBox="1"/>
          <p:nvPr/>
        </p:nvSpPr>
        <p:spPr>
          <a:xfrm>
            <a:off x="2822834" y="1690650"/>
            <a:ext cx="1529400" cy="179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2</a:t>
            </a:r>
            <a:endParaRPr b="0" i="0" sz="1000" u="none" cap="none" strike="noStrike">
              <a:solidFill>
                <a:schemeClr val="dk1"/>
              </a:solidFill>
              <a:latin typeface="Calibri"/>
              <a:ea typeface="Calibri"/>
              <a:cs typeface="Calibri"/>
              <a:sym typeface="Calibri"/>
            </a:endParaRPr>
          </a:p>
        </p:txBody>
      </p:sp>
      <p:sp>
        <p:nvSpPr>
          <p:cNvPr id="283" name="Google Shape;283;g3f8da4ebb8d_0_1034"/>
          <p:cNvSpPr txBox="1"/>
          <p:nvPr/>
        </p:nvSpPr>
        <p:spPr>
          <a:xfrm>
            <a:off x="2822834" y="1963293"/>
            <a:ext cx="1529400" cy="597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84" name="Google Shape;284;g3f8da4ebb8d_0_1034"/>
          <p:cNvSpPr/>
          <p:nvPr/>
        </p:nvSpPr>
        <p:spPr>
          <a:xfrm>
            <a:off x="2822837" y="2574523"/>
            <a:ext cx="15294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g3f8da4ebb8d_0_1034"/>
          <p:cNvSpPr txBox="1"/>
          <p:nvPr/>
        </p:nvSpPr>
        <p:spPr>
          <a:xfrm>
            <a:off x="2822845" y="2666074"/>
            <a:ext cx="1581600" cy="1873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p:txBody>
      </p:sp>
      <p:sp>
        <p:nvSpPr>
          <p:cNvPr id="286" name="Google Shape;286;g3f8da4ebb8d_0_1034"/>
          <p:cNvSpPr/>
          <p:nvPr/>
        </p:nvSpPr>
        <p:spPr>
          <a:xfrm>
            <a:off x="4703968" y="1574825"/>
            <a:ext cx="1899600" cy="31923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g3f8da4ebb8d_0_1034"/>
          <p:cNvSpPr txBox="1"/>
          <p:nvPr/>
        </p:nvSpPr>
        <p:spPr>
          <a:xfrm>
            <a:off x="4889068" y="1690650"/>
            <a:ext cx="1529400" cy="179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3</a:t>
            </a:r>
            <a:endParaRPr b="0" i="0" sz="1000" u="none" cap="none" strike="noStrike">
              <a:solidFill>
                <a:schemeClr val="dk1"/>
              </a:solidFill>
              <a:latin typeface="Calibri"/>
              <a:ea typeface="Calibri"/>
              <a:cs typeface="Calibri"/>
              <a:sym typeface="Calibri"/>
            </a:endParaRPr>
          </a:p>
        </p:txBody>
      </p:sp>
      <p:sp>
        <p:nvSpPr>
          <p:cNvPr id="288" name="Google Shape;288;g3f8da4ebb8d_0_1034"/>
          <p:cNvSpPr txBox="1"/>
          <p:nvPr/>
        </p:nvSpPr>
        <p:spPr>
          <a:xfrm>
            <a:off x="4889068" y="1963293"/>
            <a:ext cx="1529400" cy="597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89" name="Google Shape;289;g3f8da4ebb8d_0_1034"/>
          <p:cNvSpPr/>
          <p:nvPr/>
        </p:nvSpPr>
        <p:spPr>
          <a:xfrm>
            <a:off x="4889069" y="2574523"/>
            <a:ext cx="15294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g3f8da4ebb8d_0_1034"/>
          <p:cNvSpPr txBox="1"/>
          <p:nvPr/>
        </p:nvSpPr>
        <p:spPr>
          <a:xfrm>
            <a:off x="4889046" y="2666070"/>
            <a:ext cx="1581600" cy="1873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p:txBody>
      </p:sp>
      <p:sp>
        <p:nvSpPr>
          <p:cNvPr id="291" name="Google Shape;291;g3f8da4ebb8d_0_1034"/>
          <p:cNvSpPr/>
          <p:nvPr/>
        </p:nvSpPr>
        <p:spPr>
          <a:xfrm>
            <a:off x="6770202" y="1574825"/>
            <a:ext cx="1899600" cy="31923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g3f8da4ebb8d_0_1034"/>
          <p:cNvSpPr txBox="1"/>
          <p:nvPr/>
        </p:nvSpPr>
        <p:spPr>
          <a:xfrm>
            <a:off x="6955301" y="1690650"/>
            <a:ext cx="1529400" cy="179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4</a:t>
            </a:r>
            <a:endParaRPr b="0" i="0" sz="1000" u="none" cap="none" strike="noStrike">
              <a:solidFill>
                <a:schemeClr val="dk1"/>
              </a:solidFill>
              <a:latin typeface="Calibri"/>
              <a:ea typeface="Calibri"/>
              <a:cs typeface="Calibri"/>
              <a:sym typeface="Calibri"/>
            </a:endParaRPr>
          </a:p>
        </p:txBody>
      </p:sp>
      <p:sp>
        <p:nvSpPr>
          <p:cNvPr id="293" name="Google Shape;293;g3f8da4ebb8d_0_1034"/>
          <p:cNvSpPr txBox="1"/>
          <p:nvPr/>
        </p:nvSpPr>
        <p:spPr>
          <a:xfrm>
            <a:off x="6955301" y="1963293"/>
            <a:ext cx="1529400" cy="597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94" name="Google Shape;294;g3f8da4ebb8d_0_1034"/>
          <p:cNvSpPr/>
          <p:nvPr/>
        </p:nvSpPr>
        <p:spPr>
          <a:xfrm>
            <a:off x="6955300" y="2574523"/>
            <a:ext cx="15294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g3f8da4ebb8d_0_1034"/>
          <p:cNvSpPr txBox="1"/>
          <p:nvPr/>
        </p:nvSpPr>
        <p:spPr>
          <a:xfrm>
            <a:off x="6955294" y="2666071"/>
            <a:ext cx="1529400" cy="1873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xxxxx</a:t>
            </a:r>
            <a:endParaRPr b="0" i="0" sz="10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300" name="Shape 300"/>
        <p:cNvGrpSpPr/>
        <p:nvPr/>
      </p:nvGrpSpPr>
      <p:grpSpPr>
        <a:xfrm>
          <a:off x="0" y="0"/>
          <a:ext cx="0" cy="0"/>
          <a:chOff x="0" y="0"/>
          <a:chExt cx="0" cy="0"/>
        </a:xfrm>
      </p:grpSpPr>
      <p:pic>
        <p:nvPicPr>
          <p:cNvPr descr="bg_divider.png" id="301" name="Google Shape;301;p9"/>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302" name="Google Shape;302;p9"/>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303" name="Google Shape;303;p9"/>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03</a:t>
            </a:r>
            <a:endParaRPr b="0" i="0" sz="1200" u="none" cap="none" strike="noStrike">
              <a:solidFill>
                <a:schemeClr val="dk1"/>
              </a:solidFill>
              <a:latin typeface="Calibri"/>
              <a:ea typeface="Calibri"/>
              <a:cs typeface="Calibri"/>
              <a:sym typeface="Calibri"/>
            </a:endParaRPr>
          </a:p>
        </p:txBody>
      </p:sp>
      <p:sp>
        <p:nvSpPr>
          <p:cNvPr id="304" name="Google Shape;304;p9"/>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El</a:t>
            </a:r>
            <a:r>
              <a:rPr b="1" i="1" lang="en-US" sz="4500" u="none" cap="none" strike="noStrike">
                <a:solidFill>
                  <a:srgbClr val="7E99FE"/>
                </a:solidFill>
                <a:latin typeface="Montserrat Black"/>
                <a:ea typeface="Montserrat Black"/>
                <a:cs typeface="Montserrat Black"/>
                <a:sym typeface="Montserrat Black"/>
              </a:rPr>
              <a:t> reto</a:t>
            </a:r>
            <a:endParaRPr b="0" i="0" sz="4500" u="none" cap="none" strike="noStrike">
              <a:solidFill>
                <a:schemeClr val="dk1"/>
              </a:solidFill>
              <a:latin typeface="Calibri"/>
              <a:ea typeface="Calibri"/>
              <a:cs typeface="Calibri"/>
              <a:sym typeface="Calibri"/>
            </a:endParaRPr>
          </a:p>
        </p:txBody>
      </p:sp>
      <p:sp>
        <p:nvSpPr>
          <p:cNvPr id="305" name="Google Shape;305;p9"/>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Una línea que anticipa qué se resuelve en esta sección.</a:t>
            </a:r>
            <a:endParaRPr b="0" i="0" sz="1300" u="none" cap="none" strike="noStrike">
              <a:solidFill>
                <a:srgbClr val="C5D5F7"/>
              </a:solidFill>
              <a:latin typeface="Montserrat Medium"/>
              <a:ea typeface="Montserrat Medium"/>
              <a:cs typeface="Montserrat Medium"/>
              <a:sym typeface="Montserrat Medium"/>
            </a:endParaRPr>
          </a:p>
        </p:txBody>
      </p:sp>
      <p:sp>
        <p:nvSpPr>
          <p:cNvPr id="306" name="Google Shape;306;p9"/>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311" name="Shape 311"/>
        <p:cNvGrpSpPr/>
        <p:nvPr/>
      </p:nvGrpSpPr>
      <p:grpSpPr>
        <a:xfrm>
          <a:off x="0" y="0"/>
          <a:ext cx="0" cy="0"/>
          <a:chOff x="0" y="0"/>
          <a:chExt cx="0" cy="0"/>
        </a:xfrm>
      </p:grpSpPr>
      <p:sp>
        <p:nvSpPr>
          <p:cNvPr id="312" name="Google Shape;312;p10"/>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EL DESAFÍO</a:t>
            </a:r>
            <a:endParaRPr b="0" i="0" sz="1100" u="none" cap="none" strike="noStrike">
              <a:solidFill>
                <a:schemeClr val="dk1"/>
              </a:solidFill>
              <a:latin typeface="Calibri"/>
              <a:ea typeface="Calibri"/>
              <a:cs typeface="Calibri"/>
              <a:sym typeface="Calibri"/>
            </a:endParaRPr>
          </a:p>
        </p:txBody>
      </p:sp>
      <p:sp>
        <p:nvSpPr>
          <p:cNvPr id="313" name="Google Shape;313;p10"/>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 </a:t>
            </a:r>
            <a:r>
              <a:rPr b="1" i="1" lang="en-US" sz="2100" u="none" cap="none" strike="noStrike">
                <a:solidFill>
                  <a:srgbClr val="2B5BFC"/>
                </a:solidFill>
                <a:latin typeface="Montserrat ExtraBold"/>
                <a:ea typeface="Montserrat ExtraBold"/>
                <a:cs typeface="Montserrat ExtraBold"/>
                <a:sym typeface="Montserrat ExtraBold"/>
              </a:rPr>
              <a:t>sección</a:t>
            </a:r>
            <a:endParaRPr b="1" i="0" sz="2100" u="none" cap="none" strike="noStrike">
              <a:solidFill>
                <a:srgbClr val="000033"/>
              </a:solidFill>
              <a:latin typeface="Montserrat ExtraBold"/>
              <a:ea typeface="Montserrat ExtraBold"/>
              <a:cs typeface="Montserrat ExtraBold"/>
              <a:sym typeface="Montserrat ExtraBold"/>
            </a:endParaRPr>
          </a:p>
        </p:txBody>
      </p:sp>
      <p:sp>
        <p:nvSpPr>
          <p:cNvPr id="314" name="Google Shape;314;p10"/>
          <p:cNvSpPr txBox="1"/>
          <p:nvPr/>
        </p:nvSpPr>
        <p:spPr>
          <a:xfrm>
            <a:off x="571500" y="1539850"/>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000" u="none" cap="none" strike="noStrike">
                <a:solidFill>
                  <a:srgbClr val="000033"/>
                </a:solidFill>
                <a:latin typeface="Montserrat"/>
                <a:ea typeface="Montserrat"/>
                <a:cs typeface="Montserrat"/>
                <a:sym typeface="Montserrat"/>
              </a:rPr>
              <a:t>Resumen de lo que Neo tiene que solucionar y con qué lo hará.</a:t>
            </a:r>
            <a:endParaRPr b="0" i="0" sz="1000" u="none" cap="none" strike="noStrike">
              <a:solidFill>
                <a:schemeClr val="dk1"/>
              </a:solidFill>
              <a:latin typeface="Calibri"/>
              <a:ea typeface="Calibri"/>
              <a:cs typeface="Calibri"/>
              <a:sym typeface="Calibri"/>
            </a:endParaRPr>
          </a:p>
        </p:txBody>
      </p:sp>
      <p:sp>
        <p:nvSpPr>
          <p:cNvPr id="315" name="Google Shape;315;p10"/>
          <p:cNvSpPr/>
          <p:nvPr/>
        </p:nvSpPr>
        <p:spPr>
          <a:xfrm>
            <a:off x="571500" y="1920240"/>
            <a:ext cx="80010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 name="Google Shape;316;p10"/>
          <p:cNvSpPr/>
          <p:nvPr/>
        </p:nvSpPr>
        <p:spPr>
          <a:xfrm>
            <a:off x="772668" y="2121408"/>
            <a:ext cx="310800" cy="310800"/>
          </a:xfrm>
          <a:prstGeom prst="roundRect">
            <a:avLst>
              <a:gd fmla="val 20588"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 name="Google Shape;317;p10"/>
          <p:cNvSpPr txBox="1"/>
          <p:nvPr/>
        </p:nvSpPr>
        <p:spPr>
          <a:xfrm>
            <a:off x="772668" y="2176272"/>
            <a:ext cx="310800" cy="201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Montserrat SemiBold"/>
              <a:buNone/>
            </a:pPr>
            <a:r>
              <a:rPr b="1" i="0" lang="en-US" sz="1200" u="none" cap="none" strike="noStrike">
                <a:solidFill>
                  <a:srgbClr val="FFFFFF"/>
                </a:solidFill>
                <a:latin typeface="Montserrat SemiBold"/>
                <a:ea typeface="Montserrat SemiBold"/>
                <a:cs typeface="Montserrat SemiBold"/>
                <a:sym typeface="Montserrat SemiBold"/>
              </a:rPr>
              <a:t>1</a:t>
            </a:r>
            <a:endParaRPr b="0" i="0" sz="1200" u="none" cap="none" strike="noStrike">
              <a:solidFill>
                <a:schemeClr val="dk1"/>
              </a:solidFill>
              <a:latin typeface="Calibri"/>
              <a:ea typeface="Calibri"/>
              <a:cs typeface="Calibri"/>
              <a:sym typeface="Calibri"/>
            </a:endParaRPr>
          </a:p>
        </p:txBody>
      </p:sp>
      <p:sp>
        <p:nvSpPr>
          <p:cNvPr id="318" name="Google Shape;318;p10"/>
          <p:cNvSpPr txBox="1"/>
          <p:nvPr/>
        </p:nvSpPr>
        <p:spPr>
          <a:xfrm>
            <a:off x="1229868" y="2048256"/>
            <a:ext cx="2231100" cy="5121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Reto 1</a:t>
            </a:r>
            <a:endParaRPr b="0" i="0" sz="1200" u="none" cap="none" strike="noStrike">
              <a:solidFill>
                <a:schemeClr val="dk1"/>
              </a:solidFill>
              <a:latin typeface="Calibri"/>
              <a:ea typeface="Calibri"/>
              <a:cs typeface="Calibri"/>
              <a:sym typeface="Calibri"/>
            </a:endParaRPr>
          </a:p>
        </p:txBody>
      </p:sp>
      <p:sp>
        <p:nvSpPr>
          <p:cNvPr id="319" name="Google Shape;319;p10"/>
          <p:cNvSpPr txBox="1"/>
          <p:nvPr/>
        </p:nvSpPr>
        <p:spPr>
          <a:xfrm>
            <a:off x="3625596" y="2048256"/>
            <a:ext cx="4718400" cy="512100"/>
          </a:xfrm>
          <a:prstGeom prst="rect">
            <a:avLst/>
          </a:prstGeom>
          <a:noFill/>
          <a:ln>
            <a:noFill/>
          </a:ln>
        </p:spPr>
        <p:txBody>
          <a:bodyPr anchorCtr="0" anchor="ctr"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1000" u="none" cap="none" strike="noStrike">
                <a:solidFill>
                  <a:srgbClr val="000033"/>
                </a:solidFill>
                <a:latin typeface="Montserrat"/>
                <a:ea typeface="Montserrat"/>
                <a:cs typeface="Montserrat"/>
                <a:sym typeface="Montserrat"/>
              </a:rPr>
              <a:t>Descripción del Reto </a:t>
            </a:r>
            <a:endParaRPr b="0" i="0" sz="1000" u="none" cap="none" strike="noStrike">
              <a:solidFill>
                <a:schemeClr val="dk1"/>
              </a:solidFill>
              <a:latin typeface="Calibri"/>
              <a:ea typeface="Calibri"/>
              <a:cs typeface="Calibri"/>
              <a:sym typeface="Calibri"/>
            </a:endParaRPr>
          </a:p>
        </p:txBody>
      </p:sp>
      <p:sp>
        <p:nvSpPr>
          <p:cNvPr id="320" name="Google Shape;320;p10"/>
          <p:cNvSpPr/>
          <p:nvPr/>
        </p:nvSpPr>
        <p:spPr>
          <a:xfrm>
            <a:off x="571500" y="2761488"/>
            <a:ext cx="80010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10"/>
          <p:cNvSpPr/>
          <p:nvPr/>
        </p:nvSpPr>
        <p:spPr>
          <a:xfrm>
            <a:off x="772668" y="2962656"/>
            <a:ext cx="310800" cy="310800"/>
          </a:xfrm>
          <a:prstGeom prst="roundRect">
            <a:avLst>
              <a:gd fmla="val 20588"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 name="Google Shape;322;p10"/>
          <p:cNvSpPr txBox="1"/>
          <p:nvPr/>
        </p:nvSpPr>
        <p:spPr>
          <a:xfrm>
            <a:off x="772668" y="3017520"/>
            <a:ext cx="310800" cy="201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Montserrat SemiBold"/>
              <a:buNone/>
            </a:pPr>
            <a:r>
              <a:rPr b="1" i="0" lang="en-US" sz="1200" u="none" cap="none" strike="noStrike">
                <a:solidFill>
                  <a:srgbClr val="FFFFFF"/>
                </a:solidFill>
                <a:latin typeface="Montserrat SemiBold"/>
                <a:ea typeface="Montserrat SemiBold"/>
                <a:cs typeface="Montserrat SemiBold"/>
                <a:sym typeface="Montserrat SemiBold"/>
              </a:rPr>
              <a:t>2</a:t>
            </a:r>
            <a:endParaRPr b="0" i="0" sz="1200" u="none" cap="none" strike="noStrike">
              <a:solidFill>
                <a:schemeClr val="dk1"/>
              </a:solidFill>
              <a:latin typeface="Calibri"/>
              <a:ea typeface="Calibri"/>
              <a:cs typeface="Calibri"/>
              <a:sym typeface="Calibri"/>
            </a:endParaRPr>
          </a:p>
        </p:txBody>
      </p:sp>
      <p:sp>
        <p:nvSpPr>
          <p:cNvPr id="323" name="Google Shape;323;p10"/>
          <p:cNvSpPr txBox="1"/>
          <p:nvPr/>
        </p:nvSpPr>
        <p:spPr>
          <a:xfrm>
            <a:off x="1229868" y="2889504"/>
            <a:ext cx="2231100" cy="5121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Reto 2</a:t>
            </a:r>
            <a:endParaRPr b="0" i="0" sz="1200" u="none" cap="none" strike="noStrike">
              <a:solidFill>
                <a:schemeClr val="dk1"/>
              </a:solidFill>
              <a:latin typeface="Calibri"/>
              <a:ea typeface="Calibri"/>
              <a:cs typeface="Calibri"/>
              <a:sym typeface="Calibri"/>
            </a:endParaRPr>
          </a:p>
        </p:txBody>
      </p:sp>
      <p:sp>
        <p:nvSpPr>
          <p:cNvPr id="324" name="Google Shape;324;p10"/>
          <p:cNvSpPr txBox="1"/>
          <p:nvPr/>
        </p:nvSpPr>
        <p:spPr>
          <a:xfrm>
            <a:off x="3625596" y="2889504"/>
            <a:ext cx="4718400" cy="512100"/>
          </a:xfrm>
          <a:prstGeom prst="rect">
            <a:avLst/>
          </a:prstGeom>
          <a:noFill/>
          <a:ln>
            <a:noFill/>
          </a:ln>
        </p:spPr>
        <p:txBody>
          <a:bodyPr anchorCtr="0" anchor="ctr"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1000" u="none" cap="none" strike="noStrike">
                <a:solidFill>
                  <a:srgbClr val="000033"/>
                </a:solidFill>
                <a:latin typeface="Montserrat"/>
                <a:ea typeface="Montserrat"/>
                <a:cs typeface="Montserrat"/>
                <a:sym typeface="Montserrat"/>
              </a:rPr>
              <a:t>Descripción del Reto</a:t>
            </a:r>
            <a:endParaRPr b="0" i="0" sz="1000" u="none" cap="none" strike="noStrike">
              <a:solidFill>
                <a:schemeClr val="dk1"/>
              </a:solidFill>
              <a:latin typeface="Calibri"/>
              <a:ea typeface="Calibri"/>
              <a:cs typeface="Calibri"/>
              <a:sym typeface="Calibri"/>
            </a:endParaRPr>
          </a:p>
        </p:txBody>
      </p:sp>
      <p:sp>
        <p:nvSpPr>
          <p:cNvPr id="325" name="Google Shape;325;p10"/>
          <p:cNvSpPr/>
          <p:nvPr/>
        </p:nvSpPr>
        <p:spPr>
          <a:xfrm>
            <a:off x="571500" y="3602736"/>
            <a:ext cx="80010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10"/>
          <p:cNvSpPr/>
          <p:nvPr/>
        </p:nvSpPr>
        <p:spPr>
          <a:xfrm>
            <a:off x="772668" y="3803904"/>
            <a:ext cx="310800" cy="310800"/>
          </a:xfrm>
          <a:prstGeom prst="roundRect">
            <a:avLst>
              <a:gd fmla="val 20588"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10"/>
          <p:cNvSpPr txBox="1"/>
          <p:nvPr/>
        </p:nvSpPr>
        <p:spPr>
          <a:xfrm>
            <a:off x="772668" y="3858768"/>
            <a:ext cx="310800" cy="201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Montserrat SemiBold"/>
              <a:buNone/>
            </a:pPr>
            <a:r>
              <a:rPr b="1" i="0" lang="en-US" sz="1200" u="none" cap="none" strike="noStrike">
                <a:solidFill>
                  <a:srgbClr val="FFFFFF"/>
                </a:solidFill>
                <a:latin typeface="Montserrat SemiBold"/>
                <a:ea typeface="Montserrat SemiBold"/>
                <a:cs typeface="Montserrat SemiBold"/>
                <a:sym typeface="Montserrat SemiBold"/>
              </a:rPr>
              <a:t>3</a:t>
            </a:r>
            <a:endParaRPr b="0" i="0" sz="1200" u="none" cap="none" strike="noStrike">
              <a:solidFill>
                <a:schemeClr val="dk1"/>
              </a:solidFill>
              <a:latin typeface="Calibri"/>
              <a:ea typeface="Calibri"/>
              <a:cs typeface="Calibri"/>
              <a:sym typeface="Calibri"/>
            </a:endParaRPr>
          </a:p>
        </p:txBody>
      </p:sp>
      <p:sp>
        <p:nvSpPr>
          <p:cNvPr id="328" name="Google Shape;328;p10"/>
          <p:cNvSpPr txBox="1"/>
          <p:nvPr/>
        </p:nvSpPr>
        <p:spPr>
          <a:xfrm>
            <a:off x="1229868" y="3730752"/>
            <a:ext cx="2231100" cy="5121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Reto 3</a:t>
            </a:r>
            <a:endParaRPr b="0" i="0" sz="1200" u="none" cap="none" strike="noStrike">
              <a:solidFill>
                <a:schemeClr val="dk1"/>
              </a:solidFill>
              <a:latin typeface="Calibri"/>
              <a:ea typeface="Calibri"/>
              <a:cs typeface="Calibri"/>
              <a:sym typeface="Calibri"/>
            </a:endParaRPr>
          </a:p>
        </p:txBody>
      </p:sp>
      <p:sp>
        <p:nvSpPr>
          <p:cNvPr id="329" name="Google Shape;329;p10"/>
          <p:cNvSpPr txBox="1"/>
          <p:nvPr/>
        </p:nvSpPr>
        <p:spPr>
          <a:xfrm>
            <a:off x="3625596" y="3730752"/>
            <a:ext cx="4718400" cy="512100"/>
          </a:xfrm>
          <a:prstGeom prst="rect">
            <a:avLst/>
          </a:prstGeom>
          <a:noFill/>
          <a:ln>
            <a:noFill/>
          </a:ln>
        </p:spPr>
        <p:txBody>
          <a:bodyPr anchorCtr="0" anchor="ctr"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1000" u="none" cap="none" strike="noStrike">
                <a:solidFill>
                  <a:srgbClr val="000033"/>
                </a:solidFill>
                <a:latin typeface="Montserrat"/>
                <a:ea typeface="Montserrat"/>
                <a:cs typeface="Montserrat"/>
                <a:sym typeface="Montserrat"/>
              </a:rPr>
              <a:t>Descripción del Reto</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334" name="Shape 334"/>
        <p:cNvGrpSpPr/>
        <p:nvPr/>
      </p:nvGrpSpPr>
      <p:grpSpPr>
        <a:xfrm>
          <a:off x="0" y="0"/>
          <a:ext cx="0" cy="0"/>
          <a:chOff x="0" y="0"/>
          <a:chExt cx="0" cy="0"/>
        </a:xfrm>
      </p:grpSpPr>
      <p:pic>
        <p:nvPicPr>
          <p:cNvPr descr="bg_divider.png" id="335" name="Google Shape;335;p11"/>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336" name="Google Shape;336;p11"/>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337" name="Google Shape;337;p11"/>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04</a:t>
            </a:r>
            <a:endParaRPr b="0" i="0" sz="1200" u="none" cap="none" strike="noStrike">
              <a:solidFill>
                <a:schemeClr val="dk1"/>
              </a:solidFill>
              <a:latin typeface="Calibri"/>
              <a:ea typeface="Calibri"/>
              <a:cs typeface="Calibri"/>
              <a:sym typeface="Calibri"/>
            </a:endParaRPr>
          </a:p>
        </p:txBody>
      </p:sp>
      <p:sp>
        <p:nvSpPr>
          <p:cNvPr id="338" name="Google Shape;338;p11"/>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lt1"/>
              </a:buClr>
              <a:buSzPts val="4500"/>
              <a:buFont typeface="Montserrat ExtraBold"/>
              <a:buNone/>
            </a:pPr>
            <a:r>
              <a:rPr b="1" i="0" lang="en-US" sz="4500" u="none" cap="none" strike="noStrike">
                <a:solidFill>
                  <a:schemeClr val="lt1"/>
                </a:solidFill>
                <a:latin typeface="Montserrat ExtraBold"/>
                <a:ea typeface="Montserrat ExtraBold"/>
                <a:cs typeface="Montserrat ExtraBold"/>
                <a:sym typeface="Montserrat ExtraBold"/>
              </a:rPr>
              <a:t>Objetivo y </a:t>
            </a:r>
            <a:r>
              <a:rPr b="1" i="1" lang="en-US" sz="4500" u="none" cap="none" strike="noStrike">
                <a:solidFill>
                  <a:srgbClr val="7E99FE"/>
                </a:solidFill>
                <a:latin typeface="Montserrat ExtraBold"/>
                <a:ea typeface="Montserrat ExtraBold"/>
                <a:cs typeface="Montserrat ExtraBold"/>
                <a:sym typeface="Montserrat ExtraBold"/>
              </a:rPr>
              <a:t>componentes</a:t>
            </a:r>
            <a:endParaRPr b="1" i="0" sz="4500" u="none" cap="none" strike="noStrike">
              <a:solidFill>
                <a:schemeClr val="lt1"/>
              </a:solidFill>
              <a:latin typeface="Montserrat ExtraBold"/>
              <a:ea typeface="Montserrat ExtraBold"/>
              <a:cs typeface="Montserrat ExtraBold"/>
              <a:sym typeface="Montserrat ExtraBold"/>
            </a:endParaRPr>
          </a:p>
        </p:txBody>
      </p:sp>
      <p:sp>
        <p:nvSpPr>
          <p:cNvPr id="339" name="Google Shape;339;p11"/>
          <p:cNvSpPr txBox="1"/>
          <p:nvPr/>
        </p:nvSpPr>
        <p:spPr>
          <a:xfrm>
            <a:off x="571500" y="3017525"/>
            <a:ext cx="67374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Una línea que anticipa qué se resuelve en esta sección.</a:t>
            </a:r>
            <a:endParaRPr b="0" i="0" sz="1300" u="none" cap="none" strike="noStrike">
              <a:solidFill>
                <a:schemeClr val="dk1"/>
              </a:solidFill>
              <a:latin typeface="Calibri"/>
              <a:ea typeface="Calibri"/>
              <a:cs typeface="Calibri"/>
              <a:sym typeface="Calibri"/>
            </a:endParaRPr>
          </a:p>
        </p:txBody>
      </p:sp>
      <p:sp>
        <p:nvSpPr>
          <p:cNvPr id="340" name="Google Shape;340;p11"/>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345" name="Shape 345"/>
        <p:cNvGrpSpPr/>
        <p:nvPr/>
      </p:nvGrpSpPr>
      <p:grpSpPr>
        <a:xfrm>
          <a:off x="0" y="0"/>
          <a:ext cx="0" cy="0"/>
          <a:chOff x="0" y="0"/>
          <a:chExt cx="0" cy="0"/>
        </a:xfrm>
      </p:grpSpPr>
      <p:sp>
        <p:nvSpPr>
          <p:cNvPr id="346" name="Google Shape;346;g3f8da4ebb8d_0_1077"/>
          <p:cNvSpPr txBox="1"/>
          <p:nvPr/>
        </p:nvSpPr>
        <p:spPr>
          <a:xfrm>
            <a:off x="571500" y="830051"/>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OBJETIVO Y COMPONENTES</a:t>
            </a:r>
            <a:endParaRPr b="0" i="0" sz="1100" u="none" cap="none" strike="noStrike">
              <a:solidFill>
                <a:schemeClr val="dk1"/>
              </a:solidFill>
              <a:latin typeface="Calibri"/>
              <a:ea typeface="Calibri"/>
              <a:cs typeface="Calibri"/>
              <a:sym typeface="Calibri"/>
            </a:endParaRPr>
          </a:p>
        </p:txBody>
      </p:sp>
      <p:sp>
        <p:nvSpPr>
          <p:cNvPr id="347" name="Google Shape;347;g3f8da4ebb8d_0_1077"/>
          <p:cNvSpPr/>
          <p:nvPr/>
        </p:nvSpPr>
        <p:spPr>
          <a:xfrm>
            <a:off x="571500" y="1622115"/>
            <a:ext cx="8109300" cy="3537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909"/>
              <a:buFont typeface="Calibri"/>
              <a:buNone/>
            </a:pPr>
            <a:r>
              <a:rPr b="0" i="0" lang="en-US" sz="1000" u="none" cap="none" strike="noStrike">
                <a:solidFill>
                  <a:srgbClr val="000033"/>
                </a:solidFill>
                <a:latin typeface="Montserrat"/>
                <a:ea typeface="Montserrat"/>
                <a:cs typeface="Montserrat"/>
                <a:sym typeface="Montserrat"/>
              </a:rPr>
              <a:t>Una línea de bajada que explica de qué trata el conjunto de tarjetas.</a:t>
            </a:r>
            <a:endParaRPr b="0" i="0" sz="1000" u="none" cap="none" strike="noStrike">
              <a:solidFill>
                <a:srgbClr val="000033"/>
              </a:solidFill>
              <a:latin typeface="Montserrat"/>
              <a:ea typeface="Montserrat"/>
              <a:cs typeface="Montserrat"/>
              <a:sym typeface="Montserrat"/>
            </a:endParaRPr>
          </a:p>
          <a:p>
            <a:pPr indent="0" lvl="0" marL="0" marR="0" rtl="0" algn="l">
              <a:lnSpc>
                <a:spcPct val="115000"/>
              </a:lnSpc>
              <a:spcBef>
                <a:spcPts val="0"/>
              </a:spcBef>
              <a:spcAft>
                <a:spcPts val="0"/>
              </a:spcAft>
              <a:buClr>
                <a:srgbClr val="4A4A5F"/>
              </a:buClr>
              <a:buSzPts val="909"/>
              <a:buFont typeface="Calibri"/>
              <a:buNone/>
            </a:pPr>
            <a:r>
              <a:t/>
            </a:r>
            <a:endParaRPr b="0" i="0" sz="1000" u="none" cap="none" strike="noStrike">
              <a:solidFill>
                <a:srgbClr val="000033"/>
              </a:solidFill>
              <a:latin typeface="Montserrat"/>
              <a:ea typeface="Montserrat"/>
              <a:cs typeface="Montserrat"/>
              <a:sym typeface="Montserrat"/>
            </a:endParaRPr>
          </a:p>
        </p:txBody>
      </p:sp>
      <p:sp>
        <p:nvSpPr>
          <p:cNvPr id="348" name="Google Shape;348;g3f8da4ebb8d_0_1077"/>
          <p:cNvSpPr/>
          <p:nvPr/>
        </p:nvSpPr>
        <p:spPr>
          <a:xfrm>
            <a:off x="496500" y="2132675"/>
            <a:ext cx="4009800" cy="2219700"/>
          </a:xfrm>
          <a:prstGeom prst="roundRect">
            <a:avLst>
              <a:gd fmla="val 3077"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72300" lIns="72300" spcFirstLastPara="1" rIns="72300" wrap="square" tIns="723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 name="Google Shape;349;g3f8da4ebb8d_0_1077"/>
          <p:cNvSpPr/>
          <p:nvPr/>
        </p:nvSpPr>
        <p:spPr>
          <a:xfrm>
            <a:off x="674725" y="2315473"/>
            <a:ext cx="3653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712"/>
              <a:buFont typeface="Calibri"/>
              <a:buNone/>
            </a:pPr>
            <a:r>
              <a:rPr b="1" i="0" lang="en-US" sz="1000" u="none" cap="none" strike="noStrike">
                <a:solidFill>
                  <a:srgbClr val="2B5BFC"/>
                </a:solidFill>
                <a:latin typeface="Montserrat SemiBold"/>
                <a:ea typeface="Montserrat SemiBold"/>
                <a:cs typeface="Montserrat SemiBold"/>
                <a:sym typeface="Montserrat SemiBold"/>
              </a:rPr>
              <a:t>COMPONENTE X</a:t>
            </a:r>
            <a:endParaRPr b="1" i="0" sz="1000" u="none" cap="none" strike="noStrike">
              <a:solidFill>
                <a:srgbClr val="000033"/>
              </a:solidFill>
              <a:latin typeface="Montserrat"/>
              <a:ea typeface="Montserrat"/>
              <a:cs typeface="Montserrat"/>
              <a:sym typeface="Montserrat"/>
            </a:endParaRPr>
          </a:p>
        </p:txBody>
      </p:sp>
      <p:sp>
        <p:nvSpPr>
          <p:cNvPr id="350" name="Google Shape;350;g3f8da4ebb8d_0_1077"/>
          <p:cNvSpPr/>
          <p:nvPr/>
        </p:nvSpPr>
        <p:spPr>
          <a:xfrm>
            <a:off x="674725" y="2572618"/>
            <a:ext cx="3653400" cy="531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1067"/>
              <a:buFont typeface="Calibri"/>
              <a:buNone/>
            </a:pPr>
            <a:r>
              <a:rPr b="1" i="0" lang="en-US" sz="1200" u="none" cap="none" strike="noStrike">
                <a:solidFill>
                  <a:srgbClr val="000033"/>
                </a:solidFill>
                <a:latin typeface="Montserrat"/>
                <a:ea typeface="Montserrat"/>
                <a:cs typeface="Montserrat"/>
                <a:sym typeface="Montserrat"/>
              </a:rPr>
              <a:t>Título del componente</a:t>
            </a:r>
            <a:endParaRPr b="0" i="0" sz="1200" u="none" cap="none" strike="noStrike">
              <a:solidFill>
                <a:srgbClr val="000033"/>
              </a:solidFill>
              <a:latin typeface="Montserrat"/>
              <a:ea typeface="Montserrat"/>
              <a:cs typeface="Montserrat"/>
              <a:sym typeface="Montserrat"/>
            </a:endParaRPr>
          </a:p>
        </p:txBody>
      </p:sp>
      <p:sp>
        <p:nvSpPr>
          <p:cNvPr id="351" name="Google Shape;351;g3f8da4ebb8d_0_1077"/>
          <p:cNvSpPr/>
          <p:nvPr/>
        </p:nvSpPr>
        <p:spPr>
          <a:xfrm>
            <a:off x="682700" y="3008524"/>
            <a:ext cx="3740400" cy="11133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830"/>
              <a:buFont typeface="Calibri"/>
              <a:buNone/>
            </a:pPr>
            <a:r>
              <a:rPr b="0" i="0" lang="en-US" sz="1000" u="none" cap="none" strike="noStrike">
                <a:solidFill>
                  <a:srgbClr val="000033"/>
                </a:solidFill>
                <a:latin typeface="Montserrat"/>
                <a:ea typeface="Montserrat"/>
                <a:cs typeface="Montserrat"/>
                <a:sym typeface="Montserrat"/>
              </a:rPr>
              <a:t>XXXXX</a:t>
            </a:r>
            <a:endParaRPr b="0" i="0" sz="1000" u="none" cap="none" strike="noStrike">
              <a:solidFill>
                <a:srgbClr val="000033"/>
              </a:solidFill>
              <a:latin typeface="Montserrat"/>
              <a:ea typeface="Montserrat"/>
              <a:cs typeface="Montserrat"/>
              <a:sym typeface="Montserrat"/>
            </a:endParaRPr>
          </a:p>
        </p:txBody>
      </p:sp>
      <p:sp>
        <p:nvSpPr>
          <p:cNvPr id="352" name="Google Shape;352;g3f8da4ebb8d_0_1077"/>
          <p:cNvSpPr/>
          <p:nvPr/>
        </p:nvSpPr>
        <p:spPr>
          <a:xfrm>
            <a:off x="4671000" y="2132675"/>
            <a:ext cx="4009800" cy="2219700"/>
          </a:xfrm>
          <a:prstGeom prst="roundRect">
            <a:avLst>
              <a:gd fmla="val 3077"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72300" lIns="72300" spcFirstLastPara="1" rIns="72300" wrap="square" tIns="723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 name="Google Shape;353;g3f8da4ebb8d_0_1077"/>
          <p:cNvSpPr/>
          <p:nvPr/>
        </p:nvSpPr>
        <p:spPr>
          <a:xfrm>
            <a:off x="4849221" y="2315473"/>
            <a:ext cx="3653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712"/>
              <a:buFont typeface="Calibri"/>
              <a:buNone/>
            </a:pPr>
            <a:r>
              <a:rPr b="1" i="0" lang="en-US" sz="1000" u="none" cap="none" strike="noStrike">
                <a:solidFill>
                  <a:srgbClr val="2B5BFC"/>
                </a:solidFill>
                <a:latin typeface="Montserrat SemiBold"/>
                <a:ea typeface="Montserrat SemiBold"/>
                <a:cs typeface="Montserrat SemiBold"/>
                <a:sym typeface="Montserrat SemiBold"/>
              </a:rPr>
              <a:t>COMPONENTE X</a:t>
            </a:r>
            <a:endParaRPr b="1" i="0" sz="1000" u="none" cap="none" strike="noStrike">
              <a:solidFill>
                <a:srgbClr val="000033"/>
              </a:solidFill>
              <a:latin typeface="Montserrat"/>
              <a:ea typeface="Montserrat"/>
              <a:cs typeface="Montserrat"/>
              <a:sym typeface="Montserrat"/>
            </a:endParaRPr>
          </a:p>
        </p:txBody>
      </p:sp>
      <p:sp>
        <p:nvSpPr>
          <p:cNvPr id="354" name="Google Shape;354;g3f8da4ebb8d_0_1077"/>
          <p:cNvSpPr/>
          <p:nvPr/>
        </p:nvSpPr>
        <p:spPr>
          <a:xfrm>
            <a:off x="4849221" y="2572618"/>
            <a:ext cx="3653400" cy="531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1067"/>
              <a:buFont typeface="Calibri"/>
              <a:buNone/>
            </a:pPr>
            <a:r>
              <a:rPr b="1" i="0" lang="en-US" sz="1200" u="none" cap="none" strike="noStrike">
                <a:solidFill>
                  <a:srgbClr val="000033"/>
                </a:solidFill>
                <a:latin typeface="Montserrat"/>
                <a:ea typeface="Montserrat"/>
                <a:cs typeface="Montserrat"/>
                <a:sym typeface="Montserrat"/>
              </a:rPr>
              <a:t>Título del componente</a:t>
            </a:r>
            <a:endParaRPr b="0" i="0" sz="1200" u="none" cap="none" strike="noStrike">
              <a:solidFill>
                <a:srgbClr val="000033"/>
              </a:solidFill>
              <a:latin typeface="Montserrat"/>
              <a:ea typeface="Montserrat"/>
              <a:cs typeface="Montserrat"/>
              <a:sym typeface="Montserrat"/>
            </a:endParaRPr>
          </a:p>
        </p:txBody>
      </p:sp>
      <p:sp>
        <p:nvSpPr>
          <p:cNvPr id="355" name="Google Shape;355;g3f8da4ebb8d_0_1077"/>
          <p:cNvSpPr/>
          <p:nvPr/>
        </p:nvSpPr>
        <p:spPr>
          <a:xfrm>
            <a:off x="4849225" y="3008530"/>
            <a:ext cx="3653400" cy="11133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830"/>
              <a:buFont typeface="Calibri"/>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p:txBody>
      </p:sp>
      <p:sp>
        <p:nvSpPr>
          <p:cNvPr id="356" name="Google Shape;356;g3f8da4ebb8d_0_1077"/>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 </a:t>
            </a:r>
            <a:r>
              <a:rPr b="1" i="1" lang="en-US" sz="2100" u="none" cap="none" strike="noStrike">
                <a:solidFill>
                  <a:srgbClr val="2B5BFC"/>
                </a:solidFill>
                <a:latin typeface="Montserrat ExtraBold"/>
                <a:ea typeface="Montserrat ExtraBold"/>
                <a:cs typeface="Montserrat ExtraBold"/>
                <a:sym typeface="Montserrat ExtraBold"/>
              </a:rPr>
              <a:t>sección</a:t>
            </a:r>
            <a:endParaRPr b="1" i="0" sz="2100" u="none" cap="none" strike="noStrike">
              <a:solidFill>
                <a:srgbClr val="000033"/>
              </a:solidFill>
              <a:latin typeface="Montserrat ExtraBold"/>
              <a:ea typeface="Montserrat ExtraBold"/>
              <a:cs typeface="Montserrat ExtraBold"/>
              <a:sym typeface="Montserrat ExtraBo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361" name="Shape 361"/>
        <p:cNvGrpSpPr/>
        <p:nvPr/>
      </p:nvGrpSpPr>
      <p:grpSpPr>
        <a:xfrm>
          <a:off x="0" y="0"/>
          <a:ext cx="0" cy="0"/>
          <a:chOff x="0" y="0"/>
          <a:chExt cx="0" cy="0"/>
        </a:xfrm>
      </p:grpSpPr>
      <p:pic>
        <p:nvPicPr>
          <p:cNvPr descr="bg_divider.png" id="362" name="Google Shape;362;g3f8da4ebb8d_0_846"/>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363" name="Google Shape;363;g3f8da4ebb8d_0_846"/>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364" name="Google Shape;364;g3f8da4ebb8d_0_846"/>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05</a:t>
            </a:r>
            <a:endParaRPr b="0" i="0" sz="1200" u="none" cap="none" strike="noStrike">
              <a:solidFill>
                <a:schemeClr val="dk1"/>
              </a:solidFill>
              <a:latin typeface="Calibri"/>
              <a:ea typeface="Calibri"/>
              <a:cs typeface="Calibri"/>
              <a:sym typeface="Calibri"/>
            </a:endParaRPr>
          </a:p>
        </p:txBody>
      </p:sp>
      <p:sp>
        <p:nvSpPr>
          <p:cNvPr id="365" name="Google Shape;365;g3f8da4ebb8d_0_846"/>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Proceso</a:t>
            </a:r>
            <a:r>
              <a:rPr b="1" i="1" lang="en-US" sz="4500" u="none" cap="none" strike="noStrike">
                <a:solidFill>
                  <a:srgbClr val="7E99FE"/>
                </a:solidFill>
                <a:latin typeface="Montserrat Black"/>
                <a:ea typeface="Montserrat Black"/>
                <a:cs typeface="Montserrat Black"/>
                <a:sym typeface="Montserrat Black"/>
              </a:rPr>
              <a:t> general</a:t>
            </a:r>
            <a:endParaRPr b="0" i="0" sz="4500" u="none" cap="none" strike="noStrike">
              <a:solidFill>
                <a:schemeClr val="dk1"/>
              </a:solidFill>
              <a:latin typeface="Calibri"/>
              <a:ea typeface="Calibri"/>
              <a:cs typeface="Calibri"/>
              <a:sym typeface="Calibri"/>
            </a:endParaRPr>
          </a:p>
        </p:txBody>
      </p:sp>
      <p:sp>
        <p:nvSpPr>
          <p:cNvPr id="366" name="Google Shape;366;g3f8da4ebb8d_0_846"/>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*Número* de Etapas, cada una con su entregable.</a:t>
            </a:r>
            <a:endParaRPr b="0" i="0" sz="1300" u="none" cap="none" strike="noStrike">
              <a:solidFill>
                <a:schemeClr val="dk1"/>
              </a:solidFill>
              <a:latin typeface="Calibri"/>
              <a:ea typeface="Calibri"/>
              <a:cs typeface="Calibri"/>
              <a:sym typeface="Calibri"/>
            </a:endParaRPr>
          </a:p>
        </p:txBody>
      </p:sp>
      <p:sp>
        <p:nvSpPr>
          <p:cNvPr id="367" name="Google Shape;367;g3f8da4ebb8d_0_846"/>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372" name="Shape 372"/>
        <p:cNvGrpSpPr/>
        <p:nvPr/>
      </p:nvGrpSpPr>
      <p:grpSpPr>
        <a:xfrm>
          <a:off x="0" y="0"/>
          <a:ext cx="0" cy="0"/>
          <a:chOff x="0" y="0"/>
          <a:chExt cx="0" cy="0"/>
        </a:xfrm>
      </p:grpSpPr>
      <p:sp>
        <p:nvSpPr>
          <p:cNvPr id="373" name="Google Shape;373;p14"/>
          <p:cNvSpPr txBox="1"/>
          <p:nvPr/>
        </p:nvSpPr>
        <p:spPr>
          <a:xfrm>
            <a:off x="571500" y="890626"/>
            <a:ext cx="80010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DETALLE DEL PROCESO</a:t>
            </a:r>
            <a:endParaRPr b="0" i="0" sz="1100" u="none" cap="none" strike="noStrike">
              <a:solidFill>
                <a:schemeClr val="dk1"/>
              </a:solidFill>
              <a:latin typeface="Calibri"/>
              <a:ea typeface="Calibri"/>
              <a:cs typeface="Calibri"/>
              <a:sym typeface="Calibri"/>
            </a:endParaRPr>
          </a:p>
        </p:txBody>
      </p:sp>
      <p:sp>
        <p:nvSpPr>
          <p:cNvPr id="374" name="Google Shape;374;p14"/>
          <p:cNvSpPr txBox="1"/>
          <p:nvPr/>
        </p:nvSpPr>
        <p:spPr>
          <a:xfrm>
            <a:off x="571500" y="1174090"/>
            <a:ext cx="800100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a:t>
            </a:r>
            <a:r>
              <a:rPr b="1" i="1" lang="en-US" sz="2100" u="none" cap="none" strike="noStrike">
                <a:solidFill>
                  <a:srgbClr val="2B5BFC"/>
                </a:solidFill>
                <a:latin typeface="Montserrat Black"/>
                <a:ea typeface="Montserrat Black"/>
                <a:cs typeface="Montserrat Black"/>
                <a:sym typeface="Montserrat Black"/>
              </a:rPr>
              <a:t> proceso</a:t>
            </a:r>
            <a:endParaRPr b="0" i="0" sz="2100" u="none" cap="none" strike="noStrike">
              <a:solidFill>
                <a:schemeClr val="dk1"/>
              </a:solidFill>
              <a:latin typeface="Calibri"/>
              <a:ea typeface="Calibri"/>
              <a:cs typeface="Calibri"/>
              <a:sym typeface="Calibri"/>
            </a:endParaRPr>
          </a:p>
        </p:txBody>
      </p:sp>
      <p:sp>
        <p:nvSpPr>
          <p:cNvPr id="375" name="Google Shape;375;p14"/>
          <p:cNvSpPr txBox="1"/>
          <p:nvPr/>
        </p:nvSpPr>
        <p:spPr>
          <a:xfrm>
            <a:off x="571500" y="1539850"/>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000" u="none" cap="none" strike="noStrike">
                <a:solidFill>
                  <a:srgbClr val="000033"/>
                </a:solidFill>
                <a:latin typeface="Montserrat"/>
                <a:ea typeface="Montserrat"/>
                <a:cs typeface="Montserrat"/>
                <a:sym typeface="Montserrat"/>
              </a:rPr>
              <a:t>Cada Etapa cierra con un entregable concreto y verificable.</a:t>
            </a:r>
            <a:endParaRPr b="0" i="0" sz="1000" u="none" cap="none" strike="noStrike">
              <a:solidFill>
                <a:schemeClr val="dk1"/>
              </a:solidFill>
              <a:latin typeface="Calibri"/>
              <a:ea typeface="Calibri"/>
              <a:cs typeface="Calibri"/>
              <a:sym typeface="Calibri"/>
            </a:endParaRPr>
          </a:p>
        </p:txBody>
      </p:sp>
      <p:sp>
        <p:nvSpPr>
          <p:cNvPr id="376" name="Google Shape;376;p14"/>
          <p:cNvSpPr/>
          <p:nvPr/>
        </p:nvSpPr>
        <p:spPr>
          <a:xfrm>
            <a:off x="571500" y="1957050"/>
            <a:ext cx="1863000" cy="2792100"/>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14"/>
          <p:cNvSpPr txBox="1"/>
          <p:nvPr/>
        </p:nvSpPr>
        <p:spPr>
          <a:xfrm>
            <a:off x="772675" y="2043075"/>
            <a:ext cx="1371600" cy="22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ETAPA 1</a:t>
            </a:r>
            <a:endParaRPr b="0" i="0" sz="900" u="none" cap="none" strike="noStrike">
              <a:solidFill>
                <a:schemeClr val="dk1"/>
              </a:solidFill>
              <a:latin typeface="Calibri"/>
              <a:ea typeface="Calibri"/>
              <a:cs typeface="Calibri"/>
              <a:sym typeface="Calibri"/>
            </a:endParaRPr>
          </a:p>
        </p:txBody>
      </p:sp>
      <p:sp>
        <p:nvSpPr>
          <p:cNvPr id="378" name="Google Shape;378;p14"/>
          <p:cNvSpPr txBox="1"/>
          <p:nvPr/>
        </p:nvSpPr>
        <p:spPr>
          <a:xfrm>
            <a:off x="772675" y="2316158"/>
            <a:ext cx="1460700" cy="5463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Etapa</a:t>
            </a:r>
            <a:endParaRPr b="0" i="0" sz="1200" u="none" cap="none" strike="noStrike">
              <a:solidFill>
                <a:schemeClr val="dk1"/>
              </a:solidFill>
              <a:latin typeface="Calibri"/>
              <a:ea typeface="Calibri"/>
              <a:cs typeface="Calibri"/>
              <a:sym typeface="Calibri"/>
            </a:endParaRPr>
          </a:p>
        </p:txBody>
      </p:sp>
      <p:sp>
        <p:nvSpPr>
          <p:cNvPr id="379" name="Google Shape;379;p14"/>
          <p:cNvSpPr txBox="1"/>
          <p:nvPr/>
        </p:nvSpPr>
        <p:spPr>
          <a:xfrm>
            <a:off x="772682" y="2710462"/>
            <a:ext cx="1460700" cy="13380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380" name="Google Shape;380;p14"/>
          <p:cNvSpPr/>
          <p:nvPr/>
        </p:nvSpPr>
        <p:spPr>
          <a:xfrm>
            <a:off x="2617467" y="1957050"/>
            <a:ext cx="1863000" cy="2792100"/>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 name="Google Shape;381;p14"/>
          <p:cNvSpPr txBox="1"/>
          <p:nvPr/>
        </p:nvSpPr>
        <p:spPr>
          <a:xfrm>
            <a:off x="2818642" y="2043075"/>
            <a:ext cx="1371600" cy="22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ETAPA 2</a:t>
            </a:r>
            <a:endParaRPr b="0" i="0" sz="900" u="none" cap="none" strike="noStrike">
              <a:solidFill>
                <a:schemeClr val="dk1"/>
              </a:solidFill>
              <a:latin typeface="Calibri"/>
              <a:ea typeface="Calibri"/>
              <a:cs typeface="Calibri"/>
              <a:sym typeface="Calibri"/>
            </a:endParaRPr>
          </a:p>
        </p:txBody>
      </p:sp>
      <p:sp>
        <p:nvSpPr>
          <p:cNvPr id="382" name="Google Shape;382;p14"/>
          <p:cNvSpPr txBox="1"/>
          <p:nvPr/>
        </p:nvSpPr>
        <p:spPr>
          <a:xfrm>
            <a:off x="2818642" y="2316158"/>
            <a:ext cx="1460700" cy="5463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Etapa</a:t>
            </a:r>
            <a:endParaRPr b="0" i="0" sz="1200" u="none" cap="none" strike="noStrike">
              <a:solidFill>
                <a:schemeClr val="dk1"/>
              </a:solidFill>
              <a:latin typeface="Calibri"/>
              <a:ea typeface="Calibri"/>
              <a:cs typeface="Calibri"/>
              <a:sym typeface="Calibri"/>
            </a:endParaRPr>
          </a:p>
        </p:txBody>
      </p:sp>
      <p:sp>
        <p:nvSpPr>
          <p:cNvPr id="383" name="Google Shape;383;p14"/>
          <p:cNvSpPr txBox="1"/>
          <p:nvPr/>
        </p:nvSpPr>
        <p:spPr>
          <a:xfrm>
            <a:off x="2818637" y="2710462"/>
            <a:ext cx="1460700" cy="13380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384" name="Google Shape;384;p14"/>
          <p:cNvSpPr/>
          <p:nvPr/>
        </p:nvSpPr>
        <p:spPr>
          <a:xfrm>
            <a:off x="4663435" y="1957050"/>
            <a:ext cx="1863000" cy="2792100"/>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 name="Google Shape;385;p14"/>
          <p:cNvSpPr txBox="1"/>
          <p:nvPr/>
        </p:nvSpPr>
        <p:spPr>
          <a:xfrm>
            <a:off x="4864609" y="2043075"/>
            <a:ext cx="1371600" cy="22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ETAPA 3</a:t>
            </a:r>
            <a:endParaRPr b="0" i="0" sz="900" u="none" cap="none" strike="noStrike">
              <a:solidFill>
                <a:schemeClr val="dk1"/>
              </a:solidFill>
              <a:latin typeface="Calibri"/>
              <a:ea typeface="Calibri"/>
              <a:cs typeface="Calibri"/>
              <a:sym typeface="Calibri"/>
            </a:endParaRPr>
          </a:p>
        </p:txBody>
      </p:sp>
      <p:sp>
        <p:nvSpPr>
          <p:cNvPr id="386" name="Google Shape;386;p14"/>
          <p:cNvSpPr txBox="1"/>
          <p:nvPr/>
        </p:nvSpPr>
        <p:spPr>
          <a:xfrm>
            <a:off x="4864609" y="2316158"/>
            <a:ext cx="1460700" cy="5463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Etapa</a:t>
            </a:r>
            <a:endParaRPr b="0" i="0" sz="1200" u="none" cap="none" strike="noStrike">
              <a:solidFill>
                <a:schemeClr val="dk1"/>
              </a:solidFill>
              <a:latin typeface="Calibri"/>
              <a:ea typeface="Calibri"/>
              <a:cs typeface="Calibri"/>
              <a:sym typeface="Calibri"/>
            </a:endParaRPr>
          </a:p>
        </p:txBody>
      </p:sp>
      <p:sp>
        <p:nvSpPr>
          <p:cNvPr id="387" name="Google Shape;387;p14"/>
          <p:cNvSpPr txBox="1"/>
          <p:nvPr/>
        </p:nvSpPr>
        <p:spPr>
          <a:xfrm>
            <a:off x="4864605" y="2710462"/>
            <a:ext cx="1460700" cy="13380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388" name="Google Shape;388;p14"/>
          <p:cNvSpPr/>
          <p:nvPr/>
        </p:nvSpPr>
        <p:spPr>
          <a:xfrm>
            <a:off x="6709402" y="1957050"/>
            <a:ext cx="1863000" cy="2792100"/>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 name="Google Shape;389;p14"/>
          <p:cNvSpPr txBox="1"/>
          <p:nvPr/>
        </p:nvSpPr>
        <p:spPr>
          <a:xfrm>
            <a:off x="6910575" y="2043075"/>
            <a:ext cx="1371600" cy="22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ETAPA 4</a:t>
            </a:r>
            <a:endParaRPr b="0" i="0" sz="900" u="none" cap="none" strike="noStrike">
              <a:solidFill>
                <a:schemeClr val="dk1"/>
              </a:solidFill>
              <a:latin typeface="Calibri"/>
              <a:ea typeface="Calibri"/>
              <a:cs typeface="Calibri"/>
              <a:sym typeface="Calibri"/>
            </a:endParaRPr>
          </a:p>
        </p:txBody>
      </p:sp>
      <p:sp>
        <p:nvSpPr>
          <p:cNvPr id="390" name="Google Shape;390;p14"/>
          <p:cNvSpPr txBox="1"/>
          <p:nvPr/>
        </p:nvSpPr>
        <p:spPr>
          <a:xfrm>
            <a:off x="6910575" y="2316158"/>
            <a:ext cx="1460700" cy="5463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Etapa</a:t>
            </a:r>
            <a:endParaRPr b="0" i="0" sz="1200" u="none" cap="none" strike="noStrike">
              <a:solidFill>
                <a:schemeClr val="dk1"/>
              </a:solidFill>
              <a:latin typeface="Calibri"/>
              <a:ea typeface="Calibri"/>
              <a:cs typeface="Calibri"/>
              <a:sym typeface="Calibri"/>
            </a:endParaRPr>
          </a:p>
        </p:txBody>
      </p:sp>
      <p:sp>
        <p:nvSpPr>
          <p:cNvPr id="391" name="Google Shape;391;p14"/>
          <p:cNvSpPr txBox="1"/>
          <p:nvPr/>
        </p:nvSpPr>
        <p:spPr>
          <a:xfrm>
            <a:off x="6910572" y="2710462"/>
            <a:ext cx="1460700" cy="13380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392" name="Google Shape;392;p14"/>
          <p:cNvSpPr/>
          <p:nvPr/>
        </p:nvSpPr>
        <p:spPr>
          <a:xfrm>
            <a:off x="737600" y="4173725"/>
            <a:ext cx="1604700" cy="4389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 name="Google Shape;393;p14"/>
          <p:cNvSpPr txBox="1"/>
          <p:nvPr/>
        </p:nvSpPr>
        <p:spPr>
          <a:xfrm>
            <a:off x="817025" y="4225252"/>
            <a:ext cx="1445700" cy="83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394" name="Google Shape;394;p14"/>
          <p:cNvSpPr txBox="1"/>
          <p:nvPr/>
        </p:nvSpPr>
        <p:spPr>
          <a:xfrm>
            <a:off x="817025" y="4324015"/>
            <a:ext cx="1445700" cy="186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b="0" i="0" lang="en-US" sz="800" u="none" cap="none" strike="noStrike">
                <a:solidFill>
                  <a:srgbClr val="FFFFFF"/>
                </a:solidFill>
                <a:latin typeface="Montserrat"/>
                <a:ea typeface="Montserrat"/>
                <a:cs typeface="Montserrat"/>
                <a:sym typeface="Montserrat"/>
              </a:rPr>
              <a:t>xxxx</a:t>
            </a:r>
            <a:endParaRPr b="0" i="0" sz="800" u="none" cap="none" strike="noStrike">
              <a:solidFill>
                <a:srgbClr val="000000"/>
              </a:solidFill>
              <a:latin typeface="Calibri"/>
              <a:ea typeface="Calibri"/>
              <a:cs typeface="Calibri"/>
              <a:sym typeface="Calibri"/>
            </a:endParaRPr>
          </a:p>
        </p:txBody>
      </p:sp>
      <p:sp>
        <p:nvSpPr>
          <p:cNvPr id="395" name="Google Shape;395;p14"/>
          <p:cNvSpPr/>
          <p:nvPr/>
        </p:nvSpPr>
        <p:spPr>
          <a:xfrm>
            <a:off x="2753825" y="4173725"/>
            <a:ext cx="1604700" cy="4389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 name="Google Shape;396;p14"/>
          <p:cNvSpPr txBox="1"/>
          <p:nvPr/>
        </p:nvSpPr>
        <p:spPr>
          <a:xfrm>
            <a:off x="2833250" y="4225252"/>
            <a:ext cx="1445700" cy="83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397" name="Google Shape;397;p14"/>
          <p:cNvSpPr txBox="1"/>
          <p:nvPr/>
        </p:nvSpPr>
        <p:spPr>
          <a:xfrm>
            <a:off x="2833250" y="4324015"/>
            <a:ext cx="1445700" cy="186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b="0" i="0" lang="en-US" sz="800" u="none" cap="none" strike="noStrike">
                <a:solidFill>
                  <a:srgbClr val="FFFFFF"/>
                </a:solidFill>
                <a:latin typeface="Montserrat"/>
                <a:ea typeface="Montserrat"/>
                <a:cs typeface="Montserrat"/>
                <a:sym typeface="Montserrat"/>
              </a:rPr>
              <a:t>xxxx</a:t>
            </a:r>
            <a:endParaRPr b="0" i="0" sz="800" u="none" cap="none" strike="noStrike">
              <a:solidFill>
                <a:srgbClr val="000000"/>
              </a:solidFill>
              <a:latin typeface="Calibri"/>
              <a:ea typeface="Calibri"/>
              <a:cs typeface="Calibri"/>
              <a:sym typeface="Calibri"/>
            </a:endParaRPr>
          </a:p>
        </p:txBody>
      </p:sp>
      <p:sp>
        <p:nvSpPr>
          <p:cNvPr id="398" name="Google Shape;398;p14"/>
          <p:cNvSpPr/>
          <p:nvPr/>
        </p:nvSpPr>
        <p:spPr>
          <a:xfrm>
            <a:off x="4835775" y="4173725"/>
            <a:ext cx="1604700" cy="4389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 name="Google Shape;399;p14"/>
          <p:cNvSpPr txBox="1"/>
          <p:nvPr/>
        </p:nvSpPr>
        <p:spPr>
          <a:xfrm>
            <a:off x="4915200" y="4225252"/>
            <a:ext cx="1445700" cy="83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400" name="Google Shape;400;p14"/>
          <p:cNvSpPr txBox="1"/>
          <p:nvPr/>
        </p:nvSpPr>
        <p:spPr>
          <a:xfrm>
            <a:off x="4915200" y="4324015"/>
            <a:ext cx="1445700" cy="186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b="0" i="0" lang="en-US" sz="800" u="none" cap="none" strike="noStrike">
                <a:solidFill>
                  <a:srgbClr val="FFFFFF"/>
                </a:solidFill>
                <a:latin typeface="Montserrat"/>
                <a:ea typeface="Montserrat"/>
                <a:cs typeface="Montserrat"/>
                <a:sym typeface="Montserrat"/>
              </a:rPr>
              <a:t>xxxx</a:t>
            </a:r>
            <a:endParaRPr b="0" i="0" sz="800" u="none" cap="none" strike="noStrike">
              <a:solidFill>
                <a:srgbClr val="000000"/>
              </a:solidFill>
              <a:latin typeface="Calibri"/>
              <a:ea typeface="Calibri"/>
              <a:cs typeface="Calibri"/>
              <a:sym typeface="Calibri"/>
            </a:endParaRPr>
          </a:p>
        </p:txBody>
      </p:sp>
      <p:sp>
        <p:nvSpPr>
          <p:cNvPr id="401" name="Google Shape;401;p14"/>
          <p:cNvSpPr/>
          <p:nvPr/>
        </p:nvSpPr>
        <p:spPr>
          <a:xfrm>
            <a:off x="6845750" y="4173725"/>
            <a:ext cx="1604700" cy="4389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 name="Google Shape;402;p14"/>
          <p:cNvSpPr txBox="1"/>
          <p:nvPr/>
        </p:nvSpPr>
        <p:spPr>
          <a:xfrm>
            <a:off x="6925175" y="4225252"/>
            <a:ext cx="1445700" cy="83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403" name="Google Shape;403;p14"/>
          <p:cNvSpPr txBox="1"/>
          <p:nvPr/>
        </p:nvSpPr>
        <p:spPr>
          <a:xfrm>
            <a:off x="6925175" y="4324015"/>
            <a:ext cx="1445700" cy="186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b="0" i="0" lang="en-US" sz="800" u="none" cap="none" strike="noStrike">
                <a:solidFill>
                  <a:srgbClr val="FFFFFF"/>
                </a:solidFill>
                <a:latin typeface="Montserrat"/>
                <a:ea typeface="Montserrat"/>
                <a:cs typeface="Montserrat"/>
                <a:sym typeface="Montserrat"/>
              </a:rPr>
              <a:t>xxxx</a:t>
            </a:r>
            <a:endParaRPr b="0" i="0" sz="800" u="none" cap="none" strike="noStrike">
              <a:solidFill>
                <a:srgbClr val="000000"/>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408" name="Shape 408"/>
        <p:cNvGrpSpPr/>
        <p:nvPr/>
      </p:nvGrpSpPr>
      <p:grpSpPr>
        <a:xfrm>
          <a:off x="0" y="0"/>
          <a:ext cx="0" cy="0"/>
          <a:chOff x="0" y="0"/>
          <a:chExt cx="0" cy="0"/>
        </a:xfrm>
      </p:grpSpPr>
      <p:pic>
        <p:nvPicPr>
          <p:cNvPr descr="bg_divider.png" id="409" name="Google Shape;409;p13"/>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410" name="Google Shape;410;p13"/>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411" name="Google Shape;411;p13"/>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06</a:t>
            </a:r>
            <a:endParaRPr b="0" i="0" sz="1200" u="none" cap="none" strike="noStrike">
              <a:solidFill>
                <a:schemeClr val="dk1"/>
              </a:solidFill>
              <a:latin typeface="Calibri"/>
              <a:ea typeface="Calibri"/>
              <a:cs typeface="Calibri"/>
              <a:sym typeface="Calibri"/>
            </a:endParaRPr>
          </a:p>
        </p:txBody>
      </p:sp>
      <p:sp>
        <p:nvSpPr>
          <p:cNvPr id="412" name="Google Shape;412;p13"/>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Detalle del</a:t>
            </a:r>
            <a:r>
              <a:rPr b="1" i="1" lang="en-US" sz="4500" u="none" cap="none" strike="noStrike">
                <a:solidFill>
                  <a:srgbClr val="7E99FE"/>
                </a:solidFill>
                <a:latin typeface="Montserrat Black"/>
                <a:ea typeface="Montserrat Black"/>
                <a:cs typeface="Montserrat Black"/>
                <a:sym typeface="Montserrat Black"/>
              </a:rPr>
              <a:t> Proceso</a:t>
            </a:r>
            <a:endParaRPr b="0" i="0" sz="4500" u="none" cap="none" strike="noStrike">
              <a:solidFill>
                <a:schemeClr val="dk1"/>
              </a:solidFill>
              <a:latin typeface="Calibri"/>
              <a:ea typeface="Calibri"/>
              <a:cs typeface="Calibri"/>
              <a:sym typeface="Calibri"/>
            </a:endParaRPr>
          </a:p>
        </p:txBody>
      </p:sp>
      <p:sp>
        <p:nvSpPr>
          <p:cNvPr id="413" name="Google Shape;413;p13"/>
          <p:cNvSpPr txBox="1"/>
          <p:nvPr/>
        </p:nvSpPr>
        <p:spPr>
          <a:xfrm>
            <a:off x="571500" y="3054100"/>
            <a:ext cx="68145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*Número* de etapas (ubicadas en la slide de proceso genera), cada una con su entregable.</a:t>
            </a:r>
            <a:endParaRPr b="0" i="0" sz="1300" u="none" cap="none" strike="noStrike">
              <a:solidFill>
                <a:schemeClr val="dk1"/>
              </a:solidFill>
              <a:latin typeface="Calibri"/>
              <a:ea typeface="Calibri"/>
              <a:cs typeface="Calibri"/>
              <a:sym typeface="Calibri"/>
            </a:endParaRPr>
          </a:p>
        </p:txBody>
      </p:sp>
      <p:sp>
        <p:nvSpPr>
          <p:cNvPr id="414" name="Google Shape;414;p13"/>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19" name="Shape 419"/>
        <p:cNvGrpSpPr/>
        <p:nvPr/>
      </p:nvGrpSpPr>
      <p:grpSpPr>
        <a:xfrm>
          <a:off x="0" y="0"/>
          <a:ext cx="0" cy="0"/>
          <a:chOff x="0" y="0"/>
          <a:chExt cx="0" cy="0"/>
        </a:xfrm>
      </p:grpSpPr>
      <p:sp>
        <p:nvSpPr>
          <p:cNvPr id="420" name="Google Shape;420;p15"/>
          <p:cNvSpPr txBox="1"/>
          <p:nvPr/>
        </p:nvSpPr>
        <p:spPr>
          <a:xfrm>
            <a:off x="571500" y="890626"/>
            <a:ext cx="80010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ETAPA X</a:t>
            </a:r>
            <a:endParaRPr b="0" i="0" sz="1100" u="none" cap="none" strike="noStrike">
              <a:solidFill>
                <a:schemeClr val="dk1"/>
              </a:solidFill>
              <a:latin typeface="Calibri"/>
              <a:ea typeface="Calibri"/>
              <a:cs typeface="Calibri"/>
              <a:sym typeface="Calibri"/>
            </a:endParaRPr>
          </a:p>
        </p:txBody>
      </p:sp>
      <p:sp>
        <p:nvSpPr>
          <p:cNvPr id="421" name="Google Shape;421;p15"/>
          <p:cNvSpPr txBox="1"/>
          <p:nvPr/>
        </p:nvSpPr>
        <p:spPr>
          <a:xfrm>
            <a:off x="571500" y="1159753"/>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etapa</a:t>
            </a:r>
            <a:endParaRPr b="0" i="0" sz="2100" u="none" cap="none" strike="noStrike">
              <a:solidFill>
                <a:schemeClr val="dk1"/>
              </a:solidFill>
              <a:latin typeface="Calibri"/>
              <a:ea typeface="Calibri"/>
              <a:cs typeface="Calibri"/>
              <a:sym typeface="Calibri"/>
            </a:endParaRPr>
          </a:p>
        </p:txBody>
      </p:sp>
      <p:sp>
        <p:nvSpPr>
          <p:cNvPr id="422" name="Google Shape;422;p15"/>
          <p:cNvSpPr txBox="1"/>
          <p:nvPr/>
        </p:nvSpPr>
        <p:spPr>
          <a:xfrm>
            <a:off x="571500" y="1518344"/>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23" name="Google Shape;423;p15"/>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 name="Google Shape;424;p15"/>
          <p:cNvSpPr txBox="1"/>
          <p:nvPr/>
        </p:nvSpPr>
        <p:spPr>
          <a:xfrm>
            <a:off x="681800" y="2007575"/>
            <a:ext cx="34749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25" name="Google Shape;425;p15"/>
          <p:cNvSpPr txBox="1"/>
          <p:nvPr/>
        </p:nvSpPr>
        <p:spPr>
          <a:xfrm>
            <a:off x="681850" y="2210950"/>
            <a:ext cx="34749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
        <p:nvSpPr>
          <p:cNvPr id="426" name="Google Shape;426;p15"/>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 name="Google Shape;427;p15"/>
          <p:cNvSpPr txBox="1"/>
          <p:nvPr/>
        </p:nvSpPr>
        <p:spPr>
          <a:xfrm>
            <a:off x="4493825" y="2018174"/>
            <a:ext cx="22482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28" name="Google Shape;428;p15"/>
          <p:cNvSpPr/>
          <p:nvPr/>
        </p:nvSpPr>
        <p:spPr>
          <a:xfrm>
            <a:off x="557150" y="3996801"/>
            <a:ext cx="8001000" cy="7308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 name="Google Shape;429;p15"/>
          <p:cNvSpPr txBox="1"/>
          <p:nvPr/>
        </p:nvSpPr>
        <p:spPr>
          <a:xfrm>
            <a:off x="790956" y="4051402"/>
            <a:ext cx="1280100" cy="16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30" name="Google Shape;430;p15"/>
          <p:cNvSpPr txBox="1"/>
          <p:nvPr/>
        </p:nvSpPr>
        <p:spPr>
          <a:xfrm>
            <a:off x="790950" y="4260246"/>
            <a:ext cx="7671000" cy="295500"/>
          </a:xfrm>
          <a:prstGeom prst="rect">
            <a:avLst/>
          </a:prstGeom>
          <a:noFill/>
          <a:ln>
            <a:noFill/>
          </a:ln>
        </p:spPr>
        <p:txBody>
          <a:bodyPr anchorCtr="0" anchor="ctr" bIns="0" lIns="0" spcFirstLastPara="1" rIns="0" wrap="square" tIns="0">
            <a:noAutofit/>
          </a:bodyPr>
          <a:lstStyle/>
          <a:p>
            <a:pPr indent="-279400" lvl="0" marL="342900" marR="0" rtl="0" algn="l">
              <a:lnSpc>
                <a:spcPct val="150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50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431" name="Google Shape;431;p15"/>
          <p:cNvPicPr preferRelativeResize="0"/>
          <p:nvPr/>
        </p:nvPicPr>
        <p:blipFill rotWithShape="1">
          <a:blip r:embed="rId3">
            <a:alphaModFix/>
          </a:blip>
          <a:srcRect b="0" l="0" r="18006" t="18093"/>
          <a:stretch/>
        </p:blipFill>
        <p:spPr>
          <a:xfrm>
            <a:off x="6710100" y="1875250"/>
            <a:ext cx="1862400" cy="2038200"/>
          </a:xfrm>
          <a:prstGeom prst="roundRect">
            <a:avLst>
              <a:gd fmla="val 6720" name="adj"/>
            </a:avLst>
          </a:prstGeom>
          <a:noFill/>
          <a:ln>
            <a:noFill/>
          </a:ln>
        </p:spPr>
      </p:pic>
      <p:sp>
        <p:nvSpPr>
          <p:cNvPr id="432" name="Google Shape;432;p15"/>
          <p:cNvSpPr txBox="1"/>
          <p:nvPr/>
        </p:nvSpPr>
        <p:spPr>
          <a:xfrm>
            <a:off x="4522525" y="2210950"/>
            <a:ext cx="20034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37" name="Shape 437"/>
        <p:cNvGrpSpPr/>
        <p:nvPr/>
      </p:nvGrpSpPr>
      <p:grpSpPr>
        <a:xfrm>
          <a:off x="0" y="0"/>
          <a:ext cx="0" cy="0"/>
          <a:chOff x="0" y="0"/>
          <a:chExt cx="0" cy="0"/>
        </a:xfrm>
      </p:grpSpPr>
      <p:sp>
        <p:nvSpPr>
          <p:cNvPr id="438" name="Google Shape;438;g3f8db9ece71_0_58"/>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ETAPA X</a:t>
            </a:r>
            <a:endParaRPr b="0" i="0" sz="1100" u="none" cap="none" strike="noStrike">
              <a:solidFill>
                <a:schemeClr val="dk1"/>
              </a:solidFill>
              <a:latin typeface="Calibri"/>
              <a:ea typeface="Calibri"/>
              <a:cs typeface="Calibri"/>
              <a:sym typeface="Calibri"/>
            </a:endParaRPr>
          </a:p>
        </p:txBody>
      </p:sp>
      <p:sp>
        <p:nvSpPr>
          <p:cNvPr id="439" name="Google Shape;439;g3f8db9ece71_0_58"/>
          <p:cNvSpPr txBox="1"/>
          <p:nvPr/>
        </p:nvSpPr>
        <p:spPr>
          <a:xfrm>
            <a:off x="571500" y="1159753"/>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etapa</a:t>
            </a:r>
            <a:endParaRPr b="0" i="0" sz="2100" u="none" cap="none" strike="noStrike">
              <a:solidFill>
                <a:schemeClr val="dk1"/>
              </a:solidFill>
              <a:latin typeface="Calibri"/>
              <a:ea typeface="Calibri"/>
              <a:cs typeface="Calibri"/>
              <a:sym typeface="Calibri"/>
            </a:endParaRPr>
          </a:p>
        </p:txBody>
      </p:sp>
      <p:sp>
        <p:nvSpPr>
          <p:cNvPr id="440" name="Google Shape;440;g3f8db9ece71_0_58"/>
          <p:cNvSpPr txBox="1"/>
          <p:nvPr/>
        </p:nvSpPr>
        <p:spPr>
          <a:xfrm>
            <a:off x="571500" y="1518344"/>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41" name="Google Shape;441;g3f8db9ece71_0_58"/>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 name="Google Shape;442;g3f8db9ece71_0_58"/>
          <p:cNvSpPr txBox="1"/>
          <p:nvPr/>
        </p:nvSpPr>
        <p:spPr>
          <a:xfrm>
            <a:off x="681800" y="2007575"/>
            <a:ext cx="34749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43" name="Google Shape;443;g3f8db9ece71_0_58"/>
          <p:cNvSpPr txBox="1"/>
          <p:nvPr/>
        </p:nvSpPr>
        <p:spPr>
          <a:xfrm>
            <a:off x="681850" y="2210950"/>
            <a:ext cx="34749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
        <p:nvSpPr>
          <p:cNvPr id="444" name="Google Shape;444;g3f8db9ece71_0_58"/>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 name="Google Shape;445;g3f8db9ece71_0_58"/>
          <p:cNvSpPr txBox="1"/>
          <p:nvPr/>
        </p:nvSpPr>
        <p:spPr>
          <a:xfrm>
            <a:off x="4493825" y="2018174"/>
            <a:ext cx="22482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46" name="Google Shape;446;g3f8db9ece71_0_58"/>
          <p:cNvSpPr/>
          <p:nvPr/>
        </p:nvSpPr>
        <p:spPr>
          <a:xfrm>
            <a:off x="557150" y="3996801"/>
            <a:ext cx="8001000" cy="7308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 name="Google Shape;447;g3f8db9ece71_0_58"/>
          <p:cNvSpPr txBox="1"/>
          <p:nvPr/>
        </p:nvSpPr>
        <p:spPr>
          <a:xfrm>
            <a:off x="790956" y="4051402"/>
            <a:ext cx="1280100" cy="16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48" name="Google Shape;448;g3f8db9ece71_0_58"/>
          <p:cNvSpPr txBox="1"/>
          <p:nvPr/>
        </p:nvSpPr>
        <p:spPr>
          <a:xfrm>
            <a:off x="790950" y="4260246"/>
            <a:ext cx="7671000" cy="295500"/>
          </a:xfrm>
          <a:prstGeom prst="rect">
            <a:avLst/>
          </a:prstGeom>
          <a:noFill/>
          <a:ln>
            <a:noFill/>
          </a:ln>
        </p:spPr>
        <p:txBody>
          <a:bodyPr anchorCtr="0" anchor="ctr" bIns="0" lIns="0" spcFirstLastPara="1" rIns="0" wrap="square" tIns="0">
            <a:noAutofit/>
          </a:bodyPr>
          <a:lstStyle/>
          <a:p>
            <a:pPr indent="-279400" lvl="0" marL="342900" marR="0" rtl="0" algn="l">
              <a:lnSpc>
                <a:spcPct val="150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50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449" name="Google Shape;449;g3f8db9ece71_0_58"/>
          <p:cNvPicPr preferRelativeResize="0"/>
          <p:nvPr/>
        </p:nvPicPr>
        <p:blipFill rotWithShape="1">
          <a:blip r:embed="rId3">
            <a:alphaModFix/>
          </a:blip>
          <a:srcRect b="0" l="0" r="18006" t="18093"/>
          <a:stretch/>
        </p:blipFill>
        <p:spPr>
          <a:xfrm>
            <a:off x="6710100" y="1875250"/>
            <a:ext cx="1862400" cy="2038200"/>
          </a:xfrm>
          <a:prstGeom prst="roundRect">
            <a:avLst>
              <a:gd fmla="val 6720" name="adj"/>
            </a:avLst>
          </a:prstGeom>
          <a:noFill/>
          <a:ln>
            <a:noFill/>
          </a:ln>
        </p:spPr>
      </p:pic>
      <p:sp>
        <p:nvSpPr>
          <p:cNvPr id="450" name="Google Shape;450;g3f8db9ece71_0_58"/>
          <p:cNvSpPr txBox="1"/>
          <p:nvPr/>
        </p:nvSpPr>
        <p:spPr>
          <a:xfrm>
            <a:off x="4522525" y="2210950"/>
            <a:ext cx="20034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55" name="Shape 455"/>
        <p:cNvGrpSpPr/>
        <p:nvPr/>
      </p:nvGrpSpPr>
      <p:grpSpPr>
        <a:xfrm>
          <a:off x="0" y="0"/>
          <a:ext cx="0" cy="0"/>
          <a:chOff x="0" y="0"/>
          <a:chExt cx="0" cy="0"/>
        </a:xfrm>
      </p:grpSpPr>
      <p:sp>
        <p:nvSpPr>
          <p:cNvPr id="456" name="Google Shape;456;g3f8db9ece71_0_75"/>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ETAPA X</a:t>
            </a:r>
            <a:endParaRPr b="0" i="0" sz="1100" u="none" cap="none" strike="noStrike">
              <a:solidFill>
                <a:schemeClr val="dk1"/>
              </a:solidFill>
              <a:latin typeface="Calibri"/>
              <a:ea typeface="Calibri"/>
              <a:cs typeface="Calibri"/>
              <a:sym typeface="Calibri"/>
            </a:endParaRPr>
          </a:p>
        </p:txBody>
      </p:sp>
      <p:sp>
        <p:nvSpPr>
          <p:cNvPr id="457" name="Google Shape;457;g3f8db9ece71_0_75"/>
          <p:cNvSpPr txBox="1"/>
          <p:nvPr/>
        </p:nvSpPr>
        <p:spPr>
          <a:xfrm>
            <a:off x="571500" y="1159753"/>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etapa</a:t>
            </a:r>
            <a:endParaRPr b="0" i="0" sz="2100" u="none" cap="none" strike="noStrike">
              <a:solidFill>
                <a:schemeClr val="dk1"/>
              </a:solidFill>
              <a:latin typeface="Calibri"/>
              <a:ea typeface="Calibri"/>
              <a:cs typeface="Calibri"/>
              <a:sym typeface="Calibri"/>
            </a:endParaRPr>
          </a:p>
        </p:txBody>
      </p:sp>
      <p:sp>
        <p:nvSpPr>
          <p:cNvPr id="458" name="Google Shape;458;g3f8db9ece71_0_75"/>
          <p:cNvSpPr txBox="1"/>
          <p:nvPr/>
        </p:nvSpPr>
        <p:spPr>
          <a:xfrm>
            <a:off x="571500" y="1518344"/>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59" name="Google Shape;459;g3f8db9ece71_0_75"/>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 name="Google Shape;460;g3f8db9ece71_0_75"/>
          <p:cNvSpPr txBox="1"/>
          <p:nvPr/>
        </p:nvSpPr>
        <p:spPr>
          <a:xfrm>
            <a:off x="681800" y="2007575"/>
            <a:ext cx="34749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61" name="Google Shape;461;g3f8db9ece71_0_75"/>
          <p:cNvSpPr txBox="1"/>
          <p:nvPr/>
        </p:nvSpPr>
        <p:spPr>
          <a:xfrm>
            <a:off x="681850" y="2210950"/>
            <a:ext cx="34749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
        <p:nvSpPr>
          <p:cNvPr id="462" name="Google Shape;462;g3f8db9ece71_0_75"/>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 name="Google Shape;463;g3f8db9ece71_0_75"/>
          <p:cNvSpPr txBox="1"/>
          <p:nvPr/>
        </p:nvSpPr>
        <p:spPr>
          <a:xfrm>
            <a:off x="4493825" y="2018174"/>
            <a:ext cx="22482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64" name="Google Shape;464;g3f8db9ece71_0_75"/>
          <p:cNvSpPr/>
          <p:nvPr/>
        </p:nvSpPr>
        <p:spPr>
          <a:xfrm>
            <a:off x="557150" y="3996801"/>
            <a:ext cx="8001000" cy="7308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 name="Google Shape;465;g3f8db9ece71_0_75"/>
          <p:cNvSpPr txBox="1"/>
          <p:nvPr/>
        </p:nvSpPr>
        <p:spPr>
          <a:xfrm>
            <a:off x="790956" y="4051402"/>
            <a:ext cx="1280100" cy="16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66" name="Google Shape;466;g3f8db9ece71_0_75"/>
          <p:cNvSpPr txBox="1"/>
          <p:nvPr/>
        </p:nvSpPr>
        <p:spPr>
          <a:xfrm>
            <a:off x="790950" y="4260246"/>
            <a:ext cx="7671000" cy="295500"/>
          </a:xfrm>
          <a:prstGeom prst="rect">
            <a:avLst/>
          </a:prstGeom>
          <a:noFill/>
          <a:ln>
            <a:noFill/>
          </a:ln>
        </p:spPr>
        <p:txBody>
          <a:bodyPr anchorCtr="0" anchor="ctr" bIns="0" lIns="0" spcFirstLastPara="1" rIns="0" wrap="square" tIns="0">
            <a:noAutofit/>
          </a:bodyPr>
          <a:lstStyle/>
          <a:p>
            <a:pPr indent="-279400" lvl="0" marL="342900" marR="0" rtl="0" algn="l">
              <a:lnSpc>
                <a:spcPct val="150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50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467" name="Google Shape;467;g3f8db9ece71_0_75"/>
          <p:cNvPicPr preferRelativeResize="0"/>
          <p:nvPr/>
        </p:nvPicPr>
        <p:blipFill rotWithShape="1">
          <a:blip r:embed="rId3">
            <a:alphaModFix/>
          </a:blip>
          <a:srcRect b="0" l="0" r="18006" t="18093"/>
          <a:stretch/>
        </p:blipFill>
        <p:spPr>
          <a:xfrm>
            <a:off x="6710100" y="1875250"/>
            <a:ext cx="1862400" cy="2038200"/>
          </a:xfrm>
          <a:prstGeom prst="roundRect">
            <a:avLst>
              <a:gd fmla="val 6720" name="adj"/>
            </a:avLst>
          </a:prstGeom>
          <a:noFill/>
          <a:ln>
            <a:noFill/>
          </a:ln>
        </p:spPr>
      </p:pic>
      <p:sp>
        <p:nvSpPr>
          <p:cNvPr id="468" name="Google Shape;468;g3f8db9ece71_0_75"/>
          <p:cNvSpPr txBox="1"/>
          <p:nvPr/>
        </p:nvSpPr>
        <p:spPr>
          <a:xfrm>
            <a:off x="4522525" y="2210950"/>
            <a:ext cx="20034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73" name="Shape 473"/>
        <p:cNvGrpSpPr/>
        <p:nvPr/>
      </p:nvGrpSpPr>
      <p:grpSpPr>
        <a:xfrm>
          <a:off x="0" y="0"/>
          <a:ext cx="0" cy="0"/>
          <a:chOff x="0" y="0"/>
          <a:chExt cx="0" cy="0"/>
        </a:xfrm>
      </p:grpSpPr>
      <p:sp>
        <p:nvSpPr>
          <p:cNvPr id="474" name="Google Shape;474;g3f8db9ece71_0_92"/>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ETAPA X</a:t>
            </a:r>
            <a:endParaRPr b="0" i="0" sz="1100" u="none" cap="none" strike="noStrike">
              <a:solidFill>
                <a:schemeClr val="dk1"/>
              </a:solidFill>
              <a:latin typeface="Calibri"/>
              <a:ea typeface="Calibri"/>
              <a:cs typeface="Calibri"/>
              <a:sym typeface="Calibri"/>
            </a:endParaRPr>
          </a:p>
        </p:txBody>
      </p:sp>
      <p:sp>
        <p:nvSpPr>
          <p:cNvPr id="475" name="Google Shape;475;g3f8db9ece71_0_92"/>
          <p:cNvSpPr txBox="1"/>
          <p:nvPr/>
        </p:nvSpPr>
        <p:spPr>
          <a:xfrm>
            <a:off x="571500" y="1159753"/>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etapa</a:t>
            </a:r>
            <a:endParaRPr b="0" i="0" sz="2100" u="none" cap="none" strike="noStrike">
              <a:solidFill>
                <a:schemeClr val="dk1"/>
              </a:solidFill>
              <a:latin typeface="Calibri"/>
              <a:ea typeface="Calibri"/>
              <a:cs typeface="Calibri"/>
              <a:sym typeface="Calibri"/>
            </a:endParaRPr>
          </a:p>
        </p:txBody>
      </p:sp>
      <p:sp>
        <p:nvSpPr>
          <p:cNvPr id="476" name="Google Shape;476;g3f8db9ece71_0_92"/>
          <p:cNvSpPr txBox="1"/>
          <p:nvPr/>
        </p:nvSpPr>
        <p:spPr>
          <a:xfrm>
            <a:off x="571500" y="1518344"/>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77" name="Google Shape;477;g3f8db9ece71_0_92"/>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 name="Google Shape;478;g3f8db9ece71_0_92"/>
          <p:cNvSpPr txBox="1"/>
          <p:nvPr/>
        </p:nvSpPr>
        <p:spPr>
          <a:xfrm>
            <a:off x="681800" y="2007575"/>
            <a:ext cx="34749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79" name="Google Shape;479;g3f8db9ece71_0_92"/>
          <p:cNvSpPr txBox="1"/>
          <p:nvPr/>
        </p:nvSpPr>
        <p:spPr>
          <a:xfrm>
            <a:off x="681850" y="2210950"/>
            <a:ext cx="34749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
        <p:nvSpPr>
          <p:cNvPr id="480" name="Google Shape;480;g3f8db9ece71_0_92"/>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 name="Google Shape;481;g3f8db9ece71_0_92"/>
          <p:cNvSpPr txBox="1"/>
          <p:nvPr/>
        </p:nvSpPr>
        <p:spPr>
          <a:xfrm>
            <a:off x="4493825" y="2018174"/>
            <a:ext cx="22482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82" name="Google Shape;482;g3f8db9ece71_0_92"/>
          <p:cNvSpPr/>
          <p:nvPr/>
        </p:nvSpPr>
        <p:spPr>
          <a:xfrm>
            <a:off x="557150" y="3996801"/>
            <a:ext cx="8001000" cy="7308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 name="Google Shape;483;g3f8db9ece71_0_92"/>
          <p:cNvSpPr txBox="1"/>
          <p:nvPr/>
        </p:nvSpPr>
        <p:spPr>
          <a:xfrm>
            <a:off x="790956" y="4051402"/>
            <a:ext cx="1280100" cy="16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84" name="Google Shape;484;g3f8db9ece71_0_92"/>
          <p:cNvSpPr txBox="1"/>
          <p:nvPr/>
        </p:nvSpPr>
        <p:spPr>
          <a:xfrm>
            <a:off x="790950" y="4260246"/>
            <a:ext cx="7671000" cy="295500"/>
          </a:xfrm>
          <a:prstGeom prst="rect">
            <a:avLst/>
          </a:prstGeom>
          <a:noFill/>
          <a:ln>
            <a:noFill/>
          </a:ln>
        </p:spPr>
        <p:txBody>
          <a:bodyPr anchorCtr="0" anchor="ctr" bIns="0" lIns="0" spcFirstLastPara="1" rIns="0" wrap="square" tIns="0">
            <a:noAutofit/>
          </a:bodyPr>
          <a:lstStyle/>
          <a:p>
            <a:pPr indent="-279400" lvl="0" marL="342900" marR="0" rtl="0" algn="l">
              <a:lnSpc>
                <a:spcPct val="150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50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485" name="Google Shape;485;g3f8db9ece71_0_92"/>
          <p:cNvPicPr preferRelativeResize="0"/>
          <p:nvPr/>
        </p:nvPicPr>
        <p:blipFill rotWithShape="1">
          <a:blip r:embed="rId3">
            <a:alphaModFix/>
          </a:blip>
          <a:srcRect b="0" l="0" r="18006" t="18093"/>
          <a:stretch/>
        </p:blipFill>
        <p:spPr>
          <a:xfrm>
            <a:off x="6710100" y="1875250"/>
            <a:ext cx="1862400" cy="2038200"/>
          </a:xfrm>
          <a:prstGeom prst="roundRect">
            <a:avLst>
              <a:gd fmla="val 6720" name="adj"/>
            </a:avLst>
          </a:prstGeom>
          <a:noFill/>
          <a:ln>
            <a:noFill/>
          </a:ln>
        </p:spPr>
      </p:pic>
      <p:sp>
        <p:nvSpPr>
          <p:cNvPr id="486" name="Google Shape;486;g3f8db9ece71_0_92"/>
          <p:cNvSpPr txBox="1"/>
          <p:nvPr/>
        </p:nvSpPr>
        <p:spPr>
          <a:xfrm>
            <a:off x="4522525" y="2210950"/>
            <a:ext cx="20034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1" name="Shape 491"/>
        <p:cNvGrpSpPr/>
        <p:nvPr/>
      </p:nvGrpSpPr>
      <p:grpSpPr>
        <a:xfrm>
          <a:off x="0" y="0"/>
          <a:ext cx="0" cy="0"/>
          <a:chOff x="0" y="0"/>
          <a:chExt cx="0" cy="0"/>
        </a:xfrm>
      </p:grpSpPr>
      <p:sp>
        <p:nvSpPr>
          <p:cNvPr id="492" name="Google Shape;492;p24"/>
          <p:cNvSpPr/>
          <p:nvPr/>
        </p:nvSpPr>
        <p:spPr>
          <a:xfrm>
            <a:off x="0" y="0"/>
            <a:ext cx="9144000" cy="5143500"/>
          </a:xfrm>
          <a:prstGeom prst="rect">
            <a:avLst/>
          </a:prstGeom>
          <a:solidFill>
            <a:srgbClr val="000033"/>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93" name="Google Shape;493;p24"/>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preencoded.png" id="494" name="Google Shape;494;p24"/>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495" name="Google Shape;495;p24"/>
          <p:cNvPicPr preferRelativeResize="0"/>
          <p:nvPr/>
        </p:nvPicPr>
        <p:blipFill rotWithShape="1">
          <a:blip r:embed="rId5">
            <a:alphaModFix/>
          </a:blip>
          <a:srcRect b="0" l="0" r="0" t="0"/>
          <a:stretch/>
        </p:blipFill>
        <p:spPr>
          <a:xfrm>
            <a:off x="0" y="0"/>
            <a:ext cx="9143998" cy="5143501"/>
          </a:xfrm>
          <a:prstGeom prst="rect">
            <a:avLst/>
          </a:prstGeom>
          <a:noFill/>
          <a:ln>
            <a:noFill/>
          </a:ln>
        </p:spPr>
      </p:pic>
      <p:sp>
        <p:nvSpPr>
          <p:cNvPr id="496" name="Google Shape;496;p24"/>
          <p:cNvSpPr/>
          <p:nvPr/>
        </p:nvSpPr>
        <p:spPr>
          <a:xfrm>
            <a:off x="571500" y="4593432"/>
            <a:ext cx="12810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 </a:t>
            </a:r>
            <a:endParaRPr b="0" i="0" sz="1100" u="none" cap="none" strike="noStrike">
              <a:solidFill>
                <a:schemeClr val="dk1"/>
              </a:solidFill>
              <a:latin typeface="Calibri"/>
              <a:ea typeface="Calibri"/>
              <a:cs typeface="Calibri"/>
              <a:sym typeface="Calibri"/>
            </a:endParaRPr>
          </a:p>
        </p:txBody>
      </p:sp>
      <p:sp>
        <p:nvSpPr>
          <p:cNvPr id="497" name="Google Shape;497;p24"/>
          <p:cNvSpPr/>
          <p:nvPr/>
        </p:nvSpPr>
        <p:spPr>
          <a:xfrm>
            <a:off x="1676144"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FFFFFF"/>
              </a:buClr>
              <a:buSzPts val="300"/>
              <a:buFont typeface="Montserrat SemiBold"/>
              <a:buNone/>
            </a:pPr>
            <a:r>
              <a:rPr b="1" i="0" lang="en-US" sz="300" u="none" cap="none" strike="noStrike">
                <a:solidFill>
                  <a:srgbClr val="FFFFFF"/>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498" name="Google Shape;498;p24"/>
          <p:cNvSpPr/>
          <p:nvPr/>
        </p:nvSpPr>
        <p:spPr>
          <a:xfrm>
            <a:off x="571500" y="1762581"/>
            <a:ext cx="11001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C5D5F7"/>
              </a:buClr>
              <a:buSzPts val="1200"/>
              <a:buFont typeface="Montserrat"/>
              <a:buNone/>
            </a:pPr>
            <a:r>
              <a:rPr b="1" i="0" lang="en-US" sz="1200" u="none" cap="none" strike="noStrike">
                <a:solidFill>
                  <a:srgbClr val="C5D5F7"/>
                </a:solidFill>
                <a:latin typeface="Montserrat"/>
                <a:ea typeface="Montserrat"/>
                <a:cs typeface="Montserrat"/>
                <a:sym typeface="Montserrat"/>
              </a:rPr>
              <a:t>SECCIÓN 07 </a:t>
            </a:r>
            <a:endParaRPr b="0" i="0" sz="1200" u="none" cap="none" strike="noStrike">
              <a:solidFill>
                <a:schemeClr val="dk1"/>
              </a:solidFill>
              <a:latin typeface="Calibri"/>
              <a:ea typeface="Calibri"/>
              <a:cs typeface="Calibri"/>
              <a:sym typeface="Calibri"/>
            </a:endParaRPr>
          </a:p>
        </p:txBody>
      </p:sp>
      <p:sp>
        <p:nvSpPr>
          <p:cNvPr id="499" name="Google Shape;499;p24"/>
          <p:cNvSpPr/>
          <p:nvPr/>
        </p:nvSpPr>
        <p:spPr>
          <a:xfrm>
            <a:off x="571500" y="2988925"/>
            <a:ext cx="5196000" cy="485700"/>
          </a:xfrm>
          <a:prstGeom prst="rect">
            <a:avLst/>
          </a:prstGeom>
          <a:noFill/>
          <a:ln>
            <a:noFill/>
          </a:ln>
        </p:spPr>
        <p:txBody>
          <a:bodyPr anchorCtr="0" anchor="t" bIns="0" lIns="0" spcFirstLastPara="1" rIns="0" wrap="square" tIns="0">
            <a:noAutofit/>
          </a:bodyPr>
          <a:lstStyle/>
          <a:p>
            <a:pPr indent="0" lvl="0" marL="0" marR="0" rtl="0" algn="l">
              <a:lnSpc>
                <a:spcPct val="105843"/>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Planificación temporal y propuestas de inversión económica estimadas para el desarrollo del proyecto. </a:t>
            </a:r>
            <a:endParaRPr b="0" i="0" sz="1300" u="none" cap="none" strike="noStrike">
              <a:solidFill>
                <a:schemeClr val="dk1"/>
              </a:solidFill>
              <a:latin typeface="Calibri"/>
              <a:ea typeface="Calibri"/>
              <a:cs typeface="Calibri"/>
              <a:sym typeface="Calibri"/>
            </a:endParaRPr>
          </a:p>
        </p:txBody>
      </p:sp>
      <p:sp>
        <p:nvSpPr>
          <p:cNvPr id="500" name="Google Shape;500;p24"/>
          <p:cNvSpPr/>
          <p:nvPr/>
        </p:nvSpPr>
        <p:spPr>
          <a:xfrm>
            <a:off x="571500" y="2155488"/>
            <a:ext cx="7839000" cy="695400"/>
          </a:xfrm>
          <a:prstGeom prst="rect">
            <a:avLst/>
          </a:prstGeom>
          <a:noFill/>
          <a:ln>
            <a:noFill/>
          </a:ln>
        </p:spPr>
        <p:txBody>
          <a:bodyPr anchorCtr="0" anchor="t" bIns="0" lIns="0" spcFirstLastPara="1" rIns="0" wrap="square" tIns="0">
            <a:noAutofit/>
          </a:bodyPr>
          <a:lstStyle/>
          <a:p>
            <a:pPr indent="0" lvl="0" marL="0" marR="0" rtl="0" algn="l">
              <a:lnSpc>
                <a:spcPct val="88188"/>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Cronograma </a:t>
            </a:r>
            <a:endParaRPr b="0" i="0" sz="45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505" name="Shape 505"/>
        <p:cNvGrpSpPr/>
        <p:nvPr/>
      </p:nvGrpSpPr>
      <p:grpSpPr>
        <a:xfrm>
          <a:off x="0" y="0"/>
          <a:ext cx="0" cy="0"/>
          <a:chOff x="0" y="0"/>
          <a:chExt cx="0" cy="0"/>
        </a:xfrm>
      </p:grpSpPr>
      <p:sp>
        <p:nvSpPr>
          <p:cNvPr id="506" name="Google Shape;506;p25"/>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507" name="Google Shape;507;p25"/>
          <p:cNvSpPr/>
          <p:nvPr/>
        </p:nvSpPr>
        <p:spPr>
          <a:xfrm>
            <a:off x="590550" y="933450"/>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i="0" lang="en-US" sz="1700" u="none" cap="none" strike="noStrike">
                <a:solidFill>
                  <a:srgbClr val="000033"/>
                </a:solidFill>
                <a:latin typeface="Montserrat ExtraBold"/>
                <a:ea typeface="Montserrat ExtraBold"/>
                <a:cs typeface="Montserrat ExtraBold"/>
                <a:sym typeface="Montserrat ExtraBold"/>
              </a:rPr>
              <a:t>Cronograma e </a:t>
            </a:r>
            <a:r>
              <a:rPr b="1" i="0" lang="en-US" sz="1700" u="none" cap="none" strike="noStrike">
                <a:solidFill>
                  <a:srgbClr val="2B5BFC"/>
                </a:solidFill>
                <a:latin typeface="Montserrat ExtraBold"/>
                <a:ea typeface="Montserrat ExtraBold"/>
                <a:cs typeface="Montserrat ExtraBold"/>
                <a:sym typeface="Montserrat ExtraBold"/>
              </a:rPr>
              <a:t>Inversión</a:t>
            </a:r>
            <a:endParaRPr b="0" i="0" sz="1700" u="none" cap="none" strike="noStrike">
              <a:solidFill>
                <a:srgbClr val="2B5BFC"/>
              </a:solidFill>
              <a:latin typeface="Calibri"/>
              <a:ea typeface="Calibri"/>
              <a:cs typeface="Calibri"/>
              <a:sym typeface="Calibri"/>
            </a:endParaRPr>
          </a:p>
        </p:txBody>
      </p:sp>
      <p:sp>
        <p:nvSpPr>
          <p:cNvPr id="508" name="Google Shape;508;p25"/>
          <p:cNvSpPr/>
          <p:nvPr/>
        </p:nvSpPr>
        <p:spPr>
          <a:xfrm>
            <a:off x="571500" y="1339350"/>
            <a:ext cx="8001000" cy="22899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 name="Google Shape;509;p25"/>
          <p:cNvSpPr txBox="1"/>
          <p:nvPr/>
        </p:nvSpPr>
        <p:spPr>
          <a:xfrm>
            <a:off x="3223260"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10" name="Google Shape;510;p25"/>
          <p:cNvSpPr txBox="1"/>
          <p:nvPr/>
        </p:nvSpPr>
        <p:spPr>
          <a:xfrm>
            <a:off x="4501134"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11" name="Google Shape;511;p25"/>
          <p:cNvSpPr txBox="1"/>
          <p:nvPr/>
        </p:nvSpPr>
        <p:spPr>
          <a:xfrm>
            <a:off x="5779008"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12" name="Google Shape;512;p25"/>
          <p:cNvSpPr txBox="1"/>
          <p:nvPr/>
        </p:nvSpPr>
        <p:spPr>
          <a:xfrm>
            <a:off x="7056882"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13" name="Google Shape;513;p25"/>
          <p:cNvSpPr/>
          <p:nvPr/>
        </p:nvSpPr>
        <p:spPr>
          <a:xfrm>
            <a:off x="809244" y="1743468"/>
            <a:ext cx="7525500" cy="69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25"/>
          <p:cNvSpPr txBox="1"/>
          <p:nvPr/>
        </p:nvSpPr>
        <p:spPr>
          <a:xfrm>
            <a:off x="809250" y="1850900"/>
            <a:ext cx="2286000" cy="21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Etapa 1 · Nombre</a:t>
            </a:r>
            <a:endParaRPr b="0" i="0" sz="1000" u="none" cap="none" strike="noStrike">
              <a:solidFill>
                <a:schemeClr val="dk1"/>
              </a:solidFill>
              <a:latin typeface="Calibri"/>
              <a:ea typeface="Calibri"/>
              <a:cs typeface="Calibri"/>
              <a:sym typeface="Calibri"/>
            </a:endParaRPr>
          </a:p>
        </p:txBody>
      </p:sp>
      <p:sp>
        <p:nvSpPr>
          <p:cNvPr id="515" name="Google Shape;515;p25"/>
          <p:cNvSpPr/>
          <p:nvPr/>
        </p:nvSpPr>
        <p:spPr>
          <a:xfrm>
            <a:off x="3223260" y="1945527"/>
            <a:ext cx="1788900" cy="1854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25"/>
          <p:cNvSpPr/>
          <p:nvPr/>
        </p:nvSpPr>
        <p:spPr>
          <a:xfrm>
            <a:off x="809244" y="2231777"/>
            <a:ext cx="7525500" cy="69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 name="Google Shape;517;p25"/>
          <p:cNvSpPr txBox="1"/>
          <p:nvPr/>
        </p:nvSpPr>
        <p:spPr>
          <a:xfrm>
            <a:off x="809250" y="2294205"/>
            <a:ext cx="2286000" cy="21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Etapa 2 · Nombre</a:t>
            </a:r>
            <a:endParaRPr b="0" i="0" sz="1000" u="none" cap="none" strike="noStrike">
              <a:solidFill>
                <a:schemeClr val="dk1"/>
              </a:solidFill>
              <a:latin typeface="Calibri"/>
              <a:ea typeface="Calibri"/>
              <a:cs typeface="Calibri"/>
              <a:sym typeface="Calibri"/>
            </a:endParaRPr>
          </a:p>
        </p:txBody>
      </p:sp>
      <p:sp>
        <p:nvSpPr>
          <p:cNvPr id="518" name="Google Shape;518;p25"/>
          <p:cNvSpPr/>
          <p:nvPr/>
        </p:nvSpPr>
        <p:spPr>
          <a:xfrm>
            <a:off x="4501134" y="2366483"/>
            <a:ext cx="2044500" cy="1854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 name="Google Shape;519;p25"/>
          <p:cNvSpPr/>
          <p:nvPr/>
        </p:nvSpPr>
        <p:spPr>
          <a:xfrm>
            <a:off x="809244" y="2652733"/>
            <a:ext cx="7525500" cy="69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 name="Google Shape;520;p25"/>
          <p:cNvSpPr txBox="1"/>
          <p:nvPr/>
        </p:nvSpPr>
        <p:spPr>
          <a:xfrm>
            <a:off x="809250" y="2737510"/>
            <a:ext cx="2286000" cy="21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Etapa 3 · Nombre</a:t>
            </a:r>
            <a:endParaRPr b="0" i="0" sz="1000" u="none" cap="none" strike="noStrike">
              <a:solidFill>
                <a:schemeClr val="dk1"/>
              </a:solidFill>
              <a:latin typeface="Calibri"/>
              <a:ea typeface="Calibri"/>
              <a:cs typeface="Calibri"/>
              <a:sym typeface="Calibri"/>
            </a:endParaRPr>
          </a:p>
        </p:txBody>
      </p:sp>
      <p:sp>
        <p:nvSpPr>
          <p:cNvPr id="521" name="Google Shape;521;p25"/>
          <p:cNvSpPr/>
          <p:nvPr/>
        </p:nvSpPr>
        <p:spPr>
          <a:xfrm>
            <a:off x="6034583" y="2787439"/>
            <a:ext cx="1788900" cy="1854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25"/>
          <p:cNvSpPr/>
          <p:nvPr/>
        </p:nvSpPr>
        <p:spPr>
          <a:xfrm>
            <a:off x="809244" y="3073689"/>
            <a:ext cx="7525500" cy="69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 name="Google Shape;523;p25"/>
          <p:cNvSpPr txBox="1"/>
          <p:nvPr/>
        </p:nvSpPr>
        <p:spPr>
          <a:xfrm>
            <a:off x="809250" y="3180815"/>
            <a:ext cx="2286000" cy="21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Etapa 4 · Nombre</a:t>
            </a:r>
            <a:endParaRPr b="0" i="0" sz="1000" u="none" cap="none" strike="noStrike">
              <a:solidFill>
                <a:schemeClr val="dk1"/>
              </a:solidFill>
              <a:latin typeface="Calibri"/>
              <a:ea typeface="Calibri"/>
              <a:cs typeface="Calibri"/>
              <a:sym typeface="Calibri"/>
            </a:endParaRPr>
          </a:p>
        </p:txBody>
      </p:sp>
      <p:sp>
        <p:nvSpPr>
          <p:cNvPr id="524" name="Google Shape;524;p25"/>
          <p:cNvSpPr/>
          <p:nvPr/>
        </p:nvSpPr>
        <p:spPr>
          <a:xfrm>
            <a:off x="7312457" y="3208395"/>
            <a:ext cx="1022400" cy="185400"/>
          </a:xfrm>
          <a:prstGeom prst="roundRect">
            <a:avLst>
              <a:gd fmla="val 50000" name="adj"/>
            </a:avLst>
          </a:prstGeom>
          <a:solidFill>
            <a:srgbClr val="00003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25"/>
          <p:cNvSpPr/>
          <p:nvPr/>
        </p:nvSpPr>
        <p:spPr>
          <a:xfrm>
            <a:off x="586550" y="4039956"/>
            <a:ext cx="799200" cy="193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549"/>
              <a:buFont typeface="Calibri"/>
              <a:buNone/>
            </a:pPr>
            <a:r>
              <a:rPr b="1" i="0" lang="en-US" sz="549" u="none" cap="none" strike="noStrike">
                <a:solidFill>
                  <a:srgbClr val="000033"/>
                </a:solidFill>
                <a:latin typeface="Montserrat"/>
                <a:ea typeface="Montserrat"/>
                <a:cs typeface="Montserrat"/>
                <a:sym typeface="Montserrat"/>
              </a:rPr>
              <a:t>HITOS DE CONTROL</a:t>
            </a:r>
            <a:endParaRPr b="0" i="0" sz="549" u="none" cap="none" strike="noStrike">
              <a:solidFill>
                <a:srgbClr val="000033"/>
              </a:solidFill>
              <a:latin typeface="Montserrat"/>
              <a:ea typeface="Montserrat"/>
              <a:cs typeface="Montserrat"/>
              <a:sym typeface="Montserrat"/>
            </a:endParaRPr>
          </a:p>
        </p:txBody>
      </p:sp>
      <p:sp>
        <p:nvSpPr>
          <p:cNvPr id="526" name="Google Shape;526;p25"/>
          <p:cNvSpPr/>
          <p:nvPr/>
        </p:nvSpPr>
        <p:spPr>
          <a:xfrm>
            <a:off x="1467718" y="3964081"/>
            <a:ext cx="17289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25"/>
          <p:cNvSpPr/>
          <p:nvPr/>
        </p:nvSpPr>
        <p:spPr>
          <a:xfrm>
            <a:off x="1568080" y="4012461"/>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649" u="none" cap="none" strike="noStrike">
                <a:solidFill>
                  <a:srgbClr val="2B5BFC"/>
                </a:solidFill>
                <a:latin typeface="Montserrat"/>
                <a:ea typeface="Montserrat"/>
                <a:cs typeface="Montserrat"/>
                <a:sym typeface="Montserrat"/>
              </a:rPr>
              <a:t>◆  TIEMPO X</a:t>
            </a:r>
            <a:endParaRPr b="0" i="0" sz="649" u="none" cap="none" strike="noStrike">
              <a:solidFill>
                <a:srgbClr val="2B5BFC"/>
              </a:solidFill>
              <a:latin typeface="Montserrat"/>
              <a:ea typeface="Montserrat"/>
              <a:cs typeface="Montserrat"/>
              <a:sym typeface="Montserrat"/>
            </a:endParaRPr>
          </a:p>
        </p:txBody>
      </p:sp>
      <p:sp>
        <p:nvSpPr>
          <p:cNvPr id="528" name="Google Shape;528;p25"/>
          <p:cNvSpPr/>
          <p:nvPr/>
        </p:nvSpPr>
        <p:spPr>
          <a:xfrm>
            <a:off x="1568080" y="4147925"/>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p:txBody>
      </p:sp>
      <p:sp>
        <p:nvSpPr>
          <p:cNvPr id="529" name="Google Shape;529;p25"/>
          <p:cNvSpPr/>
          <p:nvPr/>
        </p:nvSpPr>
        <p:spPr>
          <a:xfrm>
            <a:off x="3278760" y="3965906"/>
            <a:ext cx="17289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 name="Google Shape;530;p25"/>
          <p:cNvSpPr/>
          <p:nvPr/>
        </p:nvSpPr>
        <p:spPr>
          <a:xfrm>
            <a:off x="3379121" y="4014286"/>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649" u="none" cap="none" strike="noStrike">
                <a:solidFill>
                  <a:srgbClr val="2B5BFC"/>
                </a:solidFill>
                <a:latin typeface="Montserrat"/>
                <a:ea typeface="Montserrat"/>
                <a:cs typeface="Montserrat"/>
                <a:sym typeface="Montserrat"/>
              </a:rPr>
              <a:t>◆  TIEMPO X</a:t>
            </a:r>
            <a:endParaRPr b="0" i="0" sz="649" u="none" cap="none" strike="noStrike">
              <a:solidFill>
                <a:srgbClr val="2B5BFC"/>
              </a:solidFill>
              <a:latin typeface="Montserrat"/>
              <a:ea typeface="Montserrat"/>
              <a:cs typeface="Montserrat"/>
              <a:sym typeface="Montserrat"/>
            </a:endParaRPr>
          </a:p>
        </p:txBody>
      </p:sp>
      <p:sp>
        <p:nvSpPr>
          <p:cNvPr id="531" name="Google Shape;531;p25"/>
          <p:cNvSpPr/>
          <p:nvPr/>
        </p:nvSpPr>
        <p:spPr>
          <a:xfrm>
            <a:off x="3379121" y="4149750"/>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
        <p:nvSpPr>
          <p:cNvPr id="532" name="Google Shape;532;p25"/>
          <p:cNvSpPr/>
          <p:nvPr/>
        </p:nvSpPr>
        <p:spPr>
          <a:xfrm>
            <a:off x="5085517" y="3967781"/>
            <a:ext cx="17289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25"/>
          <p:cNvSpPr/>
          <p:nvPr/>
        </p:nvSpPr>
        <p:spPr>
          <a:xfrm>
            <a:off x="5185879" y="4016161"/>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649" u="none" cap="none" strike="noStrike">
                <a:solidFill>
                  <a:srgbClr val="2B5BFC"/>
                </a:solidFill>
                <a:latin typeface="Montserrat"/>
                <a:ea typeface="Montserrat"/>
                <a:cs typeface="Montserrat"/>
                <a:sym typeface="Montserrat"/>
              </a:rPr>
              <a:t>◆ TIEMPO X</a:t>
            </a:r>
            <a:endParaRPr b="0" i="0" sz="649" u="none" cap="none" strike="noStrike">
              <a:solidFill>
                <a:srgbClr val="2B5BFC"/>
              </a:solidFill>
              <a:latin typeface="Montserrat"/>
              <a:ea typeface="Montserrat"/>
              <a:cs typeface="Montserrat"/>
              <a:sym typeface="Montserrat"/>
            </a:endParaRPr>
          </a:p>
        </p:txBody>
      </p:sp>
      <p:sp>
        <p:nvSpPr>
          <p:cNvPr id="534" name="Google Shape;534;p25"/>
          <p:cNvSpPr/>
          <p:nvPr/>
        </p:nvSpPr>
        <p:spPr>
          <a:xfrm>
            <a:off x="5185879" y="4151625"/>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p:txBody>
      </p:sp>
      <p:sp>
        <p:nvSpPr>
          <p:cNvPr id="535" name="Google Shape;535;p25"/>
          <p:cNvSpPr/>
          <p:nvPr/>
        </p:nvSpPr>
        <p:spPr>
          <a:xfrm>
            <a:off x="6892301" y="3964081"/>
            <a:ext cx="16533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 name="Google Shape;536;p25"/>
          <p:cNvSpPr/>
          <p:nvPr/>
        </p:nvSpPr>
        <p:spPr>
          <a:xfrm>
            <a:off x="6992654" y="4012461"/>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649" u="none" cap="none" strike="noStrike">
                <a:solidFill>
                  <a:srgbClr val="2B5BFC"/>
                </a:solidFill>
                <a:latin typeface="Montserrat"/>
                <a:ea typeface="Montserrat"/>
                <a:cs typeface="Montserrat"/>
                <a:sym typeface="Montserrat"/>
              </a:rPr>
              <a:t>◆  TIEMPO X</a:t>
            </a:r>
            <a:endParaRPr b="0" i="0" sz="649" u="none" cap="none" strike="noStrike">
              <a:solidFill>
                <a:srgbClr val="2B5BFC"/>
              </a:solidFill>
              <a:latin typeface="Montserrat"/>
              <a:ea typeface="Montserrat"/>
              <a:cs typeface="Montserrat"/>
              <a:sym typeface="Montserrat"/>
            </a:endParaRPr>
          </a:p>
        </p:txBody>
      </p:sp>
      <p:sp>
        <p:nvSpPr>
          <p:cNvPr id="537" name="Google Shape;537;p25"/>
          <p:cNvSpPr/>
          <p:nvPr/>
        </p:nvSpPr>
        <p:spPr>
          <a:xfrm>
            <a:off x="6992654" y="4147925"/>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542" name="Shape 542"/>
        <p:cNvGrpSpPr/>
        <p:nvPr/>
      </p:nvGrpSpPr>
      <p:grpSpPr>
        <a:xfrm>
          <a:off x="0" y="0"/>
          <a:ext cx="0" cy="0"/>
          <a:chOff x="0" y="0"/>
          <a:chExt cx="0" cy="0"/>
        </a:xfrm>
      </p:grpSpPr>
      <p:pic>
        <p:nvPicPr>
          <p:cNvPr descr="bg_divider.png" id="543" name="Google Shape;543;p16"/>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544" name="Google Shape;544;p16"/>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545" name="Google Shape;545;p16"/>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08</a:t>
            </a:r>
            <a:endParaRPr b="0" i="0" sz="1200" u="none" cap="none" strike="noStrike">
              <a:solidFill>
                <a:schemeClr val="dk1"/>
              </a:solidFill>
              <a:latin typeface="Calibri"/>
              <a:ea typeface="Calibri"/>
              <a:cs typeface="Calibri"/>
              <a:sym typeface="Calibri"/>
            </a:endParaRPr>
          </a:p>
        </p:txBody>
      </p:sp>
      <p:sp>
        <p:nvSpPr>
          <p:cNvPr id="546" name="Google Shape;546;p16"/>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Consideraciones </a:t>
            </a:r>
            <a:endParaRPr b="0" i="0" sz="4500" u="none" cap="none" strike="noStrike">
              <a:solidFill>
                <a:schemeClr val="dk1"/>
              </a:solidFill>
              <a:latin typeface="Calibri"/>
              <a:ea typeface="Calibri"/>
              <a:cs typeface="Calibri"/>
              <a:sym typeface="Calibri"/>
            </a:endParaRPr>
          </a:p>
        </p:txBody>
      </p:sp>
      <p:sp>
        <p:nvSpPr>
          <p:cNvPr id="547" name="Google Shape;547;p16"/>
          <p:cNvSpPr txBox="1"/>
          <p:nvPr/>
        </p:nvSpPr>
        <p:spPr>
          <a:xfrm>
            <a:off x="571500" y="3017520"/>
            <a:ext cx="45720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Una línea que anticipa qué se resuelve en esta sección.</a:t>
            </a:r>
            <a:endParaRPr b="0" i="0" sz="1300" u="none" cap="none" strike="noStrike">
              <a:solidFill>
                <a:schemeClr val="dk1"/>
              </a:solidFill>
              <a:latin typeface="Calibri"/>
              <a:ea typeface="Calibri"/>
              <a:cs typeface="Calibri"/>
              <a:sym typeface="Calibri"/>
            </a:endParaRPr>
          </a:p>
        </p:txBody>
      </p:sp>
      <p:sp>
        <p:nvSpPr>
          <p:cNvPr id="548" name="Google Shape;548;p16"/>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553" name="Shape 553"/>
        <p:cNvGrpSpPr/>
        <p:nvPr/>
      </p:nvGrpSpPr>
      <p:grpSpPr>
        <a:xfrm>
          <a:off x="0" y="0"/>
          <a:ext cx="0" cy="0"/>
          <a:chOff x="0" y="0"/>
          <a:chExt cx="0" cy="0"/>
        </a:xfrm>
      </p:grpSpPr>
      <p:pic>
        <p:nvPicPr>
          <p:cNvPr descr="logo_navy.png" id="554" name="Google Shape;554;p17"/>
          <p:cNvPicPr preferRelativeResize="0"/>
          <p:nvPr/>
        </p:nvPicPr>
        <p:blipFill rotWithShape="1">
          <a:blip r:embed="rId3">
            <a:alphaModFix/>
          </a:blip>
          <a:srcRect b="0" l="0" r="0" t="0"/>
          <a:stretch/>
        </p:blipFill>
        <p:spPr>
          <a:xfrm>
            <a:off x="569671" y="389534"/>
            <a:ext cx="1228039" cy="245059"/>
          </a:xfrm>
          <a:prstGeom prst="rect">
            <a:avLst/>
          </a:prstGeom>
          <a:noFill/>
          <a:ln>
            <a:noFill/>
          </a:ln>
        </p:spPr>
      </p:pic>
      <p:sp>
        <p:nvSpPr>
          <p:cNvPr id="555" name="Google Shape;555;p17"/>
          <p:cNvSpPr txBox="1"/>
          <p:nvPr/>
        </p:nvSpPr>
        <p:spPr>
          <a:xfrm>
            <a:off x="571500" y="890626"/>
            <a:ext cx="80010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CONSIDERACIONES</a:t>
            </a:r>
            <a:endParaRPr b="0" i="0" sz="1100" u="none" cap="none" strike="noStrike">
              <a:solidFill>
                <a:schemeClr val="dk1"/>
              </a:solidFill>
              <a:latin typeface="Calibri"/>
              <a:ea typeface="Calibri"/>
              <a:cs typeface="Calibri"/>
              <a:sym typeface="Calibri"/>
            </a:endParaRPr>
          </a:p>
        </p:txBody>
      </p:sp>
      <p:sp>
        <p:nvSpPr>
          <p:cNvPr id="556" name="Google Shape;556;p17"/>
          <p:cNvSpPr txBox="1"/>
          <p:nvPr/>
        </p:nvSpPr>
        <p:spPr>
          <a:xfrm>
            <a:off x="571500" y="1174090"/>
            <a:ext cx="800100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Qué entrega cada</a:t>
            </a:r>
            <a:r>
              <a:rPr b="1" i="1" lang="en-US" sz="2100" u="none" cap="none" strike="noStrike">
                <a:solidFill>
                  <a:srgbClr val="2B5BFC"/>
                </a:solidFill>
                <a:latin typeface="Montserrat Black"/>
                <a:ea typeface="Montserrat Black"/>
                <a:cs typeface="Montserrat Black"/>
                <a:sym typeface="Montserrat Black"/>
              </a:rPr>
              <a:t> parte</a:t>
            </a:r>
            <a:endParaRPr b="0" i="0" sz="2100" u="none" cap="none" strike="noStrike">
              <a:solidFill>
                <a:schemeClr val="dk1"/>
              </a:solidFill>
              <a:latin typeface="Calibri"/>
              <a:ea typeface="Calibri"/>
              <a:cs typeface="Calibri"/>
              <a:sym typeface="Calibri"/>
            </a:endParaRPr>
          </a:p>
        </p:txBody>
      </p:sp>
      <p:sp>
        <p:nvSpPr>
          <p:cNvPr id="557" name="Google Shape;557;p17"/>
          <p:cNvSpPr/>
          <p:nvPr/>
        </p:nvSpPr>
        <p:spPr>
          <a:xfrm>
            <a:off x="571550" y="1713300"/>
            <a:ext cx="3890700" cy="26721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 name="Google Shape;558;p17"/>
          <p:cNvSpPr/>
          <p:nvPr/>
        </p:nvSpPr>
        <p:spPr>
          <a:xfrm>
            <a:off x="754430" y="1909773"/>
            <a:ext cx="1700700" cy="2163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 name="Google Shape;559;p17"/>
          <p:cNvSpPr txBox="1"/>
          <p:nvPr/>
        </p:nvSpPr>
        <p:spPr>
          <a:xfrm>
            <a:off x="754425" y="1924591"/>
            <a:ext cx="1700700" cy="18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Montserrat SemiBold"/>
              <a:buNone/>
            </a:pPr>
            <a:r>
              <a:rPr b="1" i="0" lang="en-US" sz="900" u="none" cap="none" strike="noStrike">
                <a:solidFill>
                  <a:srgbClr val="FFFFFF"/>
                </a:solidFill>
                <a:latin typeface="Montserrat SemiBold"/>
                <a:ea typeface="Montserrat SemiBold"/>
                <a:cs typeface="Montserrat SemiBold"/>
                <a:sym typeface="Montserrat SemiBold"/>
              </a:rPr>
              <a:t>NEO ENTREGA</a:t>
            </a:r>
            <a:endParaRPr b="0" i="0" sz="900" u="none" cap="none" strike="noStrike">
              <a:solidFill>
                <a:schemeClr val="dk1"/>
              </a:solidFill>
              <a:latin typeface="Calibri"/>
              <a:ea typeface="Calibri"/>
              <a:cs typeface="Calibri"/>
              <a:sym typeface="Calibri"/>
            </a:endParaRPr>
          </a:p>
        </p:txBody>
      </p:sp>
      <p:sp>
        <p:nvSpPr>
          <p:cNvPr id="560" name="Google Shape;560;p17"/>
          <p:cNvSpPr txBox="1"/>
          <p:nvPr/>
        </p:nvSpPr>
        <p:spPr>
          <a:xfrm>
            <a:off x="791000" y="2175675"/>
            <a:ext cx="3451800" cy="23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1</a:t>
            </a:r>
            <a:endParaRPr b="0" i="0" sz="1100" u="none" cap="none" strike="noStrike">
              <a:solidFill>
                <a:schemeClr val="dk1"/>
              </a:solidFill>
              <a:latin typeface="Calibri"/>
              <a:ea typeface="Calibri"/>
              <a:cs typeface="Calibri"/>
              <a:sym typeface="Calibri"/>
            </a:endParaRPr>
          </a:p>
        </p:txBody>
      </p:sp>
      <p:sp>
        <p:nvSpPr>
          <p:cNvPr id="561" name="Google Shape;561;p17"/>
          <p:cNvSpPr txBox="1"/>
          <p:nvPr/>
        </p:nvSpPr>
        <p:spPr>
          <a:xfrm>
            <a:off x="791000" y="2434441"/>
            <a:ext cx="3451800" cy="4095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562" name="Google Shape;562;p17"/>
          <p:cNvSpPr txBox="1"/>
          <p:nvPr/>
        </p:nvSpPr>
        <p:spPr>
          <a:xfrm>
            <a:off x="791000" y="2887282"/>
            <a:ext cx="3451800" cy="23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2</a:t>
            </a:r>
            <a:endParaRPr b="0" i="0" sz="1100" u="none" cap="none" strike="noStrike">
              <a:solidFill>
                <a:schemeClr val="dk1"/>
              </a:solidFill>
              <a:latin typeface="Calibri"/>
              <a:ea typeface="Calibri"/>
              <a:cs typeface="Calibri"/>
              <a:sym typeface="Calibri"/>
            </a:endParaRPr>
          </a:p>
        </p:txBody>
      </p:sp>
      <p:sp>
        <p:nvSpPr>
          <p:cNvPr id="563" name="Google Shape;563;p17"/>
          <p:cNvSpPr txBox="1"/>
          <p:nvPr/>
        </p:nvSpPr>
        <p:spPr>
          <a:xfrm>
            <a:off x="791000" y="3146049"/>
            <a:ext cx="3451800" cy="4095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564" name="Google Shape;564;p17"/>
          <p:cNvSpPr txBox="1"/>
          <p:nvPr/>
        </p:nvSpPr>
        <p:spPr>
          <a:xfrm>
            <a:off x="791000" y="3598890"/>
            <a:ext cx="3451800" cy="23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3</a:t>
            </a:r>
            <a:endParaRPr b="0" i="0" sz="1100" u="none" cap="none" strike="noStrike">
              <a:solidFill>
                <a:schemeClr val="dk1"/>
              </a:solidFill>
              <a:latin typeface="Calibri"/>
              <a:ea typeface="Calibri"/>
              <a:cs typeface="Calibri"/>
              <a:sym typeface="Calibri"/>
            </a:endParaRPr>
          </a:p>
        </p:txBody>
      </p:sp>
      <p:sp>
        <p:nvSpPr>
          <p:cNvPr id="565" name="Google Shape;565;p17"/>
          <p:cNvSpPr txBox="1"/>
          <p:nvPr/>
        </p:nvSpPr>
        <p:spPr>
          <a:xfrm>
            <a:off x="791000" y="3857656"/>
            <a:ext cx="3451800" cy="4095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566" name="Google Shape;566;p17"/>
          <p:cNvSpPr/>
          <p:nvPr/>
        </p:nvSpPr>
        <p:spPr>
          <a:xfrm>
            <a:off x="4681776" y="1713300"/>
            <a:ext cx="3890700" cy="26721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17"/>
          <p:cNvSpPr/>
          <p:nvPr/>
        </p:nvSpPr>
        <p:spPr>
          <a:xfrm>
            <a:off x="4864652" y="1909773"/>
            <a:ext cx="1700700" cy="216300"/>
          </a:xfrm>
          <a:prstGeom prst="roundRect">
            <a:avLst>
              <a:gd fmla="val 50000" name="adj"/>
            </a:avLst>
          </a:prstGeom>
          <a:solidFill>
            <a:srgbClr val="EEF3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17"/>
          <p:cNvSpPr txBox="1"/>
          <p:nvPr/>
        </p:nvSpPr>
        <p:spPr>
          <a:xfrm>
            <a:off x="4864646" y="1924573"/>
            <a:ext cx="1700700" cy="18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EL CLIENTE APORTA</a:t>
            </a:r>
            <a:endParaRPr b="0" i="0" sz="900" u="none" cap="none" strike="noStrike">
              <a:solidFill>
                <a:schemeClr val="dk1"/>
              </a:solidFill>
              <a:latin typeface="Calibri"/>
              <a:ea typeface="Calibri"/>
              <a:cs typeface="Calibri"/>
              <a:sym typeface="Calibri"/>
            </a:endParaRPr>
          </a:p>
        </p:txBody>
      </p:sp>
      <p:sp>
        <p:nvSpPr>
          <p:cNvPr id="569" name="Google Shape;569;p17"/>
          <p:cNvSpPr txBox="1"/>
          <p:nvPr/>
        </p:nvSpPr>
        <p:spPr>
          <a:xfrm>
            <a:off x="4901225" y="2175675"/>
            <a:ext cx="3451800" cy="23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1</a:t>
            </a:r>
            <a:endParaRPr b="0" i="0" sz="1100" u="none" cap="none" strike="noStrike">
              <a:solidFill>
                <a:schemeClr val="dk1"/>
              </a:solidFill>
              <a:latin typeface="Calibri"/>
              <a:ea typeface="Calibri"/>
              <a:cs typeface="Calibri"/>
              <a:sym typeface="Calibri"/>
            </a:endParaRPr>
          </a:p>
        </p:txBody>
      </p:sp>
      <p:sp>
        <p:nvSpPr>
          <p:cNvPr id="570" name="Google Shape;570;p17"/>
          <p:cNvSpPr txBox="1"/>
          <p:nvPr/>
        </p:nvSpPr>
        <p:spPr>
          <a:xfrm>
            <a:off x="4901225" y="2434441"/>
            <a:ext cx="3451800" cy="4095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571" name="Google Shape;571;p17"/>
          <p:cNvSpPr txBox="1"/>
          <p:nvPr/>
        </p:nvSpPr>
        <p:spPr>
          <a:xfrm>
            <a:off x="4901225" y="2887282"/>
            <a:ext cx="3451800" cy="23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2</a:t>
            </a:r>
            <a:endParaRPr b="0" i="0" sz="1100" u="none" cap="none" strike="noStrike">
              <a:solidFill>
                <a:schemeClr val="dk1"/>
              </a:solidFill>
              <a:latin typeface="Calibri"/>
              <a:ea typeface="Calibri"/>
              <a:cs typeface="Calibri"/>
              <a:sym typeface="Calibri"/>
            </a:endParaRPr>
          </a:p>
        </p:txBody>
      </p:sp>
      <p:sp>
        <p:nvSpPr>
          <p:cNvPr id="572" name="Google Shape;572;p17"/>
          <p:cNvSpPr txBox="1"/>
          <p:nvPr/>
        </p:nvSpPr>
        <p:spPr>
          <a:xfrm>
            <a:off x="4901225" y="3146049"/>
            <a:ext cx="3451800" cy="4095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573" name="Google Shape;573;p17"/>
          <p:cNvSpPr txBox="1"/>
          <p:nvPr/>
        </p:nvSpPr>
        <p:spPr>
          <a:xfrm>
            <a:off x="4901225" y="3598890"/>
            <a:ext cx="3451800" cy="23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3</a:t>
            </a:r>
            <a:endParaRPr b="0" i="0" sz="1100" u="none" cap="none" strike="noStrike">
              <a:solidFill>
                <a:schemeClr val="dk1"/>
              </a:solidFill>
              <a:latin typeface="Calibri"/>
              <a:ea typeface="Calibri"/>
              <a:cs typeface="Calibri"/>
              <a:sym typeface="Calibri"/>
            </a:endParaRPr>
          </a:p>
        </p:txBody>
      </p:sp>
      <p:sp>
        <p:nvSpPr>
          <p:cNvPr id="574" name="Google Shape;574;p17"/>
          <p:cNvSpPr txBox="1"/>
          <p:nvPr/>
        </p:nvSpPr>
        <p:spPr>
          <a:xfrm>
            <a:off x="4901225" y="3857656"/>
            <a:ext cx="3451800" cy="4095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575" name="Google Shape;575;p17"/>
          <p:cNvSpPr txBox="1"/>
          <p:nvPr/>
        </p:nvSpPr>
        <p:spPr>
          <a:xfrm>
            <a:off x="571500" y="4590288"/>
            <a:ext cx="18288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580" name="Shape 580"/>
        <p:cNvGrpSpPr/>
        <p:nvPr/>
      </p:nvGrpSpPr>
      <p:grpSpPr>
        <a:xfrm>
          <a:off x="0" y="0"/>
          <a:ext cx="0" cy="0"/>
          <a:chOff x="0" y="0"/>
          <a:chExt cx="0" cy="0"/>
        </a:xfrm>
      </p:grpSpPr>
      <p:pic>
        <p:nvPicPr>
          <p:cNvPr descr="bg_divider.png" id="581" name="Google Shape;581;g3f8da4ebb8d_0_106"/>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582" name="Google Shape;582;g3f8da4ebb8d_0_106"/>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583" name="Google Shape;583;g3f8da4ebb8d_0_106"/>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9</a:t>
            </a:r>
            <a:endParaRPr b="0" i="0" sz="1200" u="none" cap="none" strike="noStrike">
              <a:solidFill>
                <a:schemeClr val="dk1"/>
              </a:solidFill>
              <a:latin typeface="Calibri"/>
              <a:ea typeface="Calibri"/>
              <a:cs typeface="Calibri"/>
              <a:sym typeface="Calibri"/>
            </a:endParaRPr>
          </a:p>
        </p:txBody>
      </p:sp>
      <p:sp>
        <p:nvSpPr>
          <p:cNvPr id="584" name="Google Shape;584;g3f8da4ebb8d_0_106"/>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Estimación de</a:t>
            </a:r>
            <a:r>
              <a:rPr b="1" i="1" lang="en-US" sz="4500" u="none" cap="none" strike="noStrike">
                <a:solidFill>
                  <a:srgbClr val="7E99FE"/>
                </a:solidFill>
                <a:latin typeface="Montserrat Black"/>
                <a:ea typeface="Montserrat Black"/>
                <a:cs typeface="Montserrat Black"/>
                <a:sym typeface="Montserrat Black"/>
              </a:rPr>
              <a:t> impacto</a:t>
            </a:r>
            <a:endParaRPr b="0" i="0" sz="4500" u="none" cap="none" strike="noStrike">
              <a:solidFill>
                <a:schemeClr val="dk1"/>
              </a:solidFill>
              <a:latin typeface="Calibri"/>
              <a:ea typeface="Calibri"/>
              <a:cs typeface="Calibri"/>
              <a:sym typeface="Calibri"/>
            </a:endParaRPr>
          </a:p>
        </p:txBody>
      </p:sp>
      <p:sp>
        <p:nvSpPr>
          <p:cNvPr id="585" name="Google Shape;585;g3f8da4ebb8d_0_106"/>
          <p:cNvSpPr txBox="1"/>
          <p:nvPr/>
        </p:nvSpPr>
        <p:spPr>
          <a:xfrm>
            <a:off x="571500" y="3054100"/>
            <a:ext cx="709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El impacto esperado de la ruta, a completar con *cliente*.</a:t>
            </a:r>
            <a:endParaRPr b="0" i="0" sz="1300" u="none" cap="none" strike="noStrike">
              <a:solidFill>
                <a:schemeClr val="dk1"/>
              </a:solidFill>
              <a:latin typeface="Calibri"/>
              <a:ea typeface="Calibri"/>
              <a:cs typeface="Calibri"/>
              <a:sym typeface="Calibri"/>
            </a:endParaRPr>
          </a:p>
        </p:txBody>
      </p:sp>
      <p:sp>
        <p:nvSpPr>
          <p:cNvPr id="586" name="Google Shape;586;g3f8da4ebb8d_0_106"/>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591" name="Shape 591"/>
        <p:cNvGrpSpPr/>
        <p:nvPr/>
      </p:nvGrpSpPr>
      <p:grpSpPr>
        <a:xfrm>
          <a:off x="0" y="0"/>
          <a:ext cx="0" cy="0"/>
          <a:chOff x="0" y="0"/>
          <a:chExt cx="0" cy="0"/>
        </a:xfrm>
      </p:grpSpPr>
      <p:sp>
        <p:nvSpPr>
          <p:cNvPr id="592" name="Google Shape;592;g3f8da4ebb8d_0_116"/>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ESTIMACIÓN DE IMPACTO</a:t>
            </a:r>
            <a:endParaRPr b="0" i="0" sz="1100" u="none" cap="none" strike="noStrike">
              <a:solidFill>
                <a:schemeClr val="dk1"/>
              </a:solidFill>
              <a:latin typeface="Calibri"/>
              <a:ea typeface="Calibri"/>
              <a:cs typeface="Calibri"/>
              <a:sym typeface="Calibri"/>
            </a:endParaRPr>
          </a:p>
        </p:txBody>
      </p:sp>
      <p:sp>
        <p:nvSpPr>
          <p:cNvPr id="593" name="Google Shape;593;g3f8da4ebb8d_0_116"/>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 sección</a:t>
            </a:r>
            <a:endParaRPr b="1" i="0" sz="2100" u="none" cap="none" strike="noStrike">
              <a:solidFill>
                <a:srgbClr val="000033"/>
              </a:solidFill>
              <a:latin typeface="Montserrat ExtraBold"/>
              <a:ea typeface="Montserrat ExtraBold"/>
              <a:cs typeface="Montserrat ExtraBold"/>
              <a:sym typeface="Montserrat ExtraBold"/>
            </a:endParaRPr>
          </a:p>
        </p:txBody>
      </p:sp>
      <p:sp>
        <p:nvSpPr>
          <p:cNvPr id="594" name="Google Shape;594;g3f8da4ebb8d_0_116"/>
          <p:cNvSpPr/>
          <p:nvPr/>
        </p:nvSpPr>
        <p:spPr>
          <a:xfrm>
            <a:off x="571500" y="1929437"/>
            <a:ext cx="2479200" cy="2056500"/>
          </a:xfrm>
          <a:prstGeom prst="roundRect">
            <a:avLst>
              <a:gd fmla="val 105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g3f8da4ebb8d_0_116"/>
          <p:cNvSpPr/>
          <p:nvPr/>
        </p:nvSpPr>
        <p:spPr>
          <a:xfrm>
            <a:off x="3332400" y="1929437"/>
            <a:ext cx="2479200" cy="2056500"/>
          </a:xfrm>
          <a:prstGeom prst="roundRect">
            <a:avLst>
              <a:gd fmla="val 105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 name="Google Shape;596;g3f8da4ebb8d_0_116"/>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597" name="Google Shape;597;g3f8da4ebb8d_0_116"/>
          <p:cNvSpPr/>
          <p:nvPr/>
        </p:nvSpPr>
        <p:spPr>
          <a:xfrm>
            <a:off x="6093300" y="1929437"/>
            <a:ext cx="2479200" cy="2056500"/>
          </a:xfrm>
          <a:prstGeom prst="roundRect">
            <a:avLst>
              <a:gd fmla="val 105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 name="Google Shape;598;g3f8da4ebb8d_0_116"/>
          <p:cNvSpPr/>
          <p:nvPr/>
        </p:nvSpPr>
        <p:spPr>
          <a:xfrm>
            <a:off x="731804" y="2007625"/>
            <a:ext cx="2429100" cy="500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2774"/>
              <a:buFont typeface="Calibri"/>
              <a:buNone/>
            </a:pPr>
            <a:r>
              <a:rPr b="1" i="0" lang="en-US" sz="2544" u="none" cap="none" strike="noStrike">
                <a:solidFill>
                  <a:srgbClr val="2B5BFC"/>
                </a:solidFill>
                <a:latin typeface="Montserrat"/>
                <a:ea typeface="Montserrat"/>
                <a:cs typeface="Montserrat"/>
                <a:sym typeface="Montserrat"/>
              </a:rPr>
              <a:t>#</a:t>
            </a:r>
            <a:endParaRPr b="0" i="0" sz="2544" u="none" cap="none" strike="noStrike">
              <a:solidFill>
                <a:srgbClr val="2B5BFC"/>
              </a:solidFill>
              <a:latin typeface="Montserrat"/>
              <a:ea typeface="Montserrat"/>
              <a:cs typeface="Montserrat"/>
              <a:sym typeface="Montserrat"/>
            </a:endParaRPr>
          </a:p>
        </p:txBody>
      </p:sp>
      <p:sp>
        <p:nvSpPr>
          <p:cNvPr id="599" name="Google Shape;599;g3f8da4ebb8d_0_116"/>
          <p:cNvSpPr/>
          <p:nvPr/>
        </p:nvSpPr>
        <p:spPr>
          <a:xfrm>
            <a:off x="731812" y="2492522"/>
            <a:ext cx="2148900" cy="2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867"/>
              <a:buFont typeface="Calibri"/>
              <a:buNone/>
            </a:pPr>
            <a:r>
              <a:rPr b="1" i="0" lang="en-US" sz="1200" u="none" cap="none" strike="noStrike">
                <a:solidFill>
                  <a:srgbClr val="060A2E"/>
                </a:solidFill>
                <a:latin typeface="Montserrat"/>
                <a:ea typeface="Montserrat"/>
                <a:cs typeface="Montserrat"/>
                <a:sym typeface="Montserrat"/>
              </a:rPr>
              <a:t>Subtítulo de tarjeta</a:t>
            </a:r>
            <a:endParaRPr b="1" i="0" sz="1200" u="none" cap="none" strike="noStrike">
              <a:solidFill>
                <a:srgbClr val="060A2E"/>
              </a:solidFill>
              <a:latin typeface="Montserrat"/>
              <a:ea typeface="Montserrat"/>
              <a:cs typeface="Montserrat"/>
              <a:sym typeface="Montserrat"/>
            </a:endParaRPr>
          </a:p>
          <a:p>
            <a:pPr indent="0" lvl="0" marL="0" marR="0" rtl="0" algn="l">
              <a:lnSpc>
                <a:spcPct val="105000"/>
              </a:lnSpc>
              <a:spcBef>
                <a:spcPts val="0"/>
              </a:spcBef>
              <a:spcAft>
                <a:spcPts val="0"/>
              </a:spcAft>
              <a:buClr>
                <a:srgbClr val="060A2E"/>
              </a:buClr>
              <a:buSzPts val="867"/>
              <a:buFont typeface="Calibri"/>
              <a:buNone/>
            </a:pPr>
            <a:r>
              <a:t/>
            </a:r>
            <a:endParaRPr b="1" i="0" sz="1200" u="none" cap="none" strike="noStrike">
              <a:solidFill>
                <a:srgbClr val="060A2E"/>
              </a:solidFill>
              <a:latin typeface="Montserrat"/>
              <a:ea typeface="Montserrat"/>
              <a:cs typeface="Montserrat"/>
              <a:sym typeface="Montserrat"/>
            </a:endParaRPr>
          </a:p>
        </p:txBody>
      </p:sp>
      <p:sp>
        <p:nvSpPr>
          <p:cNvPr id="600" name="Google Shape;600;g3f8da4ebb8d_0_116"/>
          <p:cNvSpPr/>
          <p:nvPr/>
        </p:nvSpPr>
        <p:spPr>
          <a:xfrm>
            <a:off x="731824" y="2950463"/>
            <a:ext cx="2148900" cy="7650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4A4A5F"/>
              </a:buClr>
              <a:buSzPts val="728"/>
              <a:buFont typeface="Calibri"/>
              <a:buNone/>
            </a:pPr>
            <a:r>
              <a:rPr b="0" i="0" lang="en-US" sz="1000" u="none" cap="none" strike="noStrike">
                <a:solidFill>
                  <a:srgbClr val="4A4A5F"/>
                </a:solidFill>
                <a:latin typeface="Montserrat"/>
                <a:ea typeface="Montserrat"/>
                <a:cs typeface="Montserrat"/>
                <a:sym typeface="Montserrat"/>
              </a:rPr>
              <a:t>xxxxx</a:t>
            </a:r>
            <a:endParaRPr b="0" i="0" sz="1000" u="none" cap="none" strike="noStrike">
              <a:solidFill>
                <a:srgbClr val="000000"/>
              </a:solidFill>
              <a:latin typeface="Montserrat"/>
              <a:ea typeface="Montserrat"/>
              <a:cs typeface="Montserrat"/>
              <a:sym typeface="Montserrat"/>
            </a:endParaRPr>
          </a:p>
        </p:txBody>
      </p:sp>
      <p:sp>
        <p:nvSpPr>
          <p:cNvPr id="601" name="Google Shape;601;g3f8da4ebb8d_0_116"/>
          <p:cNvSpPr/>
          <p:nvPr/>
        </p:nvSpPr>
        <p:spPr>
          <a:xfrm>
            <a:off x="3491238" y="2007627"/>
            <a:ext cx="2295300" cy="500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2774"/>
              <a:buFont typeface="Calibri"/>
              <a:buNone/>
            </a:pPr>
            <a:r>
              <a:rPr b="1" i="0" lang="en-US" sz="2544" u="none" cap="none" strike="noStrike">
                <a:solidFill>
                  <a:srgbClr val="2B5BFC"/>
                </a:solidFill>
                <a:latin typeface="Montserrat"/>
                <a:ea typeface="Montserrat"/>
                <a:cs typeface="Montserrat"/>
                <a:sym typeface="Montserrat"/>
              </a:rPr>
              <a:t>#</a:t>
            </a:r>
            <a:endParaRPr b="0" i="0" sz="2544" u="none" cap="none" strike="noStrike">
              <a:solidFill>
                <a:srgbClr val="2B5BFC"/>
              </a:solidFill>
              <a:latin typeface="Montserrat"/>
              <a:ea typeface="Montserrat"/>
              <a:cs typeface="Montserrat"/>
              <a:sym typeface="Montserrat"/>
            </a:endParaRPr>
          </a:p>
        </p:txBody>
      </p:sp>
      <p:sp>
        <p:nvSpPr>
          <p:cNvPr id="602" name="Google Shape;602;g3f8da4ebb8d_0_116"/>
          <p:cNvSpPr/>
          <p:nvPr/>
        </p:nvSpPr>
        <p:spPr>
          <a:xfrm>
            <a:off x="3424338" y="2492522"/>
            <a:ext cx="2295300" cy="2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867"/>
              <a:buFont typeface="Calibri"/>
              <a:buNone/>
            </a:pPr>
            <a:r>
              <a:rPr b="1" i="0" lang="en-US" sz="1200" u="none" cap="none" strike="noStrike">
                <a:solidFill>
                  <a:srgbClr val="060A2E"/>
                </a:solidFill>
                <a:latin typeface="Montserrat"/>
                <a:ea typeface="Montserrat"/>
                <a:cs typeface="Montserrat"/>
                <a:sym typeface="Montserrat"/>
              </a:rPr>
              <a:t>Subtítulo de tarjeta</a:t>
            </a:r>
            <a:endParaRPr b="1" i="0" sz="1200" u="none" cap="none" strike="noStrike">
              <a:solidFill>
                <a:srgbClr val="060A2E"/>
              </a:solidFill>
              <a:latin typeface="Montserrat"/>
              <a:ea typeface="Montserrat"/>
              <a:cs typeface="Montserrat"/>
              <a:sym typeface="Montserrat"/>
            </a:endParaRPr>
          </a:p>
          <a:p>
            <a:pPr indent="0" lvl="0" marL="0" marR="0" rtl="0" algn="l">
              <a:lnSpc>
                <a:spcPct val="105000"/>
              </a:lnSpc>
              <a:spcBef>
                <a:spcPts val="0"/>
              </a:spcBef>
              <a:spcAft>
                <a:spcPts val="0"/>
              </a:spcAft>
              <a:buClr>
                <a:srgbClr val="060A2E"/>
              </a:buClr>
              <a:buSzPts val="867"/>
              <a:buFont typeface="Calibri"/>
              <a:buNone/>
            </a:pPr>
            <a:r>
              <a:t/>
            </a:r>
            <a:endParaRPr b="1" i="0" sz="1200" u="none" cap="none" strike="noStrike">
              <a:solidFill>
                <a:srgbClr val="060A2E"/>
              </a:solidFill>
              <a:latin typeface="Montserrat"/>
              <a:ea typeface="Montserrat"/>
              <a:cs typeface="Montserrat"/>
              <a:sym typeface="Montserrat"/>
            </a:endParaRPr>
          </a:p>
        </p:txBody>
      </p:sp>
      <p:sp>
        <p:nvSpPr>
          <p:cNvPr id="603" name="Google Shape;603;g3f8da4ebb8d_0_116"/>
          <p:cNvSpPr/>
          <p:nvPr/>
        </p:nvSpPr>
        <p:spPr>
          <a:xfrm>
            <a:off x="3424350" y="2950463"/>
            <a:ext cx="2295300" cy="7650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4A4A5F"/>
              </a:buClr>
              <a:buSzPts val="728"/>
              <a:buFont typeface="Calibri"/>
              <a:buNone/>
            </a:pPr>
            <a:r>
              <a:rPr b="0" i="0" lang="en-US" sz="1000" u="none" cap="none" strike="noStrike">
                <a:solidFill>
                  <a:srgbClr val="4A4A5F"/>
                </a:solidFill>
                <a:latin typeface="Montserrat"/>
                <a:ea typeface="Montserrat"/>
                <a:cs typeface="Montserrat"/>
                <a:sym typeface="Montserrat"/>
              </a:rPr>
              <a:t>xxxxx</a:t>
            </a:r>
            <a:endParaRPr b="0" i="0" sz="1000" u="none" cap="none" strike="noStrike">
              <a:solidFill>
                <a:srgbClr val="000000"/>
              </a:solidFill>
              <a:latin typeface="Montserrat"/>
              <a:ea typeface="Montserrat"/>
              <a:cs typeface="Montserrat"/>
              <a:sym typeface="Montserrat"/>
            </a:endParaRPr>
          </a:p>
        </p:txBody>
      </p:sp>
      <p:sp>
        <p:nvSpPr>
          <p:cNvPr id="604" name="Google Shape;604;g3f8da4ebb8d_0_116"/>
          <p:cNvSpPr/>
          <p:nvPr/>
        </p:nvSpPr>
        <p:spPr>
          <a:xfrm>
            <a:off x="6263287" y="2007627"/>
            <a:ext cx="2148900" cy="500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2774"/>
              <a:buFont typeface="Calibri"/>
              <a:buNone/>
            </a:pPr>
            <a:r>
              <a:rPr b="1" i="0" lang="en-US" sz="2544" u="none" cap="none" strike="noStrike">
                <a:solidFill>
                  <a:srgbClr val="2B5BFC"/>
                </a:solidFill>
                <a:latin typeface="Montserrat"/>
                <a:ea typeface="Montserrat"/>
                <a:cs typeface="Montserrat"/>
                <a:sym typeface="Montserrat"/>
              </a:rPr>
              <a:t>#</a:t>
            </a:r>
            <a:endParaRPr b="0" i="0" sz="2544" u="none" cap="none" strike="noStrike">
              <a:solidFill>
                <a:srgbClr val="2B5BFC"/>
              </a:solidFill>
              <a:latin typeface="Montserrat"/>
              <a:ea typeface="Montserrat"/>
              <a:cs typeface="Montserrat"/>
              <a:sym typeface="Montserrat"/>
            </a:endParaRPr>
          </a:p>
        </p:txBody>
      </p:sp>
      <p:sp>
        <p:nvSpPr>
          <p:cNvPr id="605" name="Google Shape;605;g3f8da4ebb8d_0_116"/>
          <p:cNvSpPr/>
          <p:nvPr/>
        </p:nvSpPr>
        <p:spPr>
          <a:xfrm>
            <a:off x="6263287" y="2492529"/>
            <a:ext cx="2148900" cy="2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867"/>
              <a:buFont typeface="Calibri"/>
              <a:buNone/>
            </a:pPr>
            <a:r>
              <a:rPr b="1" i="0" lang="en-US" sz="1200" u="none" cap="none" strike="noStrike">
                <a:solidFill>
                  <a:srgbClr val="060A2E"/>
                </a:solidFill>
                <a:latin typeface="Montserrat"/>
                <a:ea typeface="Montserrat"/>
                <a:cs typeface="Montserrat"/>
                <a:sym typeface="Montserrat"/>
              </a:rPr>
              <a:t>Subtítulo de tarjeta</a:t>
            </a:r>
            <a:endParaRPr b="1" i="0" sz="1200" u="none" cap="none" strike="noStrike">
              <a:solidFill>
                <a:srgbClr val="060A2E"/>
              </a:solidFill>
              <a:latin typeface="Montserrat"/>
              <a:ea typeface="Montserrat"/>
              <a:cs typeface="Montserrat"/>
              <a:sym typeface="Montserrat"/>
            </a:endParaRPr>
          </a:p>
          <a:p>
            <a:pPr indent="0" lvl="0" marL="0" marR="0" rtl="0" algn="l">
              <a:lnSpc>
                <a:spcPct val="105000"/>
              </a:lnSpc>
              <a:spcBef>
                <a:spcPts val="0"/>
              </a:spcBef>
              <a:spcAft>
                <a:spcPts val="0"/>
              </a:spcAft>
              <a:buClr>
                <a:srgbClr val="060A2E"/>
              </a:buClr>
              <a:buSzPts val="867"/>
              <a:buFont typeface="Calibri"/>
              <a:buNone/>
            </a:pPr>
            <a:r>
              <a:t/>
            </a:r>
            <a:endParaRPr b="1" i="0" sz="1200" u="none" cap="none" strike="noStrike">
              <a:solidFill>
                <a:srgbClr val="060A2E"/>
              </a:solidFill>
              <a:latin typeface="Montserrat"/>
              <a:ea typeface="Montserrat"/>
              <a:cs typeface="Montserrat"/>
              <a:sym typeface="Montserrat"/>
            </a:endParaRPr>
          </a:p>
        </p:txBody>
      </p:sp>
      <p:sp>
        <p:nvSpPr>
          <p:cNvPr id="606" name="Google Shape;606;g3f8da4ebb8d_0_116"/>
          <p:cNvSpPr/>
          <p:nvPr/>
        </p:nvSpPr>
        <p:spPr>
          <a:xfrm>
            <a:off x="6263299" y="2950465"/>
            <a:ext cx="2148900" cy="7650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4A4A5F"/>
              </a:buClr>
              <a:buSzPts val="728"/>
              <a:buFont typeface="Calibri"/>
              <a:buNone/>
            </a:pPr>
            <a:r>
              <a:rPr b="0" i="0" lang="en-US" sz="1000" u="none" cap="none" strike="noStrike">
                <a:solidFill>
                  <a:srgbClr val="4A4A5F"/>
                </a:solidFill>
                <a:latin typeface="Montserrat"/>
                <a:ea typeface="Montserrat"/>
                <a:cs typeface="Montserrat"/>
                <a:sym typeface="Montserrat"/>
              </a:rPr>
              <a:t>xxxxx</a:t>
            </a:r>
            <a:endParaRPr b="0" i="0" sz="1000" u="none" cap="none" strike="noStrike">
              <a:solidFill>
                <a:srgbClr val="000000"/>
              </a:solidFill>
              <a:latin typeface="Montserrat"/>
              <a:ea typeface="Montserrat"/>
              <a:cs typeface="Montserrat"/>
              <a:sym typeface="Montserrat"/>
            </a:endParaRPr>
          </a:p>
        </p:txBody>
      </p:sp>
      <p:sp>
        <p:nvSpPr>
          <p:cNvPr id="607" name="Google Shape;607;g3f8da4ebb8d_0_116"/>
          <p:cNvSpPr/>
          <p:nvPr/>
        </p:nvSpPr>
        <p:spPr>
          <a:xfrm>
            <a:off x="571500" y="1600327"/>
            <a:ext cx="8001000" cy="3291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4A4A5F"/>
              </a:buClr>
              <a:buSzPts val="1150"/>
              <a:buFont typeface="Calibri"/>
              <a:buNone/>
            </a:pPr>
            <a:r>
              <a:rPr b="0" i="0" lang="en-US" sz="1000" u="none" cap="none" strike="noStrike">
                <a:solidFill>
                  <a:srgbClr val="4A4A5F"/>
                </a:solidFill>
                <a:latin typeface="Montserrat"/>
                <a:ea typeface="Montserrat"/>
                <a:cs typeface="Montserrat"/>
                <a:sym typeface="Montserrat"/>
              </a:rPr>
              <a:t>xxxxxxx</a:t>
            </a:r>
            <a:endParaRPr b="0" i="0" sz="1000" u="none" cap="none" strike="noStrike">
              <a:solidFill>
                <a:srgbClr val="000000"/>
              </a:solidFill>
              <a:latin typeface="Montserrat"/>
              <a:ea typeface="Montserrat"/>
              <a:cs typeface="Montserrat"/>
              <a:sym typeface="Montserrat"/>
            </a:endParaRPr>
          </a:p>
        </p:txBody>
      </p:sp>
      <p:sp>
        <p:nvSpPr>
          <p:cNvPr id="608" name="Google Shape;608;g3f8da4ebb8d_0_116"/>
          <p:cNvSpPr/>
          <p:nvPr/>
        </p:nvSpPr>
        <p:spPr>
          <a:xfrm>
            <a:off x="645400" y="4061850"/>
            <a:ext cx="7838700" cy="5391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6E6BBF"/>
              </a:buClr>
              <a:buSzPts val="950"/>
              <a:buFont typeface="Calibri"/>
              <a:buNone/>
            </a:pPr>
            <a:r>
              <a:rPr b="1" i="1" lang="en-US" sz="600" u="none" cap="none" strike="noStrike">
                <a:solidFill>
                  <a:srgbClr val="2B5BFC"/>
                </a:solidFill>
                <a:latin typeface="Montserrat"/>
                <a:ea typeface="Montserrat"/>
                <a:cs typeface="Montserrat"/>
                <a:sym typeface="Montserrat"/>
              </a:rPr>
              <a:t>Nota:</a:t>
            </a:r>
            <a:r>
              <a:rPr b="1" i="1" lang="en-US" sz="550" u="none" cap="none" strike="noStrike">
                <a:solidFill>
                  <a:srgbClr val="6E6BBF"/>
                </a:solidFill>
                <a:latin typeface="Montserrat"/>
                <a:ea typeface="Montserrat"/>
                <a:cs typeface="Montserrat"/>
                <a:sym typeface="Montserrat"/>
              </a:rPr>
              <a:t>   </a:t>
            </a:r>
            <a:r>
              <a:rPr b="0" i="1" lang="en-US" sz="600" u="none" cap="none" strike="noStrike">
                <a:solidFill>
                  <a:srgbClr val="4A4A5F"/>
                </a:solidFill>
                <a:latin typeface="Montserrat"/>
                <a:ea typeface="Montserrat"/>
                <a:cs typeface="Montserrat"/>
                <a:sym typeface="Montserrat"/>
              </a:rPr>
              <a:t>No existe todavía una cifra de impacto verificada para “nombre del cliente”. Las cifras de arriba corresponden a otros clientes y no son una proyección de resultados. Las metas de “el nombre del cliente” se fijan en la Etapa 1 contra la línea base medida.</a:t>
            </a:r>
            <a:endParaRPr b="0" i="1" sz="550" u="none" cap="none" strike="noStrike">
              <a:solidFill>
                <a:srgbClr val="000000"/>
              </a:solidFill>
              <a:latin typeface="Montserrat"/>
              <a:ea typeface="Montserrat"/>
              <a:cs typeface="Montserrat"/>
              <a:sym typeface="Montserrat"/>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613" name="Shape 613"/>
        <p:cNvGrpSpPr/>
        <p:nvPr/>
      </p:nvGrpSpPr>
      <p:grpSpPr>
        <a:xfrm>
          <a:off x="0" y="0"/>
          <a:ext cx="0" cy="0"/>
          <a:chOff x="0" y="0"/>
          <a:chExt cx="0" cy="0"/>
        </a:xfrm>
      </p:grpSpPr>
      <p:pic>
        <p:nvPicPr>
          <p:cNvPr descr="bg_divider.png" id="614" name="Google Shape;614;g3f8da4ebb8d_0_1108"/>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615" name="Google Shape;615;g3f8da4ebb8d_0_1108"/>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616" name="Google Shape;616;g3f8da4ebb8d_0_1108"/>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10</a:t>
            </a:r>
            <a:endParaRPr b="0" i="0" sz="1200" u="none" cap="none" strike="noStrike">
              <a:solidFill>
                <a:schemeClr val="dk1"/>
              </a:solidFill>
              <a:latin typeface="Calibri"/>
              <a:ea typeface="Calibri"/>
              <a:cs typeface="Calibri"/>
              <a:sym typeface="Calibri"/>
            </a:endParaRPr>
          </a:p>
        </p:txBody>
      </p:sp>
      <p:sp>
        <p:nvSpPr>
          <p:cNvPr id="617" name="Google Shape;617;g3f8da4ebb8d_0_1108"/>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Inversión</a:t>
            </a:r>
            <a:endParaRPr b="0" i="0" sz="4500" u="none" cap="none" strike="noStrike">
              <a:solidFill>
                <a:schemeClr val="dk1"/>
              </a:solidFill>
              <a:latin typeface="Calibri"/>
              <a:ea typeface="Calibri"/>
              <a:cs typeface="Calibri"/>
              <a:sym typeface="Calibri"/>
            </a:endParaRPr>
          </a:p>
        </p:txBody>
      </p:sp>
      <p:sp>
        <p:nvSpPr>
          <p:cNvPr id="618" name="Google Shape;618;g3f8da4ebb8d_0_1108"/>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Inversión por Etapa y paquetes de capacitaciones.</a:t>
            </a:r>
            <a:endParaRPr b="0" i="0" sz="1300" u="none" cap="none" strike="noStrike">
              <a:solidFill>
                <a:schemeClr val="dk1"/>
              </a:solidFill>
              <a:latin typeface="Calibri"/>
              <a:ea typeface="Calibri"/>
              <a:cs typeface="Calibri"/>
              <a:sym typeface="Calibri"/>
            </a:endParaRPr>
          </a:p>
        </p:txBody>
      </p:sp>
      <p:sp>
        <p:nvSpPr>
          <p:cNvPr id="619" name="Google Shape;619;g3f8da4ebb8d_0_1108"/>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624" name="Shape 624"/>
        <p:cNvGrpSpPr/>
        <p:nvPr/>
      </p:nvGrpSpPr>
      <p:grpSpPr>
        <a:xfrm>
          <a:off x="0" y="0"/>
          <a:ext cx="0" cy="0"/>
          <a:chOff x="0" y="0"/>
          <a:chExt cx="0" cy="0"/>
        </a:xfrm>
      </p:grpSpPr>
      <p:sp>
        <p:nvSpPr>
          <p:cNvPr id="625" name="Google Shape;625;g3f8da4ebb8d_0_1118"/>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INVERSIÓN</a:t>
            </a:r>
            <a:endParaRPr b="0" i="0" sz="1100" u="none" cap="none" strike="noStrike">
              <a:solidFill>
                <a:schemeClr val="dk1"/>
              </a:solidFill>
              <a:latin typeface="Calibri"/>
              <a:ea typeface="Calibri"/>
              <a:cs typeface="Calibri"/>
              <a:sym typeface="Calibri"/>
            </a:endParaRPr>
          </a:p>
        </p:txBody>
      </p:sp>
      <p:sp>
        <p:nvSpPr>
          <p:cNvPr id="626" name="Google Shape;626;g3f8da4ebb8d_0_1118"/>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Inversión</a:t>
            </a:r>
            <a:endParaRPr b="0" i="0" sz="2100" u="none" cap="none" strike="noStrike">
              <a:solidFill>
                <a:schemeClr val="dk1"/>
              </a:solidFill>
              <a:latin typeface="Calibri"/>
              <a:ea typeface="Calibri"/>
              <a:cs typeface="Calibri"/>
              <a:sym typeface="Calibri"/>
            </a:endParaRPr>
          </a:p>
        </p:txBody>
      </p:sp>
      <p:sp>
        <p:nvSpPr>
          <p:cNvPr id="627" name="Google Shape;627;g3f8da4ebb8d_0_1118"/>
          <p:cNvSpPr/>
          <p:nvPr/>
        </p:nvSpPr>
        <p:spPr>
          <a:xfrm>
            <a:off x="571500" y="1596172"/>
            <a:ext cx="8001000" cy="2194500"/>
          </a:xfrm>
          <a:prstGeom prst="roundRect">
            <a:avLst>
              <a:gd fmla="val 3333"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 name="Google Shape;628;g3f8da4ebb8d_0_1118"/>
          <p:cNvSpPr txBox="1"/>
          <p:nvPr/>
        </p:nvSpPr>
        <p:spPr>
          <a:xfrm>
            <a:off x="790956" y="1742476"/>
            <a:ext cx="22860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Etapa</a:t>
            </a:r>
            <a:endParaRPr b="0" i="0" sz="850" u="none" cap="none" strike="noStrike">
              <a:solidFill>
                <a:schemeClr val="dk1"/>
              </a:solidFill>
              <a:latin typeface="Calibri"/>
              <a:ea typeface="Calibri"/>
              <a:cs typeface="Calibri"/>
              <a:sym typeface="Calibri"/>
            </a:endParaRPr>
          </a:p>
        </p:txBody>
      </p:sp>
      <p:sp>
        <p:nvSpPr>
          <p:cNvPr id="629" name="Google Shape;629;g3f8da4ebb8d_0_1118"/>
          <p:cNvSpPr txBox="1"/>
          <p:nvPr/>
        </p:nvSpPr>
        <p:spPr>
          <a:xfrm>
            <a:off x="3186684" y="1742476"/>
            <a:ext cx="36576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Entregable</a:t>
            </a:r>
            <a:endParaRPr b="0" i="0" sz="850" u="none" cap="none" strike="noStrike">
              <a:solidFill>
                <a:schemeClr val="dk1"/>
              </a:solidFill>
              <a:latin typeface="Calibri"/>
              <a:ea typeface="Calibri"/>
              <a:cs typeface="Calibri"/>
              <a:sym typeface="Calibri"/>
            </a:endParaRPr>
          </a:p>
        </p:txBody>
      </p:sp>
      <p:sp>
        <p:nvSpPr>
          <p:cNvPr id="630" name="Google Shape;630;g3f8da4ebb8d_0_1118"/>
          <p:cNvSpPr txBox="1"/>
          <p:nvPr/>
        </p:nvSpPr>
        <p:spPr>
          <a:xfrm>
            <a:off x="6890015" y="1729676"/>
            <a:ext cx="1463100" cy="164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Inversión / Total</a:t>
            </a:r>
            <a:endParaRPr b="0" i="0" sz="850" u="none" cap="none" strike="noStrike">
              <a:solidFill>
                <a:schemeClr val="dk1"/>
              </a:solidFill>
              <a:latin typeface="Calibri"/>
              <a:ea typeface="Calibri"/>
              <a:cs typeface="Calibri"/>
              <a:sym typeface="Calibri"/>
            </a:endParaRPr>
          </a:p>
        </p:txBody>
      </p:sp>
      <p:sp>
        <p:nvSpPr>
          <p:cNvPr id="631" name="Google Shape;631;g3f8da4ebb8d_0_1118"/>
          <p:cNvSpPr/>
          <p:nvPr/>
        </p:nvSpPr>
        <p:spPr>
          <a:xfrm>
            <a:off x="790956" y="1980220"/>
            <a:ext cx="75621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 name="Google Shape;632;g3f8da4ebb8d_0_1118"/>
          <p:cNvSpPr txBox="1"/>
          <p:nvPr/>
        </p:nvSpPr>
        <p:spPr>
          <a:xfrm>
            <a:off x="790950" y="2047228"/>
            <a:ext cx="2286000" cy="299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Etapa 1: xxx</a:t>
            </a:r>
            <a:endParaRPr b="0" i="0" sz="800" u="none" cap="none" strike="noStrike">
              <a:solidFill>
                <a:schemeClr val="dk1"/>
              </a:solidFill>
              <a:latin typeface="Calibri"/>
              <a:ea typeface="Calibri"/>
              <a:cs typeface="Calibri"/>
              <a:sym typeface="Calibri"/>
            </a:endParaRPr>
          </a:p>
        </p:txBody>
      </p:sp>
      <p:sp>
        <p:nvSpPr>
          <p:cNvPr id="633" name="Google Shape;633;g3f8da4ebb8d_0_1118"/>
          <p:cNvSpPr txBox="1"/>
          <p:nvPr/>
        </p:nvSpPr>
        <p:spPr>
          <a:xfrm>
            <a:off x="3186684" y="2047229"/>
            <a:ext cx="3749100" cy="329100"/>
          </a:xfrm>
          <a:prstGeom prst="rect">
            <a:avLst/>
          </a:prstGeom>
          <a:noFill/>
          <a:ln>
            <a:noFill/>
          </a:ln>
        </p:spPr>
        <p:txBody>
          <a:bodyPr anchorCtr="0" anchor="t"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chemeClr val="dk1"/>
              </a:solidFill>
              <a:latin typeface="Calibri"/>
              <a:ea typeface="Calibri"/>
              <a:cs typeface="Calibri"/>
              <a:sym typeface="Calibri"/>
            </a:endParaRPr>
          </a:p>
        </p:txBody>
      </p:sp>
      <p:sp>
        <p:nvSpPr>
          <p:cNvPr id="634" name="Google Shape;634;g3f8da4ebb8d_0_1118"/>
          <p:cNvSpPr txBox="1"/>
          <p:nvPr/>
        </p:nvSpPr>
        <p:spPr>
          <a:xfrm>
            <a:off x="6914775" y="2069099"/>
            <a:ext cx="1463100" cy="2211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75757"/>
              </a:buClr>
              <a:buSzPts val="800"/>
              <a:buFont typeface="Montserrat"/>
              <a:buNone/>
            </a:pPr>
            <a:r>
              <a:rPr b="0" i="0" lang="en-US" sz="800" u="none" cap="none" strike="noStrike">
                <a:solidFill>
                  <a:srgbClr val="000033"/>
                </a:solidFill>
                <a:latin typeface="Montserrat"/>
                <a:ea typeface="Montserrat"/>
                <a:cs typeface="Montserrat"/>
                <a:sym typeface="Montserrat"/>
              </a:rPr>
              <a:t>[a completar a mano]</a:t>
            </a:r>
            <a:endParaRPr b="0" i="0" sz="800" u="none" cap="none" strike="noStrike">
              <a:solidFill>
                <a:schemeClr val="dk1"/>
              </a:solidFill>
              <a:latin typeface="Calibri"/>
              <a:ea typeface="Calibri"/>
              <a:cs typeface="Calibri"/>
              <a:sym typeface="Calibri"/>
            </a:endParaRPr>
          </a:p>
        </p:txBody>
      </p:sp>
      <p:sp>
        <p:nvSpPr>
          <p:cNvPr id="635" name="Google Shape;635;g3f8da4ebb8d_0_1118"/>
          <p:cNvSpPr/>
          <p:nvPr/>
        </p:nvSpPr>
        <p:spPr>
          <a:xfrm>
            <a:off x="790956" y="2364268"/>
            <a:ext cx="75621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 name="Google Shape;636;g3f8da4ebb8d_0_1118"/>
          <p:cNvSpPr txBox="1"/>
          <p:nvPr/>
        </p:nvSpPr>
        <p:spPr>
          <a:xfrm>
            <a:off x="790950" y="2394326"/>
            <a:ext cx="2286000" cy="2796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Etapa 2: xxxxx</a:t>
            </a:r>
            <a:endParaRPr b="0" i="0" sz="800" u="none" cap="none" strike="noStrike">
              <a:solidFill>
                <a:schemeClr val="dk1"/>
              </a:solidFill>
              <a:latin typeface="Calibri"/>
              <a:ea typeface="Calibri"/>
              <a:cs typeface="Calibri"/>
              <a:sym typeface="Calibri"/>
            </a:endParaRPr>
          </a:p>
        </p:txBody>
      </p:sp>
      <p:sp>
        <p:nvSpPr>
          <p:cNvPr id="637" name="Google Shape;637;g3f8da4ebb8d_0_1118"/>
          <p:cNvSpPr txBox="1"/>
          <p:nvPr/>
        </p:nvSpPr>
        <p:spPr>
          <a:xfrm>
            <a:off x="3186684" y="2412256"/>
            <a:ext cx="3749100" cy="329100"/>
          </a:xfrm>
          <a:prstGeom prst="rect">
            <a:avLst/>
          </a:prstGeom>
          <a:noFill/>
          <a:ln>
            <a:noFill/>
          </a:ln>
        </p:spPr>
        <p:txBody>
          <a:bodyPr anchorCtr="0" anchor="t"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rgbClr val="000033"/>
              </a:solidFill>
              <a:latin typeface="Montserrat"/>
              <a:ea typeface="Montserrat"/>
              <a:cs typeface="Montserrat"/>
              <a:sym typeface="Montserrat"/>
            </a:endParaRPr>
          </a:p>
        </p:txBody>
      </p:sp>
      <p:sp>
        <p:nvSpPr>
          <p:cNvPr id="638" name="Google Shape;638;g3f8da4ebb8d_0_1118"/>
          <p:cNvSpPr txBox="1"/>
          <p:nvPr/>
        </p:nvSpPr>
        <p:spPr>
          <a:xfrm>
            <a:off x="6914775" y="2425375"/>
            <a:ext cx="1463100" cy="2211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75757"/>
              </a:buClr>
              <a:buSzPts val="800"/>
              <a:buFont typeface="Montserrat"/>
              <a:buNone/>
            </a:pPr>
            <a:r>
              <a:rPr b="0" i="0" lang="en-US" sz="800" u="none" cap="none" strike="noStrike">
                <a:solidFill>
                  <a:srgbClr val="000033"/>
                </a:solidFill>
                <a:latin typeface="Montserrat"/>
                <a:ea typeface="Montserrat"/>
                <a:cs typeface="Montserrat"/>
                <a:sym typeface="Montserrat"/>
              </a:rPr>
              <a:t>[a completar a mano]</a:t>
            </a:r>
            <a:endParaRPr b="0" i="0" sz="800" u="none" cap="none" strike="noStrike">
              <a:solidFill>
                <a:schemeClr val="dk1"/>
              </a:solidFill>
              <a:latin typeface="Calibri"/>
              <a:ea typeface="Calibri"/>
              <a:cs typeface="Calibri"/>
              <a:sym typeface="Calibri"/>
            </a:endParaRPr>
          </a:p>
        </p:txBody>
      </p:sp>
      <p:sp>
        <p:nvSpPr>
          <p:cNvPr id="639" name="Google Shape;639;g3f8da4ebb8d_0_1118"/>
          <p:cNvSpPr/>
          <p:nvPr/>
        </p:nvSpPr>
        <p:spPr>
          <a:xfrm>
            <a:off x="790956" y="2693452"/>
            <a:ext cx="75621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g3f8da4ebb8d_0_1118"/>
          <p:cNvSpPr txBox="1"/>
          <p:nvPr/>
        </p:nvSpPr>
        <p:spPr>
          <a:xfrm>
            <a:off x="790950" y="2723524"/>
            <a:ext cx="2286000" cy="2796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Etapa 3: xxxxx</a:t>
            </a:r>
            <a:endParaRPr b="0" i="0" sz="800" u="none" cap="none" strike="noStrike">
              <a:solidFill>
                <a:schemeClr val="dk1"/>
              </a:solidFill>
              <a:latin typeface="Calibri"/>
              <a:ea typeface="Calibri"/>
              <a:cs typeface="Calibri"/>
              <a:sym typeface="Calibri"/>
            </a:endParaRPr>
          </a:p>
        </p:txBody>
      </p:sp>
      <p:sp>
        <p:nvSpPr>
          <p:cNvPr id="641" name="Google Shape;641;g3f8da4ebb8d_0_1118"/>
          <p:cNvSpPr txBox="1"/>
          <p:nvPr/>
        </p:nvSpPr>
        <p:spPr>
          <a:xfrm>
            <a:off x="3186684" y="2741440"/>
            <a:ext cx="3749100" cy="329100"/>
          </a:xfrm>
          <a:prstGeom prst="rect">
            <a:avLst/>
          </a:prstGeom>
          <a:noFill/>
          <a:ln>
            <a:noFill/>
          </a:ln>
        </p:spPr>
        <p:txBody>
          <a:bodyPr anchorCtr="0" anchor="t"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rgbClr val="000033"/>
              </a:solidFill>
              <a:latin typeface="Montserrat"/>
              <a:ea typeface="Montserrat"/>
              <a:cs typeface="Montserrat"/>
              <a:sym typeface="Montserrat"/>
            </a:endParaRPr>
          </a:p>
        </p:txBody>
      </p:sp>
      <p:sp>
        <p:nvSpPr>
          <p:cNvPr id="642" name="Google Shape;642;g3f8da4ebb8d_0_1118"/>
          <p:cNvSpPr txBox="1"/>
          <p:nvPr/>
        </p:nvSpPr>
        <p:spPr>
          <a:xfrm>
            <a:off x="6914775" y="2754549"/>
            <a:ext cx="1463100" cy="2028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75757"/>
              </a:buClr>
              <a:buSzPts val="800"/>
              <a:buFont typeface="Montserrat"/>
              <a:buNone/>
            </a:pPr>
            <a:r>
              <a:rPr b="0" i="0" lang="en-US" sz="800" u="none" cap="none" strike="noStrike">
                <a:solidFill>
                  <a:srgbClr val="000033"/>
                </a:solidFill>
                <a:latin typeface="Montserrat"/>
                <a:ea typeface="Montserrat"/>
                <a:cs typeface="Montserrat"/>
                <a:sym typeface="Montserrat"/>
              </a:rPr>
              <a:t>[a completar a mano]</a:t>
            </a:r>
            <a:endParaRPr b="0" i="0" sz="800" u="none" cap="none" strike="noStrike">
              <a:solidFill>
                <a:schemeClr val="dk1"/>
              </a:solidFill>
              <a:latin typeface="Calibri"/>
              <a:ea typeface="Calibri"/>
              <a:cs typeface="Calibri"/>
              <a:sym typeface="Calibri"/>
            </a:endParaRPr>
          </a:p>
        </p:txBody>
      </p:sp>
      <p:sp>
        <p:nvSpPr>
          <p:cNvPr id="643" name="Google Shape;643;g3f8da4ebb8d_0_1118"/>
          <p:cNvSpPr/>
          <p:nvPr/>
        </p:nvSpPr>
        <p:spPr>
          <a:xfrm>
            <a:off x="790956" y="3022636"/>
            <a:ext cx="75621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 name="Google Shape;644;g3f8da4ebb8d_0_1118"/>
          <p:cNvSpPr txBox="1"/>
          <p:nvPr/>
        </p:nvSpPr>
        <p:spPr>
          <a:xfrm>
            <a:off x="790950" y="3052701"/>
            <a:ext cx="2286000" cy="299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Etapa 4: xxxx</a:t>
            </a:r>
            <a:endParaRPr b="0" i="0" sz="800" u="none" cap="none" strike="noStrike">
              <a:solidFill>
                <a:schemeClr val="dk1"/>
              </a:solidFill>
              <a:latin typeface="Calibri"/>
              <a:ea typeface="Calibri"/>
              <a:cs typeface="Calibri"/>
              <a:sym typeface="Calibri"/>
            </a:endParaRPr>
          </a:p>
        </p:txBody>
      </p:sp>
      <p:sp>
        <p:nvSpPr>
          <p:cNvPr id="645" name="Google Shape;645;g3f8da4ebb8d_0_1118"/>
          <p:cNvSpPr txBox="1"/>
          <p:nvPr/>
        </p:nvSpPr>
        <p:spPr>
          <a:xfrm>
            <a:off x="3186675" y="3070622"/>
            <a:ext cx="3749100" cy="299100"/>
          </a:xfrm>
          <a:prstGeom prst="rect">
            <a:avLst/>
          </a:prstGeom>
          <a:noFill/>
          <a:ln>
            <a:noFill/>
          </a:ln>
        </p:spPr>
        <p:txBody>
          <a:bodyPr anchorCtr="0" anchor="t"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rgbClr val="000033"/>
              </a:solidFill>
              <a:latin typeface="Montserrat"/>
              <a:ea typeface="Montserrat"/>
              <a:cs typeface="Montserrat"/>
              <a:sym typeface="Montserrat"/>
            </a:endParaRPr>
          </a:p>
        </p:txBody>
      </p:sp>
      <p:sp>
        <p:nvSpPr>
          <p:cNvPr id="646" name="Google Shape;646;g3f8da4ebb8d_0_1118"/>
          <p:cNvSpPr txBox="1"/>
          <p:nvPr/>
        </p:nvSpPr>
        <p:spPr>
          <a:xfrm>
            <a:off x="6914775" y="3118177"/>
            <a:ext cx="1463100" cy="2028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75757"/>
              </a:buClr>
              <a:buSzPts val="800"/>
              <a:buFont typeface="Montserrat"/>
              <a:buNone/>
            </a:pPr>
            <a:r>
              <a:rPr b="0" i="0" lang="en-US" sz="800" u="none" cap="none" strike="noStrike">
                <a:solidFill>
                  <a:srgbClr val="000033"/>
                </a:solidFill>
                <a:latin typeface="Montserrat"/>
                <a:ea typeface="Montserrat"/>
                <a:cs typeface="Montserrat"/>
                <a:sym typeface="Montserrat"/>
              </a:rPr>
              <a:t>[a completar a mano]</a:t>
            </a:r>
            <a:endParaRPr b="0" i="0" sz="800" u="none" cap="none" strike="noStrike">
              <a:solidFill>
                <a:schemeClr val="dk1"/>
              </a:solidFill>
              <a:latin typeface="Calibri"/>
              <a:ea typeface="Calibri"/>
              <a:cs typeface="Calibri"/>
              <a:sym typeface="Calibri"/>
            </a:endParaRPr>
          </a:p>
        </p:txBody>
      </p:sp>
      <p:sp>
        <p:nvSpPr>
          <p:cNvPr id="647" name="Google Shape;647;g3f8da4ebb8d_0_1118"/>
          <p:cNvSpPr/>
          <p:nvPr/>
        </p:nvSpPr>
        <p:spPr>
          <a:xfrm>
            <a:off x="790956" y="3382693"/>
            <a:ext cx="75621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 name="Google Shape;648;g3f8da4ebb8d_0_1118"/>
          <p:cNvSpPr txBox="1"/>
          <p:nvPr/>
        </p:nvSpPr>
        <p:spPr>
          <a:xfrm>
            <a:off x="790956" y="3482988"/>
            <a:ext cx="2286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ExtraBold"/>
              <a:buNone/>
            </a:pPr>
            <a:r>
              <a:rPr b="1" i="0" lang="en-US" sz="1000" u="none" cap="none" strike="noStrike">
                <a:solidFill>
                  <a:srgbClr val="000033"/>
                </a:solidFill>
                <a:latin typeface="Montserrat ExtraBold"/>
                <a:ea typeface="Montserrat ExtraBold"/>
                <a:cs typeface="Montserrat ExtraBold"/>
                <a:sym typeface="Montserrat ExtraBold"/>
              </a:rPr>
              <a:t>Total</a:t>
            </a:r>
            <a:endParaRPr b="0" i="0" sz="1000" u="none" cap="none" strike="noStrike">
              <a:solidFill>
                <a:schemeClr val="dk1"/>
              </a:solidFill>
              <a:latin typeface="Calibri"/>
              <a:ea typeface="Calibri"/>
              <a:cs typeface="Calibri"/>
              <a:sym typeface="Calibri"/>
            </a:endParaRPr>
          </a:p>
        </p:txBody>
      </p:sp>
      <p:sp>
        <p:nvSpPr>
          <p:cNvPr id="649" name="Google Shape;649;g3f8da4ebb8d_0_1118"/>
          <p:cNvSpPr txBox="1"/>
          <p:nvPr/>
        </p:nvSpPr>
        <p:spPr>
          <a:xfrm>
            <a:off x="6914802" y="3483082"/>
            <a:ext cx="1463100" cy="1830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[a completar a mano]</a:t>
            </a:r>
            <a:endParaRPr b="0" i="0" sz="900" u="none" cap="none" strike="noStrike">
              <a:solidFill>
                <a:schemeClr val="dk1"/>
              </a:solidFill>
              <a:latin typeface="Calibri"/>
              <a:ea typeface="Calibri"/>
              <a:cs typeface="Calibri"/>
              <a:sym typeface="Calibri"/>
            </a:endParaRPr>
          </a:p>
        </p:txBody>
      </p:sp>
      <p:sp>
        <p:nvSpPr>
          <p:cNvPr id="650" name="Google Shape;650;g3f8da4ebb8d_0_1118"/>
          <p:cNvSpPr txBox="1"/>
          <p:nvPr/>
        </p:nvSpPr>
        <p:spPr>
          <a:xfrm>
            <a:off x="571500" y="3882172"/>
            <a:ext cx="8001000" cy="567000"/>
          </a:xfrm>
          <a:prstGeom prst="rect">
            <a:avLst/>
          </a:prstGeom>
          <a:noFill/>
          <a:ln>
            <a:noFill/>
          </a:ln>
        </p:spPr>
        <p:txBody>
          <a:bodyPr anchorCtr="0" anchor="ctr" bIns="0" lIns="0" spcFirstLastPara="1" rIns="0" wrap="square" tIns="0">
            <a:noAutofit/>
          </a:bodyPr>
          <a:lstStyle/>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Facturación: 50% al inicio del proyecto, 50% al terminar</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Los precios no incluyen impuestos (IGV).</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No incluye el dictado de capacitaciones</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No incluye el costo de licencias de IA ni de servicios de terceros.</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Nota adicional de alcance.</a:t>
            </a:r>
            <a:endParaRPr b="0" i="0" sz="700" u="none" cap="none" strike="noStrike">
              <a:solidFill>
                <a:schemeClr val="dk1"/>
              </a:solidFill>
              <a:latin typeface="Calibri"/>
              <a:ea typeface="Calibri"/>
              <a:cs typeface="Calibri"/>
              <a:sym typeface="Calibri"/>
            </a:endParaRPr>
          </a:p>
        </p:txBody>
      </p:sp>
      <p:sp>
        <p:nvSpPr>
          <p:cNvPr id="651" name="Google Shape;651;g3f8da4ebb8d_0_1118"/>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56" name="Shape 656"/>
        <p:cNvGrpSpPr/>
        <p:nvPr/>
      </p:nvGrpSpPr>
      <p:grpSpPr>
        <a:xfrm>
          <a:off x="0" y="0"/>
          <a:ext cx="0" cy="0"/>
          <a:chOff x="0" y="0"/>
          <a:chExt cx="0" cy="0"/>
        </a:xfrm>
      </p:grpSpPr>
      <p:pic>
        <p:nvPicPr>
          <p:cNvPr descr="preencoded.png" id="657" name="Google Shape;657;p26"/>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preencoded.png" id="658" name="Google Shape;658;p26"/>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659" name="Google Shape;659;p26"/>
          <p:cNvPicPr preferRelativeResize="0"/>
          <p:nvPr/>
        </p:nvPicPr>
        <p:blipFill rotWithShape="1">
          <a:blip r:embed="rId5">
            <a:alphaModFix/>
          </a:blip>
          <a:srcRect b="0" l="0" r="0" t="0"/>
          <a:stretch/>
        </p:blipFill>
        <p:spPr>
          <a:xfrm>
            <a:off x="556013" y="1209675"/>
            <a:ext cx="8016488" cy="3178646"/>
          </a:xfrm>
          <a:prstGeom prst="rect">
            <a:avLst/>
          </a:prstGeom>
          <a:noFill/>
          <a:ln>
            <a:noFill/>
          </a:ln>
        </p:spPr>
      </p:pic>
      <p:sp>
        <p:nvSpPr>
          <p:cNvPr id="660" name="Google Shape;660;p26"/>
          <p:cNvSpPr/>
          <p:nvPr/>
        </p:nvSpPr>
        <p:spPr>
          <a:xfrm>
            <a:off x="1676140"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661" name="Google Shape;661;p26"/>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662" name="Google Shape;662;p26"/>
          <p:cNvSpPr/>
          <p:nvPr/>
        </p:nvSpPr>
        <p:spPr>
          <a:xfrm>
            <a:off x="571500" y="871538"/>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i="0" lang="en-US" sz="1700" u="none" cap="none" strike="noStrike">
                <a:solidFill>
                  <a:srgbClr val="000033"/>
                </a:solidFill>
                <a:latin typeface="Montserrat ExtraBold"/>
                <a:ea typeface="Montserrat ExtraBold"/>
                <a:cs typeface="Montserrat ExtraBold"/>
                <a:sym typeface="Montserrat ExtraBold"/>
              </a:rPr>
              <a:t>Cláusulas </a:t>
            </a:r>
            <a:r>
              <a:rPr b="1" i="1" lang="en-US" sz="1700" u="none" cap="none" strike="noStrike">
                <a:solidFill>
                  <a:srgbClr val="2B5BFC"/>
                </a:solidFill>
                <a:latin typeface="Montserrat ExtraBold"/>
                <a:ea typeface="Montserrat ExtraBold"/>
                <a:cs typeface="Montserrat ExtraBold"/>
                <a:sym typeface="Montserrat ExtraBold"/>
              </a:rPr>
              <a:t>generales</a:t>
            </a:r>
            <a:r>
              <a:rPr b="1" i="0" lang="en-US" sz="1700" u="none" cap="none" strike="noStrike">
                <a:solidFill>
                  <a:srgbClr val="000033"/>
                </a:solidFill>
                <a:latin typeface="Montserrat ExtraBold"/>
                <a:ea typeface="Montserrat ExtraBold"/>
                <a:cs typeface="Montserrat ExtraBold"/>
                <a:sym typeface="Montserrat ExtraBold"/>
              </a:rPr>
              <a:t> </a:t>
            </a:r>
            <a:endParaRPr b="0" i="0" sz="1700" u="none" cap="none" strike="noStrike">
              <a:solidFill>
                <a:schemeClr val="dk1"/>
              </a:solidFill>
              <a:latin typeface="Calibri"/>
              <a:ea typeface="Calibri"/>
              <a:cs typeface="Calibri"/>
              <a:sym typeface="Calibri"/>
            </a:endParaRPr>
          </a:p>
        </p:txBody>
      </p:sp>
      <p:sp>
        <p:nvSpPr>
          <p:cNvPr id="663" name="Google Shape;663;p26"/>
          <p:cNvSpPr/>
          <p:nvPr/>
        </p:nvSpPr>
        <p:spPr>
          <a:xfrm>
            <a:off x="571500" y="1209675"/>
            <a:ext cx="35244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Sobre los alcances y tiempos del proyecto: </a:t>
            </a:r>
            <a:endParaRPr b="0" i="0" sz="1200" u="none" cap="none" strike="noStrike">
              <a:solidFill>
                <a:schemeClr val="dk1"/>
              </a:solidFill>
              <a:latin typeface="Calibri"/>
              <a:ea typeface="Calibri"/>
              <a:cs typeface="Calibri"/>
              <a:sym typeface="Calibri"/>
            </a:endParaRPr>
          </a:p>
        </p:txBody>
      </p:sp>
      <p:sp>
        <p:nvSpPr>
          <p:cNvPr id="664" name="Google Shape;664;p26"/>
          <p:cNvSpPr/>
          <p:nvPr/>
        </p:nvSpPr>
        <p:spPr>
          <a:xfrm>
            <a:off x="557213" y="1471613"/>
            <a:ext cx="43530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Tiempos de aceptación:</a:t>
            </a:r>
            <a:r>
              <a:rPr b="0" i="0" lang="en-US" sz="1000" u="none" cap="none" strike="noStrike">
                <a:solidFill>
                  <a:srgbClr val="000033"/>
                </a:solidFill>
                <a:latin typeface="Montserrat"/>
                <a:ea typeface="Montserrat"/>
                <a:cs typeface="Montserrat"/>
                <a:sym typeface="Montserrat"/>
              </a:rPr>
              <a:t> El cliente tendrá hasta 5 días útiles para solicitar ajustes justificados a los entregables. Pasado este plazo, se considerará la etapa finalizada.</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65" name="Google Shape;665;p26"/>
          <p:cNvSpPr/>
          <p:nvPr/>
        </p:nvSpPr>
        <p:spPr>
          <a:xfrm>
            <a:off x="557213" y="2057400"/>
            <a:ext cx="44814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Conformidad de cierre:</a:t>
            </a:r>
            <a:r>
              <a:rPr b="0" i="0" lang="en-US" sz="1000" u="none" cap="none" strike="noStrike">
                <a:solidFill>
                  <a:srgbClr val="000033"/>
                </a:solidFill>
                <a:latin typeface="Montserrat"/>
                <a:ea typeface="Montserrat"/>
                <a:cs typeface="Montserrat"/>
                <a:sym typeface="Montserrat"/>
              </a:rPr>
              <a:t> Al finalizar, se enviará un acta de conformidad para revisión y aceptación. Si no hay respuesta en 5 días útiles, el proyecto se considerará finalizado.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66" name="Google Shape;666;p26"/>
          <p:cNvSpPr/>
          <p:nvPr/>
        </p:nvSpPr>
        <p:spPr>
          <a:xfrm>
            <a:off x="557224" y="2643200"/>
            <a:ext cx="44814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Alcance adicional:</a:t>
            </a:r>
            <a:r>
              <a:rPr b="0" i="0" lang="en-US" sz="1000" u="none" cap="none" strike="noStrike">
                <a:solidFill>
                  <a:srgbClr val="000033"/>
                </a:solidFill>
                <a:latin typeface="Montserrat"/>
                <a:ea typeface="Montserrat"/>
                <a:cs typeface="Montserrat"/>
                <a:sym typeface="Montserrat"/>
              </a:rPr>
              <a:t> Requerimientos fuera del alcance generarán un cobro adicional basado en la tarifa por hora promedio del proyecto.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67" name="Google Shape;667;p26"/>
          <p:cNvSpPr/>
          <p:nvPr/>
        </p:nvSpPr>
        <p:spPr>
          <a:xfrm>
            <a:off x="557213" y="3057525"/>
            <a:ext cx="44814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Implementaciones:</a:t>
            </a:r>
            <a:r>
              <a:rPr b="0" i="0" lang="en-US" sz="1000" u="none" cap="none" strike="noStrike">
                <a:solidFill>
                  <a:srgbClr val="000033"/>
                </a:solidFill>
                <a:latin typeface="Montserrat"/>
                <a:ea typeface="Montserrat"/>
                <a:cs typeface="Montserrat"/>
                <a:sym typeface="Montserrat"/>
              </a:rPr>
              <a:t> Serán responsabilidad del equipo del cliente. Cualquier retraso por no ejecutar las mejoras en el tiempo estimado será responsabilidad del cliente.</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68" name="Google Shape;668;p26"/>
          <p:cNvSpPr/>
          <p:nvPr/>
        </p:nvSpPr>
        <p:spPr>
          <a:xfrm>
            <a:off x="557213" y="3643313"/>
            <a:ext cx="44814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Retrasos del cliente: </a:t>
            </a:r>
            <a:r>
              <a:rPr b="0" i="0" lang="en-US" sz="1000" u="none" cap="none" strike="noStrike">
                <a:solidFill>
                  <a:srgbClr val="000033"/>
                </a:solidFill>
                <a:latin typeface="Montserrat"/>
                <a:ea typeface="Montserrat"/>
                <a:cs typeface="Montserrat"/>
                <a:sym typeface="Montserrat"/>
              </a:rPr>
              <a:t>Si el retraso es atribuible al cliente, las fechas de facturación se mantienen según contrato.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69" name="Google Shape;669;p26"/>
          <p:cNvSpPr/>
          <p:nvPr/>
        </p:nvSpPr>
        <p:spPr>
          <a:xfrm>
            <a:off x="557213" y="4057650"/>
            <a:ext cx="44769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Inicio de proyecto:</a:t>
            </a:r>
            <a:r>
              <a:rPr b="0" i="0" lang="en-US" sz="1000" u="none" cap="none" strike="noStrike">
                <a:solidFill>
                  <a:srgbClr val="000033"/>
                </a:solidFill>
                <a:latin typeface="Montserrat"/>
                <a:ea typeface="Montserrat"/>
                <a:cs typeface="Montserrat"/>
                <a:sym typeface="Montserrat"/>
              </a:rPr>
              <a:t> El proyecto se dará inicio una vez se tenga la firma formal del contrato correspondiente.</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70" name="Google Shape;670;p26"/>
          <p:cNvSpPr/>
          <p:nvPr/>
        </p:nvSpPr>
        <p:spPr>
          <a:xfrm>
            <a:off x="5414963" y="1323975"/>
            <a:ext cx="18288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Horario &amp; Colaboración: </a:t>
            </a:r>
            <a:endParaRPr b="0" i="0" sz="1100" u="none" cap="none" strike="noStrike">
              <a:solidFill>
                <a:schemeClr val="dk1"/>
              </a:solidFill>
              <a:latin typeface="Calibri"/>
              <a:ea typeface="Calibri"/>
              <a:cs typeface="Calibri"/>
              <a:sym typeface="Calibri"/>
            </a:endParaRPr>
          </a:p>
        </p:txBody>
      </p:sp>
      <p:sp>
        <p:nvSpPr>
          <p:cNvPr id="671" name="Google Shape;671;p26"/>
          <p:cNvSpPr/>
          <p:nvPr/>
        </p:nvSpPr>
        <p:spPr>
          <a:xfrm>
            <a:off x="5414963" y="1576388"/>
            <a:ext cx="27669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00"/>
              </a:buClr>
              <a:buSzPts val="1100"/>
              <a:buFont typeface="Montserrat"/>
              <a:buNone/>
            </a:pPr>
            <a:r>
              <a:rPr b="0" i="0" lang="en-US" sz="1100" u="none" cap="none" strike="noStrike">
                <a:solidFill>
                  <a:srgbClr val="000033"/>
                </a:solidFill>
                <a:latin typeface="Montserrat"/>
                <a:ea typeface="Montserrat"/>
                <a:cs typeface="Montserrat"/>
                <a:sym typeface="Montserrat"/>
              </a:rPr>
              <a:t>• Horario de atención: Lunes a Viernes de 9:00 am a 6:00 pm. </a:t>
            </a:r>
            <a:endParaRPr b="0" i="0" sz="1100" u="none" cap="none" strike="noStrike">
              <a:solidFill>
                <a:schemeClr val="dk1"/>
              </a:solidFill>
              <a:latin typeface="Calibri"/>
              <a:ea typeface="Calibri"/>
              <a:cs typeface="Calibri"/>
              <a:sym typeface="Calibri"/>
            </a:endParaRPr>
          </a:p>
        </p:txBody>
      </p:sp>
      <p:sp>
        <p:nvSpPr>
          <p:cNvPr id="672" name="Google Shape;672;p26"/>
          <p:cNvSpPr/>
          <p:nvPr/>
        </p:nvSpPr>
        <p:spPr>
          <a:xfrm>
            <a:off x="5414963" y="2024063"/>
            <a:ext cx="2766900" cy="5571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00"/>
              </a:buClr>
              <a:buSzPts val="1100"/>
              <a:buFont typeface="Montserrat"/>
              <a:buNone/>
            </a:pPr>
            <a:r>
              <a:rPr b="0" i="0" lang="en-US" sz="1100" u="none" cap="none" strike="noStrike">
                <a:solidFill>
                  <a:srgbClr val="000033"/>
                </a:solidFill>
                <a:latin typeface="Montserrat"/>
                <a:ea typeface="Montserrat"/>
                <a:cs typeface="Montserrat"/>
                <a:sym typeface="Montserrat"/>
              </a:rPr>
              <a:t>• Cláusula de no contratación de personal del equipo asignado durante el proyecto y hasta 6 meses después. </a:t>
            </a:r>
            <a:endParaRPr b="0" i="0" sz="1100" u="none" cap="none" strike="noStrike">
              <a:solidFill>
                <a:schemeClr val="dk1"/>
              </a:solidFill>
              <a:latin typeface="Calibri"/>
              <a:ea typeface="Calibri"/>
              <a:cs typeface="Calibri"/>
              <a:sym typeface="Calibri"/>
            </a:endParaRPr>
          </a:p>
        </p:txBody>
      </p:sp>
      <p:sp>
        <p:nvSpPr>
          <p:cNvPr id="673" name="Google Shape;673;p26"/>
          <p:cNvSpPr/>
          <p:nvPr/>
        </p:nvSpPr>
        <p:spPr>
          <a:xfrm>
            <a:off x="5414963" y="2924175"/>
            <a:ext cx="2148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Sobre las formas de pago: </a:t>
            </a:r>
            <a:endParaRPr b="0" i="0" sz="1200" u="none" cap="none" strike="noStrike">
              <a:solidFill>
                <a:schemeClr val="dk1"/>
              </a:solidFill>
              <a:latin typeface="Calibri"/>
              <a:ea typeface="Calibri"/>
              <a:cs typeface="Calibri"/>
              <a:sym typeface="Calibri"/>
            </a:endParaRPr>
          </a:p>
        </p:txBody>
      </p:sp>
      <p:sp>
        <p:nvSpPr>
          <p:cNvPr id="674" name="Google Shape;674;p26"/>
          <p:cNvSpPr/>
          <p:nvPr/>
        </p:nvSpPr>
        <p:spPr>
          <a:xfrm>
            <a:off x="5414963" y="3186113"/>
            <a:ext cx="22098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 Los precios </a:t>
            </a:r>
            <a:r>
              <a:rPr b="1" i="0" lang="en-US" sz="1100" u="none" cap="none" strike="noStrike">
                <a:solidFill>
                  <a:srgbClr val="000033"/>
                </a:solidFill>
                <a:latin typeface="Montserrat"/>
                <a:ea typeface="Montserrat"/>
                <a:cs typeface="Montserrat"/>
                <a:sym typeface="Montserrat"/>
              </a:rPr>
              <a:t>no incluyen IGV</a:t>
            </a:r>
            <a:r>
              <a:rPr b="0" i="0" lang="en-US" sz="1100" u="none" cap="none" strike="noStrike">
                <a:solidFill>
                  <a:srgbClr val="000033"/>
                </a:solidFill>
                <a:latin typeface="Montserrat"/>
                <a:ea typeface="Montserrat"/>
                <a:cs typeface="Montserrat"/>
                <a:sym typeface="Montserrat"/>
              </a:rPr>
              <a:t>. </a:t>
            </a:r>
            <a:endParaRPr b="0" i="0" sz="1100" u="none" cap="none" strike="noStrike">
              <a:solidFill>
                <a:schemeClr val="dk1"/>
              </a:solidFill>
              <a:latin typeface="Calibri"/>
              <a:ea typeface="Calibri"/>
              <a:cs typeface="Calibri"/>
              <a:sym typeface="Calibri"/>
            </a:endParaRPr>
          </a:p>
        </p:txBody>
      </p:sp>
      <p:sp>
        <p:nvSpPr>
          <p:cNvPr id="675" name="Google Shape;675;p26"/>
          <p:cNvSpPr/>
          <p:nvPr/>
        </p:nvSpPr>
        <p:spPr>
          <a:xfrm>
            <a:off x="5414963" y="3448050"/>
            <a:ext cx="27669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 Vigencia de propuesta: 30 días calendario. </a:t>
            </a:r>
            <a:endParaRPr b="0" i="0" sz="1100" u="none" cap="none" strike="noStrike">
              <a:solidFill>
                <a:schemeClr val="dk1"/>
              </a:solidFill>
              <a:latin typeface="Calibri"/>
              <a:ea typeface="Calibri"/>
              <a:cs typeface="Calibri"/>
              <a:sym typeface="Calibri"/>
            </a:endParaRPr>
          </a:p>
        </p:txBody>
      </p:sp>
      <p:sp>
        <p:nvSpPr>
          <p:cNvPr id="676" name="Google Shape;676;p26"/>
          <p:cNvSpPr/>
          <p:nvPr/>
        </p:nvSpPr>
        <p:spPr>
          <a:xfrm>
            <a:off x="5414963" y="3895725"/>
            <a:ext cx="27003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2B5BFC"/>
              </a:buClr>
              <a:buSzPts val="1100"/>
              <a:buFont typeface="Montserrat"/>
              <a:buNone/>
            </a:pPr>
            <a:r>
              <a:rPr b="1" i="0" lang="en-US" sz="1100" u="none" cap="none" strike="noStrike">
                <a:solidFill>
                  <a:srgbClr val="2B5BFC"/>
                </a:solidFill>
                <a:latin typeface="Montserrat"/>
                <a:ea typeface="Montserrat"/>
                <a:cs typeface="Montserrat"/>
                <a:sym typeface="Montserrat"/>
              </a:rPr>
              <a:t>Facturación del Proyecto: 100% al inicio del proyecto. </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81" name="Shape 681"/>
        <p:cNvGrpSpPr/>
        <p:nvPr/>
      </p:nvGrpSpPr>
      <p:grpSpPr>
        <a:xfrm>
          <a:off x="0" y="0"/>
          <a:ext cx="0" cy="0"/>
          <a:chOff x="0" y="0"/>
          <a:chExt cx="0" cy="0"/>
        </a:xfrm>
      </p:grpSpPr>
      <p:pic>
        <p:nvPicPr>
          <p:cNvPr descr="preencoded.png" id="682" name="Google Shape;682;p27"/>
          <p:cNvPicPr preferRelativeResize="0"/>
          <p:nvPr/>
        </p:nvPicPr>
        <p:blipFill rotWithShape="1">
          <a:blip r:embed="rId3">
            <a:alphaModFix/>
          </a:blip>
          <a:srcRect b="0" l="0" r="0" t="0"/>
          <a:stretch/>
        </p:blipFill>
        <p:spPr>
          <a:xfrm>
            <a:off x="-32175" y="0"/>
            <a:ext cx="9144000" cy="5143500"/>
          </a:xfrm>
          <a:prstGeom prst="rect">
            <a:avLst/>
          </a:prstGeom>
          <a:noFill/>
          <a:ln>
            <a:noFill/>
          </a:ln>
        </p:spPr>
      </p:pic>
      <p:pic>
        <p:nvPicPr>
          <p:cNvPr descr="preencoded.png" id="683" name="Google Shape;683;p27"/>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684" name="Google Shape;684;p27"/>
          <p:cNvPicPr preferRelativeResize="0"/>
          <p:nvPr/>
        </p:nvPicPr>
        <p:blipFill rotWithShape="1">
          <a:blip r:embed="rId5">
            <a:alphaModFix/>
          </a:blip>
          <a:srcRect b="0" l="0" r="0" t="0"/>
          <a:stretch/>
        </p:blipFill>
        <p:spPr>
          <a:xfrm>
            <a:off x="571500" y="1200150"/>
            <a:ext cx="8001000" cy="3057525"/>
          </a:xfrm>
          <a:prstGeom prst="rect">
            <a:avLst/>
          </a:prstGeom>
          <a:noFill/>
          <a:ln>
            <a:noFill/>
          </a:ln>
        </p:spPr>
      </p:pic>
      <p:sp>
        <p:nvSpPr>
          <p:cNvPr id="685" name="Google Shape;685;p27"/>
          <p:cNvSpPr/>
          <p:nvPr/>
        </p:nvSpPr>
        <p:spPr>
          <a:xfrm>
            <a:off x="1676143"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686" name="Google Shape;686;p27"/>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687" name="Google Shape;687;p27"/>
          <p:cNvSpPr/>
          <p:nvPr/>
        </p:nvSpPr>
        <p:spPr>
          <a:xfrm>
            <a:off x="571500" y="871538"/>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i="0" lang="en-US" sz="1700" u="none" cap="none" strike="noStrike">
                <a:solidFill>
                  <a:srgbClr val="000033"/>
                </a:solidFill>
                <a:latin typeface="Montserrat ExtraBold"/>
                <a:ea typeface="Montserrat ExtraBold"/>
                <a:cs typeface="Montserrat ExtraBold"/>
                <a:sym typeface="Montserrat ExtraBold"/>
              </a:rPr>
              <a:t>Facturación por </a:t>
            </a:r>
            <a:r>
              <a:rPr b="1" i="1" lang="en-US" sz="1700" u="none" cap="none" strike="noStrike">
                <a:solidFill>
                  <a:srgbClr val="2B5BFC"/>
                </a:solidFill>
                <a:latin typeface="Montserrat ExtraBold"/>
                <a:ea typeface="Montserrat ExtraBold"/>
                <a:cs typeface="Montserrat ExtraBold"/>
                <a:sym typeface="Montserrat ExtraBold"/>
              </a:rPr>
              <a:t>retrasos y pausas</a:t>
            </a:r>
            <a:r>
              <a:rPr b="1" i="0" lang="en-US" sz="1700" u="none" cap="none" strike="noStrike">
                <a:solidFill>
                  <a:srgbClr val="000033"/>
                </a:solidFill>
                <a:latin typeface="Montserrat ExtraBold"/>
                <a:ea typeface="Montserrat ExtraBold"/>
                <a:cs typeface="Montserrat ExtraBold"/>
                <a:sym typeface="Montserrat ExtraBold"/>
              </a:rPr>
              <a:t> </a:t>
            </a:r>
            <a:endParaRPr b="0" i="0" sz="1700" u="none" cap="none" strike="noStrike">
              <a:solidFill>
                <a:schemeClr val="dk1"/>
              </a:solidFill>
              <a:latin typeface="Calibri"/>
              <a:ea typeface="Calibri"/>
              <a:cs typeface="Calibri"/>
              <a:sym typeface="Calibri"/>
            </a:endParaRPr>
          </a:p>
        </p:txBody>
      </p:sp>
      <p:sp>
        <p:nvSpPr>
          <p:cNvPr id="688" name="Google Shape;688;p27"/>
          <p:cNvSpPr/>
          <p:nvPr/>
        </p:nvSpPr>
        <p:spPr>
          <a:xfrm>
            <a:off x="685800" y="1314450"/>
            <a:ext cx="36861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000033"/>
              </a:buClr>
              <a:buSzPts val="1200"/>
              <a:buFont typeface="Montserrat"/>
              <a:buNone/>
            </a:pPr>
            <a:r>
              <a:rPr b="1" i="0" lang="en-US" sz="1200" u="none" cap="none" strike="noStrike">
                <a:solidFill>
                  <a:srgbClr val="000033"/>
                </a:solidFill>
                <a:latin typeface="Montserrat"/>
                <a:ea typeface="Montserrat"/>
                <a:cs typeface="Montserrat"/>
                <a:sym typeface="Montserrat"/>
              </a:rPr>
              <a:t>Retrasos y periodos de Stand By </a:t>
            </a:r>
            <a:endParaRPr b="0" i="0" sz="1200" u="none" cap="none" strike="noStrike">
              <a:solidFill>
                <a:schemeClr val="dk1"/>
              </a:solidFill>
              <a:latin typeface="Calibri"/>
              <a:ea typeface="Calibri"/>
              <a:cs typeface="Calibri"/>
              <a:sym typeface="Calibri"/>
            </a:endParaRPr>
          </a:p>
        </p:txBody>
      </p:sp>
      <p:sp>
        <p:nvSpPr>
          <p:cNvPr id="689" name="Google Shape;689;p27"/>
          <p:cNvSpPr/>
          <p:nvPr/>
        </p:nvSpPr>
        <p:spPr>
          <a:xfrm>
            <a:off x="685800" y="1557350"/>
            <a:ext cx="37788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Retrasos de cliente:</a:t>
            </a:r>
            <a:r>
              <a:rPr b="0" i="0" lang="en-US" sz="1000" u="none" cap="none" strike="noStrike">
                <a:solidFill>
                  <a:srgbClr val="000033"/>
                </a:solidFill>
                <a:latin typeface="Montserrat"/>
                <a:ea typeface="Montserrat"/>
                <a:cs typeface="Montserrat"/>
                <a:sym typeface="Montserrat"/>
              </a:rPr>
              <a:t> Si el proyecto tiene facturación por hitos o entregables y el retraso del cliente supera los </a:t>
            </a:r>
            <a:r>
              <a:rPr b="1" i="0" lang="en-US" sz="1000" u="none" cap="none" strike="noStrike">
                <a:solidFill>
                  <a:srgbClr val="2B5BFC"/>
                </a:solidFill>
                <a:latin typeface="Montserrat"/>
                <a:ea typeface="Montserrat"/>
                <a:cs typeface="Montserrat"/>
                <a:sym typeface="Montserrat"/>
              </a:rPr>
              <a:t>15 días</a:t>
            </a:r>
            <a:r>
              <a:rPr b="0" i="0" lang="en-US" sz="1000" u="none" cap="none" strike="noStrike">
                <a:solidFill>
                  <a:srgbClr val="000033"/>
                </a:solidFill>
                <a:latin typeface="Montserrat"/>
                <a:ea typeface="Montserrat"/>
                <a:cs typeface="Montserrat"/>
                <a:sym typeface="Montserrat"/>
              </a:rPr>
              <a:t>, este no afectará la facturación programada.</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90" name="Google Shape;690;p27"/>
          <p:cNvSpPr/>
          <p:nvPr/>
        </p:nvSpPr>
        <p:spPr>
          <a:xfrm>
            <a:off x="685800" y="2171700"/>
            <a:ext cx="3686100" cy="743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Ingreso a Stand By:</a:t>
            </a:r>
            <a:r>
              <a:rPr b="0" i="0" lang="en-US" sz="1000" u="none" cap="none" strike="noStrike">
                <a:solidFill>
                  <a:srgbClr val="000033"/>
                </a:solidFill>
                <a:latin typeface="Montserrat"/>
                <a:ea typeface="Montserrat"/>
                <a:cs typeface="Montserrat"/>
                <a:sym typeface="Montserrat"/>
              </a:rPr>
              <a:t>  Si el proyecto presenta un retraso del lado del cliente mayor a </a:t>
            </a:r>
            <a:r>
              <a:rPr b="1" i="0" lang="en-US" sz="1000" u="none" cap="none" strike="noStrike">
                <a:solidFill>
                  <a:srgbClr val="2B5BFC"/>
                </a:solidFill>
                <a:latin typeface="Montserrat"/>
                <a:ea typeface="Montserrat"/>
                <a:cs typeface="Montserrat"/>
                <a:sym typeface="Montserrat"/>
              </a:rPr>
              <a:t>30 días</a:t>
            </a:r>
            <a:r>
              <a:rPr b="0" i="0" lang="en-US" sz="1000" u="none" cap="none" strike="noStrike">
                <a:solidFill>
                  <a:srgbClr val="000033"/>
                </a:solidFill>
                <a:latin typeface="Montserrat"/>
                <a:ea typeface="Montserrat"/>
                <a:cs typeface="Montserrat"/>
                <a:sym typeface="Montserrat"/>
              </a:rPr>
              <a:t>, ingresará automáticamente en stand by, periodo durante el cual no se realizarán avances en su ejecución.</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91" name="Google Shape;691;p27"/>
          <p:cNvSpPr/>
          <p:nvPr/>
        </p:nvSpPr>
        <p:spPr>
          <a:xfrm>
            <a:off x="685800" y="2971800"/>
            <a:ext cx="36861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Periodo Mínimo:</a:t>
            </a:r>
            <a:r>
              <a:rPr b="0" i="0" lang="en-US" sz="1000" u="none" cap="none" strike="noStrike">
                <a:solidFill>
                  <a:srgbClr val="000033"/>
                </a:solidFill>
                <a:latin typeface="Montserrat"/>
                <a:ea typeface="Montserrat"/>
                <a:cs typeface="Montserrat"/>
                <a:sym typeface="Montserrat"/>
              </a:rPr>
              <a:t> Una vez iniciado el proyecto, se establece un periodo mínimo de </a:t>
            </a:r>
            <a:r>
              <a:rPr b="1" i="0" lang="en-US" sz="1000" u="none" cap="none" strike="noStrike">
                <a:solidFill>
                  <a:srgbClr val="2B5BFC"/>
                </a:solidFill>
                <a:latin typeface="Montserrat"/>
                <a:ea typeface="Montserrat"/>
                <a:cs typeface="Montserrat"/>
                <a:sym typeface="Montserrat"/>
              </a:rPr>
              <a:t>20 días</a:t>
            </a:r>
            <a:r>
              <a:rPr b="0" i="0" lang="en-US" sz="1000" u="none" cap="none" strike="noStrike">
                <a:solidFill>
                  <a:srgbClr val="000033"/>
                </a:solidFill>
                <a:latin typeface="Montserrat"/>
                <a:ea typeface="Montserrat"/>
                <a:cs typeface="Montserrat"/>
                <a:sym typeface="Montserrat"/>
              </a:rPr>
              <a:t> de stand by, durante el cual no se realizarán avances significativos.</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92" name="Google Shape;692;p27"/>
          <p:cNvSpPr/>
          <p:nvPr/>
        </p:nvSpPr>
        <p:spPr>
          <a:xfrm>
            <a:off x="685800" y="3586163"/>
            <a:ext cx="36861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Periodo Máximo:</a:t>
            </a:r>
            <a:r>
              <a:rPr b="0" i="0" lang="en-US" sz="1000" u="none" cap="none" strike="noStrike">
                <a:solidFill>
                  <a:srgbClr val="000033"/>
                </a:solidFill>
                <a:latin typeface="Montserrat"/>
                <a:ea typeface="Montserrat"/>
                <a:cs typeface="Montserrat"/>
                <a:sym typeface="Montserrat"/>
              </a:rPr>
              <a:t>  El periodo máximo será acordado entre ambas partes al firmar el contrato y especificado en días o semanas, con un límite de</a:t>
            </a:r>
            <a:r>
              <a:rPr b="1" i="0" lang="en-US" sz="1000" u="none" cap="none" strike="noStrike">
                <a:solidFill>
                  <a:srgbClr val="2B5BFC"/>
                </a:solidFill>
                <a:latin typeface="Montserrat"/>
                <a:ea typeface="Montserrat"/>
                <a:cs typeface="Montserrat"/>
                <a:sym typeface="Montserrat"/>
              </a:rPr>
              <a:t> 3 meses</a:t>
            </a:r>
            <a:r>
              <a:rPr b="0" i="0" lang="en-US" sz="1000" u="none" cap="none" strike="noStrike">
                <a:solidFill>
                  <a:srgbClr val="000033"/>
                </a:solidFill>
                <a:latin typeface="Montserrat"/>
                <a:ea typeface="Montserrat"/>
                <a:cs typeface="Montserrat"/>
                <a:sym typeface="Montserrat"/>
              </a:rPr>
              <a:t>.</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93" name="Google Shape;693;p27"/>
          <p:cNvSpPr/>
          <p:nvPr/>
        </p:nvSpPr>
        <p:spPr>
          <a:xfrm>
            <a:off x="4800600" y="1314450"/>
            <a:ext cx="36861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Gestión Financiera &amp; Retorno </a:t>
            </a:r>
            <a:endParaRPr b="0" i="0" sz="1200" u="none" cap="none" strike="noStrike">
              <a:solidFill>
                <a:schemeClr val="dk1"/>
              </a:solidFill>
              <a:latin typeface="Calibri"/>
              <a:ea typeface="Calibri"/>
              <a:cs typeface="Calibri"/>
              <a:sym typeface="Calibri"/>
            </a:endParaRPr>
          </a:p>
        </p:txBody>
      </p:sp>
      <p:sp>
        <p:nvSpPr>
          <p:cNvPr id="694" name="Google Shape;694;p27"/>
          <p:cNvSpPr/>
          <p:nvPr/>
        </p:nvSpPr>
        <p:spPr>
          <a:xfrm>
            <a:off x="4800600" y="1557350"/>
            <a:ext cx="37305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Facturación:</a:t>
            </a:r>
            <a:r>
              <a:rPr b="0" i="0" lang="en-US" sz="1050" u="none" cap="none" strike="noStrike">
                <a:solidFill>
                  <a:srgbClr val="000033"/>
                </a:solidFill>
                <a:latin typeface="Montserrat"/>
                <a:ea typeface="Montserrat"/>
                <a:cs typeface="Montserrat"/>
                <a:sym typeface="Montserrat"/>
              </a:rPr>
              <a:t> Los pagos pendientes deberán realizarse antes del stand by o según el cronograma de facturación mensual.</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695" name="Google Shape;695;p27"/>
          <p:cNvSpPr/>
          <p:nvPr/>
        </p:nvSpPr>
        <p:spPr>
          <a:xfrm>
            <a:off x="4800600" y="2171712"/>
            <a:ext cx="37788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Revisión y renegociación:</a:t>
            </a:r>
            <a:r>
              <a:rPr b="0" i="0" lang="en-US" sz="1050" u="none" cap="none" strike="noStrike">
                <a:solidFill>
                  <a:srgbClr val="000033"/>
                </a:solidFill>
                <a:latin typeface="Montserrat"/>
                <a:ea typeface="Montserrat"/>
                <a:cs typeface="Montserrat"/>
                <a:sym typeface="Montserrat"/>
              </a:rPr>
              <a:t> Si el proyecto no se reanuda tras el periodo máximo de stand by, ambas partes revisarán y renegociarán los términos del contrato.</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696" name="Google Shape;696;p27"/>
          <p:cNvSpPr/>
          <p:nvPr/>
        </p:nvSpPr>
        <p:spPr>
          <a:xfrm>
            <a:off x="4800600" y="2786074"/>
            <a:ext cx="3730500" cy="743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Notificación y comunicación:</a:t>
            </a:r>
            <a:r>
              <a:rPr b="0" i="0" lang="en-US" sz="1050" u="none" cap="none" strike="noStrike">
                <a:solidFill>
                  <a:srgbClr val="000033"/>
                </a:solidFill>
                <a:latin typeface="Montserrat"/>
                <a:ea typeface="Montserrat"/>
                <a:cs typeface="Montserrat"/>
                <a:sym typeface="Montserrat"/>
              </a:rPr>
              <a:t> El stand by deberá notificarse por escrito con </a:t>
            </a:r>
            <a:r>
              <a:rPr b="1" i="0" lang="en-US" sz="1050" u="none" cap="none" strike="noStrike">
                <a:solidFill>
                  <a:srgbClr val="2B5BFC"/>
                </a:solidFill>
                <a:latin typeface="Montserrat"/>
                <a:ea typeface="Montserrat"/>
                <a:cs typeface="Montserrat"/>
                <a:sym typeface="Montserrat"/>
              </a:rPr>
              <a:t>15 días</a:t>
            </a:r>
            <a:r>
              <a:rPr b="0" i="0" lang="en-US" sz="1050" u="none" cap="none" strike="noStrike">
                <a:solidFill>
                  <a:srgbClr val="000033"/>
                </a:solidFill>
                <a:latin typeface="Montserrat"/>
                <a:ea typeface="Montserrat"/>
                <a:cs typeface="Montserrat"/>
                <a:sym typeface="Montserrat"/>
              </a:rPr>
              <a:t> de anticipación y mantenerse una comunicación regular durante el </a:t>
            </a:r>
            <a:r>
              <a:rPr b="0" i="0" lang="en-US" sz="1050" u="none" cap="none" strike="noStrike">
                <a:solidFill>
                  <a:srgbClr val="000000"/>
                </a:solidFill>
                <a:latin typeface="Montserrat"/>
                <a:ea typeface="Montserrat"/>
                <a:cs typeface="Montserrat"/>
                <a:sym typeface="Montserrat"/>
              </a:rPr>
              <a:t>dicho</a:t>
            </a:r>
            <a:r>
              <a:rPr b="0" i="0" lang="en-US" sz="1050" u="none" cap="none" strike="noStrike">
                <a:solidFill>
                  <a:srgbClr val="000033"/>
                </a:solidFill>
                <a:latin typeface="Montserrat"/>
                <a:ea typeface="Montserrat"/>
                <a:cs typeface="Montserrat"/>
                <a:sym typeface="Montserrat"/>
              </a:rPr>
              <a:t> periodo.</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697" name="Google Shape;697;p27"/>
          <p:cNvSpPr/>
          <p:nvPr/>
        </p:nvSpPr>
        <p:spPr>
          <a:xfrm>
            <a:off x="4800600" y="3586173"/>
            <a:ext cx="37305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Reanudación:</a:t>
            </a:r>
            <a:r>
              <a:rPr b="0" i="0" lang="en-US" sz="1050" u="none" cap="none" strike="noStrike">
                <a:solidFill>
                  <a:srgbClr val="000033"/>
                </a:solidFill>
                <a:latin typeface="Montserrat"/>
                <a:ea typeface="Montserrat"/>
                <a:cs typeface="Montserrat"/>
                <a:sym typeface="Montserrat"/>
              </a:rPr>
              <a:t> El cliente deberá solicitar la reanudación por correo. El proyecto se reanudará en un máximo de </a:t>
            </a:r>
            <a:r>
              <a:rPr b="1" i="0" lang="en-US" sz="1050" u="none" cap="none" strike="noStrike">
                <a:solidFill>
                  <a:srgbClr val="2B5BFC"/>
                </a:solidFill>
                <a:latin typeface="Montserrat"/>
                <a:ea typeface="Montserrat"/>
                <a:cs typeface="Montserrat"/>
                <a:sym typeface="Montserrat"/>
              </a:rPr>
              <a:t>15 días</a:t>
            </a:r>
            <a:r>
              <a:rPr b="0" i="0" lang="en-US" sz="1050" u="none" cap="none" strike="noStrike">
                <a:solidFill>
                  <a:srgbClr val="000033"/>
                </a:solidFill>
                <a:latin typeface="Montserrat"/>
                <a:ea typeface="Montserrat"/>
                <a:cs typeface="Montserrat"/>
                <a:sym typeface="Montserrat"/>
              </a:rPr>
              <a:t> hábiles.</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702" name="Shape 702"/>
        <p:cNvGrpSpPr/>
        <p:nvPr/>
      </p:nvGrpSpPr>
      <p:grpSpPr>
        <a:xfrm>
          <a:off x="0" y="0"/>
          <a:ext cx="0" cy="0"/>
          <a:chOff x="0" y="0"/>
          <a:chExt cx="0" cy="0"/>
        </a:xfrm>
      </p:grpSpPr>
      <p:pic>
        <p:nvPicPr>
          <p:cNvPr descr="bg_divider.png" id="703" name="Google Shape;703;p20"/>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704" name="Google Shape;704;p20"/>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705" name="Google Shape;705;p20"/>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10</a:t>
            </a:r>
            <a:endParaRPr b="0" i="0" sz="1200" u="none" cap="none" strike="noStrike">
              <a:solidFill>
                <a:schemeClr val="dk1"/>
              </a:solidFill>
              <a:latin typeface="Calibri"/>
              <a:ea typeface="Calibri"/>
              <a:cs typeface="Calibri"/>
              <a:sym typeface="Calibri"/>
            </a:endParaRPr>
          </a:p>
        </p:txBody>
      </p:sp>
      <p:sp>
        <p:nvSpPr>
          <p:cNvPr id="706" name="Google Shape;706;p20"/>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El equipo</a:t>
            </a:r>
            <a:r>
              <a:rPr b="1" i="1" lang="en-US" sz="4500" u="none" cap="none" strike="noStrike">
                <a:solidFill>
                  <a:srgbClr val="7E99FE"/>
                </a:solidFill>
                <a:latin typeface="Montserrat Black"/>
                <a:ea typeface="Montserrat Black"/>
                <a:cs typeface="Montserrat Black"/>
                <a:sym typeface="Montserrat Black"/>
              </a:rPr>
              <a:t> asignado</a:t>
            </a:r>
            <a:endParaRPr b="0" i="0" sz="4500" u="none" cap="none" strike="noStrike">
              <a:solidFill>
                <a:schemeClr val="dk1"/>
              </a:solidFill>
              <a:latin typeface="Calibri"/>
              <a:ea typeface="Calibri"/>
              <a:cs typeface="Calibri"/>
              <a:sym typeface="Calibri"/>
            </a:endParaRPr>
          </a:p>
        </p:txBody>
      </p:sp>
      <p:sp>
        <p:nvSpPr>
          <p:cNvPr id="707" name="Google Shape;707;p20"/>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[a completar a mano]</a:t>
            </a:r>
            <a:endParaRPr b="0" i="0" sz="1300" u="none" cap="none" strike="noStrike">
              <a:solidFill>
                <a:schemeClr val="dk1"/>
              </a:solidFill>
              <a:latin typeface="Calibri"/>
              <a:ea typeface="Calibri"/>
              <a:cs typeface="Calibri"/>
              <a:sym typeface="Calibri"/>
            </a:endParaRPr>
          </a:p>
        </p:txBody>
      </p:sp>
      <p:sp>
        <p:nvSpPr>
          <p:cNvPr id="708" name="Google Shape;708;p20"/>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713" name="Shape 713"/>
        <p:cNvGrpSpPr/>
        <p:nvPr/>
      </p:nvGrpSpPr>
      <p:grpSpPr>
        <a:xfrm>
          <a:off x="0" y="0"/>
          <a:ext cx="0" cy="0"/>
          <a:chOff x="0" y="0"/>
          <a:chExt cx="0" cy="0"/>
        </a:xfrm>
      </p:grpSpPr>
      <p:pic>
        <p:nvPicPr>
          <p:cNvPr descr="bg_content.png" id="714" name="Google Shape;714;p21"/>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logo_navy.png" id="715" name="Google Shape;715;p21"/>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716" name="Google Shape;716;p21"/>
          <p:cNvSpPr txBox="1"/>
          <p:nvPr/>
        </p:nvSpPr>
        <p:spPr>
          <a:xfrm>
            <a:off x="571500" y="890626"/>
            <a:ext cx="80010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EQUIPO NEO</a:t>
            </a:r>
            <a:endParaRPr b="0" i="0" sz="1100" u="none" cap="none" strike="noStrike">
              <a:solidFill>
                <a:schemeClr val="dk1"/>
              </a:solidFill>
              <a:latin typeface="Calibri"/>
              <a:ea typeface="Calibri"/>
              <a:cs typeface="Calibri"/>
              <a:sym typeface="Calibri"/>
            </a:endParaRPr>
          </a:p>
        </p:txBody>
      </p:sp>
      <p:sp>
        <p:nvSpPr>
          <p:cNvPr id="717" name="Google Shape;717;p21"/>
          <p:cNvSpPr txBox="1"/>
          <p:nvPr/>
        </p:nvSpPr>
        <p:spPr>
          <a:xfrm>
            <a:off x="571500" y="1174090"/>
            <a:ext cx="800100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El equipo</a:t>
            </a:r>
            <a:r>
              <a:rPr b="1" i="1" lang="en-US" sz="2100" u="none" cap="none" strike="noStrike">
                <a:solidFill>
                  <a:srgbClr val="2B5BFC"/>
                </a:solidFill>
                <a:latin typeface="Montserrat Black"/>
                <a:ea typeface="Montserrat Black"/>
                <a:cs typeface="Montserrat Black"/>
                <a:sym typeface="Montserrat Black"/>
              </a:rPr>
              <a:t> asignado</a:t>
            </a:r>
            <a:endParaRPr b="0" i="0" sz="2100" u="none" cap="none" strike="noStrike">
              <a:solidFill>
                <a:schemeClr val="dk1"/>
              </a:solidFill>
              <a:latin typeface="Calibri"/>
              <a:ea typeface="Calibri"/>
              <a:cs typeface="Calibri"/>
              <a:sym typeface="Calibri"/>
            </a:endParaRPr>
          </a:p>
        </p:txBody>
      </p:sp>
      <p:sp>
        <p:nvSpPr>
          <p:cNvPr id="718" name="Google Shape;718;p21"/>
          <p:cNvSpPr txBox="1"/>
          <p:nvPr/>
        </p:nvSpPr>
        <p:spPr>
          <a:xfrm>
            <a:off x="571500" y="1539850"/>
            <a:ext cx="6560820" cy="27432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 equipo dedicado que combina liderazgo de cuenta, arquitectura de IA, adopción y gestión.</a:t>
            </a:r>
            <a:endParaRPr b="0" i="0" sz="1100" u="none" cap="none" strike="noStrike">
              <a:solidFill>
                <a:schemeClr val="dk1"/>
              </a:solidFill>
              <a:latin typeface="Calibri"/>
              <a:ea typeface="Calibri"/>
              <a:cs typeface="Calibri"/>
              <a:sym typeface="Calibri"/>
            </a:endParaRPr>
          </a:p>
        </p:txBody>
      </p:sp>
      <p:sp>
        <p:nvSpPr>
          <p:cNvPr id="719" name="Google Shape;719;p21"/>
          <p:cNvSpPr/>
          <p:nvPr/>
        </p:nvSpPr>
        <p:spPr>
          <a:xfrm>
            <a:off x="571500" y="2103120"/>
            <a:ext cx="1468526" cy="2139696"/>
          </a:xfrm>
          <a:prstGeom prst="roundRect">
            <a:avLst>
              <a:gd fmla="val 498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21"/>
          <p:cNvSpPr/>
          <p:nvPr/>
        </p:nvSpPr>
        <p:spPr>
          <a:xfrm>
            <a:off x="976579" y="2286000"/>
            <a:ext cx="658368" cy="658368"/>
          </a:xfrm>
          <a:prstGeom prst="ellipse">
            <a:avLst/>
          </a:prstGeom>
          <a:solidFill>
            <a:srgbClr val="EEF3FF"/>
          </a:solidFill>
          <a:ln cap="flat" cmpd="sng" w="9525">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 name="Google Shape;721;p21"/>
          <p:cNvSpPr txBox="1"/>
          <p:nvPr/>
        </p:nvSpPr>
        <p:spPr>
          <a:xfrm>
            <a:off x="699516" y="3054096"/>
            <a:ext cx="1212494" cy="347472"/>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Nombre y apellido</a:t>
            </a:r>
            <a:endParaRPr b="0" i="0" sz="1100" u="none" cap="none" strike="noStrike">
              <a:solidFill>
                <a:schemeClr val="dk1"/>
              </a:solidFill>
              <a:latin typeface="Calibri"/>
              <a:ea typeface="Calibri"/>
              <a:cs typeface="Calibri"/>
              <a:sym typeface="Calibri"/>
            </a:endParaRPr>
          </a:p>
        </p:txBody>
      </p:sp>
      <p:sp>
        <p:nvSpPr>
          <p:cNvPr id="722" name="Google Shape;722;p21"/>
          <p:cNvSpPr txBox="1"/>
          <p:nvPr/>
        </p:nvSpPr>
        <p:spPr>
          <a:xfrm>
            <a:off x="699516" y="3419856"/>
            <a:ext cx="121249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100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Cargo</a:t>
            </a:r>
            <a:endParaRPr b="0" i="0" sz="1000" u="none" cap="none" strike="noStrike">
              <a:solidFill>
                <a:schemeClr val="dk1"/>
              </a:solidFill>
              <a:latin typeface="Calibri"/>
              <a:ea typeface="Calibri"/>
              <a:cs typeface="Calibri"/>
              <a:sym typeface="Calibri"/>
            </a:endParaRPr>
          </a:p>
        </p:txBody>
      </p:sp>
      <p:sp>
        <p:nvSpPr>
          <p:cNvPr id="723" name="Google Shape;723;p21"/>
          <p:cNvSpPr txBox="1"/>
          <p:nvPr/>
        </p:nvSpPr>
        <p:spPr>
          <a:xfrm>
            <a:off x="699516" y="3639312"/>
            <a:ext cx="1212494" cy="512064"/>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575757"/>
              </a:buClr>
              <a:buSzPts val="900"/>
              <a:buFont typeface="Montserrat"/>
              <a:buNone/>
            </a:pPr>
            <a:r>
              <a:rPr b="0" i="0" lang="en-US" sz="900" u="none" cap="none" strike="noStrike">
                <a:solidFill>
                  <a:srgbClr val="000033"/>
                </a:solidFill>
                <a:latin typeface="Montserrat"/>
                <a:ea typeface="Montserrat"/>
                <a:cs typeface="Montserrat"/>
                <a:sym typeface="Montserrat"/>
              </a:rPr>
              <a:t>+XX años de experiencia en XXXX</a:t>
            </a:r>
            <a:endParaRPr b="0" i="0" sz="900" u="none" cap="none" strike="noStrike">
              <a:solidFill>
                <a:schemeClr val="dk1"/>
              </a:solidFill>
              <a:latin typeface="Calibri"/>
              <a:ea typeface="Calibri"/>
              <a:cs typeface="Calibri"/>
              <a:sym typeface="Calibri"/>
            </a:endParaRPr>
          </a:p>
        </p:txBody>
      </p:sp>
      <p:sp>
        <p:nvSpPr>
          <p:cNvPr id="724" name="Google Shape;724;p21"/>
          <p:cNvSpPr/>
          <p:nvPr/>
        </p:nvSpPr>
        <p:spPr>
          <a:xfrm>
            <a:off x="2204618" y="2103120"/>
            <a:ext cx="1468526" cy="2139696"/>
          </a:xfrm>
          <a:prstGeom prst="roundRect">
            <a:avLst>
              <a:gd fmla="val 498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 name="Google Shape;725;p21"/>
          <p:cNvSpPr/>
          <p:nvPr/>
        </p:nvSpPr>
        <p:spPr>
          <a:xfrm>
            <a:off x="2609698" y="2286000"/>
            <a:ext cx="658368" cy="658368"/>
          </a:xfrm>
          <a:prstGeom prst="ellipse">
            <a:avLst/>
          </a:prstGeom>
          <a:solidFill>
            <a:srgbClr val="EEF3FF"/>
          </a:solidFill>
          <a:ln cap="flat" cmpd="sng" w="9525">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 name="Google Shape;726;p21"/>
          <p:cNvSpPr txBox="1"/>
          <p:nvPr/>
        </p:nvSpPr>
        <p:spPr>
          <a:xfrm>
            <a:off x="2332634" y="3054096"/>
            <a:ext cx="1212494" cy="347472"/>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Nombre y apellido</a:t>
            </a:r>
            <a:endParaRPr b="0" i="0" sz="1100" u="none" cap="none" strike="noStrike">
              <a:solidFill>
                <a:schemeClr val="dk1"/>
              </a:solidFill>
              <a:latin typeface="Calibri"/>
              <a:ea typeface="Calibri"/>
              <a:cs typeface="Calibri"/>
              <a:sym typeface="Calibri"/>
            </a:endParaRPr>
          </a:p>
        </p:txBody>
      </p:sp>
      <p:sp>
        <p:nvSpPr>
          <p:cNvPr id="727" name="Google Shape;727;p21"/>
          <p:cNvSpPr txBox="1"/>
          <p:nvPr/>
        </p:nvSpPr>
        <p:spPr>
          <a:xfrm>
            <a:off x="2332634" y="3419856"/>
            <a:ext cx="121249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100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Cargo</a:t>
            </a:r>
            <a:endParaRPr b="0" i="0" sz="1000" u="none" cap="none" strike="noStrike">
              <a:solidFill>
                <a:schemeClr val="dk1"/>
              </a:solidFill>
              <a:latin typeface="Calibri"/>
              <a:ea typeface="Calibri"/>
              <a:cs typeface="Calibri"/>
              <a:sym typeface="Calibri"/>
            </a:endParaRPr>
          </a:p>
        </p:txBody>
      </p:sp>
      <p:sp>
        <p:nvSpPr>
          <p:cNvPr id="728" name="Google Shape;728;p21"/>
          <p:cNvSpPr txBox="1"/>
          <p:nvPr/>
        </p:nvSpPr>
        <p:spPr>
          <a:xfrm>
            <a:off x="2332634" y="3639312"/>
            <a:ext cx="1212494" cy="512064"/>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575757"/>
              </a:buClr>
              <a:buSzPts val="900"/>
              <a:buFont typeface="Montserrat"/>
              <a:buNone/>
            </a:pPr>
            <a:r>
              <a:rPr b="0" i="0" lang="en-US" sz="900" u="none" cap="none" strike="noStrike">
                <a:solidFill>
                  <a:srgbClr val="000033"/>
                </a:solidFill>
                <a:latin typeface="Montserrat"/>
                <a:ea typeface="Montserrat"/>
                <a:cs typeface="Montserrat"/>
                <a:sym typeface="Montserrat"/>
              </a:rPr>
              <a:t>+XX años de experiencia en XXXX</a:t>
            </a:r>
            <a:endParaRPr b="0" i="0" sz="900" u="none" cap="none" strike="noStrike">
              <a:solidFill>
                <a:schemeClr val="dk1"/>
              </a:solidFill>
              <a:latin typeface="Calibri"/>
              <a:ea typeface="Calibri"/>
              <a:cs typeface="Calibri"/>
              <a:sym typeface="Calibri"/>
            </a:endParaRPr>
          </a:p>
        </p:txBody>
      </p:sp>
      <p:sp>
        <p:nvSpPr>
          <p:cNvPr id="729" name="Google Shape;729;p21"/>
          <p:cNvSpPr/>
          <p:nvPr/>
        </p:nvSpPr>
        <p:spPr>
          <a:xfrm>
            <a:off x="3837737" y="2103120"/>
            <a:ext cx="1468526" cy="2139696"/>
          </a:xfrm>
          <a:prstGeom prst="roundRect">
            <a:avLst>
              <a:gd fmla="val 498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21"/>
          <p:cNvSpPr/>
          <p:nvPr/>
        </p:nvSpPr>
        <p:spPr>
          <a:xfrm>
            <a:off x="4242816" y="2286000"/>
            <a:ext cx="658368" cy="658368"/>
          </a:xfrm>
          <a:prstGeom prst="ellipse">
            <a:avLst/>
          </a:prstGeom>
          <a:solidFill>
            <a:srgbClr val="EEF3FF"/>
          </a:solidFill>
          <a:ln cap="flat" cmpd="sng" w="9525">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21"/>
          <p:cNvSpPr txBox="1"/>
          <p:nvPr/>
        </p:nvSpPr>
        <p:spPr>
          <a:xfrm>
            <a:off x="3965753" y="3054096"/>
            <a:ext cx="1212494" cy="347472"/>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Nombre y apellido</a:t>
            </a:r>
            <a:endParaRPr b="0" i="0" sz="1100" u="none" cap="none" strike="noStrike">
              <a:solidFill>
                <a:schemeClr val="dk1"/>
              </a:solidFill>
              <a:latin typeface="Calibri"/>
              <a:ea typeface="Calibri"/>
              <a:cs typeface="Calibri"/>
              <a:sym typeface="Calibri"/>
            </a:endParaRPr>
          </a:p>
        </p:txBody>
      </p:sp>
      <p:sp>
        <p:nvSpPr>
          <p:cNvPr id="732" name="Google Shape;732;p21"/>
          <p:cNvSpPr txBox="1"/>
          <p:nvPr/>
        </p:nvSpPr>
        <p:spPr>
          <a:xfrm>
            <a:off x="3965753" y="3419856"/>
            <a:ext cx="121249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100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Cargo</a:t>
            </a:r>
            <a:endParaRPr b="0" i="0" sz="1000" u="none" cap="none" strike="noStrike">
              <a:solidFill>
                <a:schemeClr val="dk1"/>
              </a:solidFill>
              <a:latin typeface="Calibri"/>
              <a:ea typeface="Calibri"/>
              <a:cs typeface="Calibri"/>
              <a:sym typeface="Calibri"/>
            </a:endParaRPr>
          </a:p>
        </p:txBody>
      </p:sp>
      <p:sp>
        <p:nvSpPr>
          <p:cNvPr id="733" name="Google Shape;733;p21"/>
          <p:cNvSpPr txBox="1"/>
          <p:nvPr/>
        </p:nvSpPr>
        <p:spPr>
          <a:xfrm>
            <a:off x="3965753" y="3639312"/>
            <a:ext cx="1212494" cy="512064"/>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575757"/>
              </a:buClr>
              <a:buSzPts val="900"/>
              <a:buFont typeface="Montserrat"/>
              <a:buNone/>
            </a:pPr>
            <a:r>
              <a:rPr b="0" i="0" lang="en-US" sz="900" u="none" cap="none" strike="noStrike">
                <a:solidFill>
                  <a:srgbClr val="000033"/>
                </a:solidFill>
                <a:latin typeface="Montserrat"/>
                <a:ea typeface="Montserrat"/>
                <a:cs typeface="Montserrat"/>
                <a:sym typeface="Montserrat"/>
              </a:rPr>
              <a:t>+XX años de experiencia en XXXX</a:t>
            </a:r>
            <a:endParaRPr b="0" i="0" sz="900" u="none" cap="none" strike="noStrike">
              <a:solidFill>
                <a:schemeClr val="dk1"/>
              </a:solidFill>
              <a:latin typeface="Calibri"/>
              <a:ea typeface="Calibri"/>
              <a:cs typeface="Calibri"/>
              <a:sym typeface="Calibri"/>
            </a:endParaRPr>
          </a:p>
        </p:txBody>
      </p:sp>
      <p:sp>
        <p:nvSpPr>
          <p:cNvPr id="734" name="Google Shape;734;p21"/>
          <p:cNvSpPr/>
          <p:nvPr/>
        </p:nvSpPr>
        <p:spPr>
          <a:xfrm>
            <a:off x="5470855" y="2103120"/>
            <a:ext cx="1468526" cy="2139696"/>
          </a:xfrm>
          <a:prstGeom prst="roundRect">
            <a:avLst>
              <a:gd fmla="val 498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 name="Google Shape;735;p21"/>
          <p:cNvSpPr/>
          <p:nvPr/>
        </p:nvSpPr>
        <p:spPr>
          <a:xfrm>
            <a:off x="5875934" y="2286000"/>
            <a:ext cx="658368" cy="658368"/>
          </a:xfrm>
          <a:prstGeom prst="ellipse">
            <a:avLst/>
          </a:prstGeom>
          <a:solidFill>
            <a:srgbClr val="EEF3FF"/>
          </a:solidFill>
          <a:ln cap="flat" cmpd="sng" w="9525">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 name="Google Shape;736;p21"/>
          <p:cNvSpPr txBox="1"/>
          <p:nvPr/>
        </p:nvSpPr>
        <p:spPr>
          <a:xfrm>
            <a:off x="5598871" y="3054096"/>
            <a:ext cx="1212494" cy="347472"/>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Nombre y apellido</a:t>
            </a:r>
            <a:endParaRPr b="0" i="0" sz="1100" u="none" cap="none" strike="noStrike">
              <a:solidFill>
                <a:schemeClr val="dk1"/>
              </a:solidFill>
              <a:latin typeface="Calibri"/>
              <a:ea typeface="Calibri"/>
              <a:cs typeface="Calibri"/>
              <a:sym typeface="Calibri"/>
            </a:endParaRPr>
          </a:p>
        </p:txBody>
      </p:sp>
      <p:sp>
        <p:nvSpPr>
          <p:cNvPr id="737" name="Google Shape;737;p21"/>
          <p:cNvSpPr txBox="1"/>
          <p:nvPr/>
        </p:nvSpPr>
        <p:spPr>
          <a:xfrm>
            <a:off x="5598871" y="3419856"/>
            <a:ext cx="121249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100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Cargo</a:t>
            </a:r>
            <a:endParaRPr b="0" i="0" sz="1000" u="none" cap="none" strike="noStrike">
              <a:solidFill>
                <a:schemeClr val="dk1"/>
              </a:solidFill>
              <a:latin typeface="Calibri"/>
              <a:ea typeface="Calibri"/>
              <a:cs typeface="Calibri"/>
              <a:sym typeface="Calibri"/>
            </a:endParaRPr>
          </a:p>
        </p:txBody>
      </p:sp>
      <p:sp>
        <p:nvSpPr>
          <p:cNvPr id="738" name="Google Shape;738;p21"/>
          <p:cNvSpPr txBox="1"/>
          <p:nvPr/>
        </p:nvSpPr>
        <p:spPr>
          <a:xfrm>
            <a:off x="5598871" y="3639312"/>
            <a:ext cx="1212494" cy="512064"/>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575757"/>
              </a:buClr>
              <a:buSzPts val="900"/>
              <a:buFont typeface="Montserrat"/>
              <a:buNone/>
            </a:pPr>
            <a:r>
              <a:rPr b="0" i="0" lang="en-US" sz="900" u="none" cap="none" strike="noStrike">
                <a:solidFill>
                  <a:srgbClr val="000033"/>
                </a:solidFill>
                <a:latin typeface="Montserrat"/>
                <a:ea typeface="Montserrat"/>
                <a:cs typeface="Montserrat"/>
                <a:sym typeface="Montserrat"/>
              </a:rPr>
              <a:t>+XX años de experiencia en XXXX</a:t>
            </a:r>
            <a:endParaRPr b="0" i="0" sz="900" u="none" cap="none" strike="noStrike">
              <a:solidFill>
                <a:schemeClr val="dk1"/>
              </a:solidFill>
              <a:latin typeface="Calibri"/>
              <a:ea typeface="Calibri"/>
              <a:cs typeface="Calibri"/>
              <a:sym typeface="Calibri"/>
            </a:endParaRPr>
          </a:p>
        </p:txBody>
      </p:sp>
      <p:sp>
        <p:nvSpPr>
          <p:cNvPr id="739" name="Google Shape;739;p21"/>
          <p:cNvSpPr/>
          <p:nvPr/>
        </p:nvSpPr>
        <p:spPr>
          <a:xfrm>
            <a:off x="7103974" y="2103120"/>
            <a:ext cx="1468526" cy="2139696"/>
          </a:xfrm>
          <a:prstGeom prst="roundRect">
            <a:avLst>
              <a:gd fmla="val 498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 name="Google Shape;740;p21"/>
          <p:cNvSpPr/>
          <p:nvPr/>
        </p:nvSpPr>
        <p:spPr>
          <a:xfrm>
            <a:off x="7509053" y="2286000"/>
            <a:ext cx="658368" cy="658368"/>
          </a:xfrm>
          <a:prstGeom prst="ellipse">
            <a:avLst/>
          </a:prstGeom>
          <a:solidFill>
            <a:srgbClr val="EEF3FF"/>
          </a:solidFill>
          <a:ln cap="flat" cmpd="sng" w="9525">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 name="Google Shape;741;p21"/>
          <p:cNvSpPr txBox="1"/>
          <p:nvPr/>
        </p:nvSpPr>
        <p:spPr>
          <a:xfrm>
            <a:off x="7231990" y="3054096"/>
            <a:ext cx="1212494" cy="347472"/>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Nombre y apellido</a:t>
            </a:r>
            <a:endParaRPr b="0" i="0" sz="1100" u="none" cap="none" strike="noStrike">
              <a:solidFill>
                <a:schemeClr val="dk1"/>
              </a:solidFill>
              <a:latin typeface="Calibri"/>
              <a:ea typeface="Calibri"/>
              <a:cs typeface="Calibri"/>
              <a:sym typeface="Calibri"/>
            </a:endParaRPr>
          </a:p>
        </p:txBody>
      </p:sp>
      <p:sp>
        <p:nvSpPr>
          <p:cNvPr id="742" name="Google Shape;742;p21"/>
          <p:cNvSpPr txBox="1"/>
          <p:nvPr/>
        </p:nvSpPr>
        <p:spPr>
          <a:xfrm>
            <a:off x="7231990" y="3419856"/>
            <a:ext cx="121249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100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Cargo</a:t>
            </a:r>
            <a:endParaRPr b="0" i="0" sz="1000" u="none" cap="none" strike="noStrike">
              <a:solidFill>
                <a:schemeClr val="dk1"/>
              </a:solidFill>
              <a:latin typeface="Calibri"/>
              <a:ea typeface="Calibri"/>
              <a:cs typeface="Calibri"/>
              <a:sym typeface="Calibri"/>
            </a:endParaRPr>
          </a:p>
        </p:txBody>
      </p:sp>
      <p:sp>
        <p:nvSpPr>
          <p:cNvPr id="743" name="Google Shape;743;p21"/>
          <p:cNvSpPr txBox="1"/>
          <p:nvPr/>
        </p:nvSpPr>
        <p:spPr>
          <a:xfrm>
            <a:off x="7231990" y="3639312"/>
            <a:ext cx="1212494" cy="512064"/>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575757"/>
              </a:buClr>
              <a:buSzPts val="900"/>
              <a:buFont typeface="Montserrat"/>
              <a:buNone/>
            </a:pPr>
            <a:r>
              <a:rPr b="0" i="0" lang="en-US" sz="900" u="none" cap="none" strike="noStrike">
                <a:solidFill>
                  <a:srgbClr val="000033"/>
                </a:solidFill>
                <a:latin typeface="Montserrat"/>
                <a:ea typeface="Montserrat"/>
                <a:cs typeface="Montserrat"/>
                <a:sym typeface="Montserrat"/>
              </a:rPr>
              <a:t>+XX años de experiencia en XXXX</a:t>
            </a:r>
            <a:endParaRPr b="0" i="0" sz="900" u="none" cap="none" strike="noStrike">
              <a:solidFill>
                <a:schemeClr val="dk1"/>
              </a:solidFill>
              <a:latin typeface="Calibri"/>
              <a:ea typeface="Calibri"/>
              <a:cs typeface="Calibri"/>
              <a:sym typeface="Calibri"/>
            </a:endParaRPr>
          </a:p>
        </p:txBody>
      </p:sp>
      <p:sp>
        <p:nvSpPr>
          <p:cNvPr id="744" name="Google Shape;744;p21"/>
          <p:cNvSpPr txBox="1"/>
          <p:nvPr/>
        </p:nvSpPr>
        <p:spPr>
          <a:xfrm>
            <a:off x="571500" y="4590288"/>
            <a:ext cx="18288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748" name="Shape 748"/>
        <p:cNvGrpSpPr/>
        <p:nvPr/>
      </p:nvGrpSpPr>
      <p:grpSpPr>
        <a:xfrm>
          <a:off x="0" y="0"/>
          <a:ext cx="0" cy="0"/>
          <a:chOff x="0" y="0"/>
          <a:chExt cx="0" cy="0"/>
        </a:xfrm>
      </p:grpSpPr>
      <p:pic>
        <p:nvPicPr>
          <p:cNvPr descr="preencoded.png" id="749" name="Google Shape;749;p22"/>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preencoded.png" id="750" name="Google Shape;750;p22"/>
          <p:cNvPicPr preferRelativeResize="0"/>
          <p:nvPr/>
        </p:nvPicPr>
        <p:blipFill rotWithShape="1">
          <a:blip r:embed="rId4">
            <a:alphaModFix/>
          </a:blip>
          <a:srcRect b="0" l="0" r="0" t="0"/>
          <a:stretch/>
        </p:blipFill>
        <p:spPr>
          <a:xfrm>
            <a:off x="571500" y="399120"/>
            <a:ext cx="8001000" cy="244749"/>
          </a:xfrm>
          <a:prstGeom prst="rect">
            <a:avLst/>
          </a:prstGeom>
          <a:noFill/>
          <a:ln>
            <a:noFill/>
          </a:ln>
        </p:spPr>
      </p:pic>
      <p:pic>
        <p:nvPicPr>
          <p:cNvPr descr="preencoded.png" id="751" name="Google Shape;751;p22"/>
          <p:cNvPicPr preferRelativeResize="0"/>
          <p:nvPr/>
        </p:nvPicPr>
        <p:blipFill rotWithShape="1">
          <a:blip r:embed="rId5">
            <a:alphaModFix/>
          </a:blip>
          <a:srcRect b="0" l="0" r="0" t="0"/>
          <a:stretch/>
        </p:blipFill>
        <p:spPr>
          <a:xfrm>
            <a:off x="571500" y="1204913"/>
            <a:ext cx="8001000" cy="3209925"/>
          </a:xfrm>
          <a:prstGeom prst="rect">
            <a:avLst/>
          </a:prstGeom>
          <a:noFill/>
          <a:ln>
            <a:noFill/>
          </a:ln>
        </p:spPr>
      </p:pic>
      <p:sp>
        <p:nvSpPr>
          <p:cNvPr id="752" name="Google Shape;752;p22"/>
          <p:cNvSpPr/>
          <p:nvPr/>
        </p:nvSpPr>
        <p:spPr>
          <a:xfrm>
            <a:off x="1676140" y="506084"/>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rgbClr val="000033"/>
              </a:solidFill>
              <a:latin typeface="Calibri"/>
              <a:ea typeface="Calibri"/>
              <a:cs typeface="Calibri"/>
              <a:sym typeface="Calibri"/>
            </a:endParaRPr>
          </a:p>
        </p:txBody>
      </p:sp>
      <p:sp>
        <p:nvSpPr>
          <p:cNvPr id="753" name="Google Shape;753;p22"/>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rgbClr val="000033"/>
              </a:solidFill>
              <a:latin typeface="Calibri"/>
              <a:ea typeface="Calibri"/>
              <a:cs typeface="Calibri"/>
              <a:sym typeface="Calibri"/>
            </a:endParaRPr>
          </a:p>
        </p:txBody>
      </p:sp>
      <p:sp>
        <p:nvSpPr>
          <p:cNvPr id="754" name="Google Shape;754;p22"/>
          <p:cNvSpPr/>
          <p:nvPr/>
        </p:nvSpPr>
        <p:spPr>
          <a:xfrm>
            <a:off x="571500" y="814388"/>
            <a:ext cx="4876800" cy="2763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Black"/>
              <a:buNone/>
            </a:pPr>
            <a:r>
              <a:rPr b="1" i="0" lang="en-US" sz="1800" u="none" cap="none" strike="noStrike">
                <a:solidFill>
                  <a:srgbClr val="000033"/>
                </a:solidFill>
                <a:latin typeface="Montserrat Black"/>
                <a:ea typeface="Montserrat Black"/>
                <a:cs typeface="Montserrat Black"/>
                <a:sym typeface="Montserrat Black"/>
              </a:rPr>
              <a:t>Nuestro Equipo de </a:t>
            </a:r>
            <a:r>
              <a:rPr b="1" i="1" lang="en-US" sz="1800" u="none" cap="none" strike="noStrike">
                <a:solidFill>
                  <a:srgbClr val="2B5BFC"/>
                </a:solidFill>
                <a:latin typeface="Montserrat Black"/>
                <a:ea typeface="Montserrat Black"/>
                <a:cs typeface="Montserrat Black"/>
                <a:sym typeface="Montserrat Black"/>
              </a:rPr>
              <a:t>capacitaciones</a:t>
            </a:r>
            <a:r>
              <a:rPr b="1" i="0" lang="en-US" sz="1800" u="none" cap="none" strike="noStrike">
                <a:solidFill>
                  <a:srgbClr val="000033"/>
                </a:solidFill>
                <a:latin typeface="Montserrat Black"/>
                <a:ea typeface="Montserrat Black"/>
                <a:cs typeface="Montserrat Black"/>
                <a:sym typeface="Montserrat Black"/>
              </a:rPr>
              <a:t> </a:t>
            </a:r>
            <a:endParaRPr b="0" i="0" sz="1800" u="none" cap="none" strike="noStrike">
              <a:solidFill>
                <a:srgbClr val="000033"/>
              </a:solidFill>
              <a:latin typeface="Calibri"/>
              <a:ea typeface="Calibri"/>
              <a:cs typeface="Calibri"/>
              <a:sym typeface="Calibri"/>
            </a:endParaRPr>
          </a:p>
        </p:txBody>
      </p:sp>
      <p:sp>
        <p:nvSpPr>
          <p:cNvPr id="755" name="Google Shape;755;p22"/>
          <p:cNvSpPr/>
          <p:nvPr/>
        </p:nvSpPr>
        <p:spPr>
          <a:xfrm>
            <a:off x="723900" y="1357313"/>
            <a:ext cx="2600400" cy="223800"/>
          </a:xfrm>
          <a:prstGeom prst="rect">
            <a:avLst/>
          </a:prstGeom>
          <a:noFill/>
          <a:ln>
            <a:noFill/>
          </a:ln>
        </p:spPr>
        <p:txBody>
          <a:bodyPr anchorCtr="0" anchor="t" bIns="0" lIns="0" spcFirstLastPara="1" rIns="0" wrap="square" tIns="0">
            <a:noAutofit/>
          </a:bodyPr>
          <a:lstStyle/>
          <a:p>
            <a:pPr indent="0" lvl="0" marL="0" marR="0" rtl="0" algn="l">
              <a:lnSpc>
                <a:spcPct val="91703"/>
              </a:lnSpc>
              <a:spcBef>
                <a:spcPts val="0"/>
              </a:spcBef>
              <a:spcAft>
                <a:spcPts val="0"/>
              </a:spcAft>
              <a:buClr>
                <a:srgbClr val="000033"/>
              </a:buClr>
              <a:buSzPts val="1400"/>
              <a:buFont typeface="Montserrat"/>
              <a:buNone/>
            </a:pPr>
            <a:r>
              <a:rPr b="1" i="0" lang="en-US" sz="1400" u="none" cap="none" strike="noStrike">
                <a:solidFill>
                  <a:srgbClr val="000033"/>
                </a:solidFill>
                <a:latin typeface="Montserrat"/>
                <a:ea typeface="Montserrat"/>
                <a:cs typeface="Montserrat"/>
                <a:sym typeface="Montserrat"/>
              </a:rPr>
              <a:t>Acompañamiento Tentativo </a:t>
            </a:r>
            <a:endParaRPr b="0" i="0" sz="1400" u="none" cap="none" strike="noStrike">
              <a:solidFill>
                <a:srgbClr val="000033"/>
              </a:solidFill>
              <a:latin typeface="Calibri"/>
              <a:ea typeface="Calibri"/>
              <a:cs typeface="Calibri"/>
              <a:sym typeface="Calibri"/>
            </a:endParaRPr>
          </a:p>
        </p:txBody>
      </p:sp>
      <p:sp>
        <p:nvSpPr>
          <p:cNvPr id="756" name="Google Shape;756;p22"/>
          <p:cNvSpPr/>
          <p:nvPr/>
        </p:nvSpPr>
        <p:spPr>
          <a:xfrm>
            <a:off x="1504950" y="1724025"/>
            <a:ext cx="13050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Franco Pastorelli </a:t>
            </a:r>
            <a:endParaRPr b="0" i="0" sz="1100" u="none" cap="none" strike="noStrike">
              <a:solidFill>
                <a:srgbClr val="000033"/>
              </a:solidFill>
              <a:latin typeface="Calibri"/>
              <a:ea typeface="Calibri"/>
              <a:cs typeface="Calibri"/>
              <a:sym typeface="Calibri"/>
            </a:endParaRPr>
          </a:p>
        </p:txBody>
      </p:sp>
      <p:sp>
        <p:nvSpPr>
          <p:cNvPr id="757" name="Google Shape;757;p22"/>
          <p:cNvSpPr/>
          <p:nvPr/>
        </p:nvSpPr>
        <p:spPr>
          <a:xfrm>
            <a:off x="1504950" y="1947863"/>
            <a:ext cx="743100" cy="200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 </a:t>
            </a:r>
            <a:endParaRPr b="0" i="0" sz="1100" u="none" cap="none" strike="noStrike">
              <a:solidFill>
                <a:srgbClr val="000033"/>
              </a:solidFill>
              <a:latin typeface="Calibri"/>
              <a:ea typeface="Calibri"/>
              <a:cs typeface="Calibri"/>
              <a:sym typeface="Calibri"/>
            </a:endParaRPr>
          </a:p>
        </p:txBody>
      </p:sp>
      <p:sp>
        <p:nvSpPr>
          <p:cNvPr id="758" name="Google Shape;758;p22"/>
          <p:cNvSpPr/>
          <p:nvPr/>
        </p:nvSpPr>
        <p:spPr>
          <a:xfrm>
            <a:off x="1504950" y="2185988"/>
            <a:ext cx="3319500" cy="4002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+5 años de experiencia en procesos de Transformación Digital. </a:t>
            </a:r>
            <a:endParaRPr b="0" i="0" sz="1100" u="none" cap="none" strike="noStrike">
              <a:solidFill>
                <a:srgbClr val="000033"/>
              </a:solidFill>
              <a:latin typeface="Calibri"/>
              <a:ea typeface="Calibri"/>
              <a:cs typeface="Calibri"/>
              <a:sym typeface="Calibri"/>
            </a:endParaRPr>
          </a:p>
        </p:txBody>
      </p:sp>
      <p:sp>
        <p:nvSpPr>
          <p:cNvPr id="759" name="Google Shape;759;p22"/>
          <p:cNvSpPr/>
          <p:nvPr/>
        </p:nvSpPr>
        <p:spPr>
          <a:xfrm>
            <a:off x="819150" y="3376625"/>
            <a:ext cx="1503600" cy="1716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Carlos Bachmann </a:t>
            </a:r>
            <a:endParaRPr b="0" i="0" sz="1100" u="none" cap="none" strike="noStrike">
              <a:solidFill>
                <a:srgbClr val="000033"/>
              </a:solidFill>
              <a:latin typeface="Calibri"/>
              <a:ea typeface="Calibri"/>
              <a:cs typeface="Calibri"/>
              <a:sym typeface="Calibri"/>
            </a:endParaRPr>
          </a:p>
        </p:txBody>
      </p:sp>
      <p:sp>
        <p:nvSpPr>
          <p:cNvPr id="760" name="Google Shape;760;p22"/>
          <p:cNvSpPr/>
          <p:nvPr/>
        </p:nvSpPr>
        <p:spPr>
          <a:xfrm>
            <a:off x="819150" y="3624263"/>
            <a:ext cx="1819200" cy="342900"/>
          </a:xfrm>
          <a:prstGeom prst="rect">
            <a:avLst/>
          </a:prstGeom>
          <a:noFill/>
          <a:ln>
            <a:noFill/>
          </a:ln>
        </p:spPr>
        <p:txBody>
          <a:bodyPr anchorCtr="0" anchor="t" bIns="0" lIns="0" spcFirstLastPara="1" rIns="0" wrap="square" tIns="0">
            <a:noAutofit/>
          </a:bodyPr>
          <a:lstStyle/>
          <a:p>
            <a:pPr indent="0" lvl="0" marL="0" marR="0" rtl="0" algn="l">
              <a:lnSpc>
                <a:spcPct val="98769"/>
              </a:lnSpc>
              <a:spcBef>
                <a:spcPts val="0"/>
              </a:spcBef>
              <a:spcAft>
                <a:spcPts val="0"/>
              </a:spcAft>
              <a:buClr>
                <a:srgbClr val="2D5BFF"/>
              </a:buClr>
              <a:buSzPts val="1000"/>
              <a:buFont typeface="Montserrat"/>
              <a:buNone/>
            </a:pPr>
            <a:r>
              <a:rPr b="1" i="0" lang="en-US" sz="1000" u="none" cap="none" strike="noStrike">
                <a:solidFill>
                  <a:srgbClr val="2B5BFC"/>
                </a:solidFill>
                <a:latin typeface="Montserrat"/>
                <a:ea typeface="Montserrat"/>
                <a:cs typeface="Montserrat"/>
                <a:sym typeface="Montserrat"/>
              </a:rPr>
              <a:t>Sub Gerente</a:t>
            </a:r>
            <a:endParaRPr b="0" i="0" sz="1000" u="none" cap="none" strike="noStrike">
              <a:solidFill>
                <a:srgbClr val="000033"/>
              </a:solidFill>
              <a:latin typeface="Calibri"/>
              <a:ea typeface="Calibri"/>
              <a:cs typeface="Calibri"/>
              <a:sym typeface="Calibri"/>
            </a:endParaRPr>
          </a:p>
          <a:p>
            <a:pPr indent="0" lvl="0" marL="0" marR="0" rtl="0" algn="l">
              <a:lnSpc>
                <a:spcPct val="98769"/>
              </a:lnSpc>
              <a:spcBef>
                <a:spcPts val="0"/>
              </a:spcBef>
              <a:spcAft>
                <a:spcPts val="0"/>
              </a:spcAft>
              <a:buClr>
                <a:srgbClr val="000000"/>
              </a:buClr>
              <a:buSzPts val="1000"/>
              <a:buFont typeface="Montserrat Medium"/>
              <a:buNone/>
            </a:pPr>
            <a:r>
              <a:rPr b="0" i="0" lang="en-US" sz="1000" u="none" cap="none" strike="noStrike">
                <a:solidFill>
                  <a:srgbClr val="000033"/>
                </a:solidFill>
                <a:latin typeface="Montserrat Medium"/>
                <a:ea typeface="Montserrat Medium"/>
                <a:cs typeface="Montserrat Medium"/>
                <a:sym typeface="Montserrat Medium"/>
              </a:rPr>
              <a:t>+10 años en analítica.</a:t>
            </a:r>
            <a:r>
              <a:rPr b="1" i="0" lang="en-US" sz="1000" u="none" cap="none" strike="noStrike">
                <a:solidFill>
                  <a:srgbClr val="2B5BFC"/>
                </a:solidFill>
                <a:latin typeface="Montserrat"/>
                <a:ea typeface="Montserrat"/>
                <a:cs typeface="Montserrat"/>
                <a:sym typeface="Montserrat"/>
              </a:rPr>
              <a:t> </a:t>
            </a:r>
            <a:endParaRPr b="0" i="0" sz="1000" u="none" cap="none" strike="noStrike">
              <a:solidFill>
                <a:srgbClr val="000033"/>
              </a:solidFill>
              <a:latin typeface="Calibri"/>
              <a:ea typeface="Calibri"/>
              <a:cs typeface="Calibri"/>
              <a:sym typeface="Calibri"/>
            </a:endParaRPr>
          </a:p>
        </p:txBody>
      </p:sp>
      <p:sp>
        <p:nvSpPr>
          <p:cNvPr id="761" name="Google Shape;761;p22"/>
          <p:cNvSpPr/>
          <p:nvPr/>
        </p:nvSpPr>
        <p:spPr>
          <a:xfrm>
            <a:off x="2914650" y="3376625"/>
            <a:ext cx="1362000" cy="1716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Daniel Vicente </a:t>
            </a:r>
            <a:endParaRPr b="0" i="0" sz="1100" u="none" cap="none" strike="noStrike">
              <a:solidFill>
                <a:srgbClr val="000033"/>
              </a:solidFill>
              <a:latin typeface="Calibri"/>
              <a:ea typeface="Calibri"/>
              <a:cs typeface="Calibri"/>
              <a:sym typeface="Calibri"/>
            </a:endParaRPr>
          </a:p>
        </p:txBody>
      </p:sp>
      <p:sp>
        <p:nvSpPr>
          <p:cNvPr id="762" name="Google Shape;762;p22"/>
          <p:cNvSpPr/>
          <p:nvPr/>
        </p:nvSpPr>
        <p:spPr>
          <a:xfrm>
            <a:off x="2914650" y="3624263"/>
            <a:ext cx="1819200" cy="342900"/>
          </a:xfrm>
          <a:prstGeom prst="rect">
            <a:avLst/>
          </a:prstGeom>
          <a:noFill/>
          <a:ln>
            <a:noFill/>
          </a:ln>
        </p:spPr>
        <p:txBody>
          <a:bodyPr anchorCtr="0" anchor="t" bIns="0" lIns="0" spcFirstLastPara="1" rIns="0" wrap="square" tIns="0">
            <a:noAutofit/>
          </a:bodyPr>
          <a:lstStyle/>
          <a:p>
            <a:pPr indent="0" lvl="0" marL="0" marR="0" rtl="0" algn="l">
              <a:lnSpc>
                <a:spcPct val="98769"/>
              </a:lnSpc>
              <a:spcBef>
                <a:spcPts val="0"/>
              </a:spcBef>
              <a:spcAft>
                <a:spcPts val="0"/>
              </a:spcAft>
              <a:buClr>
                <a:srgbClr val="2D5BFF"/>
              </a:buClr>
              <a:buSzPts val="1000"/>
              <a:buFont typeface="Montserrat"/>
              <a:buNone/>
            </a:pPr>
            <a:r>
              <a:rPr b="1" i="0" lang="en-US" sz="1000" u="none" cap="none" strike="noStrike">
                <a:solidFill>
                  <a:srgbClr val="2B5BFC"/>
                </a:solidFill>
                <a:latin typeface="Montserrat"/>
                <a:ea typeface="Montserrat"/>
                <a:cs typeface="Montserrat"/>
                <a:sym typeface="Montserrat"/>
              </a:rPr>
              <a:t>Consultor Sr. </a:t>
            </a:r>
            <a:endParaRPr b="0" i="0" sz="1000" u="none" cap="none" strike="noStrike">
              <a:solidFill>
                <a:srgbClr val="000033"/>
              </a:solidFill>
              <a:latin typeface="Calibri"/>
              <a:ea typeface="Calibri"/>
              <a:cs typeface="Calibri"/>
              <a:sym typeface="Calibri"/>
            </a:endParaRPr>
          </a:p>
          <a:p>
            <a:pPr indent="0" lvl="0" marL="0" marR="0" rtl="0" algn="l">
              <a:lnSpc>
                <a:spcPct val="98769"/>
              </a:lnSpc>
              <a:spcBef>
                <a:spcPts val="0"/>
              </a:spcBef>
              <a:spcAft>
                <a:spcPts val="0"/>
              </a:spcAft>
              <a:buClr>
                <a:srgbClr val="000000"/>
              </a:buClr>
              <a:buSzPts val="1000"/>
              <a:buFont typeface="Montserrat Medium"/>
              <a:buNone/>
            </a:pPr>
            <a:r>
              <a:rPr b="0" i="0" lang="en-US" sz="1000" u="none" cap="none" strike="noStrike">
                <a:solidFill>
                  <a:srgbClr val="000033"/>
                </a:solidFill>
                <a:latin typeface="Montserrat Medium"/>
                <a:ea typeface="Montserrat Medium"/>
                <a:cs typeface="Montserrat Medium"/>
                <a:sym typeface="Montserrat Medium"/>
              </a:rPr>
              <a:t>+8 años en digital, ML &amp; AI.</a:t>
            </a:r>
            <a:r>
              <a:rPr b="1" i="0" lang="en-US" sz="1000" u="none" cap="none" strike="noStrike">
                <a:solidFill>
                  <a:srgbClr val="2B5BFC"/>
                </a:solidFill>
                <a:latin typeface="Montserrat"/>
                <a:ea typeface="Montserrat"/>
                <a:cs typeface="Montserrat"/>
                <a:sym typeface="Montserrat"/>
              </a:rPr>
              <a:t> </a:t>
            </a:r>
            <a:endParaRPr b="0" i="0" sz="1000" u="none" cap="none" strike="noStrike">
              <a:solidFill>
                <a:srgbClr val="000033"/>
              </a:solidFill>
              <a:latin typeface="Calibri"/>
              <a:ea typeface="Calibri"/>
              <a:cs typeface="Calibri"/>
              <a:sym typeface="Calibri"/>
            </a:endParaRPr>
          </a:p>
        </p:txBody>
      </p:sp>
      <p:sp>
        <p:nvSpPr>
          <p:cNvPr id="763" name="Google Shape;763;p22"/>
          <p:cNvSpPr/>
          <p:nvPr/>
        </p:nvSpPr>
        <p:spPr>
          <a:xfrm>
            <a:off x="5295900" y="1357313"/>
            <a:ext cx="2819400" cy="223800"/>
          </a:xfrm>
          <a:prstGeom prst="rect">
            <a:avLst/>
          </a:prstGeom>
          <a:noFill/>
          <a:ln>
            <a:noFill/>
          </a:ln>
        </p:spPr>
        <p:txBody>
          <a:bodyPr anchorCtr="0" anchor="t" bIns="0" lIns="0" spcFirstLastPara="1" rIns="0" wrap="square" tIns="0">
            <a:noAutofit/>
          </a:bodyPr>
          <a:lstStyle/>
          <a:p>
            <a:pPr indent="0" lvl="0" marL="0" marR="0" rtl="0" algn="l">
              <a:lnSpc>
                <a:spcPct val="91703"/>
              </a:lnSpc>
              <a:spcBef>
                <a:spcPts val="0"/>
              </a:spcBef>
              <a:spcAft>
                <a:spcPts val="0"/>
              </a:spcAft>
              <a:buClr>
                <a:srgbClr val="000033"/>
              </a:buClr>
              <a:buSzPts val="1400"/>
              <a:buFont typeface="Montserrat"/>
              <a:buNone/>
            </a:pPr>
            <a:r>
              <a:rPr b="1" i="0" lang="en-US" sz="1400" u="none" cap="none" strike="noStrike">
                <a:solidFill>
                  <a:srgbClr val="000033"/>
                </a:solidFill>
                <a:latin typeface="Montserrat"/>
                <a:ea typeface="Montserrat"/>
                <a:cs typeface="Montserrat"/>
                <a:sym typeface="Montserrat"/>
              </a:rPr>
              <a:t>Acompañamiento Corporativo </a:t>
            </a:r>
            <a:endParaRPr b="0" i="0" sz="1400" u="none" cap="none" strike="noStrike">
              <a:solidFill>
                <a:srgbClr val="000033"/>
              </a:solidFill>
              <a:latin typeface="Calibri"/>
              <a:ea typeface="Calibri"/>
              <a:cs typeface="Calibri"/>
              <a:sym typeface="Calibri"/>
            </a:endParaRPr>
          </a:p>
        </p:txBody>
      </p:sp>
      <p:sp>
        <p:nvSpPr>
          <p:cNvPr id="764" name="Google Shape;764;p22"/>
          <p:cNvSpPr/>
          <p:nvPr/>
        </p:nvSpPr>
        <p:spPr>
          <a:xfrm>
            <a:off x="5810250" y="1781175"/>
            <a:ext cx="12765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Paola Camarena </a:t>
            </a:r>
            <a:endParaRPr b="0" i="0" sz="1100" u="none" cap="none" strike="noStrike">
              <a:solidFill>
                <a:srgbClr val="000033"/>
              </a:solidFill>
              <a:latin typeface="Calibri"/>
              <a:ea typeface="Calibri"/>
              <a:cs typeface="Calibri"/>
              <a:sym typeface="Calibri"/>
            </a:endParaRPr>
          </a:p>
        </p:txBody>
      </p:sp>
      <p:sp>
        <p:nvSpPr>
          <p:cNvPr id="765" name="Google Shape;765;p22"/>
          <p:cNvSpPr/>
          <p:nvPr/>
        </p:nvSpPr>
        <p:spPr>
          <a:xfrm>
            <a:off x="5810250" y="1985963"/>
            <a:ext cx="1309800" cy="200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2D5BFF"/>
              </a:buClr>
              <a:buSzPts val="1100"/>
              <a:buFont typeface="Montserrat"/>
              <a:buNone/>
            </a:pPr>
            <a:r>
              <a:rPr b="1" i="0" lang="en-US" sz="1100" u="none" cap="none" strike="noStrike">
                <a:solidFill>
                  <a:srgbClr val="2B5BFC"/>
                </a:solidFill>
                <a:latin typeface="Montserrat"/>
                <a:ea typeface="Montserrat"/>
                <a:cs typeface="Montserrat"/>
                <a:sym typeface="Montserrat"/>
              </a:rPr>
              <a:t>Líder</a:t>
            </a:r>
            <a:endParaRPr b="0" i="0" sz="1100" u="none" cap="none" strike="noStrike">
              <a:solidFill>
                <a:srgbClr val="000033"/>
              </a:solidFill>
              <a:latin typeface="Calibri"/>
              <a:ea typeface="Calibri"/>
              <a:cs typeface="Calibri"/>
              <a:sym typeface="Calibri"/>
            </a:endParaRPr>
          </a:p>
        </p:txBody>
      </p:sp>
      <p:sp>
        <p:nvSpPr>
          <p:cNvPr id="766" name="Google Shape;766;p22"/>
          <p:cNvSpPr/>
          <p:nvPr/>
        </p:nvSpPr>
        <p:spPr>
          <a:xfrm>
            <a:off x="5810250" y="2376488"/>
            <a:ext cx="12525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Daniela Tamayo </a:t>
            </a:r>
            <a:endParaRPr b="0" i="0" sz="1100" u="none" cap="none" strike="noStrike">
              <a:solidFill>
                <a:srgbClr val="000033"/>
              </a:solidFill>
              <a:latin typeface="Calibri"/>
              <a:ea typeface="Calibri"/>
              <a:cs typeface="Calibri"/>
              <a:sym typeface="Calibri"/>
            </a:endParaRPr>
          </a:p>
        </p:txBody>
      </p:sp>
      <p:sp>
        <p:nvSpPr>
          <p:cNvPr id="767" name="Google Shape;767;p22"/>
          <p:cNvSpPr/>
          <p:nvPr/>
        </p:nvSpPr>
        <p:spPr>
          <a:xfrm>
            <a:off x="5810250" y="2581275"/>
            <a:ext cx="814500" cy="200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2D5BFF"/>
              </a:buClr>
              <a:buSzPts val="1100"/>
              <a:buFont typeface="Montserrat"/>
              <a:buNone/>
            </a:pPr>
            <a:r>
              <a:rPr b="1" i="0" lang="en-US" sz="1100" u="none" cap="none" strike="noStrike">
                <a:solidFill>
                  <a:srgbClr val="2B5BFC"/>
                </a:solidFill>
                <a:latin typeface="Montserrat"/>
                <a:ea typeface="Montserrat"/>
                <a:cs typeface="Montserrat"/>
                <a:sym typeface="Montserrat"/>
              </a:rPr>
              <a:t>Líder</a:t>
            </a:r>
            <a:endParaRPr b="0" i="0" sz="1100" u="none" cap="none" strike="noStrike">
              <a:solidFill>
                <a:srgbClr val="000033"/>
              </a:solidFill>
              <a:latin typeface="Calibri"/>
              <a:ea typeface="Calibri"/>
              <a:cs typeface="Calibri"/>
              <a:sym typeface="Calibri"/>
            </a:endParaRPr>
          </a:p>
        </p:txBody>
      </p:sp>
      <p:sp>
        <p:nvSpPr>
          <p:cNvPr id="768" name="Google Shape;768;p22"/>
          <p:cNvSpPr/>
          <p:nvPr/>
        </p:nvSpPr>
        <p:spPr>
          <a:xfrm>
            <a:off x="5810250" y="2971800"/>
            <a:ext cx="12192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Meilin Pacherre </a:t>
            </a:r>
            <a:endParaRPr b="0" i="0" sz="1100" u="none" cap="none" strike="noStrike">
              <a:solidFill>
                <a:srgbClr val="000033"/>
              </a:solidFill>
              <a:latin typeface="Calibri"/>
              <a:ea typeface="Calibri"/>
              <a:cs typeface="Calibri"/>
              <a:sym typeface="Calibri"/>
            </a:endParaRPr>
          </a:p>
        </p:txBody>
      </p:sp>
      <p:sp>
        <p:nvSpPr>
          <p:cNvPr id="769" name="Google Shape;769;p22"/>
          <p:cNvSpPr/>
          <p:nvPr/>
        </p:nvSpPr>
        <p:spPr>
          <a:xfrm>
            <a:off x="5810250" y="3176588"/>
            <a:ext cx="1762200" cy="200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2D5BFF"/>
              </a:buClr>
              <a:buSzPts val="1100"/>
              <a:buFont typeface="Montserrat"/>
              <a:buNone/>
            </a:pPr>
            <a:r>
              <a:rPr b="1" i="0" lang="en-US" sz="1100" u="none" cap="none" strike="noStrike">
                <a:solidFill>
                  <a:srgbClr val="2B5BFC"/>
                </a:solidFill>
                <a:latin typeface="Montserrat"/>
                <a:ea typeface="Montserrat"/>
                <a:cs typeface="Montserrat"/>
                <a:sym typeface="Montserrat"/>
              </a:rPr>
              <a:t>Consultora</a:t>
            </a:r>
            <a:endParaRPr b="0" i="0" sz="1100" u="none" cap="none" strike="noStrike">
              <a:solidFill>
                <a:srgbClr val="000033"/>
              </a:solidFill>
              <a:latin typeface="Calibri"/>
              <a:ea typeface="Calibri"/>
              <a:cs typeface="Calibri"/>
              <a:sym typeface="Calibri"/>
            </a:endParaRPr>
          </a:p>
        </p:txBody>
      </p:sp>
      <p:sp>
        <p:nvSpPr>
          <p:cNvPr id="770" name="Google Shape;770;p22"/>
          <p:cNvSpPr/>
          <p:nvPr/>
        </p:nvSpPr>
        <p:spPr>
          <a:xfrm>
            <a:off x="5295900" y="3576638"/>
            <a:ext cx="3147900" cy="6000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Acompañamos en el desarrollo del proyecto del lado más corporativo y comunicacional. </a:t>
            </a:r>
            <a:endParaRPr b="0" i="0" sz="1100" u="none" cap="none" strike="noStrike">
              <a:solidFill>
                <a:srgbClr val="000033"/>
              </a:solidFill>
              <a:latin typeface="Calibri"/>
              <a:ea typeface="Calibri"/>
              <a:cs typeface="Calibri"/>
              <a:sym typeface="Calibri"/>
            </a:endParaRPr>
          </a:p>
        </p:txBody>
      </p:sp>
      <p:pic>
        <p:nvPicPr>
          <p:cNvPr id="771" name="Google Shape;771;p22" title="Imagen de WhatsApp 2025-03-28 a las 09.18.12_0e95d37c.jpg"/>
          <p:cNvPicPr preferRelativeResize="0"/>
          <p:nvPr/>
        </p:nvPicPr>
        <p:blipFill rotWithShape="1">
          <a:blip r:embed="rId6">
            <a:alphaModFix/>
          </a:blip>
          <a:srcRect b="29096" l="0" r="7851" t="11994"/>
          <a:stretch/>
        </p:blipFill>
        <p:spPr>
          <a:xfrm>
            <a:off x="703350" y="1814538"/>
            <a:ext cx="689100" cy="678300"/>
          </a:xfrm>
          <a:prstGeom prst="ellipse">
            <a:avLst/>
          </a:prstGeom>
          <a:noFill/>
          <a:ln>
            <a:noFill/>
          </a:ln>
        </p:spPr>
      </p:pic>
      <p:pic>
        <p:nvPicPr>
          <p:cNvPr id="772" name="Google Shape;772;p22"/>
          <p:cNvPicPr preferRelativeResize="0"/>
          <p:nvPr/>
        </p:nvPicPr>
        <p:blipFill rotWithShape="1">
          <a:blip r:embed="rId7">
            <a:alphaModFix/>
          </a:blip>
          <a:srcRect b="0" l="0" r="0" t="0"/>
          <a:stretch/>
        </p:blipFill>
        <p:spPr>
          <a:xfrm>
            <a:off x="788850" y="2816593"/>
            <a:ext cx="518100" cy="518100"/>
          </a:xfrm>
          <a:prstGeom prst="ellipse">
            <a:avLst/>
          </a:prstGeom>
          <a:noFill/>
          <a:ln>
            <a:noFill/>
          </a:ln>
        </p:spPr>
      </p:pic>
      <p:pic>
        <p:nvPicPr>
          <p:cNvPr id="773" name="Google Shape;773;p22"/>
          <p:cNvPicPr preferRelativeResize="0"/>
          <p:nvPr/>
        </p:nvPicPr>
        <p:blipFill rotWithShape="1">
          <a:blip r:embed="rId8">
            <a:alphaModFix/>
          </a:blip>
          <a:srcRect b="12503" l="0" r="0" t="20848"/>
          <a:stretch/>
        </p:blipFill>
        <p:spPr>
          <a:xfrm>
            <a:off x="2905649" y="2793776"/>
            <a:ext cx="518100" cy="541800"/>
          </a:xfrm>
          <a:prstGeom prst="ellipse">
            <a:avLst/>
          </a:prstGeom>
          <a:noFill/>
          <a:ln>
            <a:noFill/>
          </a:ln>
        </p:spPr>
      </p:pic>
      <p:pic>
        <p:nvPicPr>
          <p:cNvPr id="774" name="Google Shape;774;p22"/>
          <p:cNvPicPr preferRelativeResize="0"/>
          <p:nvPr/>
        </p:nvPicPr>
        <p:blipFill rotWithShape="1">
          <a:blip r:embed="rId9">
            <a:alphaModFix/>
          </a:blip>
          <a:srcRect b="0" l="0" r="0" t="0"/>
          <a:stretch/>
        </p:blipFill>
        <p:spPr>
          <a:xfrm>
            <a:off x="5344550" y="1785723"/>
            <a:ext cx="402300" cy="402300"/>
          </a:xfrm>
          <a:prstGeom prst="ellipse">
            <a:avLst/>
          </a:prstGeom>
          <a:noFill/>
          <a:ln>
            <a:noFill/>
          </a:ln>
          <a:effectLst>
            <a:outerShdw blurRad="18214" rotWithShape="0" algn="bl" dir="5400000" dist="6071">
              <a:srgbClr val="000000">
                <a:alpha val="50196"/>
              </a:srgbClr>
            </a:outerShdw>
          </a:effectLst>
        </p:spPr>
      </p:pic>
      <p:pic>
        <p:nvPicPr>
          <p:cNvPr id="775" name="Google Shape;775;p22"/>
          <p:cNvPicPr preferRelativeResize="0"/>
          <p:nvPr/>
        </p:nvPicPr>
        <p:blipFill rotWithShape="1">
          <a:blip r:embed="rId10">
            <a:alphaModFix/>
          </a:blip>
          <a:srcRect b="0" l="0" r="0" t="0"/>
          <a:stretch/>
        </p:blipFill>
        <p:spPr>
          <a:xfrm>
            <a:off x="5344550" y="2387118"/>
            <a:ext cx="402300" cy="402300"/>
          </a:xfrm>
          <a:prstGeom prst="ellipse">
            <a:avLst/>
          </a:prstGeom>
          <a:noFill/>
          <a:ln>
            <a:noFill/>
          </a:ln>
          <a:effectLst>
            <a:outerShdw blurRad="18214" rotWithShape="0" algn="bl" dir="5400000" dist="6071">
              <a:srgbClr val="000000">
                <a:alpha val="50196"/>
              </a:srgbClr>
            </a:outerShdw>
          </a:effectLst>
        </p:spPr>
      </p:pic>
      <p:pic>
        <p:nvPicPr>
          <p:cNvPr id="776" name="Google Shape;776;p22"/>
          <p:cNvPicPr preferRelativeResize="0"/>
          <p:nvPr/>
        </p:nvPicPr>
        <p:blipFill rotWithShape="1">
          <a:blip r:embed="rId11">
            <a:alphaModFix/>
          </a:blip>
          <a:srcRect b="0" l="0" r="0" t="0"/>
          <a:stretch/>
        </p:blipFill>
        <p:spPr>
          <a:xfrm>
            <a:off x="5344560" y="2971800"/>
            <a:ext cx="402300" cy="402300"/>
          </a:xfrm>
          <a:prstGeom prst="ellipse">
            <a:avLst/>
          </a:prstGeom>
          <a:noFill/>
          <a:ln>
            <a:noFill/>
          </a:ln>
          <a:effectLst>
            <a:outerShdw blurRad="25988" rotWithShape="0" algn="bl" dir="2460000" dist="5775">
              <a:srgbClr val="000000">
                <a:alpha val="50196"/>
              </a:srgbClr>
            </a:outerShdw>
          </a:effectLst>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781" name="Shape 781"/>
        <p:cNvGrpSpPr/>
        <p:nvPr/>
      </p:nvGrpSpPr>
      <p:grpSpPr>
        <a:xfrm>
          <a:off x="0" y="0"/>
          <a:ext cx="0" cy="0"/>
          <a:chOff x="0" y="0"/>
          <a:chExt cx="0" cy="0"/>
        </a:xfrm>
      </p:grpSpPr>
      <p:sp>
        <p:nvSpPr>
          <p:cNvPr id="782" name="Google Shape;782;g3f8da4ebb8d_0_148"/>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EQUIPO NEO</a:t>
            </a:r>
            <a:endParaRPr b="0" i="0" sz="1100" u="none" cap="none" strike="noStrike">
              <a:solidFill>
                <a:schemeClr val="dk1"/>
              </a:solidFill>
              <a:latin typeface="Calibri"/>
              <a:ea typeface="Calibri"/>
              <a:cs typeface="Calibri"/>
              <a:sym typeface="Calibri"/>
            </a:endParaRPr>
          </a:p>
        </p:txBody>
      </p:sp>
      <p:sp>
        <p:nvSpPr>
          <p:cNvPr id="783" name="Google Shape;783;g3f8da4ebb8d_0_148"/>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El equipo</a:t>
            </a:r>
            <a:r>
              <a:rPr b="1" i="1" lang="en-US" sz="2100" u="none" cap="none" strike="noStrike">
                <a:solidFill>
                  <a:srgbClr val="2B5BFC"/>
                </a:solidFill>
                <a:latin typeface="Montserrat Black"/>
                <a:ea typeface="Montserrat Black"/>
                <a:cs typeface="Montserrat Black"/>
                <a:sym typeface="Montserrat Black"/>
              </a:rPr>
              <a:t> NEO</a:t>
            </a:r>
            <a:endParaRPr b="0" i="0" sz="2100" u="none" cap="none" strike="noStrike">
              <a:solidFill>
                <a:schemeClr val="dk1"/>
              </a:solidFill>
              <a:latin typeface="Calibri"/>
              <a:ea typeface="Calibri"/>
              <a:cs typeface="Calibri"/>
              <a:sym typeface="Calibri"/>
            </a:endParaRPr>
          </a:p>
        </p:txBody>
      </p:sp>
      <p:sp>
        <p:nvSpPr>
          <p:cNvPr id="784" name="Google Shape;784;g3f8da4ebb8d_0_148"/>
          <p:cNvSpPr txBox="1"/>
          <p:nvPr/>
        </p:nvSpPr>
        <p:spPr>
          <a:xfrm>
            <a:off x="571500" y="1539850"/>
            <a:ext cx="79158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000" u="none" cap="none" strike="noStrike">
                <a:solidFill>
                  <a:srgbClr val="000033"/>
                </a:solidFill>
                <a:latin typeface="Montserrat"/>
                <a:ea typeface="Montserrat"/>
                <a:cs typeface="Montserrat"/>
                <a:sym typeface="Montserrat"/>
              </a:rPr>
              <a:t>Un equipo dedicado que combina liderazgo de cuenta, arquitectura de IA, integración, adopción y gestión.</a:t>
            </a:r>
            <a:endParaRPr b="0" i="0" sz="1000" u="none" cap="none" strike="noStrike">
              <a:solidFill>
                <a:schemeClr val="dk1"/>
              </a:solidFill>
              <a:latin typeface="Calibri"/>
              <a:ea typeface="Calibri"/>
              <a:cs typeface="Calibri"/>
              <a:sym typeface="Calibri"/>
            </a:endParaRPr>
          </a:p>
        </p:txBody>
      </p:sp>
      <p:sp>
        <p:nvSpPr>
          <p:cNvPr id="785" name="Google Shape;785;g3f8da4ebb8d_0_148"/>
          <p:cNvSpPr/>
          <p:nvPr/>
        </p:nvSpPr>
        <p:spPr>
          <a:xfrm>
            <a:off x="571538" y="1898549"/>
            <a:ext cx="2557200" cy="12306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0.jpg" id="786" name="Google Shape;786;g3f8da4ebb8d_0_148"/>
          <p:cNvPicPr preferRelativeResize="0"/>
          <p:nvPr/>
        </p:nvPicPr>
        <p:blipFill rotWithShape="1">
          <a:blip r:embed="rId3">
            <a:alphaModFix/>
          </a:blip>
          <a:srcRect b="0" l="0" r="0" t="0"/>
          <a:stretch/>
        </p:blipFill>
        <p:spPr>
          <a:xfrm>
            <a:off x="754417" y="2090816"/>
            <a:ext cx="567000" cy="596100"/>
          </a:xfrm>
          <a:prstGeom prst="ellipse">
            <a:avLst/>
          </a:prstGeom>
          <a:noFill/>
          <a:ln>
            <a:noFill/>
          </a:ln>
        </p:spPr>
      </p:pic>
      <p:sp>
        <p:nvSpPr>
          <p:cNvPr id="787" name="Google Shape;787;g3f8da4ebb8d_0_148"/>
          <p:cNvSpPr txBox="1"/>
          <p:nvPr/>
        </p:nvSpPr>
        <p:spPr>
          <a:xfrm>
            <a:off x="717842" y="2763749"/>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Liderazgo de cuenta</a:t>
            </a:r>
            <a:endParaRPr b="0" i="0" sz="700" u="none" cap="none" strike="noStrike">
              <a:solidFill>
                <a:schemeClr val="dk1"/>
              </a:solidFill>
              <a:latin typeface="Calibri"/>
              <a:ea typeface="Calibri"/>
              <a:cs typeface="Calibri"/>
              <a:sym typeface="Calibri"/>
            </a:endParaRPr>
          </a:p>
        </p:txBody>
      </p:sp>
      <p:sp>
        <p:nvSpPr>
          <p:cNvPr id="788" name="Google Shape;788;g3f8da4ebb8d_0_148"/>
          <p:cNvSpPr txBox="1"/>
          <p:nvPr/>
        </p:nvSpPr>
        <p:spPr>
          <a:xfrm>
            <a:off x="1449361" y="207158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Ricardo Caballero</a:t>
            </a:r>
            <a:endParaRPr b="0" i="0" sz="1100" u="none" cap="none" strike="noStrike">
              <a:solidFill>
                <a:schemeClr val="dk1"/>
              </a:solidFill>
              <a:latin typeface="Calibri"/>
              <a:ea typeface="Calibri"/>
              <a:cs typeface="Calibri"/>
              <a:sym typeface="Calibri"/>
            </a:endParaRPr>
          </a:p>
        </p:txBody>
      </p:sp>
      <p:sp>
        <p:nvSpPr>
          <p:cNvPr id="789" name="Google Shape;789;g3f8da4ebb8d_0_148"/>
          <p:cNvSpPr txBox="1"/>
          <p:nvPr/>
        </p:nvSpPr>
        <p:spPr>
          <a:xfrm>
            <a:off x="1449361" y="2302309"/>
            <a:ext cx="15150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Gerente de Clientes</a:t>
            </a:r>
            <a:endParaRPr b="0" i="0" sz="900" u="none" cap="none" strike="noStrike">
              <a:solidFill>
                <a:schemeClr val="dk1"/>
              </a:solidFill>
              <a:latin typeface="Calibri"/>
              <a:ea typeface="Calibri"/>
              <a:cs typeface="Calibri"/>
              <a:sym typeface="Calibri"/>
            </a:endParaRPr>
          </a:p>
        </p:txBody>
      </p:sp>
      <p:sp>
        <p:nvSpPr>
          <p:cNvPr id="790" name="Google Shape;790;g3f8da4ebb8d_0_148"/>
          <p:cNvSpPr/>
          <p:nvPr/>
        </p:nvSpPr>
        <p:spPr>
          <a:xfrm>
            <a:off x="1449361" y="2552256"/>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g3f8da4ebb8d_0_148"/>
          <p:cNvSpPr txBox="1"/>
          <p:nvPr/>
        </p:nvSpPr>
        <p:spPr>
          <a:xfrm>
            <a:off x="1449361" y="262916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+8 años de experiencia en proyectos de Analytics, Growth &amp; AI. Profesor de Analytics en la PBS.</a:t>
            </a:r>
            <a:endParaRPr b="0" i="0" sz="700" u="none" cap="none" strike="noStrike">
              <a:solidFill>
                <a:schemeClr val="dk1"/>
              </a:solidFill>
              <a:latin typeface="Calibri"/>
              <a:ea typeface="Calibri"/>
              <a:cs typeface="Calibri"/>
              <a:sym typeface="Calibri"/>
            </a:endParaRPr>
          </a:p>
        </p:txBody>
      </p:sp>
      <p:sp>
        <p:nvSpPr>
          <p:cNvPr id="792" name="Google Shape;792;g3f8da4ebb8d_0_148"/>
          <p:cNvSpPr/>
          <p:nvPr/>
        </p:nvSpPr>
        <p:spPr>
          <a:xfrm>
            <a:off x="3293402" y="1890875"/>
            <a:ext cx="2557200" cy="12303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1.jpg" id="793" name="Google Shape;793;g3f8da4ebb8d_0_148"/>
          <p:cNvPicPr preferRelativeResize="0"/>
          <p:nvPr/>
        </p:nvPicPr>
        <p:blipFill rotWithShape="1">
          <a:blip r:embed="rId4">
            <a:alphaModFix/>
          </a:blip>
          <a:srcRect b="10653" l="0" r="0" t="9552"/>
          <a:stretch/>
        </p:blipFill>
        <p:spPr>
          <a:xfrm>
            <a:off x="3476282" y="2090816"/>
            <a:ext cx="567000" cy="596100"/>
          </a:xfrm>
          <a:prstGeom prst="ellipse">
            <a:avLst/>
          </a:prstGeom>
          <a:noFill/>
          <a:ln>
            <a:noFill/>
          </a:ln>
        </p:spPr>
      </p:pic>
      <p:sp>
        <p:nvSpPr>
          <p:cNvPr id="794" name="Google Shape;794;g3f8da4ebb8d_0_148"/>
          <p:cNvSpPr txBox="1"/>
          <p:nvPr/>
        </p:nvSpPr>
        <p:spPr>
          <a:xfrm>
            <a:off x="3439706" y="2763749"/>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GenAI &amp; Agentic</a:t>
            </a:r>
            <a:endParaRPr b="0" i="0" sz="700" u="none" cap="none" strike="noStrike">
              <a:solidFill>
                <a:schemeClr val="dk1"/>
              </a:solidFill>
              <a:latin typeface="Calibri"/>
              <a:ea typeface="Calibri"/>
              <a:cs typeface="Calibri"/>
              <a:sym typeface="Calibri"/>
            </a:endParaRPr>
          </a:p>
        </p:txBody>
      </p:sp>
      <p:sp>
        <p:nvSpPr>
          <p:cNvPr id="795" name="Google Shape;795;g3f8da4ebb8d_0_148"/>
          <p:cNvSpPr txBox="1"/>
          <p:nvPr/>
        </p:nvSpPr>
        <p:spPr>
          <a:xfrm>
            <a:off x="4171226" y="207158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Daniel Vicente</a:t>
            </a:r>
            <a:endParaRPr b="0" i="0" sz="1100" u="none" cap="none" strike="noStrike">
              <a:solidFill>
                <a:schemeClr val="dk1"/>
              </a:solidFill>
              <a:latin typeface="Calibri"/>
              <a:ea typeface="Calibri"/>
              <a:cs typeface="Calibri"/>
              <a:sym typeface="Calibri"/>
            </a:endParaRPr>
          </a:p>
        </p:txBody>
      </p:sp>
      <p:sp>
        <p:nvSpPr>
          <p:cNvPr id="796" name="Google Shape;796;g3f8da4ebb8d_0_148"/>
          <p:cNvSpPr txBox="1"/>
          <p:nvPr/>
        </p:nvSpPr>
        <p:spPr>
          <a:xfrm>
            <a:off x="4171226" y="2302309"/>
            <a:ext cx="15150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IA Lead</a:t>
            </a:r>
            <a:endParaRPr b="0" i="0" sz="900" u="none" cap="none" strike="noStrike">
              <a:solidFill>
                <a:schemeClr val="dk1"/>
              </a:solidFill>
              <a:latin typeface="Calibri"/>
              <a:ea typeface="Calibri"/>
              <a:cs typeface="Calibri"/>
              <a:sym typeface="Calibri"/>
            </a:endParaRPr>
          </a:p>
        </p:txBody>
      </p:sp>
      <p:sp>
        <p:nvSpPr>
          <p:cNvPr id="797" name="Google Shape;797;g3f8da4ebb8d_0_148"/>
          <p:cNvSpPr/>
          <p:nvPr/>
        </p:nvSpPr>
        <p:spPr>
          <a:xfrm>
            <a:off x="4171226" y="2552256"/>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8" name="Google Shape;798;g3f8da4ebb8d_0_148"/>
          <p:cNvSpPr txBox="1"/>
          <p:nvPr/>
        </p:nvSpPr>
        <p:spPr>
          <a:xfrm>
            <a:off x="4171226" y="262916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+8 años de experiencia en digital, ML &amp; AI. Certificado en GCP, Anthropic y AWS.</a:t>
            </a:r>
            <a:endParaRPr b="0" i="0" sz="700" u="none" cap="none" strike="noStrike">
              <a:solidFill>
                <a:schemeClr val="dk1"/>
              </a:solidFill>
              <a:latin typeface="Calibri"/>
              <a:ea typeface="Calibri"/>
              <a:cs typeface="Calibri"/>
              <a:sym typeface="Calibri"/>
            </a:endParaRPr>
          </a:p>
        </p:txBody>
      </p:sp>
      <p:sp>
        <p:nvSpPr>
          <p:cNvPr id="799" name="Google Shape;799;g3f8da4ebb8d_0_148"/>
          <p:cNvSpPr/>
          <p:nvPr/>
        </p:nvSpPr>
        <p:spPr>
          <a:xfrm>
            <a:off x="6015266" y="1898549"/>
            <a:ext cx="2557200" cy="12306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2.jpg" id="800" name="Google Shape;800;g3f8da4ebb8d_0_148"/>
          <p:cNvPicPr preferRelativeResize="0"/>
          <p:nvPr/>
        </p:nvPicPr>
        <p:blipFill rotWithShape="1">
          <a:blip r:embed="rId5">
            <a:alphaModFix/>
          </a:blip>
          <a:srcRect b="0" l="0" r="0" t="0"/>
          <a:stretch/>
        </p:blipFill>
        <p:spPr>
          <a:xfrm>
            <a:off x="6198146" y="2090816"/>
            <a:ext cx="567000" cy="596100"/>
          </a:xfrm>
          <a:prstGeom prst="ellipse">
            <a:avLst/>
          </a:prstGeom>
          <a:noFill/>
          <a:ln>
            <a:noFill/>
          </a:ln>
        </p:spPr>
      </p:pic>
      <p:sp>
        <p:nvSpPr>
          <p:cNvPr id="801" name="Google Shape;801;g3f8da4ebb8d_0_148"/>
          <p:cNvSpPr txBox="1"/>
          <p:nvPr/>
        </p:nvSpPr>
        <p:spPr>
          <a:xfrm>
            <a:off x="6161569" y="2763749"/>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Prompt &amp; RAG</a:t>
            </a:r>
            <a:endParaRPr b="0" i="0" sz="700" u="none" cap="none" strike="noStrike">
              <a:solidFill>
                <a:schemeClr val="dk1"/>
              </a:solidFill>
              <a:latin typeface="Calibri"/>
              <a:ea typeface="Calibri"/>
              <a:cs typeface="Calibri"/>
              <a:sym typeface="Calibri"/>
            </a:endParaRPr>
          </a:p>
        </p:txBody>
      </p:sp>
      <p:sp>
        <p:nvSpPr>
          <p:cNvPr id="802" name="Google Shape;802;g3f8da4ebb8d_0_148"/>
          <p:cNvSpPr txBox="1"/>
          <p:nvPr/>
        </p:nvSpPr>
        <p:spPr>
          <a:xfrm>
            <a:off x="6893090" y="207158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Yeltsin García</a:t>
            </a:r>
            <a:endParaRPr b="0" i="0" sz="1100" u="none" cap="none" strike="noStrike">
              <a:solidFill>
                <a:schemeClr val="dk1"/>
              </a:solidFill>
              <a:latin typeface="Calibri"/>
              <a:ea typeface="Calibri"/>
              <a:cs typeface="Calibri"/>
              <a:sym typeface="Calibri"/>
            </a:endParaRPr>
          </a:p>
        </p:txBody>
      </p:sp>
      <p:sp>
        <p:nvSpPr>
          <p:cNvPr id="803" name="Google Shape;803;g3f8da4ebb8d_0_148"/>
          <p:cNvSpPr txBox="1"/>
          <p:nvPr/>
        </p:nvSpPr>
        <p:spPr>
          <a:xfrm>
            <a:off x="6893090" y="2302309"/>
            <a:ext cx="15150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Ingeniero de IA</a:t>
            </a:r>
            <a:endParaRPr b="0" i="0" sz="900" u="none" cap="none" strike="noStrike">
              <a:solidFill>
                <a:schemeClr val="dk1"/>
              </a:solidFill>
              <a:latin typeface="Calibri"/>
              <a:ea typeface="Calibri"/>
              <a:cs typeface="Calibri"/>
              <a:sym typeface="Calibri"/>
            </a:endParaRPr>
          </a:p>
        </p:txBody>
      </p:sp>
      <p:sp>
        <p:nvSpPr>
          <p:cNvPr id="804" name="Google Shape;804;g3f8da4ebb8d_0_148"/>
          <p:cNvSpPr/>
          <p:nvPr/>
        </p:nvSpPr>
        <p:spPr>
          <a:xfrm>
            <a:off x="6893090" y="2552256"/>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 name="Google Shape;805;g3f8da4ebb8d_0_148"/>
          <p:cNvSpPr txBox="1"/>
          <p:nvPr/>
        </p:nvSpPr>
        <p:spPr>
          <a:xfrm>
            <a:off x="6893090" y="262916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+6 años de experiencia en digital, ML &amp; AI. Docente de IA en UCAL. Miembro activo de DCN Global e Internet Society.</a:t>
            </a:r>
            <a:endParaRPr b="0" i="0" sz="700" u="none" cap="none" strike="noStrike">
              <a:solidFill>
                <a:schemeClr val="dk1"/>
              </a:solidFill>
              <a:latin typeface="Calibri"/>
              <a:ea typeface="Calibri"/>
              <a:cs typeface="Calibri"/>
              <a:sym typeface="Calibri"/>
            </a:endParaRPr>
          </a:p>
        </p:txBody>
      </p:sp>
      <p:sp>
        <p:nvSpPr>
          <p:cNvPr id="806" name="Google Shape;806;g3f8da4ebb8d_0_148"/>
          <p:cNvSpPr/>
          <p:nvPr/>
        </p:nvSpPr>
        <p:spPr>
          <a:xfrm>
            <a:off x="571538" y="3282869"/>
            <a:ext cx="2557200" cy="12306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3.jpg" id="807" name="Google Shape;807;g3f8da4ebb8d_0_148"/>
          <p:cNvPicPr preferRelativeResize="0"/>
          <p:nvPr/>
        </p:nvPicPr>
        <p:blipFill rotWithShape="1">
          <a:blip r:embed="rId6">
            <a:alphaModFix/>
          </a:blip>
          <a:srcRect b="10938" l="-520" r="520" t="2460"/>
          <a:stretch/>
        </p:blipFill>
        <p:spPr>
          <a:xfrm>
            <a:off x="754417" y="3475135"/>
            <a:ext cx="567000" cy="596100"/>
          </a:xfrm>
          <a:prstGeom prst="ellipse">
            <a:avLst/>
          </a:prstGeom>
          <a:noFill/>
          <a:ln>
            <a:noFill/>
          </a:ln>
        </p:spPr>
      </p:pic>
      <p:sp>
        <p:nvSpPr>
          <p:cNvPr id="808" name="Google Shape;808;g3f8da4ebb8d_0_148"/>
          <p:cNvSpPr txBox="1"/>
          <p:nvPr/>
        </p:nvSpPr>
        <p:spPr>
          <a:xfrm>
            <a:off x="717842" y="4148068"/>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Data Architect</a:t>
            </a:r>
            <a:endParaRPr b="0" i="0" sz="700" u="none" cap="none" strike="noStrike">
              <a:solidFill>
                <a:schemeClr val="dk1"/>
              </a:solidFill>
              <a:latin typeface="Calibri"/>
              <a:ea typeface="Calibri"/>
              <a:cs typeface="Calibri"/>
              <a:sym typeface="Calibri"/>
            </a:endParaRPr>
          </a:p>
        </p:txBody>
      </p:sp>
      <p:sp>
        <p:nvSpPr>
          <p:cNvPr id="809" name="Google Shape;809;g3f8da4ebb8d_0_148"/>
          <p:cNvSpPr txBox="1"/>
          <p:nvPr/>
        </p:nvSpPr>
        <p:spPr>
          <a:xfrm>
            <a:off x="1449361" y="345590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Jean Pierre Merino</a:t>
            </a:r>
            <a:endParaRPr b="0" i="0" sz="1100" u="none" cap="none" strike="noStrike">
              <a:solidFill>
                <a:schemeClr val="dk1"/>
              </a:solidFill>
              <a:latin typeface="Calibri"/>
              <a:ea typeface="Calibri"/>
              <a:cs typeface="Calibri"/>
              <a:sym typeface="Calibri"/>
            </a:endParaRPr>
          </a:p>
        </p:txBody>
      </p:sp>
      <p:sp>
        <p:nvSpPr>
          <p:cNvPr id="810" name="Google Shape;810;g3f8da4ebb8d_0_148"/>
          <p:cNvSpPr txBox="1"/>
          <p:nvPr/>
        </p:nvSpPr>
        <p:spPr>
          <a:xfrm>
            <a:off x="1449349" y="3686625"/>
            <a:ext cx="16794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Arquitecto de Integración</a:t>
            </a:r>
            <a:endParaRPr b="0" i="0" sz="900" u="none" cap="none" strike="noStrike">
              <a:solidFill>
                <a:schemeClr val="dk1"/>
              </a:solidFill>
              <a:latin typeface="Calibri"/>
              <a:ea typeface="Calibri"/>
              <a:cs typeface="Calibri"/>
              <a:sym typeface="Calibri"/>
            </a:endParaRPr>
          </a:p>
        </p:txBody>
      </p:sp>
      <p:sp>
        <p:nvSpPr>
          <p:cNvPr id="811" name="Google Shape;811;g3f8da4ebb8d_0_148"/>
          <p:cNvSpPr/>
          <p:nvPr/>
        </p:nvSpPr>
        <p:spPr>
          <a:xfrm>
            <a:off x="1449361" y="3936575"/>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2" name="Google Shape;812;g3f8da4ebb8d_0_148"/>
          <p:cNvSpPr txBox="1"/>
          <p:nvPr/>
        </p:nvSpPr>
        <p:spPr>
          <a:xfrm>
            <a:off x="1449361" y="401348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+10 años de experiencia en data, analítica digital, ML &amp; AI.</a:t>
            </a:r>
            <a:endParaRPr b="0" i="0" sz="700" u="none" cap="none" strike="noStrike">
              <a:solidFill>
                <a:schemeClr val="dk1"/>
              </a:solidFill>
              <a:latin typeface="Calibri"/>
              <a:ea typeface="Calibri"/>
              <a:cs typeface="Calibri"/>
              <a:sym typeface="Calibri"/>
            </a:endParaRPr>
          </a:p>
        </p:txBody>
      </p:sp>
      <p:sp>
        <p:nvSpPr>
          <p:cNvPr id="813" name="Google Shape;813;g3f8da4ebb8d_0_148"/>
          <p:cNvSpPr/>
          <p:nvPr/>
        </p:nvSpPr>
        <p:spPr>
          <a:xfrm>
            <a:off x="3293402" y="3282869"/>
            <a:ext cx="2557200" cy="12306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4.jpg" id="814" name="Google Shape;814;g3f8da4ebb8d_0_148"/>
          <p:cNvPicPr preferRelativeResize="0"/>
          <p:nvPr/>
        </p:nvPicPr>
        <p:blipFill rotWithShape="1">
          <a:blip r:embed="rId7">
            <a:alphaModFix/>
          </a:blip>
          <a:srcRect b="18122" l="0" r="0" t="939"/>
          <a:stretch/>
        </p:blipFill>
        <p:spPr>
          <a:xfrm>
            <a:off x="3476282" y="3475135"/>
            <a:ext cx="567000" cy="596100"/>
          </a:xfrm>
          <a:prstGeom prst="ellipse">
            <a:avLst/>
          </a:prstGeom>
          <a:noFill/>
          <a:ln>
            <a:noFill/>
          </a:ln>
        </p:spPr>
      </p:pic>
      <p:sp>
        <p:nvSpPr>
          <p:cNvPr id="815" name="Google Shape;815;g3f8da4ebb8d_0_148"/>
          <p:cNvSpPr txBox="1"/>
          <p:nvPr/>
        </p:nvSpPr>
        <p:spPr>
          <a:xfrm>
            <a:off x="3439706" y="4148068"/>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Change Management</a:t>
            </a:r>
            <a:endParaRPr b="0" i="0" sz="700" u="none" cap="none" strike="noStrike">
              <a:solidFill>
                <a:schemeClr val="dk1"/>
              </a:solidFill>
              <a:latin typeface="Calibri"/>
              <a:ea typeface="Calibri"/>
              <a:cs typeface="Calibri"/>
              <a:sym typeface="Calibri"/>
            </a:endParaRPr>
          </a:p>
        </p:txBody>
      </p:sp>
      <p:sp>
        <p:nvSpPr>
          <p:cNvPr id="816" name="Google Shape;816;g3f8da4ebb8d_0_148"/>
          <p:cNvSpPr txBox="1"/>
          <p:nvPr/>
        </p:nvSpPr>
        <p:spPr>
          <a:xfrm>
            <a:off x="4171226" y="345590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Franco Pastorelli</a:t>
            </a:r>
            <a:endParaRPr b="0" i="0" sz="1100" u="none" cap="none" strike="noStrike">
              <a:solidFill>
                <a:schemeClr val="dk1"/>
              </a:solidFill>
              <a:latin typeface="Calibri"/>
              <a:ea typeface="Calibri"/>
              <a:cs typeface="Calibri"/>
              <a:sym typeface="Calibri"/>
            </a:endParaRPr>
          </a:p>
        </p:txBody>
      </p:sp>
      <p:sp>
        <p:nvSpPr>
          <p:cNvPr id="817" name="Google Shape;817;g3f8da4ebb8d_0_148"/>
          <p:cNvSpPr txBox="1"/>
          <p:nvPr/>
        </p:nvSpPr>
        <p:spPr>
          <a:xfrm>
            <a:off x="4171226" y="3686629"/>
            <a:ext cx="15150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Especialista de Adopción</a:t>
            </a:r>
            <a:endParaRPr b="0" i="0" sz="900" u="none" cap="none" strike="noStrike">
              <a:solidFill>
                <a:schemeClr val="dk1"/>
              </a:solidFill>
              <a:latin typeface="Calibri"/>
              <a:ea typeface="Calibri"/>
              <a:cs typeface="Calibri"/>
              <a:sym typeface="Calibri"/>
            </a:endParaRPr>
          </a:p>
        </p:txBody>
      </p:sp>
      <p:sp>
        <p:nvSpPr>
          <p:cNvPr id="818" name="Google Shape;818;g3f8da4ebb8d_0_148"/>
          <p:cNvSpPr/>
          <p:nvPr/>
        </p:nvSpPr>
        <p:spPr>
          <a:xfrm>
            <a:off x="4171226" y="3936575"/>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9" name="Google Shape;819;g3f8da4ebb8d_0_148"/>
          <p:cNvSpPr txBox="1"/>
          <p:nvPr/>
        </p:nvSpPr>
        <p:spPr>
          <a:xfrm>
            <a:off x="4171226" y="401348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+6 años de experiencia en gestión de proyectos de Transformación Digital, educación ejecutiva, GenAI y Agentic.</a:t>
            </a:r>
            <a:endParaRPr b="0" i="0" sz="700" u="none" cap="none" strike="noStrike">
              <a:solidFill>
                <a:schemeClr val="dk1"/>
              </a:solidFill>
              <a:latin typeface="Calibri"/>
              <a:ea typeface="Calibri"/>
              <a:cs typeface="Calibri"/>
              <a:sym typeface="Calibri"/>
            </a:endParaRPr>
          </a:p>
        </p:txBody>
      </p:sp>
      <p:sp>
        <p:nvSpPr>
          <p:cNvPr id="820" name="Google Shape;820;g3f8da4ebb8d_0_148"/>
          <p:cNvSpPr/>
          <p:nvPr/>
        </p:nvSpPr>
        <p:spPr>
          <a:xfrm>
            <a:off x="6015266" y="3282869"/>
            <a:ext cx="2557200" cy="12306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5.jpg" id="821" name="Google Shape;821;g3f8da4ebb8d_0_148"/>
          <p:cNvPicPr preferRelativeResize="0"/>
          <p:nvPr/>
        </p:nvPicPr>
        <p:blipFill rotWithShape="1">
          <a:blip r:embed="rId8">
            <a:alphaModFix/>
          </a:blip>
          <a:srcRect b="9896" l="0" r="0" t="3979"/>
          <a:stretch/>
        </p:blipFill>
        <p:spPr>
          <a:xfrm>
            <a:off x="6198146" y="3475135"/>
            <a:ext cx="567000" cy="596100"/>
          </a:xfrm>
          <a:prstGeom prst="ellipse">
            <a:avLst/>
          </a:prstGeom>
          <a:noFill/>
          <a:ln>
            <a:noFill/>
          </a:ln>
        </p:spPr>
      </p:pic>
      <p:sp>
        <p:nvSpPr>
          <p:cNvPr id="822" name="Google Shape;822;g3f8da4ebb8d_0_148"/>
          <p:cNvSpPr txBox="1"/>
          <p:nvPr/>
        </p:nvSpPr>
        <p:spPr>
          <a:xfrm>
            <a:off x="6161569" y="4148068"/>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PMO</a:t>
            </a:r>
            <a:endParaRPr b="0" i="0" sz="700" u="none" cap="none" strike="noStrike">
              <a:solidFill>
                <a:schemeClr val="dk1"/>
              </a:solidFill>
              <a:latin typeface="Calibri"/>
              <a:ea typeface="Calibri"/>
              <a:cs typeface="Calibri"/>
              <a:sym typeface="Calibri"/>
            </a:endParaRPr>
          </a:p>
        </p:txBody>
      </p:sp>
      <p:sp>
        <p:nvSpPr>
          <p:cNvPr id="823" name="Google Shape;823;g3f8da4ebb8d_0_148"/>
          <p:cNvSpPr txBox="1"/>
          <p:nvPr/>
        </p:nvSpPr>
        <p:spPr>
          <a:xfrm>
            <a:off x="6893090" y="345590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Daniela Tamayo</a:t>
            </a:r>
            <a:endParaRPr b="0" i="0" sz="1100" u="none" cap="none" strike="noStrike">
              <a:solidFill>
                <a:schemeClr val="dk1"/>
              </a:solidFill>
              <a:latin typeface="Calibri"/>
              <a:ea typeface="Calibri"/>
              <a:cs typeface="Calibri"/>
              <a:sym typeface="Calibri"/>
            </a:endParaRPr>
          </a:p>
        </p:txBody>
      </p:sp>
      <p:sp>
        <p:nvSpPr>
          <p:cNvPr id="824" name="Google Shape;824;g3f8da4ebb8d_0_148"/>
          <p:cNvSpPr txBox="1"/>
          <p:nvPr/>
        </p:nvSpPr>
        <p:spPr>
          <a:xfrm>
            <a:off x="6893090" y="3686629"/>
            <a:ext cx="15150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Gestor de Proyecto</a:t>
            </a:r>
            <a:endParaRPr b="0" i="0" sz="900" u="none" cap="none" strike="noStrike">
              <a:solidFill>
                <a:schemeClr val="dk1"/>
              </a:solidFill>
              <a:latin typeface="Calibri"/>
              <a:ea typeface="Calibri"/>
              <a:cs typeface="Calibri"/>
              <a:sym typeface="Calibri"/>
            </a:endParaRPr>
          </a:p>
        </p:txBody>
      </p:sp>
      <p:sp>
        <p:nvSpPr>
          <p:cNvPr id="825" name="Google Shape;825;g3f8da4ebb8d_0_148"/>
          <p:cNvSpPr/>
          <p:nvPr/>
        </p:nvSpPr>
        <p:spPr>
          <a:xfrm>
            <a:off x="6893090" y="3936575"/>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g3f8da4ebb8d_0_148"/>
          <p:cNvSpPr txBox="1"/>
          <p:nvPr/>
        </p:nvSpPr>
        <p:spPr>
          <a:xfrm>
            <a:off x="6893090" y="401348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+5 años de experiencia en gestión de proyectos digitales de IA, Growth y Analytics.</a:t>
            </a:r>
            <a:endParaRPr b="0" i="0" sz="700" u="none" cap="none" strike="noStrike">
              <a:solidFill>
                <a:schemeClr val="dk1"/>
              </a:solidFill>
              <a:latin typeface="Calibri"/>
              <a:ea typeface="Calibri"/>
              <a:cs typeface="Calibri"/>
              <a:sym typeface="Calibri"/>
            </a:endParaRPr>
          </a:p>
        </p:txBody>
      </p:sp>
      <p:sp>
        <p:nvSpPr>
          <p:cNvPr id="827" name="Google Shape;827;g3f8da4ebb8d_0_148"/>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831" name="Shape 831"/>
        <p:cNvGrpSpPr/>
        <p:nvPr/>
      </p:nvGrpSpPr>
      <p:grpSpPr>
        <a:xfrm>
          <a:off x="0" y="0"/>
          <a:ext cx="0" cy="0"/>
          <a:chOff x="0" y="0"/>
          <a:chExt cx="0" cy="0"/>
        </a:xfrm>
      </p:grpSpPr>
      <p:pic>
        <p:nvPicPr>
          <p:cNvPr descr="preencoded.png" id="832" name="Google Shape;832;g3f8db9ece71_0_0"/>
          <p:cNvPicPr preferRelativeResize="0"/>
          <p:nvPr/>
        </p:nvPicPr>
        <p:blipFill rotWithShape="1">
          <a:blip r:embed="rId3">
            <a:alphaModFix/>
          </a:blip>
          <a:srcRect b="0" l="0" r="0" t="0"/>
          <a:stretch/>
        </p:blipFill>
        <p:spPr>
          <a:xfrm>
            <a:off x="571500" y="1643988"/>
            <a:ext cx="8001000" cy="3100387"/>
          </a:xfrm>
          <a:prstGeom prst="rect">
            <a:avLst/>
          </a:prstGeom>
          <a:noFill/>
          <a:ln>
            <a:noFill/>
          </a:ln>
        </p:spPr>
      </p:pic>
      <p:sp>
        <p:nvSpPr>
          <p:cNvPr id="833" name="Google Shape;833;g3f8db9ece71_0_0"/>
          <p:cNvSpPr/>
          <p:nvPr/>
        </p:nvSpPr>
        <p:spPr>
          <a:xfrm>
            <a:off x="571500" y="836200"/>
            <a:ext cx="10878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EQUIPO NEO </a:t>
            </a:r>
            <a:endParaRPr b="0" i="0" sz="1100" u="none" cap="none" strike="noStrike">
              <a:solidFill>
                <a:srgbClr val="000033"/>
              </a:solidFill>
              <a:latin typeface="Calibri"/>
              <a:ea typeface="Calibri"/>
              <a:cs typeface="Calibri"/>
              <a:sym typeface="Calibri"/>
            </a:endParaRPr>
          </a:p>
        </p:txBody>
      </p:sp>
      <p:sp>
        <p:nvSpPr>
          <p:cNvPr id="834" name="Google Shape;834;g3f8db9ece71_0_0"/>
          <p:cNvSpPr/>
          <p:nvPr/>
        </p:nvSpPr>
        <p:spPr>
          <a:xfrm>
            <a:off x="571500" y="1069557"/>
            <a:ext cx="7972800" cy="324000"/>
          </a:xfrm>
          <a:prstGeom prst="rect">
            <a:avLst/>
          </a:prstGeom>
          <a:noFill/>
          <a:ln>
            <a:noFill/>
          </a:ln>
        </p:spPr>
        <p:txBody>
          <a:bodyPr anchorCtr="0" anchor="t" bIns="0" lIns="0" spcFirstLastPara="1" rIns="0" wrap="square" tIns="0">
            <a:noAutofit/>
          </a:bodyPr>
          <a:lstStyle/>
          <a:p>
            <a:pPr indent="0" lvl="0" marL="0" marR="0" rtl="0" algn="l">
              <a:lnSpc>
                <a:spcPct val="8819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 equipo de </a:t>
            </a:r>
            <a:r>
              <a:rPr b="1" i="1" lang="en-US" sz="2100" u="none" cap="none" strike="noStrike">
                <a:solidFill>
                  <a:srgbClr val="2B5BFC"/>
                </a:solidFill>
                <a:latin typeface="Montserrat ExtraBold"/>
                <a:ea typeface="Montserrat ExtraBold"/>
                <a:cs typeface="Montserrat ExtraBold"/>
                <a:sym typeface="Montserrat ExtraBold"/>
              </a:rPr>
              <a:t>expertos</a:t>
            </a:r>
            <a:r>
              <a:rPr b="1" i="0" lang="en-US" sz="2100" u="none" cap="none" strike="noStrike">
                <a:solidFill>
                  <a:srgbClr val="000033"/>
                </a:solidFill>
                <a:latin typeface="Montserrat ExtraBold"/>
                <a:ea typeface="Montserrat ExtraBold"/>
                <a:cs typeface="Montserrat ExtraBold"/>
                <a:sym typeface="Montserrat ExtraBold"/>
              </a:rPr>
              <a:t> </a:t>
            </a:r>
            <a:endParaRPr b="0" i="0" sz="2100" u="none" cap="none" strike="noStrike">
              <a:solidFill>
                <a:srgbClr val="000033"/>
              </a:solidFill>
              <a:latin typeface="Calibri"/>
              <a:ea typeface="Calibri"/>
              <a:cs typeface="Calibri"/>
              <a:sym typeface="Calibri"/>
            </a:endParaRPr>
          </a:p>
        </p:txBody>
      </p:sp>
      <p:sp>
        <p:nvSpPr>
          <p:cNvPr id="835" name="Google Shape;835;g3f8db9ece71_0_0"/>
          <p:cNvSpPr/>
          <p:nvPr/>
        </p:nvSpPr>
        <p:spPr>
          <a:xfrm>
            <a:off x="688886" y="23866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Daniel Falcón </a:t>
            </a:r>
            <a:endParaRPr b="0" i="0" sz="1100" u="none" cap="none" strike="noStrike">
              <a:solidFill>
                <a:srgbClr val="000033"/>
              </a:solidFill>
              <a:latin typeface="Calibri"/>
              <a:ea typeface="Calibri"/>
              <a:cs typeface="Calibri"/>
              <a:sym typeface="Calibri"/>
            </a:endParaRPr>
          </a:p>
        </p:txBody>
      </p:sp>
      <p:sp>
        <p:nvSpPr>
          <p:cNvPr id="836" name="Google Shape;836;g3f8db9ece71_0_0"/>
          <p:cNvSpPr/>
          <p:nvPr/>
        </p:nvSpPr>
        <p:spPr>
          <a:xfrm>
            <a:off x="660713" y="2526460"/>
            <a:ext cx="14520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CEO </a:t>
            </a:r>
            <a:endParaRPr b="0" i="0" sz="1100" u="none" cap="none" strike="noStrike">
              <a:solidFill>
                <a:srgbClr val="000033"/>
              </a:solidFill>
              <a:latin typeface="Calibri"/>
              <a:ea typeface="Calibri"/>
              <a:cs typeface="Calibri"/>
              <a:sym typeface="Calibri"/>
            </a:endParaRPr>
          </a:p>
        </p:txBody>
      </p:sp>
      <p:sp>
        <p:nvSpPr>
          <p:cNvPr id="837" name="Google Shape;837;g3f8db9ece71_0_0"/>
          <p:cNvSpPr/>
          <p:nvPr/>
        </p:nvSpPr>
        <p:spPr>
          <a:xfrm>
            <a:off x="693581" y="2722737"/>
            <a:ext cx="1390800" cy="2883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+25 años de experiencia en consultoría digital</a:t>
            </a:r>
            <a:endParaRPr b="0" i="0" sz="900" u="none" cap="none" strike="noStrike">
              <a:solidFill>
                <a:srgbClr val="000033"/>
              </a:solidFill>
              <a:latin typeface="Montserrat"/>
              <a:ea typeface="Montserrat"/>
              <a:cs typeface="Montserrat"/>
              <a:sym typeface="Montserrat"/>
            </a:endParaRPr>
          </a:p>
          <a:p>
            <a:pPr indent="0" lvl="0" marL="0" marR="0" rtl="0" algn="ctr">
              <a:lnSpc>
                <a:spcPct val="89377"/>
              </a:lnSpc>
              <a:spcBef>
                <a:spcPts val="0"/>
              </a:spcBef>
              <a:spcAft>
                <a:spcPts val="0"/>
              </a:spcAft>
              <a:buClr>
                <a:srgbClr val="575757"/>
              </a:buClr>
              <a:buSzPts val="1100"/>
              <a:buFont typeface="Montserrat Medium"/>
              <a:buNone/>
            </a:pPr>
            <a:r>
              <a:t/>
            </a:r>
            <a:endParaRPr b="0" i="0" sz="900" u="none" cap="none" strike="noStrike">
              <a:solidFill>
                <a:srgbClr val="000033"/>
              </a:solidFill>
              <a:latin typeface="Montserrat Medium"/>
              <a:ea typeface="Montserrat Medium"/>
              <a:cs typeface="Montserrat Medium"/>
              <a:sym typeface="Montserrat Medium"/>
            </a:endParaRPr>
          </a:p>
          <a:p>
            <a:pPr indent="0" lvl="0" marL="0" marR="0" rtl="0" algn="ctr">
              <a:lnSpc>
                <a:spcPct val="89377"/>
              </a:lnSpc>
              <a:spcBef>
                <a:spcPts val="0"/>
              </a:spcBef>
              <a:spcAft>
                <a:spcPts val="0"/>
              </a:spcAft>
              <a:buClr>
                <a:srgbClr val="575757"/>
              </a:buClr>
              <a:buSzPts val="1100"/>
              <a:buFont typeface="Montserrat Medium"/>
              <a:buNone/>
            </a:pPr>
            <a:r>
              <a:rPr b="0" i="0" lang="en-US" sz="900" u="none" cap="none" strike="noStrike">
                <a:solidFill>
                  <a:srgbClr val="000033"/>
                </a:solidFill>
                <a:latin typeface="Montserrat Medium"/>
                <a:ea typeface="Montserrat Medium"/>
                <a:cs typeface="Montserrat Medium"/>
                <a:sym typeface="Montserrat Medium"/>
              </a:rPr>
              <a:t> </a:t>
            </a:r>
            <a:endParaRPr b="0" i="0" sz="900" u="none" cap="none" strike="noStrike">
              <a:solidFill>
                <a:srgbClr val="000033"/>
              </a:solidFill>
              <a:latin typeface="Calibri"/>
              <a:ea typeface="Calibri"/>
              <a:cs typeface="Calibri"/>
              <a:sym typeface="Calibri"/>
            </a:endParaRPr>
          </a:p>
        </p:txBody>
      </p:sp>
      <p:sp>
        <p:nvSpPr>
          <p:cNvPr id="838" name="Google Shape;838;g3f8db9ece71_0_0"/>
          <p:cNvSpPr/>
          <p:nvPr/>
        </p:nvSpPr>
        <p:spPr>
          <a:xfrm>
            <a:off x="2266551" y="2386600"/>
            <a:ext cx="18645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Jurgita Sarkovaite </a:t>
            </a:r>
            <a:endParaRPr b="0" i="0" sz="1100" u="none" cap="none" strike="noStrike">
              <a:solidFill>
                <a:srgbClr val="000033"/>
              </a:solidFill>
              <a:latin typeface="Calibri"/>
              <a:ea typeface="Calibri"/>
              <a:cs typeface="Calibri"/>
              <a:sym typeface="Calibri"/>
            </a:endParaRPr>
          </a:p>
        </p:txBody>
      </p:sp>
      <p:sp>
        <p:nvSpPr>
          <p:cNvPr id="839" name="Google Shape;839;g3f8db9ece71_0_0"/>
          <p:cNvSpPr/>
          <p:nvPr/>
        </p:nvSpPr>
        <p:spPr>
          <a:xfrm>
            <a:off x="2280634" y="25264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Directora </a:t>
            </a:r>
            <a:endParaRPr b="0" i="0" sz="1100" u="none" cap="none" strike="noStrike">
              <a:solidFill>
                <a:srgbClr val="000033"/>
              </a:solidFill>
              <a:latin typeface="Calibri"/>
              <a:ea typeface="Calibri"/>
              <a:cs typeface="Calibri"/>
              <a:sym typeface="Calibri"/>
            </a:endParaRPr>
          </a:p>
        </p:txBody>
      </p:sp>
      <p:sp>
        <p:nvSpPr>
          <p:cNvPr id="840" name="Google Shape;840;g3f8db9ece71_0_0"/>
          <p:cNvSpPr/>
          <p:nvPr/>
        </p:nvSpPr>
        <p:spPr>
          <a:xfrm>
            <a:off x="2266067" y="2740187"/>
            <a:ext cx="14235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800" u="none" cap="none" strike="noStrike">
                <a:solidFill>
                  <a:srgbClr val="000033"/>
                </a:solidFill>
                <a:latin typeface="Montserrat"/>
                <a:ea typeface="Montserrat"/>
                <a:cs typeface="Montserrat"/>
                <a:sym typeface="Montserrat"/>
              </a:rPr>
              <a:t>+15 años de experiencia internacional en consultoría </a:t>
            </a:r>
            <a:endParaRPr b="0" i="0" sz="800" u="none" cap="none" strike="noStrike">
              <a:solidFill>
                <a:srgbClr val="000033"/>
              </a:solidFill>
              <a:latin typeface="Calibri"/>
              <a:ea typeface="Calibri"/>
              <a:cs typeface="Calibri"/>
              <a:sym typeface="Calibri"/>
            </a:endParaRPr>
          </a:p>
          <a:p>
            <a:pPr indent="0" lvl="0" marL="0" marR="0" rtl="0" algn="l">
              <a:lnSpc>
                <a:spcPct val="89377"/>
              </a:lnSpc>
              <a:spcBef>
                <a:spcPts val="0"/>
              </a:spcBef>
              <a:spcAft>
                <a:spcPts val="0"/>
              </a:spcAft>
              <a:buClr>
                <a:srgbClr val="575757"/>
              </a:buClr>
              <a:buSzPts val="1100"/>
              <a:buFont typeface="Montserrat Medium"/>
              <a:buNone/>
            </a:pPr>
            <a:r>
              <a:t/>
            </a:r>
            <a:endParaRPr b="0" i="0" sz="800" u="none" cap="none" strike="noStrike">
              <a:solidFill>
                <a:srgbClr val="000033"/>
              </a:solidFill>
              <a:latin typeface="Montserrat Medium"/>
              <a:ea typeface="Montserrat Medium"/>
              <a:cs typeface="Montserrat Medium"/>
              <a:sym typeface="Montserrat Medium"/>
            </a:endParaRPr>
          </a:p>
        </p:txBody>
      </p:sp>
      <p:sp>
        <p:nvSpPr>
          <p:cNvPr id="841" name="Google Shape;841;g3f8db9ece71_0_0"/>
          <p:cNvSpPr/>
          <p:nvPr/>
        </p:nvSpPr>
        <p:spPr>
          <a:xfrm>
            <a:off x="5497082" y="2390583"/>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Manuel Falcón </a:t>
            </a:r>
            <a:endParaRPr b="0" i="0" sz="1100" u="none" cap="none" strike="noStrike">
              <a:solidFill>
                <a:srgbClr val="000033"/>
              </a:solidFill>
              <a:latin typeface="Calibri"/>
              <a:ea typeface="Calibri"/>
              <a:cs typeface="Calibri"/>
              <a:sym typeface="Calibri"/>
            </a:endParaRPr>
          </a:p>
        </p:txBody>
      </p:sp>
      <p:sp>
        <p:nvSpPr>
          <p:cNvPr id="842" name="Google Shape;842;g3f8db9ece71_0_0"/>
          <p:cNvSpPr/>
          <p:nvPr/>
        </p:nvSpPr>
        <p:spPr>
          <a:xfrm>
            <a:off x="5497082" y="2530435"/>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Gerente </a:t>
            </a:r>
            <a:endParaRPr b="0" i="0" sz="1100" u="none" cap="none" strike="noStrike">
              <a:solidFill>
                <a:srgbClr val="000033"/>
              </a:solidFill>
              <a:latin typeface="Calibri"/>
              <a:ea typeface="Calibri"/>
              <a:cs typeface="Calibri"/>
              <a:sym typeface="Calibri"/>
            </a:endParaRPr>
          </a:p>
        </p:txBody>
      </p:sp>
      <p:sp>
        <p:nvSpPr>
          <p:cNvPr id="843" name="Google Shape;843;g3f8db9ece71_0_0"/>
          <p:cNvSpPr/>
          <p:nvPr/>
        </p:nvSpPr>
        <p:spPr>
          <a:xfrm>
            <a:off x="5471228" y="2735503"/>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800" u="none" cap="none" strike="noStrike">
                <a:solidFill>
                  <a:srgbClr val="000033"/>
                </a:solidFill>
                <a:latin typeface="Montserrat"/>
                <a:ea typeface="Montserrat"/>
                <a:cs typeface="Montserrat"/>
                <a:sym typeface="Montserrat"/>
              </a:rPr>
              <a:t>+20 años de experiencia en finanzas y operaciones</a:t>
            </a:r>
            <a:endParaRPr b="0" i="0" sz="800" u="none" cap="none" strike="noStrike">
              <a:solidFill>
                <a:srgbClr val="000033"/>
              </a:solidFill>
              <a:latin typeface="Montserrat Medium"/>
              <a:ea typeface="Montserrat Medium"/>
              <a:cs typeface="Montserrat Medium"/>
              <a:sym typeface="Montserrat Medium"/>
            </a:endParaRPr>
          </a:p>
        </p:txBody>
      </p:sp>
      <p:sp>
        <p:nvSpPr>
          <p:cNvPr id="844" name="Google Shape;844;g3f8db9ece71_0_0"/>
          <p:cNvSpPr/>
          <p:nvPr/>
        </p:nvSpPr>
        <p:spPr>
          <a:xfrm>
            <a:off x="3888851" y="23861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Carlos Ramos </a:t>
            </a:r>
            <a:endParaRPr b="0" i="0" sz="1100" u="none" cap="none" strike="noStrike">
              <a:solidFill>
                <a:srgbClr val="000033"/>
              </a:solidFill>
              <a:latin typeface="Calibri"/>
              <a:ea typeface="Calibri"/>
              <a:cs typeface="Calibri"/>
              <a:sym typeface="Calibri"/>
            </a:endParaRPr>
          </a:p>
        </p:txBody>
      </p:sp>
      <p:sp>
        <p:nvSpPr>
          <p:cNvPr id="845" name="Google Shape;845;g3f8db9ece71_0_0"/>
          <p:cNvSpPr/>
          <p:nvPr/>
        </p:nvSpPr>
        <p:spPr>
          <a:xfrm>
            <a:off x="3888851" y="25259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Director. </a:t>
            </a:r>
            <a:endParaRPr b="0" i="0" sz="1100" u="none" cap="none" strike="noStrike">
              <a:solidFill>
                <a:srgbClr val="000033"/>
              </a:solidFill>
              <a:latin typeface="Calibri"/>
              <a:ea typeface="Calibri"/>
              <a:cs typeface="Calibri"/>
              <a:sym typeface="Calibri"/>
            </a:endParaRPr>
          </a:p>
        </p:txBody>
      </p:sp>
      <p:sp>
        <p:nvSpPr>
          <p:cNvPr id="846" name="Google Shape;846;g3f8db9ece71_0_0"/>
          <p:cNvSpPr/>
          <p:nvPr/>
        </p:nvSpPr>
        <p:spPr>
          <a:xfrm>
            <a:off x="3884988" y="2732202"/>
            <a:ext cx="1390800" cy="2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+15 años de experiencia en consultoría digital</a:t>
            </a:r>
            <a:endParaRPr b="0" i="0" sz="900" u="none" cap="none" strike="noStrike">
              <a:solidFill>
                <a:srgbClr val="000033"/>
              </a:solidFill>
              <a:latin typeface="Montserrat Medium"/>
              <a:ea typeface="Montserrat Medium"/>
              <a:cs typeface="Montserrat Medium"/>
              <a:sym typeface="Montserrat Medium"/>
            </a:endParaRPr>
          </a:p>
        </p:txBody>
      </p:sp>
      <p:sp>
        <p:nvSpPr>
          <p:cNvPr id="847" name="Google Shape;847;g3f8db9ece71_0_0"/>
          <p:cNvSpPr/>
          <p:nvPr/>
        </p:nvSpPr>
        <p:spPr>
          <a:xfrm>
            <a:off x="7060574" y="23866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Ricardo Caballero </a:t>
            </a:r>
            <a:endParaRPr b="0" i="0" sz="1100" u="none" cap="none" strike="noStrike">
              <a:solidFill>
                <a:srgbClr val="000033"/>
              </a:solidFill>
              <a:latin typeface="Calibri"/>
              <a:ea typeface="Calibri"/>
              <a:cs typeface="Calibri"/>
              <a:sym typeface="Calibri"/>
            </a:endParaRPr>
          </a:p>
        </p:txBody>
      </p:sp>
      <p:sp>
        <p:nvSpPr>
          <p:cNvPr id="848" name="Google Shape;848;g3f8db9ece71_0_0"/>
          <p:cNvSpPr/>
          <p:nvPr/>
        </p:nvSpPr>
        <p:spPr>
          <a:xfrm>
            <a:off x="7060574" y="25264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Gerente</a:t>
            </a:r>
            <a:endParaRPr b="0" i="0" sz="1100" u="none" cap="none" strike="noStrike">
              <a:solidFill>
                <a:srgbClr val="000033"/>
              </a:solidFill>
              <a:latin typeface="Calibri"/>
              <a:ea typeface="Calibri"/>
              <a:cs typeface="Calibri"/>
              <a:sym typeface="Calibri"/>
            </a:endParaRPr>
          </a:p>
        </p:txBody>
      </p:sp>
      <p:sp>
        <p:nvSpPr>
          <p:cNvPr id="849" name="Google Shape;849;g3f8db9ece71_0_0"/>
          <p:cNvSpPr/>
          <p:nvPr/>
        </p:nvSpPr>
        <p:spPr>
          <a:xfrm>
            <a:off x="7060574" y="2734926"/>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+9 años de exp. en proyectos de growth, UX &amp; paid media</a:t>
            </a:r>
            <a:endParaRPr b="0" i="0" sz="750" u="none" cap="none" strike="noStrike">
              <a:solidFill>
                <a:srgbClr val="000033"/>
              </a:solidFill>
              <a:latin typeface="Montserrat Medium"/>
              <a:ea typeface="Montserrat Medium"/>
              <a:cs typeface="Montserrat Medium"/>
              <a:sym typeface="Montserrat Medium"/>
            </a:endParaRPr>
          </a:p>
        </p:txBody>
      </p:sp>
      <p:sp>
        <p:nvSpPr>
          <p:cNvPr id="850" name="Google Shape;850;g3f8db9ece71_0_0"/>
          <p:cNvSpPr/>
          <p:nvPr/>
        </p:nvSpPr>
        <p:spPr>
          <a:xfrm>
            <a:off x="688886"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Carlos Bachmann </a:t>
            </a:r>
            <a:endParaRPr b="0" i="0" sz="1100" u="none" cap="none" strike="noStrike">
              <a:solidFill>
                <a:srgbClr val="000033"/>
              </a:solidFill>
              <a:latin typeface="Calibri"/>
              <a:ea typeface="Calibri"/>
              <a:cs typeface="Calibri"/>
              <a:sym typeface="Calibri"/>
            </a:endParaRPr>
          </a:p>
        </p:txBody>
      </p:sp>
      <p:sp>
        <p:nvSpPr>
          <p:cNvPr id="851" name="Google Shape;851;g3f8db9ece71_0_0"/>
          <p:cNvSpPr/>
          <p:nvPr/>
        </p:nvSpPr>
        <p:spPr>
          <a:xfrm>
            <a:off x="688886"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Sub Gerente </a:t>
            </a:r>
            <a:endParaRPr b="0" i="0" sz="1100" u="none" cap="none" strike="noStrike">
              <a:solidFill>
                <a:srgbClr val="000033"/>
              </a:solidFill>
              <a:latin typeface="Calibri"/>
              <a:ea typeface="Calibri"/>
              <a:cs typeface="Calibri"/>
              <a:sym typeface="Calibri"/>
            </a:endParaRPr>
          </a:p>
        </p:txBody>
      </p:sp>
      <p:sp>
        <p:nvSpPr>
          <p:cNvPr id="852" name="Google Shape;852;g3f8db9ece71_0_0"/>
          <p:cNvSpPr/>
          <p:nvPr/>
        </p:nvSpPr>
        <p:spPr>
          <a:xfrm>
            <a:off x="693581" y="4329853"/>
            <a:ext cx="1390800" cy="1761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+10 años de experiencia en analítica digital</a:t>
            </a:r>
            <a:endParaRPr b="0" i="0" sz="900" u="none" cap="none" strike="noStrike">
              <a:solidFill>
                <a:srgbClr val="000033"/>
              </a:solidFill>
              <a:latin typeface="Montserrat Medium"/>
              <a:ea typeface="Montserrat Medium"/>
              <a:cs typeface="Montserrat Medium"/>
              <a:sym typeface="Montserrat Medium"/>
            </a:endParaRPr>
          </a:p>
          <a:p>
            <a:pPr indent="0" lvl="0" marL="0" marR="0" rtl="0" algn="ctr">
              <a:lnSpc>
                <a:spcPct val="89377"/>
              </a:lnSpc>
              <a:spcBef>
                <a:spcPts val="0"/>
              </a:spcBef>
              <a:spcAft>
                <a:spcPts val="0"/>
              </a:spcAft>
              <a:buClr>
                <a:srgbClr val="575757"/>
              </a:buClr>
              <a:buSzPts val="1100"/>
              <a:buFont typeface="Montserrat Medium"/>
              <a:buNone/>
            </a:pPr>
            <a:r>
              <a:t/>
            </a:r>
            <a:endParaRPr b="0" i="0" sz="900" u="none" cap="none" strike="noStrike">
              <a:solidFill>
                <a:srgbClr val="000033"/>
              </a:solidFill>
              <a:latin typeface="Montserrat Medium"/>
              <a:ea typeface="Montserrat Medium"/>
              <a:cs typeface="Montserrat Medium"/>
              <a:sym typeface="Montserrat Medium"/>
            </a:endParaRPr>
          </a:p>
        </p:txBody>
      </p:sp>
      <p:sp>
        <p:nvSpPr>
          <p:cNvPr id="853" name="Google Shape;853;g3f8db9ece71_0_0"/>
          <p:cNvSpPr/>
          <p:nvPr/>
        </p:nvSpPr>
        <p:spPr>
          <a:xfrm>
            <a:off x="2280634"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Daniel Vicente </a:t>
            </a:r>
            <a:endParaRPr b="0" i="0" sz="1100" u="none" cap="none" strike="noStrike">
              <a:solidFill>
                <a:srgbClr val="000033"/>
              </a:solidFill>
              <a:latin typeface="Calibri"/>
              <a:ea typeface="Calibri"/>
              <a:cs typeface="Calibri"/>
              <a:sym typeface="Calibri"/>
            </a:endParaRPr>
          </a:p>
        </p:txBody>
      </p:sp>
      <p:sp>
        <p:nvSpPr>
          <p:cNvPr id="854" name="Google Shape;854;g3f8db9ece71_0_0"/>
          <p:cNvSpPr/>
          <p:nvPr/>
        </p:nvSpPr>
        <p:spPr>
          <a:xfrm>
            <a:off x="2280634"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855" name="Google Shape;855;g3f8db9ece71_0_0"/>
          <p:cNvSpPr/>
          <p:nvPr/>
        </p:nvSpPr>
        <p:spPr>
          <a:xfrm>
            <a:off x="2285342" y="4329865"/>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+8 años de experiencia en digital, ML &amp; AI</a:t>
            </a:r>
            <a:endParaRPr b="0" i="0" sz="900" u="none" cap="none" strike="noStrike">
              <a:solidFill>
                <a:srgbClr val="000033"/>
              </a:solidFill>
              <a:latin typeface="Montserrat Medium"/>
              <a:ea typeface="Montserrat Medium"/>
              <a:cs typeface="Montserrat Medium"/>
              <a:sym typeface="Montserrat Medium"/>
            </a:endParaRPr>
          </a:p>
        </p:txBody>
      </p:sp>
      <p:sp>
        <p:nvSpPr>
          <p:cNvPr id="856" name="Google Shape;856;g3f8db9ece71_0_0"/>
          <p:cNvSpPr/>
          <p:nvPr/>
        </p:nvSpPr>
        <p:spPr>
          <a:xfrm>
            <a:off x="3872382"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Jean P. Merino </a:t>
            </a:r>
            <a:endParaRPr b="0" i="0" sz="1100" u="none" cap="none" strike="noStrike">
              <a:solidFill>
                <a:srgbClr val="000033"/>
              </a:solidFill>
              <a:latin typeface="Calibri"/>
              <a:ea typeface="Calibri"/>
              <a:cs typeface="Calibri"/>
              <a:sym typeface="Calibri"/>
            </a:endParaRPr>
          </a:p>
        </p:txBody>
      </p:sp>
      <p:sp>
        <p:nvSpPr>
          <p:cNvPr id="857" name="Google Shape;857;g3f8db9ece71_0_0"/>
          <p:cNvSpPr/>
          <p:nvPr/>
        </p:nvSpPr>
        <p:spPr>
          <a:xfrm>
            <a:off x="3872382"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858" name="Google Shape;858;g3f8db9ece71_0_0"/>
          <p:cNvSpPr/>
          <p:nvPr/>
        </p:nvSpPr>
        <p:spPr>
          <a:xfrm>
            <a:off x="3877078" y="4329864"/>
            <a:ext cx="1390800" cy="2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+10 años de experiencia en data, analítica digital, ML &amp; AI</a:t>
            </a:r>
            <a:endParaRPr b="0" i="0" sz="750" u="none" cap="none" strike="noStrike">
              <a:solidFill>
                <a:srgbClr val="000033"/>
              </a:solidFill>
              <a:latin typeface="Montserrat Medium"/>
              <a:ea typeface="Montserrat Medium"/>
              <a:cs typeface="Montserrat Medium"/>
              <a:sym typeface="Montserrat Medium"/>
            </a:endParaRPr>
          </a:p>
        </p:txBody>
      </p:sp>
      <p:sp>
        <p:nvSpPr>
          <p:cNvPr id="859" name="Google Shape;859;g3f8db9ece71_0_0"/>
          <p:cNvSpPr/>
          <p:nvPr/>
        </p:nvSpPr>
        <p:spPr>
          <a:xfrm>
            <a:off x="5468826"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Paola Camarena </a:t>
            </a:r>
            <a:endParaRPr b="0" i="0" sz="1100" u="none" cap="none" strike="noStrike">
              <a:solidFill>
                <a:srgbClr val="000033"/>
              </a:solidFill>
              <a:latin typeface="Calibri"/>
              <a:ea typeface="Calibri"/>
              <a:cs typeface="Calibri"/>
              <a:sym typeface="Calibri"/>
            </a:endParaRPr>
          </a:p>
        </p:txBody>
      </p:sp>
      <p:sp>
        <p:nvSpPr>
          <p:cNvPr id="860" name="Google Shape;860;g3f8db9ece71_0_0"/>
          <p:cNvSpPr/>
          <p:nvPr/>
        </p:nvSpPr>
        <p:spPr>
          <a:xfrm>
            <a:off x="5468826"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861" name="Google Shape;861;g3f8db9ece71_0_0"/>
          <p:cNvSpPr/>
          <p:nvPr/>
        </p:nvSpPr>
        <p:spPr>
          <a:xfrm>
            <a:off x="5468838" y="4329862"/>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+8 años de experiencia en CPG y consultoría digital</a:t>
            </a:r>
            <a:endParaRPr b="0" i="0" sz="750" u="none" cap="none" strike="noStrike">
              <a:solidFill>
                <a:srgbClr val="000033"/>
              </a:solidFill>
              <a:latin typeface="Montserrat Medium"/>
              <a:ea typeface="Montserrat Medium"/>
              <a:cs typeface="Montserrat Medium"/>
              <a:sym typeface="Montserrat Medium"/>
            </a:endParaRPr>
          </a:p>
        </p:txBody>
      </p:sp>
      <p:sp>
        <p:nvSpPr>
          <p:cNvPr id="862" name="Google Shape;862;g3f8db9ece71_0_0"/>
          <p:cNvSpPr/>
          <p:nvPr/>
        </p:nvSpPr>
        <p:spPr>
          <a:xfrm>
            <a:off x="7060574"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Paola Patrón </a:t>
            </a:r>
            <a:endParaRPr b="0" i="0" sz="1100" u="none" cap="none" strike="noStrike">
              <a:solidFill>
                <a:srgbClr val="000033"/>
              </a:solidFill>
              <a:latin typeface="Calibri"/>
              <a:ea typeface="Calibri"/>
              <a:cs typeface="Calibri"/>
              <a:sym typeface="Calibri"/>
            </a:endParaRPr>
          </a:p>
        </p:txBody>
      </p:sp>
      <p:sp>
        <p:nvSpPr>
          <p:cNvPr id="863" name="Google Shape;863;g3f8db9ece71_0_0"/>
          <p:cNvSpPr/>
          <p:nvPr/>
        </p:nvSpPr>
        <p:spPr>
          <a:xfrm>
            <a:off x="7060574"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864" name="Google Shape;864;g3f8db9ece71_0_0"/>
          <p:cNvSpPr/>
          <p:nvPr/>
        </p:nvSpPr>
        <p:spPr>
          <a:xfrm>
            <a:off x="7060574" y="4329864"/>
            <a:ext cx="1390800" cy="2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+8 años de exp. en canales digitales y growth hacking</a:t>
            </a:r>
            <a:endParaRPr b="0" i="0" sz="750" u="none" cap="none" strike="noStrike">
              <a:solidFill>
                <a:srgbClr val="000033"/>
              </a:solidFill>
              <a:latin typeface="Montserrat Medium"/>
              <a:ea typeface="Montserrat Medium"/>
              <a:cs typeface="Montserrat Medium"/>
              <a:sym typeface="Montserrat Medium"/>
            </a:endParaRPr>
          </a:p>
        </p:txBody>
      </p:sp>
      <p:pic>
        <p:nvPicPr>
          <p:cNvPr id="865" name="Google Shape;865;g3f8db9ece71_0_0"/>
          <p:cNvPicPr preferRelativeResize="0"/>
          <p:nvPr/>
        </p:nvPicPr>
        <p:blipFill rotWithShape="1">
          <a:blip r:embed="rId4">
            <a:alphaModFix/>
          </a:blip>
          <a:srcRect b="48622" l="8799" r="8815" t="-619"/>
          <a:stretch/>
        </p:blipFill>
        <p:spPr>
          <a:xfrm>
            <a:off x="1099162" y="1752548"/>
            <a:ext cx="591600" cy="593400"/>
          </a:xfrm>
          <a:prstGeom prst="ellipse">
            <a:avLst/>
          </a:prstGeom>
          <a:noFill/>
          <a:ln>
            <a:noFill/>
          </a:ln>
        </p:spPr>
      </p:pic>
      <p:pic>
        <p:nvPicPr>
          <p:cNvPr id="866" name="Google Shape;866;g3f8db9ece71_0_0"/>
          <p:cNvPicPr preferRelativeResize="0"/>
          <p:nvPr/>
        </p:nvPicPr>
        <p:blipFill rotWithShape="1">
          <a:blip r:embed="rId5">
            <a:alphaModFix/>
          </a:blip>
          <a:srcRect b="19818" l="21667" r="27828" t="8115"/>
          <a:stretch/>
        </p:blipFill>
        <p:spPr>
          <a:xfrm>
            <a:off x="2682602" y="1752918"/>
            <a:ext cx="591600" cy="593700"/>
          </a:xfrm>
          <a:prstGeom prst="ellipse">
            <a:avLst/>
          </a:prstGeom>
          <a:noFill/>
          <a:ln>
            <a:noFill/>
          </a:ln>
        </p:spPr>
      </p:pic>
      <p:pic>
        <p:nvPicPr>
          <p:cNvPr id="867" name="Google Shape;867;g3f8db9ece71_0_0"/>
          <p:cNvPicPr preferRelativeResize="0"/>
          <p:nvPr/>
        </p:nvPicPr>
        <p:blipFill rotWithShape="1">
          <a:blip r:embed="rId6">
            <a:alphaModFix/>
          </a:blip>
          <a:srcRect b="0" l="0" r="0" t="0"/>
          <a:stretch/>
        </p:blipFill>
        <p:spPr>
          <a:xfrm>
            <a:off x="4266047" y="1764772"/>
            <a:ext cx="591600" cy="593700"/>
          </a:xfrm>
          <a:prstGeom prst="ellipse">
            <a:avLst/>
          </a:prstGeom>
          <a:noFill/>
          <a:ln>
            <a:noFill/>
          </a:ln>
        </p:spPr>
      </p:pic>
      <p:pic>
        <p:nvPicPr>
          <p:cNvPr id="868" name="Google Shape;868;g3f8db9ece71_0_0"/>
          <p:cNvPicPr preferRelativeResize="0"/>
          <p:nvPr/>
        </p:nvPicPr>
        <p:blipFill rotWithShape="1">
          <a:blip r:embed="rId7">
            <a:alphaModFix/>
          </a:blip>
          <a:srcRect b="25060" l="0" r="0" t="8291"/>
          <a:stretch/>
        </p:blipFill>
        <p:spPr>
          <a:xfrm>
            <a:off x="5870826" y="1761606"/>
            <a:ext cx="591600" cy="600000"/>
          </a:xfrm>
          <a:prstGeom prst="ellipse">
            <a:avLst/>
          </a:prstGeom>
          <a:noFill/>
          <a:ln>
            <a:noFill/>
          </a:ln>
        </p:spPr>
      </p:pic>
      <p:pic>
        <p:nvPicPr>
          <p:cNvPr id="869" name="Google Shape;869;g3f8db9ece71_0_0"/>
          <p:cNvPicPr preferRelativeResize="0"/>
          <p:nvPr/>
        </p:nvPicPr>
        <p:blipFill rotWithShape="1">
          <a:blip r:embed="rId8">
            <a:alphaModFix/>
          </a:blip>
          <a:srcRect b="12503" l="0" r="0" t="20848"/>
          <a:stretch/>
        </p:blipFill>
        <p:spPr>
          <a:xfrm>
            <a:off x="2695615" y="3333106"/>
            <a:ext cx="565500" cy="600000"/>
          </a:xfrm>
          <a:prstGeom prst="ellipse">
            <a:avLst/>
          </a:prstGeom>
          <a:noFill/>
          <a:ln>
            <a:noFill/>
          </a:ln>
        </p:spPr>
      </p:pic>
      <p:pic>
        <p:nvPicPr>
          <p:cNvPr id="870" name="Google Shape;870;g3f8db9ece71_0_0"/>
          <p:cNvPicPr preferRelativeResize="0"/>
          <p:nvPr/>
        </p:nvPicPr>
        <p:blipFill rotWithShape="1">
          <a:blip r:embed="rId9">
            <a:alphaModFix/>
          </a:blip>
          <a:srcRect b="0" l="0" r="0" t="0"/>
          <a:stretch/>
        </p:blipFill>
        <p:spPr>
          <a:xfrm>
            <a:off x="1099137" y="3338618"/>
            <a:ext cx="565500" cy="573600"/>
          </a:xfrm>
          <a:prstGeom prst="ellipse">
            <a:avLst/>
          </a:prstGeom>
          <a:noFill/>
          <a:ln>
            <a:noFill/>
          </a:ln>
        </p:spPr>
      </p:pic>
      <p:pic>
        <p:nvPicPr>
          <p:cNvPr id="871" name="Google Shape;871;g3f8db9ece71_0_0"/>
          <p:cNvPicPr preferRelativeResize="0"/>
          <p:nvPr/>
        </p:nvPicPr>
        <p:blipFill rotWithShape="1">
          <a:blip r:embed="rId10">
            <a:alphaModFix/>
          </a:blip>
          <a:srcRect b="24560" l="0" r="0" t="8791"/>
          <a:stretch/>
        </p:blipFill>
        <p:spPr>
          <a:xfrm>
            <a:off x="4292074" y="3346557"/>
            <a:ext cx="565500" cy="573600"/>
          </a:xfrm>
          <a:prstGeom prst="ellipse">
            <a:avLst/>
          </a:prstGeom>
          <a:noFill/>
          <a:ln>
            <a:noFill/>
          </a:ln>
        </p:spPr>
      </p:pic>
      <p:pic>
        <p:nvPicPr>
          <p:cNvPr id="872" name="Google Shape;872;g3f8db9ece71_0_0"/>
          <p:cNvPicPr preferRelativeResize="0"/>
          <p:nvPr/>
        </p:nvPicPr>
        <p:blipFill rotWithShape="1">
          <a:blip r:embed="rId11">
            <a:alphaModFix/>
          </a:blip>
          <a:srcRect b="0" l="0" r="0" t="0"/>
          <a:stretch/>
        </p:blipFill>
        <p:spPr>
          <a:xfrm>
            <a:off x="5883799" y="3354198"/>
            <a:ext cx="565500" cy="573600"/>
          </a:xfrm>
          <a:prstGeom prst="ellipse">
            <a:avLst/>
          </a:prstGeom>
          <a:noFill/>
          <a:ln>
            <a:noFill/>
          </a:ln>
        </p:spPr>
      </p:pic>
      <p:pic>
        <p:nvPicPr>
          <p:cNvPr id="873" name="Google Shape;873;g3f8db9ece71_0_0"/>
          <p:cNvPicPr preferRelativeResize="0"/>
          <p:nvPr/>
        </p:nvPicPr>
        <p:blipFill rotWithShape="1">
          <a:blip r:embed="rId12">
            <a:alphaModFix/>
          </a:blip>
          <a:srcRect b="0" l="0" r="0" t="0"/>
          <a:stretch/>
        </p:blipFill>
        <p:spPr>
          <a:xfrm>
            <a:off x="7475551" y="3341835"/>
            <a:ext cx="565500" cy="573600"/>
          </a:xfrm>
          <a:prstGeom prst="ellipse">
            <a:avLst/>
          </a:prstGeom>
          <a:noFill/>
          <a:ln>
            <a:noFill/>
          </a:ln>
        </p:spPr>
      </p:pic>
      <p:pic>
        <p:nvPicPr>
          <p:cNvPr id="874" name="Google Shape;874;g3f8db9ece71_0_0" title="IMG_1142.JPG"/>
          <p:cNvPicPr preferRelativeResize="0"/>
          <p:nvPr/>
        </p:nvPicPr>
        <p:blipFill rotWithShape="1">
          <a:blip r:embed="rId13">
            <a:alphaModFix/>
          </a:blip>
          <a:srcRect b="42862" l="25939" r="6493" t="4164"/>
          <a:stretch/>
        </p:blipFill>
        <p:spPr>
          <a:xfrm>
            <a:off x="7452328" y="1737400"/>
            <a:ext cx="612000" cy="623700"/>
          </a:xfrm>
          <a:prstGeom prst="ellipse">
            <a:avLst/>
          </a:prstGeom>
          <a:noFill/>
          <a:ln>
            <a:noFill/>
          </a:ln>
        </p:spPr>
      </p:pic>
      <p:sp>
        <p:nvSpPr>
          <p:cNvPr id="875" name="Google Shape;875;g3f8db9ece71_0_0"/>
          <p:cNvSpPr/>
          <p:nvPr/>
        </p:nvSpPr>
        <p:spPr>
          <a:xfrm>
            <a:off x="1676144" y="506084"/>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rgbClr val="000033"/>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0" name="Shape 880"/>
        <p:cNvGrpSpPr/>
        <p:nvPr/>
      </p:nvGrpSpPr>
      <p:grpSpPr>
        <a:xfrm>
          <a:off x="0" y="0"/>
          <a:ext cx="0" cy="0"/>
          <a:chOff x="0" y="0"/>
          <a:chExt cx="0" cy="0"/>
        </a:xfrm>
      </p:grpSpPr>
      <p:sp>
        <p:nvSpPr>
          <p:cNvPr id="881" name="Google Shape;881;p28"/>
          <p:cNvSpPr/>
          <p:nvPr/>
        </p:nvSpPr>
        <p:spPr>
          <a:xfrm>
            <a:off x="0" y="0"/>
            <a:ext cx="9144000" cy="5143500"/>
          </a:xfrm>
          <a:prstGeom prst="rect">
            <a:avLst/>
          </a:prstGeom>
          <a:solidFill>
            <a:srgbClr val="000033"/>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82" name="Google Shape;882;p28"/>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preencoded.png" id="883" name="Google Shape;883;p28"/>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884" name="Google Shape;884;p28"/>
          <p:cNvPicPr preferRelativeResize="0"/>
          <p:nvPr/>
        </p:nvPicPr>
        <p:blipFill rotWithShape="1">
          <a:blip r:embed="rId5">
            <a:alphaModFix/>
          </a:blip>
          <a:srcRect b="0" l="0" r="0" t="0"/>
          <a:stretch/>
        </p:blipFill>
        <p:spPr>
          <a:xfrm>
            <a:off x="0" y="0"/>
            <a:ext cx="9143998" cy="5143501"/>
          </a:xfrm>
          <a:prstGeom prst="rect">
            <a:avLst/>
          </a:prstGeom>
          <a:noFill/>
          <a:ln>
            <a:noFill/>
          </a:ln>
        </p:spPr>
      </p:pic>
      <p:sp>
        <p:nvSpPr>
          <p:cNvPr id="885" name="Google Shape;885;p28"/>
          <p:cNvSpPr/>
          <p:nvPr/>
        </p:nvSpPr>
        <p:spPr>
          <a:xfrm>
            <a:off x="571500" y="4593432"/>
            <a:ext cx="12810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 </a:t>
            </a:r>
            <a:endParaRPr b="0" i="0" sz="1100" u="none" cap="none" strike="noStrike">
              <a:solidFill>
                <a:schemeClr val="dk1"/>
              </a:solidFill>
              <a:latin typeface="Calibri"/>
              <a:ea typeface="Calibri"/>
              <a:cs typeface="Calibri"/>
              <a:sym typeface="Calibri"/>
            </a:endParaRPr>
          </a:p>
        </p:txBody>
      </p:sp>
      <p:sp>
        <p:nvSpPr>
          <p:cNvPr id="886" name="Google Shape;886;p28"/>
          <p:cNvSpPr/>
          <p:nvPr/>
        </p:nvSpPr>
        <p:spPr>
          <a:xfrm>
            <a:off x="1676143"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FFFFFF"/>
              </a:buClr>
              <a:buSzPts val="300"/>
              <a:buFont typeface="Montserrat SemiBold"/>
              <a:buNone/>
            </a:pPr>
            <a:r>
              <a:rPr b="1" i="0" lang="en-US" sz="300" u="none" cap="none" strike="noStrike">
                <a:solidFill>
                  <a:srgbClr val="FFFFFF"/>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887" name="Google Shape;887;p28"/>
          <p:cNvSpPr/>
          <p:nvPr/>
        </p:nvSpPr>
        <p:spPr>
          <a:xfrm>
            <a:off x="571500" y="1762619"/>
            <a:ext cx="11049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C5D5F7"/>
              </a:buClr>
              <a:buSzPts val="1200"/>
              <a:buFont typeface="Montserrat"/>
              <a:buNone/>
            </a:pPr>
            <a:r>
              <a:rPr b="1" i="0" lang="en-US" sz="1200" u="none" cap="none" strike="noStrike">
                <a:solidFill>
                  <a:srgbClr val="C5D5F7"/>
                </a:solidFill>
                <a:latin typeface="Montserrat"/>
                <a:ea typeface="Montserrat"/>
                <a:cs typeface="Montserrat"/>
                <a:sym typeface="Montserrat"/>
              </a:rPr>
              <a:t>SECCIÓN 08 </a:t>
            </a:r>
            <a:endParaRPr b="0" i="0" sz="1200" u="none" cap="none" strike="noStrike">
              <a:solidFill>
                <a:schemeClr val="dk1"/>
              </a:solidFill>
              <a:latin typeface="Calibri"/>
              <a:ea typeface="Calibri"/>
              <a:cs typeface="Calibri"/>
              <a:sym typeface="Calibri"/>
            </a:endParaRPr>
          </a:p>
        </p:txBody>
      </p:sp>
      <p:sp>
        <p:nvSpPr>
          <p:cNvPr id="888" name="Google Shape;888;p28"/>
          <p:cNvSpPr/>
          <p:nvPr/>
        </p:nvSpPr>
        <p:spPr>
          <a:xfrm>
            <a:off x="571500" y="2988975"/>
            <a:ext cx="5733600" cy="485700"/>
          </a:xfrm>
          <a:prstGeom prst="rect">
            <a:avLst/>
          </a:prstGeom>
          <a:noFill/>
          <a:ln>
            <a:noFill/>
          </a:ln>
        </p:spPr>
        <p:txBody>
          <a:bodyPr anchorCtr="0" anchor="t" bIns="0" lIns="0" spcFirstLastPara="1" rIns="0" wrap="square" tIns="0">
            <a:noAutofit/>
          </a:bodyPr>
          <a:lstStyle/>
          <a:p>
            <a:pPr indent="0" lvl="0" marL="0" marR="0" rtl="0" algn="l">
              <a:lnSpc>
                <a:spcPct val="105843"/>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Estrategia de consultoría especializada en automatización, datos, optimización de conversión e Inteligencia Artificial aplicada. </a:t>
            </a:r>
            <a:endParaRPr b="0" i="0" sz="1300" u="none" cap="none" strike="noStrike">
              <a:solidFill>
                <a:schemeClr val="dk1"/>
              </a:solidFill>
              <a:latin typeface="Calibri"/>
              <a:ea typeface="Calibri"/>
              <a:cs typeface="Calibri"/>
              <a:sym typeface="Calibri"/>
            </a:endParaRPr>
          </a:p>
        </p:txBody>
      </p:sp>
      <p:sp>
        <p:nvSpPr>
          <p:cNvPr id="889" name="Google Shape;889;p28"/>
          <p:cNvSpPr/>
          <p:nvPr/>
        </p:nvSpPr>
        <p:spPr>
          <a:xfrm>
            <a:off x="571500" y="2155525"/>
            <a:ext cx="7839000" cy="695400"/>
          </a:xfrm>
          <a:prstGeom prst="rect">
            <a:avLst/>
          </a:prstGeom>
          <a:noFill/>
          <a:ln>
            <a:noFill/>
          </a:ln>
        </p:spPr>
        <p:txBody>
          <a:bodyPr anchorCtr="0" anchor="t" bIns="0" lIns="0" spcFirstLastPara="1" rIns="0" wrap="square" tIns="0">
            <a:noAutofit/>
          </a:bodyPr>
          <a:lstStyle/>
          <a:p>
            <a:pPr indent="0" lvl="0" marL="0" marR="0" rtl="0" algn="l">
              <a:lnSpc>
                <a:spcPct val="88188"/>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¿Por qué </a:t>
            </a:r>
            <a:r>
              <a:rPr b="1" i="1" lang="en-US" sz="4500" u="none" cap="none" strike="noStrike">
                <a:solidFill>
                  <a:srgbClr val="7E99FE"/>
                </a:solidFill>
                <a:latin typeface="Montserrat Black"/>
                <a:ea typeface="Montserrat Black"/>
                <a:cs typeface="Montserrat Black"/>
                <a:sym typeface="Montserrat Black"/>
              </a:rPr>
              <a:t>NEO?</a:t>
            </a:r>
            <a:r>
              <a:rPr b="1" i="0" lang="en-US" sz="4500" u="none" cap="none" strike="noStrike">
                <a:solidFill>
                  <a:srgbClr val="FFFFFF"/>
                </a:solidFill>
                <a:latin typeface="Montserrat ExtraBold"/>
                <a:ea typeface="Montserrat ExtraBold"/>
                <a:cs typeface="Montserrat ExtraBold"/>
                <a:sym typeface="Montserrat ExtraBold"/>
              </a:rPr>
              <a:t> </a:t>
            </a:r>
            <a:endParaRPr b="0" i="0" sz="4500"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894" name="Shape 894"/>
        <p:cNvGrpSpPr/>
        <p:nvPr/>
      </p:nvGrpSpPr>
      <p:grpSpPr>
        <a:xfrm>
          <a:off x="0" y="0"/>
          <a:ext cx="0" cy="0"/>
          <a:chOff x="0" y="0"/>
          <a:chExt cx="0" cy="0"/>
        </a:xfrm>
      </p:grpSpPr>
      <p:pic>
        <p:nvPicPr>
          <p:cNvPr descr="preencoded.png" id="895" name="Google Shape;895;p19"/>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preencoded.png" id="896" name="Google Shape;896;p19"/>
          <p:cNvPicPr preferRelativeResize="0"/>
          <p:nvPr/>
        </p:nvPicPr>
        <p:blipFill rotWithShape="1">
          <a:blip r:embed="rId4">
            <a:alphaModFix/>
          </a:blip>
          <a:srcRect b="0" l="0" r="0" t="0"/>
          <a:stretch/>
        </p:blipFill>
        <p:spPr>
          <a:xfrm>
            <a:off x="571500" y="877313"/>
            <a:ext cx="8001000" cy="871537"/>
          </a:xfrm>
          <a:prstGeom prst="rect">
            <a:avLst/>
          </a:prstGeom>
          <a:noFill/>
          <a:ln>
            <a:noFill/>
          </a:ln>
        </p:spPr>
      </p:pic>
      <p:pic>
        <p:nvPicPr>
          <p:cNvPr descr="preencoded.png" id="897" name="Google Shape;897;p19"/>
          <p:cNvPicPr preferRelativeResize="0"/>
          <p:nvPr/>
        </p:nvPicPr>
        <p:blipFill rotWithShape="1">
          <a:blip r:embed="rId5">
            <a:alphaModFix/>
          </a:blip>
          <a:srcRect b="0" l="0" r="0" t="0"/>
          <a:stretch/>
        </p:blipFill>
        <p:spPr>
          <a:xfrm>
            <a:off x="382982" y="1769917"/>
            <a:ext cx="8189517" cy="2501112"/>
          </a:xfrm>
          <a:prstGeom prst="rect">
            <a:avLst/>
          </a:prstGeom>
          <a:noFill/>
          <a:ln>
            <a:noFill/>
          </a:ln>
        </p:spPr>
      </p:pic>
      <p:pic>
        <p:nvPicPr>
          <p:cNvPr descr="preencoded.png" id="898" name="Google Shape;898;p19"/>
          <p:cNvPicPr preferRelativeResize="0"/>
          <p:nvPr/>
        </p:nvPicPr>
        <p:blipFill rotWithShape="1">
          <a:blip r:embed="rId6">
            <a:alphaModFix/>
          </a:blip>
          <a:srcRect b="0" l="0" r="0" t="0"/>
          <a:stretch/>
        </p:blipFill>
        <p:spPr>
          <a:xfrm>
            <a:off x="571500" y="4357163"/>
            <a:ext cx="8001000" cy="514350"/>
          </a:xfrm>
          <a:prstGeom prst="rect">
            <a:avLst/>
          </a:prstGeom>
          <a:noFill/>
          <a:ln>
            <a:noFill/>
          </a:ln>
        </p:spPr>
      </p:pic>
      <p:sp>
        <p:nvSpPr>
          <p:cNvPr id="899" name="Google Shape;899;p19"/>
          <p:cNvSpPr/>
          <p:nvPr/>
        </p:nvSpPr>
        <p:spPr>
          <a:xfrm>
            <a:off x="4191000" y="1928275"/>
            <a:ext cx="14517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ExtraBold"/>
              <a:buNone/>
            </a:pPr>
            <a:r>
              <a:rPr b="1" i="0" lang="en-US" sz="1200" u="none" cap="none" strike="noStrike">
                <a:solidFill>
                  <a:srgbClr val="2B5BFC"/>
                </a:solidFill>
                <a:latin typeface="Montserrat ExtraBold"/>
                <a:ea typeface="Montserrat ExtraBold"/>
                <a:cs typeface="Montserrat ExtraBold"/>
                <a:sym typeface="Montserrat ExtraBold"/>
              </a:rPr>
              <a:t>RETO</a:t>
            </a:r>
            <a:endParaRPr b="0" i="0" sz="1200" u="none" cap="none" strike="noStrike">
              <a:solidFill>
                <a:schemeClr val="dk1"/>
              </a:solidFill>
              <a:latin typeface="Calibri"/>
              <a:ea typeface="Calibri"/>
              <a:cs typeface="Calibri"/>
              <a:sym typeface="Calibri"/>
            </a:endParaRPr>
          </a:p>
        </p:txBody>
      </p:sp>
      <p:sp>
        <p:nvSpPr>
          <p:cNvPr id="900" name="Google Shape;900;p19"/>
          <p:cNvSpPr/>
          <p:nvPr/>
        </p:nvSpPr>
        <p:spPr>
          <a:xfrm>
            <a:off x="4191000" y="2171175"/>
            <a:ext cx="4106400" cy="800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33"/>
              </a:buClr>
              <a:buSzPts val="1100"/>
              <a:buFont typeface="Montserrat"/>
              <a:buNone/>
            </a:pPr>
            <a:r>
              <a:rPr b="0" i="0" lang="en-US" sz="1100" u="none" cap="none" strike="noStrike">
                <a:solidFill>
                  <a:srgbClr val="000033"/>
                </a:solidFill>
                <a:latin typeface="Montserrat"/>
                <a:ea typeface="Montserrat"/>
                <a:cs typeface="Montserrat"/>
                <a:sym typeface="Montserrat"/>
              </a:rPr>
              <a:t>Lorem ipsum dolor sit amet, consectetur adipiscing elit, sed do eiusmod tempor incididunt ut labore et dolore magna aliqua. Lorem ipsum dolor sit amet, consectetur adipiscing elit, sed do eiusmod tempor incididunt ut labore et dolore magna aliqua. </a:t>
            </a:r>
            <a:endParaRPr b="0" i="0" sz="1100" u="none" cap="none" strike="noStrike">
              <a:solidFill>
                <a:srgbClr val="000033"/>
              </a:solidFill>
              <a:latin typeface="Montserrat"/>
              <a:ea typeface="Montserrat"/>
              <a:cs typeface="Montserrat"/>
              <a:sym typeface="Montserrat"/>
            </a:endParaRPr>
          </a:p>
        </p:txBody>
      </p:sp>
      <p:sp>
        <p:nvSpPr>
          <p:cNvPr id="901" name="Google Shape;901;p19"/>
          <p:cNvSpPr/>
          <p:nvPr/>
        </p:nvSpPr>
        <p:spPr>
          <a:xfrm>
            <a:off x="4191000" y="3142715"/>
            <a:ext cx="22527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ExtraBold"/>
              <a:buNone/>
            </a:pPr>
            <a:r>
              <a:rPr b="1" i="0" lang="en-US" sz="1200" u="none" cap="none" strike="noStrike">
                <a:solidFill>
                  <a:srgbClr val="2B5BFC"/>
                </a:solidFill>
                <a:latin typeface="Montserrat ExtraBold"/>
                <a:ea typeface="Montserrat ExtraBold"/>
                <a:cs typeface="Montserrat ExtraBold"/>
                <a:sym typeface="Montserrat ExtraBold"/>
              </a:rPr>
              <a:t>SOLUCIÓN</a:t>
            </a:r>
            <a:endParaRPr b="1" i="0" sz="1200" u="none" cap="none" strike="noStrike">
              <a:solidFill>
                <a:srgbClr val="2B5BFC"/>
              </a:solidFill>
              <a:latin typeface="Montserrat ExtraBold"/>
              <a:ea typeface="Montserrat ExtraBold"/>
              <a:cs typeface="Montserrat ExtraBold"/>
              <a:sym typeface="Montserrat ExtraBold"/>
            </a:endParaRPr>
          </a:p>
        </p:txBody>
      </p:sp>
      <p:sp>
        <p:nvSpPr>
          <p:cNvPr id="902" name="Google Shape;902;p19"/>
          <p:cNvSpPr/>
          <p:nvPr/>
        </p:nvSpPr>
        <p:spPr>
          <a:xfrm>
            <a:off x="4191000" y="3418940"/>
            <a:ext cx="3952800" cy="6000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33"/>
              </a:buClr>
              <a:buSzPts val="1100"/>
              <a:buFont typeface="Montserrat"/>
              <a:buNone/>
            </a:pPr>
            <a:r>
              <a:rPr b="0" i="0" lang="en-US" sz="1100" u="none" cap="none" strike="noStrike">
                <a:solidFill>
                  <a:srgbClr val="000033"/>
                </a:solidFill>
                <a:latin typeface="Montserrat"/>
                <a:ea typeface="Montserrat"/>
                <a:cs typeface="Montserrat"/>
                <a:sym typeface="Montserrat"/>
              </a:rPr>
              <a:t>Lorem ipsum dolor sit amet, consectetur adipiscing elit, sed do eiusmod tempor incididunt ut labore et dolore magna aliqua. </a:t>
            </a:r>
            <a:endParaRPr b="0" i="0" sz="1100" u="none" cap="none" strike="noStrike">
              <a:solidFill>
                <a:srgbClr val="000033"/>
              </a:solidFill>
              <a:latin typeface="Montserrat"/>
              <a:ea typeface="Montserrat"/>
              <a:cs typeface="Montserrat"/>
              <a:sym typeface="Montserrat"/>
            </a:endParaRPr>
          </a:p>
        </p:txBody>
      </p:sp>
      <p:sp>
        <p:nvSpPr>
          <p:cNvPr id="903" name="Google Shape;903;p19"/>
          <p:cNvSpPr/>
          <p:nvPr/>
        </p:nvSpPr>
        <p:spPr>
          <a:xfrm>
            <a:off x="670012" y="4455679"/>
            <a:ext cx="4428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904" name="Google Shape;904;p19"/>
          <p:cNvSpPr/>
          <p:nvPr/>
        </p:nvSpPr>
        <p:spPr>
          <a:xfrm>
            <a:off x="1095375" y="4466700"/>
            <a:ext cx="10488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0" i="0" sz="1000" u="none" cap="none" strike="noStrike">
              <a:solidFill>
                <a:schemeClr val="dk1"/>
              </a:solidFill>
              <a:latin typeface="Calibri"/>
              <a:ea typeface="Calibri"/>
              <a:cs typeface="Calibri"/>
              <a:sym typeface="Calibri"/>
            </a:endParaRPr>
          </a:p>
        </p:txBody>
      </p:sp>
      <p:sp>
        <p:nvSpPr>
          <p:cNvPr id="905" name="Google Shape;905;p19"/>
          <p:cNvSpPr/>
          <p:nvPr/>
        </p:nvSpPr>
        <p:spPr>
          <a:xfrm>
            <a:off x="4696621" y="4455679"/>
            <a:ext cx="3906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906" name="Google Shape;906;p19"/>
          <p:cNvSpPr/>
          <p:nvPr/>
        </p:nvSpPr>
        <p:spPr>
          <a:xfrm>
            <a:off x="5121974" y="4466700"/>
            <a:ext cx="11247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1" i="0" sz="1000" u="none" cap="none" strike="noStrike">
              <a:solidFill>
                <a:srgbClr val="000033"/>
              </a:solidFill>
              <a:latin typeface="Montserrat SemiBold"/>
              <a:ea typeface="Montserrat SemiBold"/>
              <a:cs typeface="Montserrat SemiBold"/>
              <a:sym typeface="Montserrat SemiBold"/>
            </a:endParaRPr>
          </a:p>
        </p:txBody>
      </p:sp>
      <p:sp>
        <p:nvSpPr>
          <p:cNvPr id="907" name="Google Shape;907;p19"/>
          <p:cNvSpPr/>
          <p:nvPr/>
        </p:nvSpPr>
        <p:spPr>
          <a:xfrm>
            <a:off x="6611291" y="4455679"/>
            <a:ext cx="4383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908" name="Google Shape;908;p19"/>
          <p:cNvSpPr/>
          <p:nvPr/>
        </p:nvSpPr>
        <p:spPr>
          <a:xfrm>
            <a:off x="7036649" y="4466700"/>
            <a:ext cx="11247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1" i="0" sz="1000" u="none" cap="none" strike="noStrike">
              <a:solidFill>
                <a:srgbClr val="000033"/>
              </a:solidFill>
              <a:latin typeface="Montserrat SemiBold"/>
              <a:ea typeface="Montserrat SemiBold"/>
              <a:cs typeface="Montserrat SemiBold"/>
              <a:sym typeface="Montserrat SemiBold"/>
            </a:endParaRPr>
          </a:p>
        </p:txBody>
      </p:sp>
      <p:sp>
        <p:nvSpPr>
          <p:cNvPr id="909" name="Google Shape;909;p19"/>
          <p:cNvSpPr/>
          <p:nvPr/>
        </p:nvSpPr>
        <p:spPr>
          <a:xfrm>
            <a:off x="2584682" y="4455679"/>
            <a:ext cx="4383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910" name="Google Shape;910;p19"/>
          <p:cNvSpPr/>
          <p:nvPr/>
        </p:nvSpPr>
        <p:spPr>
          <a:xfrm>
            <a:off x="3010051" y="4466700"/>
            <a:ext cx="14517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1" i="0" sz="1000" u="none" cap="none" strike="noStrike">
              <a:solidFill>
                <a:srgbClr val="000033"/>
              </a:solidFill>
              <a:latin typeface="Montserrat SemiBold"/>
              <a:ea typeface="Montserrat SemiBold"/>
              <a:cs typeface="Montserrat SemiBold"/>
              <a:sym typeface="Montserrat SemiBold"/>
            </a:endParaRPr>
          </a:p>
        </p:txBody>
      </p:sp>
      <p:pic>
        <p:nvPicPr>
          <p:cNvPr descr="preencoded.png" id="911" name="Google Shape;911;p19"/>
          <p:cNvPicPr preferRelativeResize="0"/>
          <p:nvPr/>
        </p:nvPicPr>
        <p:blipFill rotWithShape="1">
          <a:blip r:embed="rId7">
            <a:alphaModFix/>
          </a:blip>
          <a:srcRect b="0" l="0" r="0" t="0"/>
          <a:stretch/>
        </p:blipFill>
        <p:spPr>
          <a:xfrm>
            <a:off x="571500" y="399119"/>
            <a:ext cx="1228470" cy="244749"/>
          </a:xfrm>
          <a:prstGeom prst="rect">
            <a:avLst/>
          </a:prstGeom>
          <a:noFill/>
          <a:ln>
            <a:noFill/>
          </a:ln>
        </p:spPr>
      </p:pic>
      <p:sp>
        <p:nvSpPr>
          <p:cNvPr id="912" name="Google Shape;912;p19"/>
          <p:cNvSpPr/>
          <p:nvPr/>
        </p:nvSpPr>
        <p:spPr>
          <a:xfrm>
            <a:off x="1676144" y="506084"/>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rgbClr val="000033"/>
              </a:solidFill>
              <a:latin typeface="Calibri"/>
              <a:ea typeface="Calibri"/>
              <a:cs typeface="Calibri"/>
              <a:sym typeface="Calibri"/>
            </a:endParaRPr>
          </a:p>
        </p:txBody>
      </p:sp>
      <p:sp>
        <p:nvSpPr>
          <p:cNvPr id="913" name="Google Shape;913;p19"/>
          <p:cNvSpPr/>
          <p:nvPr/>
        </p:nvSpPr>
        <p:spPr>
          <a:xfrm>
            <a:off x="745300" y="2146725"/>
            <a:ext cx="2888700" cy="1748400"/>
          </a:xfrm>
          <a:prstGeom prst="roundRect">
            <a:avLst>
              <a:gd fmla="val 7346" name="adj"/>
            </a:avLst>
          </a:prstGeom>
          <a:solidFill>
            <a:schemeClr val="l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Imagen </a:t>
            </a:r>
            <a:endParaRPr b="0" i="0" sz="1400" u="none" cap="none" strike="noStrike">
              <a:solidFill>
                <a:srgbClr val="000000"/>
              </a:solidFill>
              <a:latin typeface="Arial"/>
              <a:ea typeface="Arial"/>
              <a:cs typeface="Arial"/>
              <a:sym typeface="Arial"/>
            </a:endParaRPr>
          </a:p>
        </p:txBody>
      </p:sp>
      <p:sp>
        <p:nvSpPr>
          <p:cNvPr id="914" name="Google Shape;914;p19"/>
          <p:cNvSpPr/>
          <p:nvPr/>
        </p:nvSpPr>
        <p:spPr>
          <a:xfrm>
            <a:off x="571500" y="4131470"/>
            <a:ext cx="18906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0D1B3E"/>
              </a:buClr>
              <a:buSzPts val="1100"/>
              <a:buFont typeface="Montserrat"/>
              <a:buNone/>
            </a:pPr>
            <a:r>
              <a:rPr b="0" i="0" lang="en-US" sz="1100" u="none" cap="none" strike="noStrike">
                <a:solidFill>
                  <a:srgbClr val="000033"/>
                </a:solidFill>
                <a:latin typeface="Montserrat Black"/>
                <a:ea typeface="Montserrat Black"/>
                <a:cs typeface="Montserrat Black"/>
                <a:sym typeface="Montserrat Black"/>
              </a:rPr>
              <a:t>LOGROS DESTACADOS: </a:t>
            </a:r>
            <a:endParaRPr b="0" i="0" sz="1100" u="none" cap="none" strike="noStrike">
              <a:solidFill>
                <a:srgbClr val="000033"/>
              </a:solidFill>
              <a:latin typeface="Montserrat Black"/>
              <a:ea typeface="Montserrat Black"/>
              <a:cs typeface="Montserrat Black"/>
              <a:sym typeface="Montserrat Black"/>
            </a:endParaRPr>
          </a:p>
        </p:txBody>
      </p:sp>
      <p:sp>
        <p:nvSpPr>
          <p:cNvPr id="915" name="Google Shape;915;p19"/>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CASOS SIMILARES</a:t>
            </a:r>
            <a:endParaRPr b="0" i="0" sz="1100" u="none" cap="none" strike="noStrike">
              <a:solidFill>
                <a:schemeClr val="dk1"/>
              </a:solidFill>
              <a:latin typeface="Calibri"/>
              <a:ea typeface="Calibri"/>
              <a:cs typeface="Calibri"/>
              <a:sym typeface="Calibri"/>
            </a:endParaRPr>
          </a:p>
        </p:txBody>
      </p:sp>
      <p:sp>
        <p:nvSpPr>
          <p:cNvPr id="916" name="Google Shape;916;p19"/>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Titular del</a:t>
            </a:r>
            <a:r>
              <a:rPr b="1" i="1" lang="en-US" sz="2100" u="none" cap="none" strike="noStrike">
                <a:solidFill>
                  <a:srgbClr val="2B5BFC"/>
                </a:solidFill>
                <a:latin typeface="Montserrat Black"/>
                <a:ea typeface="Montserrat Black"/>
                <a:cs typeface="Montserrat Black"/>
                <a:sym typeface="Montserrat Black"/>
              </a:rPr>
              <a:t> caso</a:t>
            </a:r>
            <a:endParaRPr b="0" i="0" sz="2100" u="none" cap="none" strike="noStrike">
              <a:solidFill>
                <a:schemeClr val="dk1"/>
              </a:solidFill>
              <a:latin typeface="Calibri"/>
              <a:ea typeface="Calibri"/>
              <a:cs typeface="Calibri"/>
              <a:sym typeface="Calibri"/>
            </a:endParaRPr>
          </a:p>
        </p:txBody>
      </p:sp>
      <p:sp>
        <p:nvSpPr>
          <p:cNvPr id="917" name="Google Shape;917;p19"/>
          <p:cNvSpPr txBox="1"/>
          <p:nvPr/>
        </p:nvSpPr>
        <p:spPr>
          <a:xfrm>
            <a:off x="571500" y="1572768"/>
            <a:ext cx="54864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Industria: XXXX  ·  Área: XXXX  ·  Tecnología: XXXX</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922" name="Shape 922"/>
        <p:cNvGrpSpPr/>
        <p:nvPr/>
      </p:nvGrpSpPr>
      <p:grpSpPr>
        <a:xfrm>
          <a:off x="0" y="0"/>
          <a:ext cx="0" cy="0"/>
          <a:chOff x="0" y="0"/>
          <a:chExt cx="0" cy="0"/>
        </a:xfrm>
      </p:grpSpPr>
      <p:pic>
        <p:nvPicPr>
          <p:cNvPr descr="preencoded.png" id="923" name="Google Shape;923;p33"/>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preencoded.png" id="924" name="Google Shape;924;p33"/>
          <p:cNvPicPr preferRelativeResize="0"/>
          <p:nvPr/>
        </p:nvPicPr>
        <p:blipFill rotWithShape="1">
          <a:blip r:embed="rId4">
            <a:alphaModFix/>
          </a:blip>
          <a:srcRect b="0" l="0" r="0" t="0"/>
          <a:stretch/>
        </p:blipFill>
        <p:spPr>
          <a:xfrm>
            <a:off x="0" y="0"/>
            <a:ext cx="9143998" cy="5143501"/>
          </a:xfrm>
          <a:prstGeom prst="rect">
            <a:avLst/>
          </a:prstGeom>
          <a:noFill/>
          <a:ln>
            <a:noFill/>
          </a:ln>
        </p:spPr>
      </p:pic>
      <p:pic>
        <p:nvPicPr>
          <p:cNvPr descr="preencoded.png" id="925" name="Google Shape;925;p33"/>
          <p:cNvPicPr preferRelativeResize="0"/>
          <p:nvPr/>
        </p:nvPicPr>
        <p:blipFill rotWithShape="1">
          <a:blip r:embed="rId5">
            <a:alphaModFix amt="40000"/>
          </a:blip>
          <a:srcRect b="0" l="0" r="0" t="0"/>
          <a:stretch/>
        </p:blipFill>
        <p:spPr>
          <a:xfrm>
            <a:off x="0" y="0"/>
            <a:ext cx="9143998" cy="5143501"/>
          </a:xfrm>
          <a:prstGeom prst="rect">
            <a:avLst/>
          </a:prstGeom>
          <a:noFill/>
          <a:ln>
            <a:noFill/>
          </a:ln>
        </p:spPr>
      </p:pic>
      <p:pic>
        <p:nvPicPr>
          <p:cNvPr descr="preencoded.png" id="926" name="Google Shape;926;p33"/>
          <p:cNvPicPr preferRelativeResize="0"/>
          <p:nvPr/>
        </p:nvPicPr>
        <p:blipFill rotWithShape="1">
          <a:blip r:embed="rId6">
            <a:alphaModFix/>
          </a:blip>
          <a:srcRect b="0" l="0" r="0" t="0"/>
          <a:stretch/>
        </p:blipFill>
        <p:spPr>
          <a:xfrm>
            <a:off x="381000" y="398285"/>
            <a:ext cx="8382000" cy="387528"/>
          </a:xfrm>
          <a:prstGeom prst="rect">
            <a:avLst/>
          </a:prstGeom>
          <a:noFill/>
          <a:ln>
            <a:noFill/>
          </a:ln>
        </p:spPr>
      </p:pic>
      <p:pic>
        <p:nvPicPr>
          <p:cNvPr descr="preencoded.png" id="927" name="Google Shape;927;p33"/>
          <p:cNvPicPr preferRelativeResize="0"/>
          <p:nvPr/>
        </p:nvPicPr>
        <p:blipFill rotWithShape="1">
          <a:blip r:embed="rId7">
            <a:alphaModFix/>
          </a:blip>
          <a:srcRect b="0" l="0" r="0" t="0"/>
          <a:stretch/>
        </p:blipFill>
        <p:spPr>
          <a:xfrm>
            <a:off x="381000" y="1697473"/>
            <a:ext cx="8382000" cy="1093352"/>
          </a:xfrm>
          <a:prstGeom prst="rect">
            <a:avLst/>
          </a:prstGeom>
          <a:noFill/>
          <a:ln>
            <a:noFill/>
          </a:ln>
        </p:spPr>
      </p:pic>
      <p:sp>
        <p:nvSpPr>
          <p:cNvPr id="928" name="Google Shape;928;p33"/>
          <p:cNvSpPr/>
          <p:nvPr/>
        </p:nvSpPr>
        <p:spPr>
          <a:xfrm>
            <a:off x="5062408" y="50525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FFFFFF"/>
              </a:buClr>
              <a:buSzPts val="300"/>
              <a:buFont typeface="Montserrat SemiBold"/>
              <a:buNone/>
            </a:pPr>
            <a:r>
              <a:rPr b="1" i="0" lang="en-US" sz="300" u="none" cap="none" strike="noStrike">
                <a:solidFill>
                  <a:srgbClr val="FFFFFF"/>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929" name="Google Shape;929;p33"/>
          <p:cNvSpPr/>
          <p:nvPr/>
        </p:nvSpPr>
        <p:spPr>
          <a:xfrm>
            <a:off x="561975" y="1666875"/>
            <a:ext cx="8015400" cy="790500"/>
          </a:xfrm>
          <a:prstGeom prst="rect">
            <a:avLst/>
          </a:prstGeom>
          <a:noFill/>
          <a:ln>
            <a:noFill/>
          </a:ln>
        </p:spPr>
        <p:txBody>
          <a:bodyPr anchorCtr="0" anchor="t" bIns="0" lIns="0" spcFirstLastPara="1" rIns="0" wrap="square" tIns="0">
            <a:noAutofit/>
          </a:bodyPr>
          <a:lstStyle/>
          <a:p>
            <a:pPr indent="0" lvl="0" marL="0" marR="0" rtl="0" algn="ctr">
              <a:lnSpc>
                <a:spcPct val="77600"/>
              </a:lnSpc>
              <a:spcBef>
                <a:spcPts val="0"/>
              </a:spcBef>
              <a:spcAft>
                <a:spcPts val="0"/>
              </a:spcAft>
              <a:buClr>
                <a:srgbClr val="FFFFFF"/>
              </a:buClr>
              <a:buSzPts val="2800"/>
              <a:buFont typeface="Montserrat Black"/>
              <a:buNone/>
            </a:pPr>
            <a:r>
              <a:rPr b="1" i="0" lang="en-US" sz="2800" u="none" cap="none" strike="noStrike">
                <a:solidFill>
                  <a:srgbClr val="FFFFFF"/>
                </a:solidFill>
                <a:latin typeface="Montserrat Black"/>
                <a:ea typeface="Montserrat Black"/>
                <a:cs typeface="Montserrat Black"/>
                <a:sym typeface="Montserrat Black"/>
              </a:rPr>
              <a:t>Incrementamos tus ventas digitales utilizando </a:t>
            </a:r>
            <a:r>
              <a:rPr b="1" i="1" lang="en-US" sz="2800" u="none" cap="none" strike="noStrike">
                <a:solidFill>
                  <a:srgbClr val="7E99FE"/>
                </a:solidFill>
                <a:latin typeface="Montserrat Black"/>
                <a:ea typeface="Montserrat Black"/>
                <a:cs typeface="Montserrat Black"/>
                <a:sym typeface="Montserrat Black"/>
              </a:rPr>
              <a:t>data e inteligencia artificial</a:t>
            </a:r>
            <a:r>
              <a:rPr b="1" i="0" lang="en-US" sz="2800" u="none" cap="none" strike="noStrike">
                <a:solidFill>
                  <a:srgbClr val="F1F0FF"/>
                </a:solidFill>
                <a:latin typeface="Montserrat Black"/>
                <a:ea typeface="Montserrat Black"/>
                <a:cs typeface="Montserrat Black"/>
                <a:sym typeface="Montserrat Black"/>
              </a:rPr>
              <a:t> </a:t>
            </a:r>
            <a:endParaRPr b="0" i="0" sz="2800" u="none" cap="none" strike="noStrike">
              <a:solidFill>
                <a:srgbClr val="F1F0FF"/>
              </a:solidFill>
              <a:latin typeface="Calibri"/>
              <a:ea typeface="Calibri"/>
              <a:cs typeface="Calibri"/>
              <a:sym typeface="Calibri"/>
            </a:endParaRPr>
          </a:p>
        </p:txBody>
      </p:sp>
      <p:sp>
        <p:nvSpPr>
          <p:cNvPr id="930" name="Google Shape;930;p33"/>
          <p:cNvSpPr/>
          <p:nvPr/>
        </p:nvSpPr>
        <p:spPr>
          <a:xfrm>
            <a:off x="3957638" y="4602957"/>
            <a:ext cx="12810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 </a:t>
            </a:r>
            <a:endParaRPr b="0" i="0" sz="1100" u="none" cap="none" strike="noStrike">
              <a:solidFill>
                <a:schemeClr val="dk1"/>
              </a:solidFill>
              <a:latin typeface="Calibri"/>
              <a:ea typeface="Calibri"/>
              <a:cs typeface="Calibri"/>
              <a:sym typeface="Calibri"/>
            </a:endParaRPr>
          </a:p>
        </p:txBody>
      </p:sp>
      <p:pic>
        <p:nvPicPr>
          <p:cNvPr id="931" name="Google Shape;931;p33" title="Íconos (33).png">
            <a:hlinkClick r:id="rId8"/>
          </p:cNvPr>
          <p:cNvPicPr preferRelativeResize="0"/>
          <p:nvPr/>
        </p:nvPicPr>
        <p:blipFill rotWithShape="1">
          <a:blip r:embed="rId9">
            <a:alphaModFix/>
          </a:blip>
          <a:srcRect b="0" l="0" r="0" t="0"/>
          <a:stretch/>
        </p:blipFill>
        <p:spPr>
          <a:xfrm>
            <a:off x="2983375" y="3185988"/>
            <a:ext cx="364426" cy="364426"/>
          </a:xfrm>
          <a:prstGeom prst="rect">
            <a:avLst/>
          </a:prstGeom>
          <a:noFill/>
          <a:ln>
            <a:noFill/>
          </a:ln>
        </p:spPr>
      </p:pic>
      <p:pic>
        <p:nvPicPr>
          <p:cNvPr id="932" name="Google Shape;932;p33" title="Íconos (37).png">
            <a:hlinkClick r:id="rId10"/>
          </p:cNvPr>
          <p:cNvPicPr preferRelativeResize="0"/>
          <p:nvPr/>
        </p:nvPicPr>
        <p:blipFill rotWithShape="1">
          <a:blip r:embed="rId11">
            <a:alphaModFix/>
          </a:blip>
          <a:srcRect b="15717" l="0" r="0" t="16537"/>
          <a:stretch/>
        </p:blipFill>
        <p:spPr>
          <a:xfrm>
            <a:off x="5617968" y="3185986"/>
            <a:ext cx="537907" cy="364426"/>
          </a:xfrm>
          <a:prstGeom prst="rect">
            <a:avLst/>
          </a:prstGeom>
          <a:noFill/>
          <a:ln>
            <a:noFill/>
          </a:ln>
        </p:spPr>
      </p:pic>
      <p:pic>
        <p:nvPicPr>
          <p:cNvPr id="933" name="Google Shape;933;p33" title="Íconos (38).png">
            <a:hlinkClick r:id="rId12"/>
          </p:cNvPr>
          <p:cNvPicPr preferRelativeResize="0"/>
          <p:nvPr/>
        </p:nvPicPr>
        <p:blipFill rotWithShape="1">
          <a:blip r:embed="rId13">
            <a:alphaModFix/>
          </a:blip>
          <a:srcRect b="0" l="0" r="0" t="0"/>
          <a:stretch/>
        </p:blipFill>
        <p:spPr>
          <a:xfrm>
            <a:off x="3803656" y="3142552"/>
            <a:ext cx="451302" cy="451302"/>
          </a:xfrm>
          <a:prstGeom prst="rect">
            <a:avLst/>
          </a:prstGeom>
          <a:noFill/>
          <a:ln>
            <a:noFill/>
          </a:ln>
        </p:spPr>
      </p:pic>
      <p:pic>
        <p:nvPicPr>
          <p:cNvPr id="934" name="Google Shape;934;p33" title="Íconos (39).png">
            <a:hlinkClick r:id="rId14"/>
          </p:cNvPr>
          <p:cNvPicPr preferRelativeResize="0"/>
          <p:nvPr/>
        </p:nvPicPr>
        <p:blipFill rotWithShape="1">
          <a:blip r:embed="rId15">
            <a:alphaModFix/>
          </a:blip>
          <a:srcRect b="0" l="0" r="0" t="0"/>
          <a:stretch/>
        </p:blipFill>
        <p:spPr>
          <a:xfrm>
            <a:off x="4710812" y="3142558"/>
            <a:ext cx="451302" cy="451277"/>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