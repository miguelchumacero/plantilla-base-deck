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media/recomprimida122.jpeg" ContentType="image/png"/>
  <Override PartName="/ppt/media/recomprimida124.jpeg" ContentType="image/png"/>
  <Override PartName="/ppt/media/recomprimida128.jpeg" ContentType="image/png"/>
  <Override PartName="/ppt/media/recomprimida40.jpeg" ContentType="image/png"/>
  <Override PartName="/ppt/media/recomprimida56.jpeg" ContentType="image/png"/>
  <Override PartName="/ppt/media/recomprimida57.jpeg" ContentType="image/png"/>
  <Override PartName="/ppt/media/recomprimida70.jpeg" ContentType="image/png"/>
  <Override PartName="/ppt/media/recomprimida71.jpeg" ContentType="image/png"/>
  <Override PartName="/ppt/media/recomprimida73.jpeg" ContentType="image/png"/>
  <Override PartName="/ppt/media/recomprimida77.jpeg" ContentType="image/png"/>
  <Override PartName="/ppt/media/recomprimida84.jpeg" ContentType="image/png"/>
  <Override PartName="/ppt/media/recomprimida85.jpeg" ContentType="image/pn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2" r:id="rId4"/>
    <p:sldMasterId id="2147483703" r:id="rId5"/>
    <p:sldMasterId id="2147483704" r:id="rId6"/>
    <p:sldMasterId id="2147483705" r:id="rId7"/>
    <p:sldMasterId id="2147483706"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Lst>
  <p:sldSz cy="10287000" cx="18288000"/>
  <p:notesSz cx="10287000" cy="18288000"/>
  <p:embeddedFontLst>
    <p:embeddedFont>
      <p:font typeface="Montserrat SemiBold"/>
      <p:regular r:id="rId51"/>
      <p:bold r:id="rId52"/>
      <p:italic r:id="rId53"/>
      <p:boldItalic r:id="rId54"/>
    </p:embeddedFont>
    <p:embeddedFont>
      <p:font typeface="Roboto"/>
      <p:regular r:id="rId55"/>
      <p:bold r:id="rId56"/>
      <p:italic r:id="rId57"/>
      <p:boldItalic r:id="rId58"/>
    </p:embeddedFont>
    <p:embeddedFont>
      <p:font typeface="Montserrat"/>
      <p:regular r:id="rId59"/>
      <p:bold r:id="rId60"/>
      <p:italic r:id="rId61"/>
      <p:boldItalic r:id="rId62"/>
    </p:embeddedFont>
    <p:embeddedFont>
      <p:font typeface="PT Serif"/>
      <p:regular r:id="rId63"/>
      <p:bold r:id="rId64"/>
      <p:italic r:id="rId65"/>
      <p:boldItalic r:id="rId66"/>
    </p:embeddedFont>
    <p:embeddedFont>
      <p:font typeface="Montserrat Light"/>
      <p:regular r:id="rId67"/>
      <p:bold r:id="rId68"/>
      <p:italic r:id="rId69"/>
      <p:boldItalic r:id="rId70"/>
    </p:embeddedFont>
    <p:embeddedFont>
      <p:font typeface="Montserrat ExtraLight"/>
      <p:regular r:id="rId71"/>
      <p:bold r:id="rId72"/>
      <p:italic r:id="rId73"/>
      <p:boldItalic r:id="rId7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A5794C2-47CE-4763-A2D5-C820BB21BA5E}">
  <a:tblStyle styleId="{FA5794C2-47CE-4763-A2D5-C820BB21BA5E}"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notesMaster" Target="notesMasters/notes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font" Target="fonts/MontserratSemiBold-regular.fntdata"/><Relationship Id="rId52" Type="http://schemas.openxmlformats.org/officeDocument/2006/relationships/font" Target="fonts/MontserratSemiBold-bold.fntdata"/><Relationship Id="rId53" Type="http://schemas.openxmlformats.org/officeDocument/2006/relationships/font" Target="fonts/MontserratSemiBold-italic.fntdata"/><Relationship Id="rId54" Type="http://schemas.openxmlformats.org/officeDocument/2006/relationships/font" Target="fonts/MontserratSemiBold-boldItalic.fntdata"/><Relationship Id="rId55" Type="http://schemas.openxmlformats.org/officeDocument/2006/relationships/font" Target="fonts/Roboto-regular.fntdata"/><Relationship Id="rId56" Type="http://schemas.openxmlformats.org/officeDocument/2006/relationships/font" Target="fonts/Roboto-bold.fntdata"/><Relationship Id="rId57" Type="http://schemas.openxmlformats.org/officeDocument/2006/relationships/font" Target="fonts/Roboto-italic.fntdata"/><Relationship Id="rId58" Type="http://schemas.openxmlformats.org/officeDocument/2006/relationships/font" Target="fonts/Roboto-boldItalic.fntdata"/><Relationship Id="rId59" Type="http://schemas.openxmlformats.org/officeDocument/2006/relationships/font" Target="fonts/Montserrat-regular.fntdata"/><Relationship Id="rId60" Type="http://schemas.openxmlformats.org/officeDocument/2006/relationships/font" Target="fonts/Montserrat-bold.fntdata"/><Relationship Id="rId61" Type="http://schemas.openxmlformats.org/officeDocument/2006/relationships/font" Target="fonts/Montserrat-italic.fntdata"/><Relationship Id="rId62" Type="http://schemas.openxmlformats.org/officeDocument/2006/relationships/font" Target="fonts/Montserrat-boldItalic.fntdata"/><Relationship Id="rId63" Type="http://schemas.openxmlformats.org/officeDocument/2006/relationships/font" Target="fonts/PTSerif-regular.fntdata"/><Relationship Id="rId64" Type="http://schemas.openxmlformats.org/officeDocument/2006/relationships/font" Target="fonts/PTSerif-bold.fntdata"/><Relationship Id="rId65" Type="http://schemas.openxmlformats.org/officeDocument/2006/relationships/font" Target="fonts/PTSerif-italic.fntdata"/><Relationship Id="rId66" Type="http://schemas.openxmlformats.org/officeDocument/2006/relationships/font" Target="fonts/PTSerif-boldItalic.fntdata"/><Relationship Id="rId67" Type="http://schemas.openxmlformats.org/officeDocument/2006/relationships/font" Target="fonts/MontserratLight-regular.fntdata"/><Relationship Id="rId68" Type="http://schemas.openxmlformats.org/officeDocument/2006/relationships/font" Target="fonts/MontserratLight-bold.fntdata"/><Relationship Id="rId69" Type="http://schemas.openxmlformats.org/officeDocument/2006/relationships/font" Target="fonts/MontserratLight-italic.fntdata"/><Relationship Id="rId70" Type="http://schemas.openxmlformats.org/officeDocument/2006/relationships/font" Target="fonts/MontserratLight-boldItalic.fntdata"/><Relationship Id="rId71" Type="http://schemas.openxmlformats.org/officeDocument/2006/relationships/font" Target="fonts/MontserratExtraLight-regular.fntdata"/><Relationship Id="rId72" Type="http://schemas.openxmlformats.org/officeDocument/2006/relationships/font" Target="fonts/MontserratExtraLight-bold.fntdata"/><Relationship Id="rId73" Type="http://schemas.openxmlformats.org/officeDocument/2006/relationships/font" Target="fonts/MontserratExtraLight-italic.fntdata"/><Relationship Id="rId74" Type="http://schemas.openxmlformats.org/officeDocument/2006/relationships/font" Target="fonts/MontserratExtra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cxnSp>
        <p:nvCxnSpPr>
          <p:cNvPr id="11" name="Google Shape;11;p2"/>
          <p:cNvCxnSpPr/>
          <p:nvPr/>
        </p:nvCxnSpPr>
        <p:spPr>
          <a:xfrm>
            <a:off x="16302134" y="391876"/>
            <a:ext cx="0" cy="741600"/>
          </a:xfrm>
          <a:prstGeom prst="straightConnector1">
            <a:avLst/>
          </a:prstGeom>
          <a:noFill/>
          <a:ln cap="flat" cmpd="sng" w="19050">
            <a:solidFill>
              <a:srgbClr val="595959"/>
            </a:solidFill>
            <a:prstDash val="solid"/>
            <a:round/>
            <a:headEnd len="sm" w="sm" type="none"/>
            <a:tailEnd len="sm" w="sm" type="none"/>
          </a:ln>
        </p:spPr>
      </p:cxnSp>
      <p:pic>
        <p:nvPicPr>
          <p:cNvPr id="12" name="Google Shape;12;p2" title="Logo oficial azul marino (000033) para uso sobre fondos claros.png"/>
          <p:cNvPicPr preferRelativeResize="0"/>
          <p:nvPr/>
        </p:nvPicPr>
        <p:blipFill rotWithShape="1">
          <a:blip r:embed="rId2">
            <a:alphaModFix/>
          </a:blip>
          <a:srcRect b="0" l="0" r="0" t="0"/>
          <a:stretch/>
        </p:blipFill>
        <p:spPr>
          <a:xfrm>
            <a:off x="16508800" y="597950"/>
            <a:ext cx="1642851" cy="3294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 name="Shape 14"/>
        <p:cNvGrpSpPr/>
        <p:nvPr/>
      </p:nvGrpSpPr>
      <p:grpSpPr>
        <a:xfrm>
          <a:off x="0" y="0"/>
          <a:ext cx="0" cy="0"/>
          <a:chOff x="0" y="0"/>
          <a:chExt cx="0" cy="0"/>
        </a:xfrm>
      </p:grpSpPr>
      <p:sp>
        <p:nvSpPr>
          <p:cNvPr id="15" name="Google Shape;15;p3"/>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cxnSp>
        <p:nvCxnSpPr>
          <p:cNvPr id="16" name="Google Shape;16;p3"/>
          <p:cNvCxnSpPr/>
          <p:nvPr/>
        </p:nvCxnSpPr>
        <p:spPr>
          <a:xfrm>
            <a:off x="16302134" y="391876"/>
            <a:ext cx="0" cy="741600"/>
          </a:xfrm>
          <a:prstGeom prst="straightConnector1">
            <a:avLst/>
          </a:prstGeom>
          <a:noFill/>
          <a:ln cap="flat" cmpd="sng" w="19050">
            <a:solidFill>
              <a:srgbClr val="595959"/>
            </a:solidFill>
            <a:prstDash val="solid"/>
            <a:round/>
            <a:headEnd len="sm" w="sm" type="none"/>
            <a:tailEnd len="sm" w="sm" type="none"/>
          </a:ln>
        </p:spPr>
      </p:cxnSp>
      <p:pic>
        <p:nvPicPr>
          <p:cNvPr id="17" name="Google Shape;17;p3" title="Logo oficial azul marino (000033) para uso sobre fondos claros.png"/>
          <p:cNvPicPr preferRelativeResize="0"/>
          <p:nvPr/>
        </p:nvPicPr>
        <p:blipFill rotWithShape="1">
          <a:blip r:embed="rId2">
            <a:alphaModFix/>
          </a:blip>
          <a:srcRect b="0" l="0" r="0" t="0"/>
          <a:stretch/>
        </p:blipFill>
        <p:spPr>
          <a:xfrm>
            <a:off x="16508800" y="597950"/>
            <a:ext cx="1642851" cy="32945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10">
  <p:cSld name="BLANK_10">
    <p:spTree>
      <p:nvGrpSpPr>
        <p:cNvPr id="19" name="Shape 19"/>
        <p:cNvGrpSpPr/>
        <p:nvPr/>
      </p:nvGrpSpPr>
      <p:grpSpPr>
        <a:xfrm>
          <a:off x="0" y="0"/>
          <a:ext cx="0" cy="0"/>
          <a:chOff x="0" y="0"/>
          <a:chExt cx="0" cy="0"/>
        </a:xfrm>
      </p:grpSpPr>
      <p:sp>
        <p:nvSpPr>
          <p:cNvPr id="20" name="Google Shape;20;p4"/>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ólo logo Neo 3 1">
  <p:cSld name="Diseño personalizado_3_1">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2">
            <a:alphaModFix/>
          </a:blip>
          <a:srcRect b="0" l="0" r="0" t="0"/>
          <a:stretch/>
        </p:blipFill>
        <p:spPr>
          <a:xfrm>
            <a:off x="10443800" y="143450"/>
            <a:ext cx="3991550" cy="18064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5">
  <p:cSld name="BLANK_5">
    <p:spTree>
      <p:nvGrpSpPr>
        <p:cNvPr id="23" name="Shape 23"/>
        <p:cNvGrpSpPr/>
        <p:nvPr/>
      </p:nvGrpSpPr>
      <p:grpSpPr>
        <a:xfrm>
          <a:off x="0" y="0"/>
          <a:ext cx="0" cy="0"/>
          <a:chOff x="0" y="0"/>
          <a:chExt cx="0" cy="0"/>
        </a:xfrm>
      </p:grpSpPr>
      <p:sp>
        <p:nvSpPr>
          <p:cNvPr id="24" name="Google Shape;24;p6"/>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con logo">
  <p:cSld name="CUSTOM">
    <p:bg>
      <p:bgPr>
        <a:solidFill>
          <a:schemeClr val="accent1"/>
        </a:solidFill>
      </p:bgPr>
    </p:bg>
    <p:spTree>
      <p:nvGrpSpPr>
        <p:cNvPr id="25" name="Shape 25"/>
        <p:cNvGrpSpPr/>
        <p:nvPr/>
      </p:nvGrpSpPr>
      <p:grpSpPr>
        <a:xfrm>
          <a:off x="0" y="0"/>
          <a:ext cx="0" cy="0"/>
          <a:chOff x="0" y="0"/>
          <a:chExt cx="0" cy="0"/>
        </a:xfrm>
      </p:grpSpPr>
      <p:sp>
        <p:nvSpPr>
          <p:cNvPr id="26" name="Google Shape;26;p7"/>
          <p:cNvSpPr txBox="1"/>
          <p:nvPr>
            <p:ph idx="1" type="subTitle"/>
          </p:nvPr>
        </p:nvSpPr>
        <p:spPr>
          <a:xfrm>
            <a:off x="409800" y="0"/>
            <a:ext cx="7550400" cy="645600"/>
          </a:xfrm>
          <a:prstGeom prst="rect">
            <a:avLst/>
          </a:prstGeom>
          <a:noFill/>
          <a:ln>
            <a:noFill/>
          </a:ln>
        </p:spPr>
        <p:txBody>
          <a:bodyPr anchorCtr="0" anchor="t" bIns="182850" lIns="182850" spcFirstLastPara="1" rIns="182850" wrap="square" tIns="182850">
            <a:noAutofit/>
          </a:bodyPr>
          <a:lstStyle>
            <a:lvl1pPr lvl="0"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1pPr>
            <a:lvl2pPr lvl="1"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2pPr>
            <a:lvl3pPr lvl="2"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3pPr>
            <a:lvl4pPr lvl="3"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4pPr>
            <a:lvl5pPr lvl="4"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5pPr>
            <a:lvl6pPr lvl="5"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6pPr>
            <a:lvl7pPr lvl="6"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7pPr>
            <a:lvl8pPr lvl="7"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8pPr>
            <a:lvl9pPr lvl="8" marR="0" rtl="0" algn="l">
              <a:lnSpc>
                <a:spcPct val="115000"/>
              </a:lnSpc>
              <a:spcBef>
                <a:spcPts val="0"/>
              </a:spcBef>
              <a:spcAft>
                <a:spcPts val="0"/>
              </a:spcAft>
              <a:buClr>
                <a:schemeClr val="lt1"/>
              </a:buClr>
              <a:buSzPts val="1600"/>
              <a:buFont typeface="Montserrat"/>
              <a:buNone/>
              <a:defRPr b="0" i="0" sz="1600" u="none" cap="none" strike="noStrike">
                <a:solidFill>
                  <a:schemeClr val="lt1"/>
                </a:solidFill>
                <a:latin typeface="Montserrat"/>
                <a:ea typeface="Montserrat"/>
                <a:cs typeface="Montserrat"/>
                <a:sym typeface="Montserrat"/>
              </a:defRPr>
            </a:lvl9pPr>
          </a:lstStyle>
          <a:p/>
        </p:txBody>
      </p:sp>
      <p:pic>
        <p:nvPicPr>
          <p:cNvPr id="27" name="Google Shape;27;p7"/>
          <p:cNvPicPr preferRelativeResize="0"/>
          <p:nvPr/>
        </p:nvPicPr>
        <p:blipFill rotWithShape="1">
          <a:blip r:embed="rId2">
            <a:alphaModFix/>
          </a:blip>
          <a:srcRect b="0" l="0" r="56704" t="0"/>
          <a:stretch/>
        </p:blipFill>
        <p:spPr>
          <a:xfrm>
            <a:off x="16768250" y="286900"/>
            <a:ext cx="1217149" cy="4645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1">
    <p:spTree>
      <p:nvGrpSpPr>
        <p:cNvPr id="28" name="Shape 28"/>
        <p:cNvGrpSpPr/>
        <p:nvPr/>
      </p:nvGrpSpPr>
      <p:grpSpPr>
        <a:xfrm>
          <a:off x="0" y="0"/>
          <a:ext cx="0" cy="0"/>
          <a:chOff x="0" y="0"/>
          <a:chExt cx="0" cy="0"/>
        </a:xfrm>
      </p:grpSpPr>
      <p:sp>
        <p:nvSpPr>
          <p:cNvPr id="29" name="Google Shape;29;p8"/>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p:cSld name="1_Título y objetos">
    <p:spTree>
      <p:nvGrpSpPr>
        <p:cNvPr id="30" name="Shape 30"/>
        <p:cNvGrpSpPr/>
        <p:nvPr/>
      </p:nvGrpSpPr>
      <p:grpSpPr>
        <a:xfrm>
          <a:off x="0" y="0"/>
          <a:ext cx="0" cy="0"/>
          <a:chOff x="0" y="0"/>
          <a:chExt cx="0" cy="0"/>
        </a:xfrm>
      </p:grpSpPr>
      <p:sp>
        <p:nvSpPr>
          <p:cNvPr id="31" name="Google Shape;31;p9"/>
          <p:cNvSpPr txBox="1"/>
          <p:nvPr>
            <p:ph idx="1" type="body"/>
          </p:nvPr>
        </p:nvSpPr>
        <p:spPr>
          <a:xfrm>
            <a:off x="1100546" y="3095898"/>
            <a:ext cx="15773400" cy="6838200"/>
          </a:xfrm>
          <a:prstGeom prst="rect">
            <a:avLst/>
          </a:prstGeom>
          <a:noFill/>
          <a:ln>
            <a:noFill/>
          </a:ln>
        </p:spPr>
        <p:txBody>
          <a:bodyPr anchorCtr="0" anchor="t" bIns="137150" lIns="137150" spcFirstLastPara="1" rIns="137150" wrap="square" tIns="137150">
            <a:noAutofit/>
          </a:bodyPr>
          <a:lstStyle>
            <a:lvl1pPr indent="-495300" lvl="0" marL="457200" marR="0" rtl="0" algn="l">
              <a:lnSpc>
                <a:spcPct val="90000"/>
              </a:lnSpc>
              <a:spcBef>
                <a:spcPts val="1600"/>
              </a:spcBef>
              <a:spcAft>
                <a:spcPts val="0"/>
              </a:spcAft>
              <a:buClr>
                <a:srgbClr val="000033"/>
              </a:buClr>
              <a:buSzPts val="4200"/>
              <a:buFont typeface="Arial"/>
              <a:buChar char="•"/>
              <a:defRPr b="0" i="0" sz="4200" u="none" cap="none" strike="noStrike">
                <a:solidFill>
                  <a:srgbClr val="000033"/>
                </a:solidFill>
                <a:latin typeface="Arial"/>
                <a:ea typeface="Arial"/>
                <a:cs typeface="Arial"/>
                <a:sym typeface="Arial"/>
              </a:defRPr>
            </a:lvl1pPr>
            <a:lvl2pPr indent="-457200" lvl="1" marL="914400" marR="0" rtl="0" algn="l">
              <a:lnSpc>
                <a:spcPct val="90000"/>
              </a:lnSpc>
              <a:spcBef>
                <a:spcPts val="800"/>
              </a:spcBef>
              <a:spcAft>
                <a:spcPts val="0"/>
              </a:spcAft>
              <a:buClr>
                <a:srgbClr val="000033"/>
              </a:buClr>
              <a:buSzPts val="3600"/>
              <a:buFont typeface="Arial"/>
              <a:buChar char="•"/>
              <a:defRPr b="0" i="0" sz="3600" u="none" cap="none" strike="noStrike">
                <a:solidFill>
                  <a:srgbClr val="000033"/>
                </a:solidFill>
                <a:latin typeface="Arial"/>
                <a:ea typeface="Arial"/>
                <a:cs typeface="Arial"/>
                <a:sym typeface="Arial"/>
              </a:defRPr>
            </a:lvl2pPr>
            <a:lvl3pPr indent="-419100" lvl="2" marL="1371600" marR="0" rtl="0" algn="l">
              <a:lnSpc>
                <a:spcPct val="90000"/>
              </a:lnSpc>
              <a:spcBef>
                <a:spcPts val="800"/>
              </a:spcBef>
              <a:spcAft>
                <a:spcPts val="0"/>
              </a:spcAft>
              <a:buClr>
                <a:srgbClr val="000033"/>
              </a:buClr>
              <a:buSzPts val="3000"/>
              <a:buFont typeface="Arial"/>
              <a:buChar char="•"/>
              <a:defRPr b="0" i="0" sz="3000" u="none" cap="none" strike="noStrike">
                <a:solidFill>
                  <a:srgbClr val="000033"/>
                </a:solidFill>
                <a:latin typeface="Arial"/>
                <a:ea typeface="Arial"/>
                <a:cs typeface="Arial"/>
                <a:sym typeface="Arial"/>
              </a:defRPr>
            </a:lvl3pPr>
            <a:lvl4pPr indent="-406400" lvl="3" marL="1828800" marR="0" rtl="0" algn="l">
              <a:lnSpc>
                <a:spcPct val="90000"/>
              </a:lnSpc>
              <a:spcBef>
                <a:spcPts val="800"/>
              </a:spcBef>
              <a:spcAft>
                <a:spcPts val="0"/>
              </a:spcAft>
              <a:buClr>
                <a:srgbClr val="000033"/>
              </a:buClr>
              <a:buSzPts val="2800"/>
              <a:buFont typeface="Arial"/>
              <a:buChar char="•"/>
              <a:defRPr b="0" i="0" sz="2800" u="none" cap="none" strike="noStrike">
                <a:solidFill>
                  <a:srgbClr val="000033"/>
                </a:solidFill>
                <a:latin typeface="Arial"/>
                <a:ea typeface="Arial"/>
                <a:cs typeface="Arial"/>
                <a:sym typeface="Arial"/>
              </a:defRPr>
            </a:lvl4pPr>
            <a:lvl5pPr indent="-406400" lvl="4" marL="2286000" marR="0" rtl="0" algn="l">
              <a:lnSpc>
                <a:spcPct val="90000"/>
              </a:lnSpc>
              <a:spcBef>
                <a:spcPts val="800"/>
              </a:spcBef>
              <a:spcAft>
                <a:spcPts val="0"/>
              </a:spcAft>
              <a:buClr>
                <a:srgbClr val="000033"/>
              </a:buClr>
              <a:buSzPts val="2800"/>
              <a:buFont typeface="Arial"/>
              <a:buChar char="•"/>
              <a:defRPr b="0" i="0" sz="2800" u="none" cap="none" strike="noStrike">
                <a:solidFill>
                  <a:srgbClr val="000033"/>
                </a:solidFill>
                <a:latin typeface="Arial"/>
                <a:ea typeface="Arial"/>
                <a:cs typeface="Arial"/>
                <a:sym typeface="Arial"/>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sp>
        <p:nvSpPr>
          <p:cNvPr id="32" name="Google Shape;32;p9"/>
          <p:cNvSpPr txBox="1"/>
          <p:nvPr>
            <p:ph type="title"/>
          </p:nvPr>
        </p:nvSpPr>
        <p:spPr>
          <a:xfrm>
            <a:off x="1100546" y="1715312"/>
            <a:ext cx="15773400" cy="1027800"/>
          </a:xfrm>
          <a:prstGeom prst="rect">
            <a:avLst/>
          </a:prstGeom>
          <a:noFill/>
          <a:ln>
            <a:noFill/>
          </a:ln>
        </p:spPr>
        <p:txBody>
          <a:bodyPr anchorCtr="0" anchor="t" bIns="137150" lIns="137150" spcFirstLastPara="1" rIns="137150" wrap="square" tIns="137150">
            <a:noAutofit/>
          </a:bodyPr>
          <a:lstStyle>
            <a:lvl1pPr lvl="0" marR="0" rtl="0" algn="l">
              <a:lnSpc>
                <a:spcPct val="90000"/>
              </a:lnSpc>
              <a:spcBef>
                <a:spcPts val="0"/>
              </a:spcBef>
              <a:spcAft>
                <a:spcPts val="0"/>
              </a:spcAft>
              <a:buClr>
                <a:srgbClr val="000033"/>
              </a:buClr>
              <a:buSzPts val="4200"/>
              <a:buFont typeface="Arial"/>
              <a:buNone/>
              <a:defRPr b="0" i="0" sz="4200" u="none" cap="none" strike="noStrike">
                <a:solidFill>
                  <a:srgbClr val="000033"/>
                </a:solidFill>
                <a:latin typeface="Arial"/>
                <a:ea typeface="Arial"/>
                <a:cs typeface="Arial"/>
                <a:sym typeface="Arial"/>
              </a:defRPr>
            </a:lvl1pPr>
            <a:lvl2pPr lvl="1"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34" name="Shape 34"/>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1">
  <p:cSld name="DEFAULT_1">
    <p:bg>
      <p:bgPr>
        <a:solidFill>
          <a:schemeClr val="lt1"/>
        </a:solidFill>
      </p:bgPr>
    </p:bg>
    <p:spTree>
      <p:nvGrpSpPr>
        <p:cNvPr id="35" name="Shape 3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6" name="Shape 36"/>
        <p:cNvGrpSpPr/>
        <p:nvPr/>
      </p:nvGrpSpPr>
      <p:grpSpPr>
        <a:xfrm>
          <a:off x="0" y="0"/>
          <a:ext cx="0" cy="0"/>
          <a:chOff x="0" y="0"/>
          <a:chExt cx="0" cy="0"/>
        </a:xfrm>
      </p:grpSpPr>
      <p:sp>
        <p:nvSpPr>
          <p:cNvPr id="37" name="Google Shape;37;p13"/>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p:cSld name="Diapositiva de título">
    <p:bg>
      <p:bgPr>
        <a:solidFill>
          <a:srgbClr val="000033"/>
        </a:solidFill>
      </p:bgPr>
    </p:bg>
    <p:spTree>
      <p:nvGrpSpPr>
        <p:cNvPr id="38" name="Shape 38"/>
        <p:cNvGrpSpPr/>
        <p:nvPr/>
      </p:nvGrpSpPr>
      <p:grpSpPr>
        <a:xfrm>
          <a:off x="0" y="0"/>
          <a:ext cx="0" cy="0"/>
          <a:chOff x="0" y="0"/>
          <a:chExt cx="0" cy="0"/>
        </a:xfrm>
      </p:grpSpPr>
      <p:pic>
        <p:nvPicPr>
          <p:cNvPr descr="pasted-image.pdf" id="39" name="Google Shape;39;p14"/>
          <p:cNvPicPr preferRelativeResize="0"/>
          <p:nvPr/>
        </p:nvPicPr>
        <p:blipFill rotWithShape="1">
          <a:blip r:embed="rId2">
            <a:alphaModFix/>
          </a:blip>
          <a:srcRect b="5159" l="0" r="0" t="0"/>
          <a:stretch/>
        </p:blipFill>
        <p:spPr>
          <a:xfrm>
            <a:off x="2711356" y="633590"/>
            <a:ext cx="12911777" cy="9220964"/>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EO - Nuevo Logo">
  <p:cSld name="NEO - Nuevo Logo">
    <p:bg>
      <p:bgPr>
        <a:solidFill>
          <a:srgbClr val="000033"/>
        </a:solidFill>
      </p:bgPr>
    </p:bg>
    <p:spTree>
      <p:nvGrpSpPr>
        <p:cNvPr id="40" name="Shape 40"/>
        <p:cNvGrpSpPr/>
        <p:nvPr/>
      </p:nvGrpSpPr>
      <p:grpSpPr>
        <a:xfrm>
          <a:off x="0" y="0"/>
          <a:ext cx="0" cy="0"/>
          <a:chOff x="0" y="0"/>
          <a:chExt cx="0" cy="0"/>
        </a:xfrm>
      </p:grpSpPr>
      <p:sp>
        <p:nvSpPr>
          <p:cNvPr id="41" name="Google Shape;41;p15"/>
          <p:cNvSpPr txBox="1"/>
          <p:nvPr>
            <p:ph idx="1" type="body"/>
          </p:nvPr>
        </p:nvSpPr>
        <p:spPr>
          <a:xfrm>
            <a:off x="3150392" y="5142828"/>
            <a:ext cx="11995800" cy="1221600"/>
          </a:xfrm>
          <a:prstGeom prst="rect">
            <a:avLst/>
          </a:prstGeom>
          <a:noFill/>
          <a:ln>
            <a:noFill/>
          </a:ln>
        </p:spPr>
        <p:txBody>
          <a:bodyPr anchorCtr="0" anchor="t" bIns="137150" lIns="137150" spcFirstLastPara="1" rIns="137150" wrap="square" tIns="137150">
            <a:noAutofit/>
          </a:bodyPr>
          <a:lstStyle>
            <a:lvl1pPr indent="-228600" lvl="0" marL="457200" marR="0" rtl="0" algn="l">
              <a:lnSpc>
                <a:spcPct val="90000"/>
              </a:lnSpc>
              <a:spcBef>
                <a:spcPts val="1600"/>
              </a:spcBef>
              <a:spcAft>
                <a:spcPts val="0"/>
              </a:spcAft>
              <a:buClr>
                <a:schemeClr val="lt1"/>
              </a:buClr>
              <a:buSzPts val="5400"/>
              <a:buFont typeface="Arial"/>
              <a:buNone/>
              <a:defRPr b="0" i="0" sz="5400" u="none" cap="none" strike="noStrike">
                <a:solidFill>
                  <a:schemeClr val="lt1"/>
                </a:solidFill>
                <a:latin typeface="Arial"/>
                <a:ea typeface="Arial"/>
                <a:cs typeface="Arial"/>
                <a:sym typeface="Arial"/>
              </a:defRPr>
            </a:lvl1pPr>
            <a:lvl2pPr indent="-228600" lvl="1" marL="914400" marR="0" rtl="0" algn="l">
              <a:lnSpc>
                <a:spcPct val="90000"/>
              </a:lnSpc>
              <a:spcBef>
                <a:spcPts val="800"/>
              </a:spcBef>
              <a:spcAft>
                <a:spcPts val="0"/>
              </a:spcAft>
              <a:buClr>
                <a:schemeClr val="lt1"/>
              </a:buClr>
              <a:buSzPts val="4800"/>
              <a:buFont typeface="Arial"/>
              <a:buNone/>
              <a:defRPr b="0" i="0" sz="4800" u="none" cap="none" strike="noStrike">
                <a:solidFill>
                  <a:schemeClr val="lt1"/>
                </a:solidFill>
                <a:latin typeface="Arial"/>
                <a:ea typeface="Arial"/>
                <a:cs typeface="Arial"/>
                <a:sym typeface="Arial"/>
              </a:defRPr>
            </a:lvl2pPr>
            <a:lvl3pPr indent="-228600" lvl="2" marL="1371600" marR="0" rtl="0" algn="l">
              <a:lnSpc>
                <a:spcPct val="90000"/>
              </a:lnSpc>
              <a:spcBef>
                <a:spcPts val="800"/>
              </a:spcBef>
              <a:spcAft>
                <a:spcPts val="0"/>
              </a:spcAft>
              <a:buClr>
                <a:schemeClr val="lt1"/>
              </a:buClr>
              <a:buSzPts val="3000"/>
              <a:buFont typeface="Arial"/>
              <a:buNone/>
              <a:defRPr b="0" i="0" sz="3000" u="none" cap="none" strike="noStrike">
                <a:solidFill>
                  <a:schemeClr val="lt1"/>
                </a:solidFill>
                <a:latin typeface="Calibri"/>
                <a:ea typeface="Calibri"/>
                <a:cs typeface="Calibri"/>
                <a:sym typeface="Calibri"/>
              </a:defRPr>
            </a:lvl3pPr>
            <a:lvl4pPr indent="-228600" lvl="3" marL="1828800" marR="0" rtl="0" algn="l">
              <a:lnSpc>
                <a:spcPct val="90000"/>
              </a:lnSpc>
              <a:spcBef>
                <a:spcPts val="800"/>
              </a:spcBef>
              <a:spcAft>
                <a:spcPts val="0"/>
              </a:spcAft>
              <a:buClr>
                <a:schemeClr val="lt1"/>
              </a:buClr>
              <a:buSzPts val="2800"/>
              <a:buFont typeface="Arial"/>
              <a:buNone/>
              <a:defRPr b="0" i="0" sz="2800" u="none" cap="none" strike="noStrike">
                <a:solidFill>
                  <a:schemeClr val="lt1"/>
                </a:solidFill>
                <a:latin typeface="Calibri"/>
                <a:ea typeface="Calibri"/>
                <a:cs typeface="Calibri"/>
                <a:sym typeface="Calibri"/>
              </a:defRPr>
            </a:lvl4pPr>
            <a:lvl5pPr indent="-228600" lvl="4" marL="2286000" marR="0" rtl="0" algn="l">
              <a:lnSpc>
                <a:spcPct val="90000"/>
              </a:lnSpc>
              <a:spcBef>
                <a:spcPts val="800"/>
              </a:spcBef>
              <a:spcAft>
                <a:spcPts val="0"/>
              </a:spcAft>
              <a:buClr>
                <a:schemeClr val="lt1"/>
              </a:buClr>
              <a:buSzPts val="2800"/>
              <a:buFont typeface="Arial"/>
              <a:buNone/>
              <a:defRPr b="0" i="0" sz="2800" u="none" cap="none" strike="noStrike">
                <a:solidFill>
                  <a:schemeClr val="lt1"/>
                </a:solidFill>
                <a:latin typeface="Calibri"/>
                <a:ea typeface="Calibri"/>
                <a:cs typeface="Calibri"/>
                <a:sym typeface="Calibri"/>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pic>
        <p:nvPicPr>
          <p:cNvPr id="42" name="Google Shape;42;p15"/>
          <p:cNvPicPr preferRelativeResize="0"/>
          <p:nvPr/>
        </p:nvPicPr>
        <p:blipFill rotWithShape="1">
          <a:blip r:embed="rId2">
            <a:alphaModFix/>
          </a:blip>
          <a:srcRect b="34297" l="0" r="0" t="0"/>
          <a:stretch/>
        </p:blipFill>
        <p:spPr>
          <a:xfrm>
            <a:off x="2374232" y="1599990"/>
            <a:ext cx="6038586" cy="2318867"/>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spTree>
      <p:nvGrpSpPr>
        <p:cNvPr id="43" name="Shape 43"/>
        <p:cNvGrpSpPr/>
        <p:nvPr/>
      </p:nvGrpSpPr>
      <p:grpSpPr>
        <a:xfrm>
          <a:off x="0" y="0"/>
          <a:ext cx="0" cy="0"/>
          <a:chOff x="0" y="0"/>
          <a:chExt cx="0" cy="0"/>
        </a:xfrm>
      </p:grpSpPr>
      <p:sp>
        <p:nvSpPr>
          <p:cNvPr id="44" name="Google Shape;44;p16"/>
          <p:cNvSpPr txBox="1"/>
          <p:nvPr>
            <p:ph type="title"/>
          </p:nvPr>
        </p:nvSpPr>
        <p:spPr>
          <a:xfrm>
            <a:off x="1471612" y="4276726"/>
            <a:ext cx="7872600" cy="2345400"/>
          </a:xfrm>
          <a:prstGeom prst="rect">
            <a:avLst/>
          </a:prstGeom>
          <a:noFill/>
          <a:ln>
            <a:noFill/>
          </a:ln>
        </p:spPr>
        <p:txBody>
          <a:bodyPr anchorCtr="0" anchor="t" bIns="137150" lIns="137150" spcFirstLastPara="1" rIns="137150" wrap="square" tIns="137150">
            <a:noAutofit/>
          </a:bodyPr>
          <a:lstStyle>
            <a:lvl1pPr lvl="0" marR="0" rtl="0" algn="l">
              <a:lnSpc>
                <a:spcPct val="90000"/>
              </a:lnSpc>
              <a:spcBef>
                <a:spcPts val="0"/>
              </a:spcBef>
              <a:spcAft>
                <a:spcPts val="0"/>
              </a:spcAft>
              <a:buClr>
                <a:srgbClr val="000033"/>
              </a:buClr>
              <a:buSzPts val="5400"/>
              <a:buFont typeface="Arial"/>
              <a:buNone/>
              <a:defRPr b="0" i="0" sz="5400" u="none" cap="none" strike="noStrike">
                <a:solidFill>
                  <a:srgbClr val="000033"/>
                </a:solidFill>
                <a:latin typeface="Arial"/>
                <a:ea typeface="Arial"/>
                <a:cs typeface="Arial"/>
                <a:sym typeface="Arial"/>
              </a:defRPr>
            </a:lvl1pPr>
            <a:lvl2pPr lvl="1"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p:cSld name="1_Título y objetos">
    <p:spTree>
      <p:nvGrpSpPr>
        <p:cNvPr id="45" name="Shape 45"/>
        <p:cNvGrpSpPr/>
        <p:nvPr/>
      </p:nvGrpSpPr>
      <p:grpSpPr>
        <a:xfrm>
          <a:off x="0" y="0"/>
          <a:ext cx="0" cy="0"/>
          <a:chOff x="0" y="0"/>
          <a:chExt cx="0" cy="0"/>
        </a:xfrm>
      </p:grpSpPr>
      <p:sp>
        <p:nvSpPr>
          <p:cNvPr id="46" name="Google Shape;46;p17"/>
          <p:cNvSpPr txBox="1"/>
          <p:nvPr>
            <p:ph idx="1" type="body"/>
          </p:nvPr>
        </p:nvSpPr>
        <p:spPr>
          <a:xfrm>
            <a:off x="1100546" y="3095898"/>
            <a:ext cx="15773400" cy="6838200"/>
          </a:xfrm>
          <a:prstGeom prst="rect">
            <a:avLst/>
          </a:prstGeom>
          <a:noFill/>
          <a:ln>
            <a:noFill/>
          </a:ln>
        </p:spPr>
        <p:txBody>
          <a:bodyPr anchorCtr="0" anchor="t" bIns="137150" lIns="137150" spcFirstLastPara="1" rIns="137150" wrap="square" tIns="137150">
            <a:noAutofit/>
          </a:bodyPr>
          <a:lstStyle>
            <a:lvl1pPr indent="-495300" lvl="0" marL="457200" marR="0" rtl="0" algn="l">
              <a:lnSpc>
                <a:spcPct val="90000"/>
              </a:lnSpc>
              <a:spcBef>
                <a:spcPts val="1600"/>
              </a:spcBef>
              <a:spcAft>
                <a:spcPts val="0"/>
              </a:spcAft>
              <a:buClr>
                <a:srgbClr val="000033"/>
              </a:buClr>
              <a:buSzPts val="4200"/>
              <a:buFont typeface="Arial"/>
              <a:buChar char="•"/>
              <a:defRPr b="0" i="0" sz="4200" u="none" cap="none" strike="noStrike">
                <a:solidFill>
                  <a:srgbClr val="000033"/>
                </a:solidFill>
                <a:latin typeface="Arial"/>
                <a:ea typeface="Arial"/>
                <a:cs typeface="Arial"/>
                <a:sym typeface="Arial"/>
              </a:defRPr>
            </a:lvl1pPr>
            <a:lvl2pPr indent="-457200" lvl="1" marL="914400" marR="0" rtl="0" algn="l">
              <a:lnSpc>
                <a:spcPct val="90000"/>
              </a:lnSpc>
              <a:spcBef>
                <a:spcPts val="800"/>
              </a:spcBef>
              <a:spcAft>
                <a:spcPts val="0"/>
              </a:spcAft>
              <a:buClr>
                <a:srgbClr val="000033"/>
              </a:buClr>
              <a:buSzPts val="3600"/>
              <a:buFont typeface="Arial"/>
              <a:buChar char="•"/>
              <a:defRPr b="0" i="0" sz="3600" u="none" cap="none" strike="noStrike">
                <a:solidFill>
                  <a:srgbClr val="000033"/>
                </a:solidFill>
                <a:latin typeface="Arial"/>
                <a:ea typeface="Arial"/>
                <a:cs typeface="Arial"/>
                <a:sym typeface="Arial"/>
              </a:defRPr>
            </a:lvl2pPr>
            <a:lvl3pPr indent="-419100" lvl="2" marL="1371600" marR="0" rtl="0" algn="l">
              <a:lnSpc>
                <a:spcPct val="90000"/>
              </a:lnSpc>
              <a:spcBef>
                <a:spcPts val="800"/>
              </a:spcBef>
              <a:spcAft>
                <a:spcPts val="0"/>
              </a:spcAft>
              <a:buClr>
                <a:srgbClr val="000033"/>
              </a:buClr>
              <a:buSzPts val="3000"/>
              <a:buFont typeface="Arial"/>
              <a:buChar char="•"/>
              <a:defRPr b="0" i="0" sz="3000" u="none" cap="none" strike="noStrike">
                <a:solidFill>
                  <a:srgbClr val="000033"/>
                </a:solidFill>
                <a:latin typeface="Arial"/>
                <a:ea typeface="Arial"/>
                <a:cs typeface="Arial"/>
                <a:sym typeface="Arial"/>
              </a:defRPr>
            </a:lvl3pPr>
            <a:lvl4pPr indent="-406400" lvl="3" marL="1828800" marR="0" rtl="0" algn="l">
              <a:lnSpc>
                <a:spcPct val="90000"/>
              </a:lnSpc>
              <a:spcBef>
                <a:spcPts val="800"/>
              </a:spcBef>
              <a:spcAft>
                <a:spcPts val="0"/>
              </a:spcAft>
              <a:buClr>
                <a:srgbClr val="000033"/>
              </a:buClr>
              <a:buSzPts val="2800"/>
              <a:buFont typeface="Arial"/>
              <a:buChar char="•"/>
              <a:defRPr b="0" i="0" sz="2800" u="none" cap="none" strike="noStrike">
                <a:solidFill>
                  <a:srgbClr val="000033"/>
                </a:solidFill>
                <a:latin typeface="Arial"/>
                <a:ea typeface="Arial"/>
                <a:cs typeface="Arial"/>
                <a:sym typeface="Arial"/>
              </a:defRPr>
            </a:lvl4pPr>
            <a:lvl5pPr indent="-406400" lvl="4" marL="2286000" marR="0" rtl="0" algn="l">
              <a:lnSpc>
                <a:spcPct val="90000"/>
              </a:lnSpc>
              <a:spcBef>
                <a:spcPts val="800"/>
              </a:spcBef>
              <a:spcAft>
                <a:spcPts val="0"/>
              </a:spcAft>
              <a:buClr>
                <a:srgbClr val="000033"/>
              </a:buClr>
              <a:buSzPts val="2800"/>
              <a:buFont typeface="Arial"/>
              <a:buChar char="•"/>
              <a:defRPr b="0" i="0" sz="2800" u="none" cap="none" strike="noStrike">
                <a:solidFill>
                  <a:srgbClr val="000033"/>
                </a:solidFill>
                <a:latin typeface="Arial"/>
                <a:ea typeface="Arial"/>
                <a:cs typeface="Arial"/>
                <a:sym typeface="Arial"/>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sp>
        <p:nvSpPr>
          <p:cNvPr id="47" name="Google Shape;47;p17"/>
          <p:cNvSpPr txBox="1"/>
          <p:nvPr>
            <p:ph type="title"/>
          </p:nvPr>
        </p:nvSpPr>
        <p:spPr>
          <a:xfrm>
            <a:off x="1100546" y="1715312"/>
            <a:ext cx="15773400" cy="1027800"/>
          </a:xfrm>
          <a:prstGeom prst="rect">
            <a:avLst/>
          </a:prstGeom>
          <a:noFill/>
          <a:ln>
            <a:noFill/>
          </a:ln>
        </p:spPr>
        <p:txBody>
          <a:bodyPr anchorCtr="0" anchor="t" bIns="137150" lIns="137150" spcFirstLastPara="1" rIns="137150" wrap="square" tIns="137150">
            <a:noAutofit/>
          </a:bodyPr>
          <a:lstStyle>
            <a:lvl1pPr lvl="0" marR="0" rtl="0" algn="l">
              <a:lnSpc>
                <a:spcPct val="90000"/>
              </a:lnSpc>
              <a:spcBef>
                <a:spcPts val="0"/>
              </a:spcBef>
              <a:spcAft>
                <a:spcPts val="0"/>
              </a:spcAft>
              <a:buClr>
                <a:srgbClr val="000033"/>
              </a:buClr>
              <a:buSzPts val="4200"/>
              <a:buFont typeface="Arial"/>
              <a:buNone/>
              <a:defRPr b="0" i="0" sz="4200" u="none" cap="none" strike="noStrike">
                <a:solidFill>
                  <a:srgbClr val="000033"/>
                </a:solidFill>
                <a:latin typeface="Arial"/>
                <a:ea typeface="Arial"/>
                <a:cs typeface="Arial"/>
                <a:sym typeface="Arial"/>
              </a:defRPr>
            </a:lvl1pPr>
            <a:lvl2pPr lvl="1"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9pPr>
          </a:lstStyle>
          <a:p/>
        </p:txBody>
      </p:sp>
      <p:cxnSp>
        <p:nvCxnSpPr>
          <p:cNvPr id="48" name="Google Shape;48;p17"/>
          <p:cNvCxnSpPr/>
          <p:nvPr/>
        </p:nvCxnSpPr>
        <p:spPr>
          <a:xfrm>
            <a:off x="14343016" y="1047688"/>
            <a:ext cx="3723000" cy="0"/>
          </a:xfrm>
          <a:prstGeom prst="straightConnector1">
            <a:avLst/>
          </a:prstGeom>
          <a:noFill/>
          <a:ln cap="flat" cmpd="sng" w="19050">
            <a:solidFill>
              <a:srgbClr val="000033"/>
            </a:solidFill>
            <a:prstDash val="solid"/>
            <a:miter lim="80"/>
            <a:headEnd len="sm" w="sm" type="none"/>
            <a:tailEnd len="sm" w="sm" type="none"/>
          </a:ln>
        </p:spPr>
      </p:cxnSp>
      <p:pic>
        <p:nvPicPr>
          <p:cNvPr descr="pasted-image.pdf" id="49" name="Google Shape;49;p17"/>
          <p:cNvPicPr preferRelativeResize="0"/>
          <p:nvPr/>
        </p:nvPicPr>
        <p:blipFill rotWithShape="1">
          <a:blip r:embed="rId2">
            <a:alphaModFix/>
          </a:blip>
          <a:srcRect b="27954" l="0" r="0" t="0"/>
          <a:stretch/>
        </p:blipFill>
        <p:spPr>
          <a:xfrm>
            <a:off x="415800" y="378000"/>
            <a:ext cx="1333752" cy="486000"/>
          </a:xfrm>
          <a:prstGeom prst="rect">
            <a:avLst/>
          </a:prstGeom>
          <a:noFill/>
          <a:ln>
            <a:noFill/>
          </a:ln>
        </p:spPr>
      </p:pic>
      <p:sp>
        <p:nvSpPr>
          <p:cNvPr id="50" name="Google Shape;50;p17"/>
          <p:cNvSpPr txBox="1"/>
          <p:nvPr/>
        </p:nvSpPr>
        <p:spPr>
          <a:xfrm>
            <a:off x="14030662" y="260656"/>
            <a:ext cx="4074600" cy="415200"/>
          </a:xfrm>
          <a:prstGeom prst="rect">
            <a:avLst/>
          </a:prstGeom>
          <a:noFill/>
          <a:ln>
            <a:noFill/>
          </a:ln>
        </p:spPr>
        <p:txBody>
          <a:bodyPr anchorCtr="0" anchor="t" bIns="68550" lIns="137150" spcFirstLastPara="1" rIns="137150" wrap="square" tIns="68550">
            <a:noAutofit/>
          </a:bodyPr>
          <a:lstStyle/>
          <a:p>
            <a:pPr indent="0" lvl="0" marL="0" marR="0" rtl="0" algn="r">
              <a:lnSpc>
                <a:spcPct val="100000"/>
              </a:lnSpc>
              <a:spcBef>
                <a:spcPts val="0"/>
              </a:spcBef>
              <a:spcAft>
                <a:spcPts val="0"/>
              </a:spcAft>
              <a:buClr>
                <a:srgbClr val="000000"/>
              </a:buClr>
              <a:buSzPts val="1800"/>
              <a:buFont typeface="Arial"/>
              <a:buNone/>
            </a:pPr>
            <a:r>
              <a:rPr b="1" i="0" lang="en-US" sz="1800" u="none" cap="none" strike="noStrike">
                <a:solidFill>
                  <a:schemeClr val="dk1"/>
                </a:solidFill>
                <a:latin typeface="Arial"/>
                <a:ea typeface="Arial"/>
                <a:cs typeface="Arial"/>
                <a:sym typeface="Arial"/>
              </a:rPr>
              <a:t>Tasa de rebote</a:t>
            </a:r>
            <a:endParaRPr b="1" i="0" sz="1800" u="none" cap="none" strike="noStrike">
              <a:solidFill>
                <a:schemeClr val="dk1"/>
              </a:solidFill>
              <a:latin typeface="Arial"/>
              <a:ea typeface="Arial"/>
              <a:cs typeface="Arial"/>
              <a:sym typeface="Arial"/>
            </a:endParaRPr>
          </a:p>
        </p:txBody>
      </p:sp>
      <p:sp>
        <p:nvSpPr>
          <p:cNvPr id="51" name="Google Shape;51;p17"/>
          <p:cNvSpPr txBox="1"/>
          <p:nvPr/>
        </p:nvSpPr>
        <p:spPr>
          <a:xfrm>
            <a:off x="14030662" y="613354"/>
            <a:ext cx="4074600" cy="415200"/>
          </a:xfrm>
          <a:prstGeom prst="rect">
            <a:avLst/>
          </a:prstGeom>
          <a:noFill/>
          <a:ln>
            <a:noFill/>
          </a:ln>
        </p:spPr>
        <p:txBody>
          <a:bodyPr anchorCtr="0" anchor="t" bIns="68550" lIns="137150" spcFirstLastPara="1" rIns="137150" wrap="square" tIns="68550">
            <a:noAutofit/>
          </a:bodyPr>
          <a:lstStyle/>
          <a:p>
            <a:pPr indent="0" lvl="0" marL="0" marR="0" rtl="0" algn="r">
              <a:lnSpc>
                <a:spcPct val="100000"/>
              </a:lnSpc>
              <a:spcBef>
                <a:spcPts val="0"/>
              </a:spcBef>
              <a:spcAft>
                <a:spcPts val="0"/>
              </a:spcAft>
              <a:buClr>
                <a:srgbClr val="000000"/>
              </a:buClr>
              <a:buSzPts val="1800"/>
              <a:buFont typeface="Arial"/>
              <a:buNone/>
            </a:pPr>
            <a:r>
              <a:rPr b="1" i="0" lang="en-US" sz="1800" u="none" cap="none" strike="noStrike">
                <a:solidFill>
                  <a:schemeClr val="dk1"/>
                </a:solidFill>
                <a:latin typeface="Arial"/>
                <a:ea typeface="Arial"/>
                <a:cs typeface="Arial"/>
                <a:sym typeface="Arial"/>
              </a:rPr>
              <a:t>Sodimac</a:t>
            </a:r>
            <a:endParaRPr b="0" i="0" sz="22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1">
  <p:cSld name="1_Título y objetos_1">
    <p:spTree>
      <p:nvGrpSpPr>
        <p:cNvPr id="52" name="Shape 52"/>
        <p:cNvGrpSpPr/>
        <p:nvPr/>
      </p:nvGrpSpPr>
      <p:grpSpPr>
        <a:xfrm>
          <a:off x="0" y="0"/>
          <a:ext cx="0" cy="0"/>
          <a:chOff x="0" y="0"/>
          <a:chExt cx="0" cy="0"/>
        </a:xfrm>
      </p:grpSpPr>
      <p:sp>
        <p:nvSpPr>
          <p:cNvPr id="53" name="Google Shape;53;p18"/>
          <p:cNvSpPr/>
          <p:nvPr/>
        </p:nvSpPr>
        <p:spPr>
          <a:xfrm>
            <a:off x="746500" y="561950"/>
            <a:ext cx="16954800" cy="9105600"/>
          </a:xfrm>
          <a:prstGeom prst="rect">
            <a:avLst/>
          </a:prstGeom>
          <a:noFill/>
          <a:ln cap="flat" cmpd="sng" w="19050">
            <a:solidFill>
              <a:srgbClr val="EFEFEF"/>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asted-image.pdf" id="54" name="Google Shape;54;p18"/>
          <p:cNvPicPr preferRelativeResize="0"/>
          <p:nvPr/>
        </p:nvPicPr>
        <p:blipFill rotWithShape="1">
          <a:blip r:embed="rId2">
            <a:alphaModFix/>
          </a:blip>
          <a:srcRect b="27954" l="0" r="0" t="0"/>
          <a:stretch/>
        </p:blipFill>
        <p:spPr>
          <a:xfrm>
            <a:off x="16416300" y="9122850"/>
            <a:ext cx="1132600" cy="4127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1 1">
  <p:cSld name="1_Título y objetos_1_1">
    <p:spTree>
      <p:nvGrpSpPr>
        <p:cNvPr id="55" name="Shape 55"/>
        <p:cNvGrpSpPr/>
        <p:nvPr/>
      </p:nvGrpSpPr>
      <p:grpSpPr>
        <a:xfrm>
          <a:off x="0" y="0"/>
          <a:ext cx="0" cy="0"/>
          <a:chOff x="0" y="0"/>
          <a:chExt cx="0" cy="0"/>
        </a:xfrm>
      </p:grpSpPr>
      <p:sp>
        <p:nvSpPr>
          <p:cNvPr id="56" name="Google Shape;56;p19"/>
          <p:cNvSpPr/>
          <p:nvPr/>
        </p:nvSpPr>
        <p:spPr>
          <a:xfrm>
            <a:off x="746500" y="561950"/>
            <a:ext cx="16954800" cy="9105600"/>
          </a:xfrm>
          <a:prstGeom prst="rect">
            <a:avLst/>
          </a:prstGeom>
          <a:noFill/>
          <a:ln cap="flat" cmpd="sng" w="19050">
            <a:solidFill>
              <a:srgbClr val="EFEFEF"/>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asted-image.pdf" id="57" name="Google Shape;57;p19"/>
          <p:cNvPicPr preferRelativeResize="0"/>
          <p:nvPr/>
        </p:nvPicPr>
        <p:blipFill rotWithShape="1">
          <a:blip r:embed="rId2">
            <a:alphaModFix/>
          </a:blip>
          <a:srcRect b="27954" l="0" r="0" t="0"/>
          <a:stretch/>
        </p:blipFill>
        <p:spPr>
          <a:xfrm>
            <a:off x="15783092" y="8892550"/>
            <a:ext cx="1727091" cy="629362"/>
          </a:xfrm>
          <a:prstGeom prst="rect">
            <a:avLst/>
          </a:prstGeom>
          <a:noFill/>
          <a:ln>
            <a:noFill/>
          </a:ln>
        </p:spPr>
      </p:pic>
      <p:sp>
        <p:nvSpPr>
          <p:cNvPr id="58" name="Google Shape;58;p19"/>
          <p:cNvSpPr txBox="1"/>
          <p:nvPr/>
        </p:nvSpPr>
        <p:spPr>
          <a:xfrm>
            <a:off x="1232000" y="3017650"/>
            <a:ext cx="15193200" cy="2817000"/>
          </a:xfrm>
          <a:prstGeom prst="rect">
            <a:avLst/>
          </a:prstGeom>
          <a:noFill/>
          <a:ln>
            <a:noFill/>
          </a:ln>
        </p:spPr>
        <p:txBody>
          <a:bodyPr anchorCtr="0" anchor="t" bIns="68550" lIns="137150" spcFirstLastPara="1" rIns="137150" wrap="square" tIns="68550">
            <a:noAutofit/>
          </a:bodyPr>
          <a:lstStyle/>
          <a:p>
            <a:pPr indent="0" lvl="0" marL="0" marR="0" rtl="0" algn="l">
              <a:lnSpc>
                <a:spcPct val="100000"/>
              </a:lnSpc>
              <a:spcBef>
                <a:spcPts val="0"/>
              </a:spcBef>
              <a:spcAft>
                <a:spcPts val="0"/>
              </a:spcAft>
              <a:buClr>
                <a:srgbClr val="000000"/>
              </a:buClr>
              <a:buSzPts val="9000"/>
              <a:buFont typeface="Arial"/>
              <a:buNone/>
            </a:pPr>
            <a:r>
              <a:rPr b="0" i="0" lang="en-US" sz="9000" u="none" cap="none" strike="noStrike">
                <a:solidFill>
                  <a:srgbClr val="010733"/>
                </a:solidFill>
                <a:latin typeface="Montserrat ExtraLight"/>
                <a:ea typeface="Montserrat ExtraLight"/>
                <a:cs typeface="Montserrat ExtraLight"/>
                <a:sym typeface="Montserrat ExtraLight"/>
              </a:rPr>
              <a:t>Propuesta Implementación SEO</a:t>
            </a:r>
            <a:endParaRPr b="0" i="0" sz="9000" u="none" cap="none" strike="noStrike">
              <a:solidFill>
                <a:srgbClr val="010733"/>
              </a:solidFill>
              <a:latin typeface="Montserrat ExtraLight"/>
              <a:ea typeface="Montserrat ExtraLight"/>
              <a:cs typeface="Montserrat ExtraLight"/>
              <a:sym typeface="Montserrat ExtraLight"/>
            </a:endParaRPr>
          </a:p>
          <a:p>
            <a:pPr indent="0" lvl="0" marL="0" marR="0" rtl="0" algn="l">
              <a:lnSpc>
                <a:spcPct val="100000"/>
              </a:lnSpc>
              <a:spcBef>
                <a:spcPts val="0"/>
              </a:spcBef>
              <a:spcAft>
                <a:spcPts val="0"/>
              </a:spcAft>
              <a:buClr>
                <a:srgbClr val="000000"/>
              </a:buClr>
              <a:buSzPts val="9000"/>
              <a:buFont typeface="Arial"/>
              <a:buNone/>
            </a:pPr>
            <a:r>
              <a:rPr b="0" i="0" lang="en-US" sz="9000" u="none" cap="none" strike="noStrike">
                <a:solidFill>
                  <a:srgbClr val="010733"/>
                </a:solidFill>
                <a:latin typeface="Montserrat SemiBold"/>
                <a:ea typeface="Montserrat SemiBold"/>
                <a:cs typeface="Montserrat SemiBold"/>
                <a:sym typeface="Montserrat SemiBold"/>
              </a:rPr>
              <a:t>FERREYCORP</a:t>
            </a:r>
            <a:endParaRPr b="0" i="0" sz="9000" u="none" cap="none" strike="noStrike">
              <a:solidFill>
                <a:srgbClr val="01073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rgbClr val="000000"/>
              </a:buClr>
              <a:buSzPts val="3600"/>
              <a:buFont typeface="Arial"/>
              <a:buNone/>
            </a:pPr>
            <a:r>
              <a:rPr b="0" i="0" lang="en-US" sz="3600" u="none" cap="none" strike="noStrike">
                <a:solidFill>
                  <a:srgbClr val="010733"/>
                </a:solidFill>
                <a:latin typeface="Montserrat Light"/>
                <a:ea typeface="Montserrat Light"/>
                <a:cs typeface="Montserrat Light"/>
                <a:sym typeface="Montserrat Light"/>
              </a:rPr>
              <a:t>2019</a:t>
            </a:r>
            <a:endParaRPr b="0" i="0" sz="3600" u="none" cap="none" strike="noStrike">
              <a:solidFill>
                <a:srgbClr val="010733"/>
              </a:solidFill>
              <a:latin typeface="Montserrat Light"/>
              <a:ea typeface="Montserrat Light"/>
              <a:cs typeface="Montserrat Light"/>
              <a:sym typeface="Montserrat Light"/>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1 1 1">
  <p:cSld name="1_Título y objetos_1_1_1">
    <p:spTree>
      <p:nvGrpSpPr>
        <p:cNvPr id="59" name="Shape 59"/>
        <p:cNvGrpSpPr/>
        <p:nvPr/>
      </p:nvGrpSpPr>
      <p:grpSpPr>
        <a:xfrm>
          <a:off x="0" y="0"/>
          <a:ext cx="0" cy="0"/>
          <a:chOff x="0" y="0"/>
          <a:chExt cx="0" cy="0"/>
        </a:xfrm>
      </p:grpSpPr>
      <p:sp>
        <p:nvSpPr>
          <p:cNvPr id="60" name="Google Shape;60;p20"/>
          <p:cNvSpPr/>
          <p:nvPr/>
        </p:nvSpPr>
        <p:spPr>
          <a:xfrm>
            <a:off x="746500" y="561950"/>
            <a:ext cx="16954800" cy="9105600"/>
          </a:xfrm>
          <a:prstGeom prst="rect">
            <a:avLst/>
          </a:prstGeom>
          <a:noFill/>
          <a:ln cap="flat" cmpd="sng" w="19050">
            <a:solidFill>
              <a:srgbClr val="EFEFEF"/>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asted-image.pdf" id="61" name="Google Shape;61;p20"/>
          <p:cNvPicPr preferRelativeResize="0"/>
          <p:nvPr/>
        </p:nvPicPr>
        <p:blipFill rotWithShape="1">
          <a:blip r:embed="rId2">
            <a:alphaModFix/>
          </a:blip>
          <a:srcRect b="27954" l="0" r="0" t="0"/>
          <a:stretch/>
        </p:blipFill>
        <p:spPr>
          <a:xfrm>
            <a:off x="15878342" y="8902050"/>
            <a:ext cx="1727091" cy="629362"/>
          </a:xfrm>
          <a:prstGeom prst="rect">
            <a:avLst/>
          </a:prstGeom>
          <a:noFill/>
          <a:ln>
            <a:noFill/>
          </a:ln>
        </p:spPr>
      </p:pic>
      <p:sp>
        <p:nvSpPr>
          <p:cNvPr id="62" name="Google Shape;62;p20"/>
          <p:cNvSpPr txBox="1"/>
          <p:nvPr/>
        </p:nvSpPr>
        <p:spPr>
          <a:xfrm>
            <a:off x="1232000" y="4452600"/>
            <a:ext cx="6331200" cy="1381800"/>
          </a:xfrm>
          <a:prstGeom prst="rect">
            <a:avLst/>
          </a:prstGeom>
          <a:noFill/>
          <a:ln>
            <a:noFill/>
          </a:ln>
        </p:spPr>
        <p:txBody>
          <a:bodyPr anchorCtr="0" anchor="t" bIns="68550" lIns="137150" spcFirstLastPara="1" rIns="137150" wrap="square" tIns="68550">
            <a:noAutofit/>
          </a:bodyPr>
          <a:lstStyle/>
          <a:p>
            <a:pPr indent="0" lvl="0" marL="0" marR="0" rtl="0" algn="l">
              <a:lnSpc>
                <a:spcPct val="100000"/>
              </a:lnSpc>
              <a:spcBef>
                <a:spcPts val="0"/>
              </a:spcBef>
              <a:spcAft>
                <a:spcPts val="0"/>
              </a:spcAft>
              <a:buClr>
                <a:srgbClr val="000000"/>
              </a:buClr>
              <a:buSzPts val="9000"/>
              <a:buFont typeface="Arial"/>
              <a:buNone/>
            </a:pPr>
            <a:r>
              <a:rPr b="0" i="0" lang="en-US" sz="9000" u="none" cap="none" strike="noStrike">
                <a:solidFill>
                  <a:srgbClr val="010733"/>
                </a:solidFill>
                <a:latin typeface="Montserrat SemiBold"/>
                <a:ea typeface="Montserrat SemiBold"/>
                <a:cs typeface="Montserrat SemiBold"/>
                <a:sym typeface="Montserrat SemiBold"/>
              </a:rPr>
              <a:t>GRACIAS</a:t>
            </a:r>
            <a:endParaRPr b="0" i="0" sz="9000" u="none" cap="none" strike="noStrike">
              <a:solidFill>
                <a:srgbClr val="01073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rgbClr val="000000"/>
              </a:buClr>
              <a:buSzPts val="9000"/>
              <a:buFont typeface="Arial"/>
              <a:buNone/>
            </a:pPr>
            <a:r>
              <a:t/>
            </a:r>
            <a:endParaRPr b="0" i="0" sz="9000" u="none" cap="none" strike="noStrike">
              <a:solidFill>
                <a:srgbClr val="000000"/>
              </a:solidFill>
              <a:latin typeface="Montserrat SemiBold"/>
              <a:ea typeface="Montserrat SemiBold"/>
              <a:cs typeface="Montserrat SemiBold"/>
              <a:sym typeface="Montserrat SemiBold"/>
            </a:endParaRPr>
          </a:p>
        </p:txBody>
      </p:sp>
      <p:sp>
        <p:nvSpPr>
          <p:cNvPr id="63" name="Google Shape;63;p20"/>
          <p:cNvSpPr txBox="1"/>
          <p:nvPr/>
        </p:nvSpPr>
        <p:spPr>
          <a:xfrm>
            <a:off x="1231992" y="8179600"/>
            <a:ext cx="8379000" cy="1123200"/>
          </a:xfrm>
          <a:prstGeom prst="rect">
            <a:avLst/>
          </a:prstGeom>
          <a:noFill/>
          <a:ln>
            <a:noFill/>
          </a:ln>
        </p:spPr>
        <p:txBody>
          <a:bodyPr anchorCtr="0" anchor="ctr" bIns="76200" lIns="76200" spcFirstLastPara="1" rIns="76200" wrap="square" tIns="76200">
            <a:noAutofit/>
          </a:bodyPr>
          <a:lstStyle/>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0000"/>
                </a:solidFill>
                <a:latin typeface="Montserrat Light"/>
                <a:ea typeface="Montserrat Light"/>
                <a:cs typeface="Montserrat Light"/>
                <a:sym typeface="Montserrat Light"/>
              </a:rPr>
              <a:t>511 422 6250 / 421 1090</a:t>
            </a:r>
            <a:endParaRPr b="0" i="0" sz="2200" u="none" cap="none" strike="noStrike">
              <a:solidFill>
                <a:srgbClr val="000000"/>
              </a:solidFill>
              <a:latin typeface="Montserrat Light"/>
              <a:ea typeface="Montserrat Light"/>
              <a:cs typeface="Montserrat Light"/>
              <a:sym typeface="Montserrat Light"/>
            </a:endParaRPr>
          </a:p>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0000"/>
                </a:solidFill>
                <a:latin typeface="Montserrat Light"/>
                <a:ea typeface="Montserrat Light"/>
                <a:cs typeface="Montserrat Light"/>
                <a:sym typeface="Montserrat Light"/>
              </a:rPr>
              <a:t>Calle Río de la Plata 167, Of. 503 - 604, San Isidro.</a:t>
            </a:r>
            <a:endParaRPr b="0" i="0" sz="2200" u="none" cap="none" strike="noStrike">
              <a:solidFill>
                <a:srgbClr val="000000"/>
              </a:solidFill>
              <a:latin typeface="Montserrat Light"/>
              <a:ea typeface="Montserrat Light"/>
              <a:cs typeface="Montserrat Light"/>
              <a:sym typeface="Montserrat Light"/>
            </a:endParaRPr>
          </a:p>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0000"/>
                </a:solidFill>
                <a:latin typeface="Montserrat Light"/>
                <a:ea typeface="Montserrat Light"/>
                <a:cs typeface="Montserrat Light"/>
                <a:sym typeface="Montserrat Light"/>
              </a:rPr>
              <a:t>www. neo.com.pe </a:t>
            </a:r>
            <a:endParaRPr b="0" i="0" sz="2200" u="none" cap="none" strike="noStrike">
              <a:solidFill>
                <a:srgbClr val="000000"/>
              </a:solidFill>
              <a:latin typeface="Montserrat Light"/>
              <a:ea typeface="Montserrat Light"/>
              <a:cs typeface="Montserrat Light"/>
              <a:sym typeface="Montserrat Light"/>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de título">
  <p:cSld name="1_Diapositiva de título">
    <p:bg>
      <p:bgPr>
        <a:solidFill>
          <a:srgbClr val="000033"/>
        </a:solidFill>
      </p:bgPr>
    </p:bg>
    <p:spTree>
      <p:nvGrpSpPr>
        <p:cNvPr id="64" name="Shape 64"/>
        <p:cNvGrpSpPr/>
        <p:nvPr/>
      </p:nvGrpSpPr>
      <p:grpSpPr>
        <a:xfrm>
          <a:off x="0" y="0"/>
          <a:ext cx="0" cy="0"/>
          <a:chOff x="0" y="0"/>
          <a:chExt cx="0" cy="0"/>
        </a:xfrm>
      </p:grpSpPr>
      <p:sp>
        <p:nvSpPr>
          <p:cNvPr id="65" name="Google Shape;65;p21"/>
          <p:cNvSpPr txBox="1"/>
          <p:nvPr/>
        </p:nvSpPr>
        <p:spPr>
          <a:xfrm>
            <a:off x="6193768" y="8219552"/>
            <a:ext cx="5900400" cy="1123200"/>
          </a:xfrm>
          <a:prstGeom prst="rect">
            <a:avLst/>
          </a:prstGeom>
          <a:noFill/>
          <a:ln>
            <a:noFill/>
          </a:ln>
        </p:spPr>
        <p:txBody>
          <a:bodyPr anchorCtr="0" anchor="ctr" bIns="76200" lIns="76200" spcFirstLastPara="1" rIns="76200" wrap="square" tIns="76200">
            <a:noAutofit/>
          </a:bodyPr>
          <a:lstStyle/>
          <a:p>
            <a:pPr indent="0" lvl="0" marL="0" marR="0" rtl="0" algn="ctr">
              <a:lnSpc>
                <a:spcPct val="100000"/>
              </a:lnSpc>
              <a:spcBef>
                <a:spcPts val="0"/>
              </a:spcBef>
              <a:spcAft>
                <a:spcPts val="0"/>
              </a:spcAft>
              <a:buClr>
                <a:srgbClr val="000000"/>
              </a:buClr>
              <a:buSzPts val="2200"/>
              <a:buFont typeface="Arial"/>
              <a:buNone/>
            </a:pPr>
            <a:r>
              <a:rPr b="0" i="0" lang="en-US" sz="2200" u="none" cap="none" strike="noStrike">
                <a:solidFill>
                  <a:srgbClr val="FFFFFF"/>
                </a:solidFill>
                <a:latin typeface="Arial"/>
                <a:ea typeface="Arial"/>
                <a:cs typeface="Arial"/>
                <a:sym typeface="Arial"/>
              </a:rPr>
              <a:t>511 422 6250 / 421 1090</a:t>
            </a:r>
            <a:endParaRPr b="0" i="0" sz="22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0" i="0" lang="en-US" sz="2200" u="none" cap="none" strike="noStrike">
                <a:solidFill>
                  <a:srgbClr val="FFFFFF"/>
                </a:solidFill>
                <a:latin typeface="Arial"/>
                <a:ea typeface="Arial"/>
                <a:cs typeface="Arial"/>
                <a:sym typeface="Arial"/>
              </a:rPr>
              <a:t>Calle Rio de la Plata 167, Of. 403 - 503 San Isidro</a:t>
            </a:r>
            <a:endParaRPr b="0" i="0" sz="22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0" i="0" lang="en-US" sz="2200" u="none" cap="none" strike="noStrike">
                <a:solidFill>
                  <a:srgbClr val="FFFFFF"/>
                </a:solidFill>
                <a:latin typeface="Arial"/>
                <a:ea typeface="Arial"/>
                <a:cs typeface="Arial"/>
                <a:sym typeface="Arial"/>
              </a:rPr>
              <a:t>www. neo.com.pe</a:t>
            </a:r>
            <a:endParaRPr b="0" i="0" sz="2200" u="none" cap="none" strike="noStrike">
              <a:solidFill>
                <a:srgbClr val="000000"/>
              </a:solidFill>
              <a:latin typeface="Arial"/>
              <a:ea typeface="Arial"/>
              <a:cs typeface="Arial"/>
              <a:sym typeface="Arial"/>
            </a:endParaRPr>
          </a:p>
        </p:txBody>
      </p:sp>
      <p:pic>
        <p:nvPicPr>
          <p:cNvPr id="66" name="Google Shape;66;p21"/>
          <p:cNvPicPr preferRelativeResize="0"/>
          <p:nvPr/>
        </p:nvPicPr>
        <p:blipFill rotWithShape="1">
          <a:blip r:embed="rId2">
            <a:alphaModFix/>
          </a:blip>
          <a:srcRect b="33218" l="0" r="0" t="0"/>
          <a:stretch/>
        </p:blipFill>
        <p:spPr>
          <a:xfrm>
            <a:off x="7439688" y="4070212"/>
            <a:ext cx="3408626" cy="133046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de título 1">
  <p:cSld name="1_Diapositiva de título_1">
    <p:bg>
      <p:bgPr>
        <a:solidFill>
          <a:srgbClr val="000033"/>
        </a:solidFill>
      </p:bgPr>
    </p:bg>
    <p:spTree>
      <p:nvGrpSpPr>
        <p:cNvPr id="67" name="Shape 67"/>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p:cSld name="Título y objetos">
    <p:spTree>
      <p:nvGrpSpPr>
        <p:cNvPr id="68" name="Shape 68"/>
        <p:cNvGrpSpPr/>
        <p:nvPr/>
      </p:nvGrpSpPr>
      <p:grpSpPr>
        <a:xfrm>
          <a:off x="0" y="0"/>
          <a:ext cx="0" cy="0"/>
          <a:chOff x="0" y="0"/>
          <a:chExt cx="0" cy="0"/>
        </a:xfrm>
      </p:grpSpPr>
      <p:pic>
        <p:nvPicPr>
          <p:cNvPr descr="pasted-image.pdf" id="69" name="Google Shape;69;p23"/>
          <p:cNvPicPr preferRelativeResize="0"/>
          <p:nvPr/>
        </p:nvPicPr>
        <p:blipFill rotWithShape="1">
          <a:blip r:embed="rId2">
            <a:alphaModFix/>
          </a:blip>
          <a:srcRect b="0" l="0" r="941" t="0"/>
          <a:stretch/>
        </p:blipFill>
        <p:spPr>
          <a:xfrm flipH="1">
            <a:off x="3" y="-4852"/>
            <a:ext cx="18287997" cy="1293223"/>
          </a:xfrm>
          <a:prstGeom prst="rect">
            <a:avLst/>
          </a:prstGeom>
          <a:noFill/>
          <a:ln>
            <a:noFill/>
          </a:ln>
        </p:spPr>
      </p:pic>
      <p:sp>
        <p:nvSpPr>
          <p:cNvPr id="70" name="Google Shape;70;p23"/>
          <p:cNvSpPr txBox="1"/>
          <p:nvPr>
            <p:ph idx="1" type="body"/>
          </p:nvPr>
        </p:nvSpPr>
        <p:spPr>
          <a:xfrm>
            <a:off x="1100546" y="4010784"/>
            <a:ext cx="15773400" cy="5923800"/>
          </a:xfrm>
          <a:prstGeom prst="rect">
            <a:avLst/>
          </a:prstGeom>
          <a:noFill/>
          <a:ln>
            <a:noFill/>
          </a:ln>
        </p:spPr>
        <p:txBody>
          <a:bodyPr anchorCtr="0" anchor="t" bIns="137150" lIns="137150" spcFirstLastPara="1" rIns="137150" wrap="square" tIns="137150">
            <a:noAutofit/>
          </a:bodyPr>
          <a:lstStyle>
            <a:lvl1pPr indent="-495300" lvl="0" marL="457200" marR="0" rtl="0" algn="l">
              <a:lnSpc>
                <a:spcPct val="90000"/>
              </a:lnSpc>
              <a:spcBef>
                <a:spcPts val="1600"/>
              </a:spcBef>
              <a:spcAft>
                <a:spcPts val="0"/>
              </a:spcAft>
              <a:buClr>
                <a:srgbClr val="000033"/>
              </a:buClr>
              <a:buSzPts val="4200"/>
              <a:buFont typeface="Arial"/>
              <a:buChar char="•"/>
              <a:defRPr b="0" i="0" sz="4200" u="none" cap="none" strike="noStrike">
                <a:solidFill>
                  <a:srgbClr val="000033"/>
                </a:solidFill>
                <a:latin typeface="Arial"/>
                <a:ea typeface="Arial"/>
                <a:cs typeface="Arial"/>
                <a:sym typeface="Arial"/>
              </a:defRPr>
            </a:lvl1pPr>
            <a:lvl2pPr indent="-457200" lvl="1" marL="914400" marR="0" rtl="0" algn="l">
              <a:lnSpc>
                <a:spcPct val="90000"/>
              </a:lnSpc>
              <a:spcBef>
                <a:spcPts val="800"/>
              </a:spcBef>
              <a:spcAft>
                <a:spcPts val="0"/>
              </a:spcAft>
              <a:buClr>
                <a:srgbClr val="000033"/>
              </a:buClr>
              <a:buSzPts val="3600"/>
              <a:buFont typeface="Arial"/>
              <a:buChar char="•"/>
              <a:defRPr b="0" i="0" sz="3600" u="none" cap="none" strike="noStrike">
                <a:solidFill>
                  <a:srgbClr val="000033"/>
                </a:solidFill>
                <a:latin typeface="Arial"/>
                <a:ea typeface="Arial"/>
                <a:cs typeface="Arial"/>
                <a:sym typeface="Arial"/>
              </a:defRPr>
            </a:lvl2pPr>
            <a:lvl3pPr indent="-419100" lvl="2" marL="1371600" marR="0" rtl="0" algn="l">
              <a:lnSpc>
                <a:spcPct val="90000"/>
              </a:lnSpc>
              <a:spcBef>
                <a:spcPts val="800"/>
              </a:spcBef>
              <a:spcAft>
                <a:spcPts val="0"/>
              </a:spcAft>
              <a:buClr>
                <a:srgbClr val="000033"/>
              </a:buClr>
              <a:buSzPts val="3000"/>
              <a:buFont typeface="Arial"/>
              <a:buChar char="•"/>
              <a:defRPr b="0" i="0" sz="3000" u="none" cap="none" strike="noStrike">
                <a:solidFill>
                  <a:srgbClr val="000033"/>
                </a:solidFill>
                <a:latin typeface="Arial"/>
                <a:ea typeface="Arial"/>
                <a:cs typeface="Arial"/>
                <a:sym typeface="Arial"/>
              </a:defRPr>
            </a:lvl3pPr>
            <a:lvl4pPr indent="-406400" lvl="3" marL="1828800" marR="0" rtl="0" algn="l">
              <a:lnSpc>
                <a:spcPct val="90000"/>
              </a:lnSpc>
              <a:spcBef>
                <a:spcPts val="800"/>
              </a:spcBef>
              <a:spcAft>
                <a:spcPts val="0"/>
              </a:spcAft>
              <a:buClr>
                <a:srgbClr val="000033"/>
              </a:buClr>
              <a:buSzPts val="2800"/>
              <a:buFont typeface="Arial"/>
              <a:buChar char="•"/>
              <a:defRPr b="0" i="0" sz="2800" u="none" cap="none" strike="noStrike">
                <a:solidFill>
                  <a:srgbClr val="000033"/>
                </a:solidFill>
                <a:latin typeface="Arial"/>
                <a:ea typeface="Arial"/>
                <a:cs typeface="Arial"/>
                <a:sym typeface="Arial"/>
              </a:defRPr>
            </a:lvl4pPr>
            <a:lvl5pPr indent="-406400" lvl="4" marL="2286000" marR="0" rtl="0" algn="l">
              <a:lnSpc>
                <a:spcPct val="90000"/>
              </a:lnSpc>
              <a:spcBef>
                <a:spcPts val="800"/>
              </a:spcBef>
              <a:spcAft>
                <a:spcPts val="0"/>
              </a:spcAft>
              <a:buClr>
                <a:srgbClr val="000033"/>
              </a:buClr>
              <a:buSzPts val="2800"/>
              <a:buFont typeface="Arial"/>
              <a:buChar char="•"/>
              <a:defRPr b="0" i="0" sz="2800" u="none" cap="none" strike="noStrike">
                <a:solidFill>
                  <a:srgbClr val="000033"/>
                </a:solidFill>
                <a:latin typeface="Arial"/>
                <a:ea typeface="Arial"/>
                <a:cs typeface="Arial"/>
                <a:sym typeface="Arial"/>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sp>
        <p:nvSpPr>
          <p:cNvPr id="71" name="Google Shape;71;p23"/>
          <p:cNvSpPr txBox="1"/>
          <p:nvPr>
            <p:ph type="title"/>
          </p:nvPr>
        </p:nvSpPr>
        <p:spPr>
          <a:xfrm>
            <a:off x="1100546" y="1715310"/>
            <a:ext cx="15773400" cy="1988400"/>
          </a:xfrm>
          <a:prstGeom prst="rect">
            <a:avLst/>
          </a:prstGeom>
          <a:noFill/>
          <a:ln>
            <a:noFill/>
          </a:ln>
        </p:spPr>
        <p:txBody>
          <a:bodyPr anchorCtr="0" anchor="t" bIns="137150" lIns="137150" spcFirstLastPara="1" rIns="137150" wrap="square" tIns="137150">
            <a:noAutofit/>
          </a:bodyPr>
          <a:lstStyle>
            <a:lvl1pPr lvl="0" marR="0" rtl="0" algn="l">
              <a:lnSpc>
                <a:spcPct val="90000"/>
              </a:lnSpc>
              <a:spcBef>
                <a:spcPts val="0"/>
              </a:spcBef>
              <a:spcAft>
                <a:spcPts val="0"/>
              </a:spcAft>
              <a:buClr>
                <a:srgbClr val="000033"/>
              </a:buClr>
              <a:buSzPts val="6600"/>
              <a:buFont typeface="Arial"/>
              <a:buNone/>
              <a:defRPr b="0" i="0" sz="6600" u="none" cap="none" strike="noStrike">
                <a:solidFill>
                  <a:srgbClr val="000033"/>
                </a:solidFill>
                <a:latin typeface="Arial"/>
                <a:ea typeface="Arial"/>
                <a:cs typeface="Arial"/>
                <a:sym typeface="Arial"/>
              </a:defRPr>
            </a:lvl1pPr>
            <a:lvl2pPr lvl="1"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2200"/>
              <a:buFont typeface="Arial"/>
              <a:buNone/>
              <a:defRPr b="0" i="0" sz="2800" u="none" cap="none" strike="noStrike">
                <a:solidFill>
                  <a:srgbClr val="000000"/>
                </a:solidFill>
                <a:latin typeface="Arial"/>
                <a:ea typeface="Arial"/>
                <a:cs typeface="Arial"/>
                <a:sym typeface="Arial"/>
              </a:defRPr>
            </a:lvl9pPr>
          </a:lstStyle>
          <a:p/>
        </p:txBody>
      </p:sp>
      <p:sp>
        <p:nvSpPr>
          <p:cNvPr id="72" name="Google Shape;72;p23"/>
          <p:cNvSpPr txBox="1"/>
          <p:nvPr>
            <p:ph idx="2" type="body"/>
          </p:nvPr>
        </p:nvSpPr>
        <p:spPr>
          <a:xfrm>
            <a:off x="12371138" y="320886"/>
            <a:ext cx="5734200" cy="255000"/>
          </a:xfrm>
          <a:prstGeom prst="rect">
            <a:avLst/>
          </a:prstGeom>
          <a:noFill/>
          <a:ln>
            <a:noFill/>
          </a:ln>
        </p:spPr>
        <p:txBody>
          <a:bodyPr anchorCtr="0" anchor="t" bIns="137150" lIns="137150" spcFirstLastPara="1" rIns="137150" wrap="square" tIns="137150">
            <a:noAutofit/>
          </a:bodyPr>
          <a:lstStyle>
            <a:lvl1pPr indent="-228600" lvl="0" marL="457200" marR="0" rtl="0" algn="r">
              <a:lnSpc>
                <a:spcPct val="90000"/>
              </a:lnSpc>
              <a:spcBef>
                <a:spcPts val="1600"/>
              </a:spcBef>
              <a:spcAft>
                <a:spcPts val="0"/>
              </a:spcAft>
              <a:buClr>
                <a:schemeClr val="lt1"/>
              </a:buClr>
              <a:buSzPts val="1800"/>
              <a:buFont typeface="Arial"/>
              <a:buNone/>
              <a:defRPr b="1" i="0" sz="1800" u="none" cap="none" strike="noStrike">
                <a:solidFill>
                  <a:schemeClr val="lt1"/>
                </a:solidFill>
                <a:latin typeface="Arial"/>
                <a:ea typeface="Arial"/>
                <a:cs typeface="Arial"/>
                <a:sym typeface="Arial"/>
              </a:defRPr>
            </a:lvl1pPr>
            <a:lvl2pPr indent="-228600" lvl="1" marL="914400" marR="0" rtl="0" algn="l">
              <a:lnSpc>
                <a:spcPct val="90000"/>
              </a:lnSpc>
              <a:spcBef>
                <a:spcPts val="800"/>
              </a:spcBef>
              <a:spcAft>
                <a:spcPts val="0"/>
              </a:spcAft>
              <a:buClr>
                <a:schemeClr val="dk1"/>
              </a:buClr>
              <a:buSzPts val="3600"/>
              <a:buFont typeface="Arial"/>
              <a:buNone/>
              <a:defRPr b="0" i="0" sz="3600" u="none" cap="none" strike="noStrike">
                <a:solidFill>
                  <a:schemeClr val="dk1"/>
                </a:solidFill>
                <a:latin typeface="Calibri"/>
                <a:ea typeface="Calibri"/>
                <a:cs typeface="Calibri"/>
                <a:sym typeface="Calibri"/>
              </a:defRPr>
            </a:lvl2pPr>
            <a:lvl3pPr indent="-228600" lvl="2" marL="1371600" marR="0" rtl="0" algn="l">
              <a:lnSpc>
                <a:spcPct val="90000"/>
              </a:lnSpc>
              <a:spcBef>
                <a:spcPts val="800"/>
              </a:spcBef>
              <a:spcAft>
                <a:spcPts val="0"/>
              </a:spcAft>
              <a:buClr>
                <a:schemeClr val="dk1"/>
              </a:buClr>
              <a:buSzPts val="3000"/>
              <a:buFont typeface="Arial"/>
              <a:buNone/>
              <a:defRPr b="0" i="0" sz="3000" u="none" cap="none" strike="noStrike">
                <a:solidFill>
                  <a:schemeClr val="dk1"/>
                </a:solidFill>
                <a:latin typeface="Calibri"/>
                <a:ea typeface="Calibri"/>
                <a:cs typeface="Calibri"/>
                <a:sym typeface="Calibri"/>
              </a:defRPr>
            </a:lvl3pPr>
            <a:lvl4pPr indent="-228600" lvl="3" marL="1828800" marR="0" rtl="0" algn="l">
              <a:lnSpc>
                <a:spcPct val="90000"/>
              </a:lnSpc>
              <a:spcBef>
                <a:spcPts val="800"/>
              </a:spcBef>
              <a:spcAft>
                <a:spcPts val="0"/>
              </a:spcAft>
              <a:buClr>
                <a:schemeClr val="dk1"/>
              </a:buClr>
              <a:buSzPts val="2800"/>
              <a:buFont typeface="Arial"/>
              <a:buNone/>
              <a:defRPr b="0" i="0" sz="2800" u="none" cap="none" strike="noStrike">
                <a:solidFill>
                  <a:schemeClr val="dk1"/>
                </a:solidFill>
                <a:latin typeface="Calibri"/>
                <a:ea typeface="Calibri"/>
                <a:cs typeface="Calibri"/>
                <a:sym typeface="Calibri"/>
              </a:defRPr>
            </a:lvl4pPr>
            <a:lvl5pPr indent="-228600" lvl="4" marL="2286000" marR="0" rtl="0" algn="l">
              <a:lnSpc>
                <a:spcPct val="90000"/>
              </a:lnSpc>
              <a:spcBef>
                <a:spcPts val="800"/>
              </a:spcBef>
              <a:spcAft>
                <a:spcPts val="0"/>
              </a:spcAft>
              <a:buClr>
                <a:schemeClr val="dk1"/>
              </a:buClr>
              <a:buSzPts val="2800"/>
              <a:buFont typeface="Arial"/>
              <a:buNone/>
              <a:defRPr b="0" i="0" sz="2800" u="none" cap="none" strike="noStrike">
                <a:solidFill>
                  <a:schemeClr val="dk1"/>
                </a:solidFill>
                <a:latin typeface="Calibri"/>
                <a:ea typeface="Calibri"/>
                <a:cs typeface="Calibri"/>
                <a:sym typeface="Calibri"/>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sp>
        <p:nvSpPr>
          <p:cNvPr id="73" name="Google Shape;73;p23"/>
          <p:cNvSpPr txBox="1"/>
          <p:nvPr>
            <p:ph idx="3" type="body"/>
          </p:nvPr>
        </p:nvSpPr>
        <p:spPr>
          <a:xfrm>
            <a:off x="11795148" y="647314"/>
            <a:ext cx="6310200" cy="263400"/>
          </a:xfrm>
          <a:prstGeom prst="rect">
            <a:avLst/>
          </a:prstGeom>
          <a:noFill/>
          <a:ln>
            <a:noFill/>
          </a:ln>
        </p:spPr>
        <p:txBody>
          <a:bodyPr anchorCtr="0" anchor="t" bIns="137150" lIns="137150" spcFirstLastPara="1" rIns="137150" wrap="square" tIns="137150">
            <a:noAutofit/>
          </a:bodyPr>
          <a:lstStyle>
            <a:lvl1pPr indent="-228600" lvl="0" marL="457200" marR="0" rtl="0" algn="r">
              <a:lnSpc>
                <a:spcPct val="90000"/>
              </a:lnSpc>
              <a:spcBef>
                <a:spcPts val="160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228600" lvl="1" marL="914400" marR="0" rtl="0" algn="l">
              <a:lnSpc>
                <a:spcPct val="90000"/>
              </a:lnSpc>
              <a:spcBef>
                <a:spcPts val="800"/>
              </a:spcBef>
              <a:spcAft>
                <a:spcPts val="0"/>
              </a:spcAft>
              <a:buClr>
                <a:schemeClr val="lt1"/>
              </a:buClr>
              <a:buSzPts val="3600"/>
              <a:buFont typeface="Arial"/>
              <a:buNone/>
              <a:defRPr b="0" i="0" sz="3600" u="none" cap="none" strike="noStrike">
                <a:solidFill>
                  <a:schemeClr val="lt1"/>
                </a:solidFill>
                <a:latin typeface="Calibri"/>
                <a:ea typeface="Calibri"/>
                <a:cs typeface="Calibri"/>
                <a:sym typeface="Calibri"/>
              </a:defRPr>
            </a:lvl2pPr>
            <a:lvl3pPr indent="-228600" lvl="2" marL="1371600" marR="0" rtl="0" algn="l">
              <a:lnSpc>
                <a:spcPct val="90000"/>
              </a:lnSpc>
              <a:spcBef>
                <a:spcPts val="800"/>
              </a:spcBef>
              <a:spcAft>
                <a:spcPts val="0"/>
              </a:spcAft>
              <a:buClr>
                <a:schemeClr val="lt1"/>
              </a:buClr>
              <a:buSzPts val="3000"/>
              <a:buFont typeface="Arial"/>
              <a:buNone/>
              <a:defRPr b="0" i="0" sz="3000" u="none" cap="none" strike="noStrike">
                <a:solidFill>
                  <a:schemeClr val="lt1"/>
                </a:solidFill>
                <a:latin typeface="Calibri"/>
                <a:ea typeface="Calibri"/>
                <a:cs typeface="Calibri"/>
                <a:sym typeface="Calibri"/>
              </a:defRPr>
            </a:lvl3pPr>
            <a:lvl4pPr indent="-228600" lvl="3" marL="1828800" marR="0" rtl="0" algn="l">
              <a:lnSpc>
                <a:spcPct val="90000"/>
              </a:lnSpc>
              <a:spcBef>
                <a:spcPts val="800"/>
              </a:spcBef>
              <a:spcAft>
                <a:spcPts val="0"/>
              </a:spcAft>
              <a:buClr>
                <a:schemeClr val="lt1"/>
              </a:buClr>
              <a:buSzPts val="2800"/>
              <a:buFont typeface="Arial"/>
              <a:buNone/>
              <a:defRPr b="0" i="0" sz="2800" u="none" cap="none" strike="noStrike">
                <a:solidFill>
                  <a:schemeClr val="lt1"/>
                </a:solidFill>
                <a:latin typeface="Calibri"/>
                <a:ea typeface="Calibri"/>
                <a:cs typeface="Calibri"/>
                <a:sym typeface="Calibri"/>
              </a:defRPr>
            </a:lvl4pPr>
            <a:lvl5pPr indent="-228600" lvl="4" marL="2286000" marR="0" rtl="0" algn="l">
              <a:lnSpc>
                <a:spcPct val="90000"/>
              </a:lnSpc>
              <a:spcBef>
                <a:spcPts val="800"/>
              </a:spcBef>
              <a:spcAft>
                <a:spcPts val="0"/>
              </a:spcAft>
              <a:buClr>
                <a:schemeClr val="lt1"/>
              </a:buClr>
              <a:buSzPts val="2800"/>
              <a:buFont typeface="Arial"/>
              <a:buNone/>
              <a:defRPr b="0" i="0" sz="2800" u="none" cap="none" strike="noStrike">
                <a:solidFill>
                  <a:schemeClr val="lt1"/>
                </a:solidFill>
                <a:latin typeface="Calibri"/>
                <a:ea typeface="Calibri"/>
                <a:cs typeface="Calibri"/>
                <a:sym typeface="Calibri"/>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cxnSp>
        <p:nvCxnSpPr>
          <p:cNvPr id="74" name="Google Shape;74;p23"/>
          <p:cNvCxnSpPr/>
          <p:nvPr/>
        </p:nvCxnSpPr>
        <p:spPr>
          <a:xfrm>
            <a:off x="14343016" y="1047688"/>
            <a:ext cx="3723000" cy="0"/>
          </a:xfrm>
          <a:prstGeom prst="straightConnector1">
            <a:avLst/>
          </a:prstGeom>
          <a:noFill/>
          <a:ln cap="flat" cmpd="sng" w="19050">
            <a:solidFill>
              <a:schemeClr val="lt1"/>
            </a:solidFill>
            <a:prstDash val="solid"/>
            <a:miter lim="80"/>
            <a:headEnd len="sm" w="sm" type="none"/>
            <a:tailEnd len="sm" w="sm" type="none"/>
          </a:ln>
        </p:spPr>
      </p:cxnSp>
      <p:pic>
        <p:nvPicPr>
          <p:cNvPr descr="pasted-image.pdf" id="75" name="Google Shape;75;p23"/>
          <p:cNvPicPr preferRelativeResize="0"/>
          <p:nvPr/>
        </p:nvPicPr>
        <p:blipFill rotWithShape="1">
          <a:blip r:embed="rId3">
            <a:alphaModFix/>
          </a:blip>
          <a:srcRect b="22124" l="0" r="0" t="0"/>
          <a:stretch/>
        </p:blipFill>
        <p:spPr>
          <a:xfrm>
            <a:off x="417490" y="380492"/>
            <a:ext cx="1226842" cy="486001"/>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2">
  <p:cSld name="3_Título y objetos">
    <p:spTree>
      <p:nvGrpSpPr>
        <p:cNvPr id="76" name="Shape 76"/>
        <p:cNvGrpSpPr/>
        <p:nvPr/>
      </p:nvGrpSpPr>
      <p:grpSpPr>
        <a:xfrm>
          <a:off x="0" y="0"/>
          <a:ext cx="0" cy="0"/>
          <a:chOff x="0" y="0"/>
          <a:chExt cx="0" cy="0"/>
        </a:xfrm>
      </p:grpSpPr>
      <p:sp>
        <p:nvSpPr>
          <p:cNvPr id="77" name="Google Shape;77;p24"/>
          <p:cNvSpPr/>
          <p:nvPr/>
        </p:nvSpPr>
        <p:spPr>
          <a:xfrm>
            <a:off x="746500" y="561950"/>
            <a:ext cx="16954800" cy="9105600"/>
          </a:xfrm>
          <a:prstGeom prst="rect">
            <a:avLst/>
          </a:prstGeom>
          <a:noFill/>
          <a:ln cap="flat" cmpd="sng" w="19050">
            <a:solidFill>
              <a:srgbClr val="EFEFEF"/>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asted-image.pdf" id="78" name="Google Shape;78;p24"/>
          <p:cNvPicPr preferRelativeResize="0"/>
          <p:nvPr/>
        </p:nvPicPr>
        <p:blipFill rotWithShape="1">
          <a:blip r:embed="rId2">
            <a:alphaModFix/>
          </a:blip>
          <a:srcRect b="27954" l="0" r="0" t="0"/>
          <a:stretch/>
        </p:blipFill>
        <p:spPr>
          <a:xfrm>
            <a:off x="16416300" y="9122850"/>
            <a:ext cx="1132600" cy="4127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9" name="Shape 79"/>
        <p:cNvGrpSpPr/>
        <p:nvPr/>
      </p:nvGrpSpPr>
      <p:grpSpPr>
        <a:xfrm>
          <a:off x="0" y="0"/>
          <a:ext cx="0" cy="0"/>
          <a:chOff x="0" y="0"/>
          <a:chExt cx="0" cy="0"/>
        </a:xfrm>
      </p:grpSpPr>
      <p:sp>
        <p:nvSpPr>
          <p:cNvPr id="80" name="Google Shape;80;p25"/>
          <p:cNvSpPr txBox="1"/>
          <p:nvPr>
            <p:ph type="title"/>
          </p:nvPr>
        </p:nvSpPr>
        <p:spPr>
          <a:xfrm>
            <a:off x="623400" y="890050"/>
            <a:ext cx="17041200" cy="1145400"/>
          </a:xfrm>
          <a:prstGeom prst="rect">
            <a:avLst/>
          </a:prstGeom>
          <a:noFill/>
          <a:ln>
            <a:noFill/>
          </a:ln>
        </p:spPr>
        <p:txBody>
          <a:bodyPr anchorCtr="0" anchor="ctr" bIns="182850" lIns="182850" spcFirstLastPara="1" rIns="182850" wrap="square" tIns="182850">
            <a:noAutofit/>
          </a:bodyPr>
          <a:lstStyle>
            <a:lvl1pPr lvl="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9pPr>
          </a:lstStyle>
          <a:p/>
        </p:txBody>
      </p:sp>
      <p:sp>
        <p:nvSpPr>
          <p:cNvPr id="81" name="Google Shape;81;p25"/>
          <p:cNvSpPr txBox="1"/>
          <p:nvPr>
            <p:ph idx="1" type="body"/>
          </p:nvPr>
        </p:nvSpPr>
        <p:spPr>
          <a:xfrm>
            <a:off x="623400" y="2304950"/>
            <a:ext cx="17041200" cy="6832800"/>
          </a:xfrm>
          <a:prstGeom prst="rect">
            <a:avLst/>
          </a:prstGeom>
          <a:noFill/>
          <a:ln>
            <a:noFill/>
          </a:ln>
        </p:spPr>
        <p:txBody>
          <a:bodyPr anchorCtr="0" anchor="ctr" bIns="182850" lIns="182850" spcFirstLastPara="1" rIns="182850" wrap="square" tIns="182850">
            <a:noAutofit/>
          </a:bodyPr>
          <a:lstStyle>
            <a:lvl1pPr indent="-406400" lvl="0" marL="4572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1pPr>
            <a:lvl2pPr indent="-406400" lvl="1" marL="9144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2pPr>
            <a:lvl3pPr indent="-406400" lvl="2" marL="13716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3pPr>
            <a:lvl4pPr indent="-406400" lvl="3" marL="18288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4pPr>
            <a:lvl5pPr indent="-406400" lvl="4" marL="22860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5pPr>
            <a:lvl6pPr indent="-406400" lvl="5" marL="27432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6pPr>
            <a:lvl7pPr indent="-406400" lvl="6" marL="32004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7pPr>
            <a:lvl8pPr indent="-406400" lvl="7" marL="36576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8pPr>
            <a:lvl9pPr indent="-406400" lvl="8" marL="4114800" marR="0" rtl="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9pPr>
          </a:lstStyle>
          <a:p/>
        </p:txBody>
      </p:sp>
      <p:sp>
        <p:nvSpPr>
          <p:cNvPr id="82" name="Google Shape;82;p25"/>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
        <p:nvSpPr>
          <p:cNvPr id="83" name="Google Shape;83;p25"/>
          <p:cNvSpPr/>
          <p:nvPr/>
        </p:nvSpPr>
        <p:spPr>
          <a:xfrm>
            <a:off x="746500" y="561950"/>
            <a:ext cx="16954800" cy="9105600"/>
          </a:xfrm>
          <a:prstGeom prst="rect">
            <a:avLst/>
          </a:prstGeom>
          <a:noFill/>
          <a:ln cap="flat" cmpd="sng" w="19050">
            <a:solidFill>
              <a:srgbClr val="EFEFEF"/>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asted-image.pdf" id="84" name="Google Shape;84;p25"/>
          <p:cNvPicPr preferRelativeResize="0"/>
          <p:nvPr/>
        </p:nvPicPr>
        <p:blipFill rotWithShape="1">
          <a:blip r:embed="rId2">
            <a:alphaModFix/>
          </a:blip>
          <a:srcRect b="27954" l="0" r="0" t="0"/>
          <a:stretch/>
        </p:blipFill>
        <p:spPr>
          <a:xfrm>
            <a:off x="16416300" y="9122850"/>
            <a:ext cx="1132600" cy="41270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l con Logo Cliente" type="title">
  <p:cSld name="TITLE">
    <p:spTree>
      <p:nvGrpSpPr>
        <p:cNvPr id="85" name="Shape 85"/>
        <p:cNvGrpSpPr/>
        <p:nvPr/>
      </p:nvGrpSpPr>
      <p:grpSpPr>
        <a:xfrm>
          <a:off x="0" y="0"/>
          <a:ext cx="0" cy="0"/>
          <a:chOff x="0" y="0"/>
          <a:chExt cx="0" cy="0"/>
        </a:xfrm>
      </p:grpSpPr>
      <p:sp>
        <p:nvSpPr>
          <p:cNvPr id="86" name="Google Shape;86;p26"/>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pic>
        <p:nvPicPr>
          <p:cNvPr id="87" name="Google Shape;87;p26"/>
          <p:cNvPicPr preferRelativeResize="0"/>
          <p:nvPr/>
        </p:nvPicPr>
        <p:blipFill rotWithShape="1">
          <a:blip r:embed="rId2">
            <a:alphaModFix/>
          </a:blip>
          <a:srcRect b="0" l="0" r="54456" t="0"/>
          <a:stretch/>
        </p:blipFill>
        <p:spPr>
          <a:xfrm>
            <a:off x="17019800" y="105300"/>
            <a:ext cx="1097404" cy="645310"/>
          </a:xfrm>
          <a:prstGeom prst="rect">
            <a:avLst/>
          </a:prstGeom>
          <a:noFill/>
          <a:ln>
            <a:noFill/>
          </a:ln>
        </p:spPr>
      </p:pic>
      <p:cxnSp>
        <p:nvCxnSpPr>
          <p:cNvPr id="88" name="Google Shape;88;p26"/>
          <p:cNvCxnSpPr/>
          <p:nvPr/>
        </p:nvCxnSpPr>
        <p:spPr>
          <a:xfrm>
            <a:off x="16852750" y="235350"/>
            <a:ext cx="0" cy="385200"/>
          </a:xfrm>
          <a:prstGeom prst="straightConnector1">
            <a:avLst/>
          </a:prstGeom>
          <a:noFill/>
          <a:ln cap="flat" cmpd="sng" w="19050">
            <a:solidFill>
              <a:srgbClr val="595959"/>
            </a:solidFill>
            <a:prstDash val="solid"/>
            <a:round/>
            <a:headEnd len="sm" w="sm" type="none"/>
            <a:tailEnd len="sm" w="sm" type="none"/>
          </a:ln>
        </p:spPr>
      </p:cxnSp>
      <p:pic>
        <p:nvPicPr>
          <p:cNvPr id="89" name="Google Shape;89;p26"/>
          <p:cNvPicPr preferRelativeResize="0"/>
          <p:nvPr/>
        </p:nvPicPr>
        <p:blipFill rotWithShape="1">
          <a:blip r:embed="rId3">
            <a:alphaModFix/>
          </a:blip>
          <a:srcRect b="0" l="0" r="0" t="0"/>
          <a:stretch/>
        </p:blipFill>
        <p:spPr>
          <a:xfrm>
            <a:off x="16235100" y="169950"/>
            <a:ext cx="450601" cy="450601"/>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l con Logo Cliente 1">
  <p:cSld name="TITLE_3">
    <p:spTree>
      <p:nvGrpSpPr>
        <p:cNvPr id="90" name="Shape 90"/>
        <p:cNvGrpSpPr/>
        <p:nvPr/>
      </p:nvGrpSpPr>
      <p:grpSpPr>
        <a:xfrm>
          <a:off x="0" y="0"/>
          <a:ext cx="0" cy="0"/>
          <a:chOff x="0" y="0"/>
          <a:chExt cx="0" cy="0"/>
        </a:xfrm>
      </p:grpSpPr>
      <p:sp>
        <p:nvSpPr>
          <p:cNvPr id="91" name="Google Shape;91;p27"/>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cxnSp>
        <p:nvCxnSpPr>
          <p:cNvPr id="92" name="Google Shape;92;p27"/>
          <p:cNvCxnSpPr/>
          <p:nvPr/>
        </p:nvCxnSpPr>
        <p:spPr>
          <a:xfrm>
            <a:off x="15300450" y="270550"/>
            <a:ext cx="0" cy="556200"/>
          </a:xfrm>
          <a:prstGeom prst="straightConnector1">
            <a:avLst/>
          </a:prstGeom>
          <a:noFill/>
          <a:ln cap="flat" cmpd="sng" w="19050">
            <a:solidFill>
              <a:schemeClr val="dk2"/>
            </a:solidFill>
            <a:prstDash val="solid"/>
            <a:round/>
            <a:headEnd len="sm" w="sm" type="none"/>
            <a:tailEnd len="sm" w="sm" type="none"/>
          </a:ln>
        </p:spPr>
      </p:cxnSp>
      <p:pic>
        <p:nvPicPr>
          <p:cNvPr id="93" name="Google Shape;93;p27"/>
          <p:cNvPicPr preferRelativeResize="0"/>
          <p:nvPr/>
        </p:nvPicPr>
        <p:blipFill rotWithShape="1">
          <a:blip r:embed="rId2">
            <a:alphaModFix/>
          </a:blip>
          <a:srcRect b="0" l="0" r="0" t="0"/>
          <a:stretch/>
        </p:blipFill>
        <p:spPr>
          <a:xfrm>
            <a:off x="15534198" y="212800"/>
            <a:ext cx="2508127" cy="671699"/>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l con Logo Cliente 2">
  <p:cSld name="TITLE_2">
    <p:spTree>
      <p:nvGrpSpPr>
        <p:cNvPr id="94" name="Shape 94"/>
        <p:cNvGrpSpPr/>
        <p:nvPr/>
      </p:nvGrpSpPr>
      <p:grpSpPr>
        <a:xfrm>
          <a:off x="0" y="0"/>
          <a:ext cx="0" cy="0"/>
          <a:chOff x="0" y="0"/>
          <a:chExt cx="0" cy="0"/>
        </a:xfrm>
      </p:grpSpPr>
      <p:sp>
        <p:nvSpPr>
          <p:cNvPr id="95" name="Google Shape;95;p28"/>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pic>
        <p:nvPicPr>
          <p:cNvPr id="96" name="Google Shape;96;p28"/>
          <p:cNvPicPr preferRelativeResize="0"/>
          <p:nvPr/>
        </p:nvPicPr>
        <p:blipFill rotWithShape="1">
          <a:blip r:embed="rId2">
            <a:alphaModFix/>
          </a:blip>
          <a:srcRect b="0" l="0" r="0" t="0"/>
          <a:stretch/>
        </p:blipFill>
        <p:spPr>
          <a:xfrm>
            <a:off x="16362550" y="198500"/>
            <a:ext cx="1462344" cy="1034405"/>
          </a:xfrm>
          <a:prstGeom prst="rect">
            <a:avLst/>
          </a:prstGeom>
          <a:noFill/>
          <a:ln>
            <a:noFill/>
          </a:ln>
        </p:spPr>
      </p:pic>
      <p:cxnSp>
        <p:nvCxnSpPr>
          <p:cNvPr id="97" name="Google Shape;97;p28"/>
          <p:cNvCxnSpPr/>
          <p:nvPr/>
        </p:nvCxnSpPr>
        <p:spPr>
          <a:xfrm>
            <a:off x="16216000" y="437600"/>
            <a:ext cx="0" cy="556200"/>
          </a:xfrm>
          <a:prstGeom prst="straightConnector1">
            <a:avLst/>
          </a:prstGeom>
          <a:noFill/>
          <a:ln cap="flat" cmpd="sng" w="19050">
            <a:solidFill>
              <a:schemeClr val="dk2"/>
            </a:solidFill>
            <a:prstDash val="solid"/>
            <a:round/>
            <a:headEnd len="sm" w="sm" type="none"/>
            <a:tailEnd len="sm" w="sm" type="none"/>
          </a:ln>
        </p:spPr>
      </p:cxnSp>
      <p:pic>
        <p:nvPicPr>
          <p:cNvPr id="98" name="Google Shape;98;p28"/>
          <p:cNvPicPr preferRelativeResize="0"/>
          <p:nvPr/>
        </p:nvPicPr>
        <p:blipFill rotWithShape="1">
          <a:blip r:embed="rId3">
            <a:alphaModFix/>
          </a:blip>
          <a:srcRect b="0" l="0" r="0" t="0"/>
          <a:stretch/>
        </p:blipFill>
        <p:spPr>
          <a:xfrm>
            <a:off x="14463526" y="-15486"/>
            <a:ext cx="1462313" cy="1462313"/>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ítulo y objetos 1 4">
  <p:cSld name="1_Título y objetos_1_4">
    <p:spTree>
      <p:nvGrpSpPr>
        <p:cNvPr id="99" name="Shape 99"/>
        <p:cNvGrpSpPr/>
        <p:nvPr/>
      </p:nvGrpSpPr>
      <p:grpSpPr>
        <a:xfrm>
          <a:off x="0" y="0"/>
          <a:ext cx="0" cy="0"/>
          <a:chOff x="0" y="0"/>
          <a:chExt cx="0" cy="0"/>
        </a:xfrm>
      </p:grpSpPr>
      <p:sp>
        <p:nvSpPr>
          <p:cNvPr id="100" name="Google Shape;100;p29"/>
          <p:cNvSpPr/>
          <p:nvPr/>
        </p:nvSpPr>
        <p:spPr>
          <a:xfrm>
            <a:off x="609700" y="561950"/>
            <a:ext cx="17091600" cy="9105600"/>
          </a:xfrm>
          <a:prstGeom prst="rect">
            <a:avLst/>
          </a:prstGeom>
          <a:noFill/>
          <a:ln cap="flat" cmpd="sng" w="19050">
            <a:solidFill>
              <a:srgbClr val="EFEFEF"/>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101" name="Google Shape;101;p29"/>
          <p:cNvSpPr txBox="1"/>
          <p:nvPr/>
        </p:nvSpPr>
        <p:spPr>
          <a:xfrm rot="-5400000">
            <a:off x="-4037000" y="4640000"/>
            <a:ext cx="8730000" cy="502200"/>
          </a:xfrm>
          <a:prstGeom prst="rect">
            <a:avLst/>
          </a:prstGeom>
          <a:noFill/>
          <a:ln>
            <a:noFill/>
          </a:ln>
        </p:spPr>
        <p:txBody>
          <a:bodyPr anchorCtr="0" anchor="ctr" bIns="68550" lIns="137150" spcFirstLastPara="1" rIns="137150" wrap="square" tIns="68550">
            <a:noAutofit/>
          </a:bodyPr>
          <a:lstStyle/>
          <a:p>
            <a:pPr indent="0" lvl="0" marL="0" marR="0" rtl="0" algn="r">
              <a:lnSpc>
                <a:spcPct val="100000"/>
              </a:lnSpc>
              <a:spcBef>
                <a:spcPts val="0"/>
              </a:spcBef>
              <a:spcAft>
                <a:spcPts val="0"/>
              </a:spcAft>
              <a:buClr>
                <a:srgbClr val="000000"/>
              </a:buClr>
              <a:buSzPts val="1800"/>
              <a:buFont typeface="Arial"/>
              <a:buNone/>
            </a:pPr>
            <a:r>
              <a:rPr b="0" i="0" lang="en-US" sz="1800" u="none" cap="none" strike="noStrike">
                <a:solidFill>
                  <a:srgbClr val="999999"/>
                </a:solidFill>
                <a:latin typeface="Montserrat ExtraLight"/>
                <a:ea typeface="Montserrat ExtraLight"/>
                <a:cs typeface="Montserrat ExtraLight"/>
                <a:sym typeface="Montserrat ExtraLight"/>
              </a:rPr>
              <a:t>GRUPO AXO</a:t>
            </a:r>
            <a:endParaRPr b="0" i="0" sz="1800" u="none" cap="none" strike="noStrike">
              <a:solidFill>
                <a:srgbClr val="999999"/>
              </a:solidFill>
              <a:latin typeface="Montserrat ExtraLight"/>
              <a:ea typeface="Montserrat ExtraLight"/>
              <a:cs typeface="Montserrat ExtraLight"/>
              <a:sym typeface="Montserrat ExtraLight"/>
            </a:endParaRPr>
          </a:p>
        </p:txBody>
      </p:sp>
      <p:pic>
        <p:nvPicPr>
          <p:cNvPr descr="pasted-image.pdf" id="102" name="Google Shape;102;p29"/>
          <p:cNvPicPr preferRelativeResize="0"/>
          <p:nvPr/>
        </p:nvPicPr>
        <p:blipFill rotWithShape="1">
          <a:blip r:embed="rId2">
            <a:alphaModFix/>
          </a:blip>
          <a:srcRect b="27954" l="0" r="0" t="0"/>
          <a:stretch/>
        </p:blipFill>
        <p:spPr>
          <a:xfrm>
            <a:off x="16416300" y="9122850"/>
            <a:ext cx="1132600" cy="412700"/>
          </a:xfrm>
          <a:prstGeom prst="rect">
            <a:avLst/>
          </a:prstGeom>
          <a:noFill/>
          <a:ln>
            <a:noFill/>
          </a:ln>
        </p:spPr>
      </p:pic>
      <p:cxnSp>
        <p:nvCxnSpPr>
          <p:cNvPr id="103" name="Google Shape;103;p29"/>
          <p:cNvCxnSpPr/>
          <p:nvPr/>
        </p:nvCxnSpPr>
        <p:spPr>
          <a:xfrm>
            <a:off x="16191200" y="9051100"/>
            <a:ext cx="0" cy="556200"/>
          </a:xfrm>
          <a:prstGeom prst="straightConnector1">
            <a:avLst/>
          </a:prstGeom>
          <a:noFill/>
          <a:ln cap="flat" cmpd="sng" w="19050">
            <a:solidFill>
              <a:schemeClr val="dk2"/>
            </a:solidFill>
            <a:prstDash val="solid"/>
            <a:round/>
            <a:headEnd len="sm" w="sm" type="none"/>
            <a:tailEnd len="sm" w="sm" type="none"/>
          </a:ln>
        </p:spPr>
      </p:cxnSp>
      <p:pic>
        <p:nvPicPr>
          <p:cNvPr id="104" name="Google Shape;104;p29"/>
          <p:cNvPicPr preferRelativeResize="0"/>
          <p:nvPr/>
        </p:nvPicPr>
        <p:blipFill rotWithShape="1">
          <a:blip r:embed="rId3">
            <a:alphaModFix/>
          </a:blip>
          <a:srcRect b="39889" l="32030" r="31634" t="7585"/>
          <a:stretch/>
        </p:blipFill>
        <p:spPr>
          <a:xfrm>
            <a:off x="13748450" y="8961000"/>
            <a:ext cx="894124" cy="646300"/>
          </a:xfrm>
          <a:prstGeom prst="rect">
            <a:avLst/>
          </a:prstGeom>
          <a:noFill/>
          <a:ln>
            <a:noFill/>
          </a:ln>
        </p:spPr>
      </p:pic>
      <p:pic>
        <p:nvPicPr>
          <p:cNvPr id="105" name="Google Shape;105;p29"/>
          <p:cNvPicPr preferRelativeResize="0"/>
          <p:nvPr/>
        </p:nvPicPr>
        <p:blipFill rotWithShape="1">
          <a:blip r:embed="rId3">
            <a:alphaModFix/>
          </a:blip>
          <a:srcRect b="8434" l="21861" r="20258" t="59117"/>
          <a:stretch/>
        </p:blipFill>
        <p:spPr>
          <a:xfrm>
            <a:off x="14642568" y="9084500"/>
            <a:ext cx="1424284" cy="399298"/>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EO - Nuevo Logo 1">
  <p:cSld name="NEO - Nuevo Logo_1">
    <p:bg>
      <p:bgPr>
        <a:solidFill>
          <a:srgbClr val="000033"/>
        </a:solidFill>
      </p:bgPr>
    </p:bg>
    <p:spTree>
      <p:nvGrpSpPr>
        <p:cNvPr id="106" name="Shape 106"/>
        <p:cNvGrpSpPr/>
        <p:nvPr/>
      </p:nvGrpSpPr>
      <p:grpSpPr>
        <a:xfrm>
          <a:off x="0" y="0"/>
          <a:ext cx="0" cy="0"/>
          <a:chOff x="0" y="0"/>
          <a:chExt cx="0" cy="0"/>
        </a:xfrm>
      </p:grpSpPr>
      <p:sp>
        <p:nvSpPr>
          <p:cNvPr id="107" name="Google Shape;107;p30"/>
          <p:cNvSpPr txBox="1"/>
          <p:nvPr>
            <p:ph idx="1" type="body"/>
          </p:nvPr>
        </p:nvSpPr>
        <p:spPr>
          <a:xfrm>
            <a:off x="3150392" y="5142828"/>
            <a:ext cx="12936600" cy="1221600"/>
          </a:xfrm>
          <a:prstGeom prst="rect">
            <a:avLst/>
          </a:prstGeom>
          <a:noFill/>
          <a:ln>
            <a:noFill/>
          </a:ln>
        </p:spPr>
        <p:txBody>
          <a:bodyPr anchorCtr="0" anchor="t" bIns="137150" lIns="137150" spcFirstLastPara="1" rIns="137150" wrap="square" tIns="137150">
            <a:noAutofit/>
          </a:bodyPr>
          <a:lstStyle>
            <a:lvl1pPr indent="-228600" lvl="0" marL="457200" marR="0" rtl="0" algn="l">
              <a:lnSpc>
                <a:spcPct val="90000"/>
              </a:lnSpc>
              <a:spcBef>
                <a:spcPts val="1600"/>
              </a:spcBef>
              <a:spcAft>
                <a:spcPts val="0"/>
              </a:spcAft>
              <a:buClr>
                <a:schemeClr val="lt1"/>
              </a:buClr>
              <a:buSzPts val="2200"/>
              <a:buFont typeface="Arial"/>
              <a:buNone/>
              <a:defRPr b="0" i="0" sz="5400" u="none" cap="none" strike="noStrike">
                <a:solidFill>
                  <a:schemeClr val="lt1"/>
                </a:solidFill>
                <a:latin typeface="Arial"/>
                <a:ea typeface="Arial"/>
                <a:cs typeface="Arial"/>
                <a:sym typeface="Arial"/>
              </a:defRPr>
            </a:lvl1pPr>
            <a:lvl2pPr indent="-228600" lvl="1" marL="914400" marR="0" rtl="0" algn="l">
              <a:lnSpc>
                <a:spcPct val="90000"/>
              </a:lnSpc>
              <a:spcBef>
                <a:spcPts val="800"/>
              </a:spcBef>
              <a:spcAft>
                <a:spcPts val="0"/>
              </a:spcAft>
              <a:buClr>
                <a:schemeClr val="lt1"/>
              </a:buClr>
              <a:buSzPts val="2200"/>
              <a:buFont typeface="Arial"/>
              <a:buNone/>
              <a:defRPr b="0" i="0" sz="4800" u="none" cap="none" strike="noStrike">
                <a:solidFill>
                  <a:schemeClr val="lt1"/>
                </a:solidFill>
                <a:latin typeface="Arial"/>
                <a:ea typeface="Arial"/>
                <a:cs typeface="Arial"/>
                <a:sym typeface="Arial"/>
              </a:defRPr>
            </a:lvl2pPr>
            <a:lvl3pPr indent="-228600" lvl="2" marL="1371600" marR="0" rtl="0" algn="l">
              <a:lnSpc>
                <a:spcPct val="90000"/>
              </a:lnSpc>
              <a:spcBef>
                <a:spcPts val="800"/>
              </a:spcBef>
              <a:spcAft>
                <a:spcPts val="0"/>
              </a:spcAft>
              <a:buClr>
                <a:schemeClr val="lt1"/>
              </a:buClr>
              <a:buSzPts val="2200"/>
              <a:buFont typeface="Arial"/>
              <a:buNone/>
              <a:defRPr b="0" i="0" sz="3000" u="none" cap="none" strike="noStrike">
                <a:solidFill>
                  <a:schemeClr val="lt1"/>
                </a:solidFill>
                <a:latin typeface="Calibri"/>
                <a:ea typeface="Calibri"/>
                <a:cs typeface="Calibri"/>
                <a:sym typeface="Calibri"/>
              </a:defRPr>
            </a:lvl3pPr>
            <a:lvl4pPr indent="-228600" lvl="3" marL="1828800" marR="0" rtl="0" algn="l">
              <a:lnSpc>
                <a:spcPct val="90000"/>
              </a:lnSpc>
              <a:spcBef>
                <a:spcPts val="800"/>
              </a:spcBef>
              <a:spcAft>
                <a:spcPts val="0"/>
              </a:spcAft>
              <a:buClr>
                <a:schemeClr val="lt1"/>
              </a:buClr>
              <a:buSzPts val="2200"/>
              <a:buFont typeface="Arial"/>
              <a:buNone/>
              <a:defRPr b="0" i="0" sz="2800" u="none" cap="none" strike="noStrike">
                <a:solidFill>
                  <a:schemeClr val="lt1"/>
                </a:solidFill>
                <a:latin typeface="Calibri"/>
                <a:ea typeface="Calibri"/>
                <a:cs typeface="Calibri"/>
                <a:sym typeface="Calibri"/>
              </a:defRPr>
            </a:lvl4pPr>
            <a:lvl5pPr indent="-228600" lvl="4" marL="2286000" marR="0" rtl="0" algn="l">
              <a:lnSpc>
                <a:spcPct val="90000"/>
              </a:lnSpc>
              <a:spcBef>
                <a:spcPts val="800"/>
              </a:spcBef>
              <a:spcAft>
                <a:spcPts val="0"/>
              </a:spcAft>
              <a:buClr>
                <a:schemeClr val="lt1"/>
              </a:buClr>
              <a:buSzPts val="2200"/>
              <a:buFont typeface="Arial"/>
              <a:buNone/>
              <a:defRPr b="0" i="0" sz="2800" u="none" cap="none" strike="noStrike">
                <a:solidFill>
                  <a:schemeClr val="lt1"/>
                </a:solidFill>
                <a:latin typeface="Calibri"/>
                <a:ea typeface="Calibri"/>
                <a:cs typeface="Calibri"/>
                <a:sym typeface="Calibri"/>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sp>
        <p:nvSpPr>
          <p:cNvPr id="108" name="Google Shape;108;p30"/>
          <p:cNvSpPr txBox="1"/>
          <p:nvPr>
            <p:ph idx="2" type="body"/>
          </p:nvPr>
        </p:nvSpPr>
        <p:spPr>
          <a:xfrm>
            <a:off x="3171826" y="6153152"/>
            <a:ext cx="11015400" cy="1243200"/>
          </a:xfrm>
          <a:prstGeom prst="rect">
            <a:avLst/>
          </a:prstGeom>
          <a:noFill/>
          <a:ln>
            <a:noFill/>
          </a:ln>
        </p:spPr>
        <p:txBody>
          <a:bodyPr anchorCtr="0" anchor="t" bIns="137150" lIns="137150" spcFirstLastPara="1" rIns="137150" wrap="square" tIns="137150">
            <a:noAutofit/>
          </a:bodyPr>
          <a:lstStyle>
            <a:lvl1pPr indent="-228600" lvl="0" marL="457200" marR="0" rtl="0" algn="l">
              <a:lnSpc>
                <a:spcPct val="90000"/>
              </a:lnSpc>
              <a:spcBef>
                <a:spcPts val="1600"/>
              </a:spcBef>
              <a:spcAft>
                <a:spcPts val="0"/>
              </a:spcAft>
              <a:buClr>
                <a:schemeClr val="lt1"/>
              </a:buClr>
              <a:buSzPts val="2200"/>
              <a:buFont typeface="Arial"/>
              <a:buNone/>
              <a:defRPr b="0" i="0" sz="4200" u="none" cap="none" strike="noStrike">
                <a:solidFill>
                  <a:schemeClr val="lt1"/>
                </a:solidFill>
                <a:latin typeface="Arial"/>
                <a:ea typeface="Arial"/>
                <a:cs typeface="Arial"/>
                <a:sym typeface="Arial"/>
              </a:defRPr>
            </a:lvl1pPr>
            <a:lvl2pPr indent="-228600" lvl="1" marL="914400" marR="0" rtl="0" algn="l">
              <a:lnSpc>
                <a:spcPct val="90000"/>
              </a:lnSpc>
              <a:spcBef>
                <a:spcPts val="800"/>
              </a:spcBef>
              <a:spcAft>
                <a:spcPts val="0"/>
              </a:spcAft>
              <a:buClr>
                <a:schemeClr val="lt1"/>
              </a:buClr>
              <a:buSzPts val="2200"/>
              <a:buFont typeface="Arial"/>
              <a:buNone/>
              <a:defRPr b="0" i="0" sz="3600" u="none" cap="none" strike="noStrike">
                <a:solidFill>
                  <a:schemeClr val="lt1"/>
                </a:solidFill>
                <a:latin typeface="Arial"/>
                <a:ea typeface="Arial"/>
                <a:cs typeface="Arial"/>
                <a:sym typeface="Arial"/>
              </a:defRPr>
            </a:lvl2pPr>
            <a:lvl3pPr indent="-228600" lvl="2" marL="1371600" marR="0" rtl="0" algn="l">
              <a:lnSpc>
                <a:spcPct val="90000"/>
              </a:lnSpc>
              <a:spcBef>
                <a:spcPts val="800"/>
              </a:spcBef>
              <a:spcAft>
                <a:spcPts val="0"/>
              </a:spcAft>
              <a:buClr>
                <a:schemeClr val="lt1"/>
              </a:buClr>
              <a:buSzPts val="2200"/>
              <a:buFont typeface="Arial"/>
              <a:buNone/>
              <a:defRPr b="0" i="0" sz="3000" u="none" cap="none" strike="noStrike">
                <a:solidFill>
                  <a:schemeClr val="lt1"/>
                </a:solidFill>
                <a:latin typeface="Calibri"/>
                <a:ea typeface="Calibri"/>
                <a:cs typeface="Calibri"/>
                <a:sym typeface="Calibri"/>
              </a:defRPr>
            </a:lvl3pPr>
            <a:lvl4pPr indent="-228600" lvl="3" marL="1828800" marR="0" rtl="0" algn="l">
              <a:lnSpc>
                <a:spcPct val="90000"/>
              </a:lnSpc>
              <a:spcBef>
                <a:spcPts val="800"/>
              </a:spcBef>
              <a:spcAft>
                <a:spcPts val="0"/>
              </a:spcAft>
              <a:buClr>
                <a:schemeClr val="lt1"/>
              </a:buClr>
              <a:buSzPts val="2200"/>
              <a:buFont typeface="Arial"/>
              <a:buNone/>
              <a:defRPr b="0" i="0" sz="2800" u="none" cap="none" strike="noStrike">
                <a:solidFill>
                  <a:schemeClr val="lt1"/>
                </a:solidFill>
                <a:latin typeface="Calibri"/>
                <a:ea typeface="Calibri"/>
                <a:cs typeface="Calibri"/>
                <a:sym typeface="Calibri"/>
              </a:defRPr>
            </a:lvl4pPr>
            <a:lvl5pPr indent="-228600" lvl="4" marL="2286000" marR="0" rtl="0" algn="l">
              <a:lnSpc>
                <a:spcPct val="90000"/>
              </a:lnSpc>
              <a:spcBef>
                <a:spcPts val="800"/>
              </a:spcBef>
              <a:spcAft>
                <a:spcPts val="0"/>
              </a:spcAft>
              <a:buClr>
                <a:schemeClr val="lt1"/>
              </a:buClr>
              <a:buSzPts val="2200"/>
              <a:buFont typeface="Arial"/>
              <a:buNone/>
              <a:defRPr b="0" i="0" sz="2800" u="none" cap="none" strike="noStrike">
                <a:solidFill>
                  <a:schemeClr val="lt1"/>
                </a:solidFill>
                <a:latin typeface="Calibri"/>
                <a:ea typeface="Calibri"/>
                <a:cs typeface="Calibri"/>
                <a:sym typeface="Calibri"/>
              </a:defRPr>
            </a:lvl5pPr>
            <a:lvl6pPr indent="-406400" lvl="5" marL="27432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6pPr>
            <a:lvl7pPr indent="-406400" lvl="6" marL="32004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7pPr>
            <a:lvl8pPr indent="-406400" lvl="7" marL="36576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8pPr>
            <a:lvl9pPr indent="-406400" lvl="8" marL="4114800" marR="0" rtl="0" algn="l">
              <a:lnSpc>
                <a:spcPct val="90000"/>
              </a:lnSpc>
              <a:spcBef>
                <a:spcPts val="8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ndo azul" type="title">
  <p:cSld name="TITLE">
    <p:bg>
      <p:bgPr>
        <a:solidFill>
          <a:schemeClr val="dk1"/>
        </a:solidFill>
      </p:bgPr>
    </p:bg>
    <p:spTree>
      <p:nvGrpSpPr>
        <p:cNvPr id="113" name="Shape 113"/>
        <p:cNvGrpSpPr/>
        <p:nvPr/>
      </p:nvGrpSpPr>
      <p:grpSpPr>
        <a:xfrm>
          <a:off x="0" y="0"/>
          <a:ext cx="0" cy="0"/>
          <a:chOff x="0" y="0"/>
          <a:chExt cx="0" cy="0"/>
        </a:xfrm>
      </p:grpSpPr>
      <p:sp>
        <p:nvSpPr>
          <p:cNvPr id="114" name="Google Shape;114;p3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indent="0" lvl="0" marL="0" rtl="0" algn="r">
              <a:spcBef>
                <a:spcPts val="0"/>
              </a:spcBef>
              <a:spcAft>
                <a:spcPts val="0"/>
              </a:spcAft>
              <a:buNone/>
            </a:pPr>
            <a:r>
              <a:rPr lang="en-US"/>
              <a:t>1</a:t>
            </a:r>
            <a:endParaRPr sz="2000">
              <a:solidFill>
                <a:schemeClr val="dk2"/>
              </a:solidFill>
            </a:endParaRPr>
          </a:p>
        </p:txBody>
      </p:sp>
    </p:spTree>
  </p:cSld>
  <p:clrMapOvr>
    <a:masterClrMapping/>
  </p:clrMapOvr>
  <p:extLst>
    <p:ext uri="{DCECCB84-F9BA-43D5-87BE-67443E8EF086}">
      <p15:sldGuideLst>
        <p15:guide id="1" pos="680">
          <p15:clr>
            <a:srgbClr val="E46962"/>
          </p15:clr>
        </p15:guide>
        <p15:guide id="2" pos="10885">
          <p15:clr>
            <a:srgbClr val="E46962"/>
          </p15:clr>
        </p15:guide>
        <p15:guide id="3" orient="horz" pos="680">
          <p15:clr>
            <a:srgbClr val="E46962"/>
          </p15:clr>
        </p15:guide>
        <p15:guide id="4" orient="horz" pos="5800">
          <p15:clr>
            <a:srgbClr val="E46962"/>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ndo blanco" type="tx">
  <p:cSld name="TITLE_AND_BODY">
    <p:bg>
      <p:bgPr>
        <a:solidFill>
          <a:schemeClr val="accent1"/>
        </a:solidFill>
      </p:bgPr>
    </p:bg>
    <p:spTree>
      <p:nvGrpSpPr>
        <p:cNvPr id="115" name="Shape 115"/>
        <p:cNvGrpSpPr/>
        <p:nvPr/>
      </p:nvGrpSpPr>
      <p:grpSpPr>
        <a:xfrm>
          <a:off x="0" y="0"/>
          <a:ext cx="0" cy="0"/>
          <a:chOff x="0" y="0"/>
          <a:chExt cx="0" cy="0"/>
        </a:xfrm>
      </p:grpSpPr>
      <p:sp>
        <p:nvSpPr>
          <p:cNvPr id="116" name="Google Shape;116;p33"/>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indent="0" lvl="0" marL="0" rtl="0" algn="r">
              <a:spcBef>
                <a:spcPts val="0"/>
              </a:spcBef>
              <a:spcAft>
                <a:spcPts val="0"/>
              </a:spcAft>
              <a:buNone/>
            </a:pPr>
            <a:r>
              <a:rPr lang="en-US"/>
              <a:t>2</a:t>
            </a:r>
            <a:endParaRPr sz="2000">
              <a:solidFill>
                <a:schemeClr val="dk2"/>
              </a:solidFill>
            </a:endParaRPr>
          </a:p>
        </p:txBody>
      </p:sp>
    </p:spTree>
  </p:cSld>
  <p:clrMapOvr>
    <a:masterClrMapping/>
  </p:clrMapOvr>
  <p:extLst>
    <p:ext uri="{DCECCB84-F9BA-43D5-87BE-67443E8EF086}">
      <p15:sldGuideLst>
        <p15:guide id="1" pos="278">
          <p15:clr>
            <a:srgbClr val="E46962"/>
          </p15:clr>
        </p15:guide>
        <p15:guide id="2" pos="11242">
          <p15:clr>
            <a:srgbClr val="E46962"/>
          </p15:clr>
        </p15:guide>
        <p15:guide id="3" orient="horz" pos="281">
          <p15:clr>
            <a:srgbClr val="E46962"/>
          </p15:clr>
        </p15:guide>
        <p15:guide id="4" orient="horz" pos="6199">
          <p15:clr>
            <a:srgbClr val="E46962"/>
          </p15:clr>
        </p15:guide>
      </p15:sldGuideLst>
    </p:ext>
  </p:extLs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con logo">
  <p:cSld name="CUSTOM">
    <p:bg>
      <p:bgPr>
        <a:solidFill>
          <a:schemeClr val="accent1"/>
        </a:solidFill>
      </p:bgPr>
    </p:bg>
    <p:spTree>
      <p:nvGrpSpPr>
        <p:cNvPr id="117" name="Shape 117"/>
        <p:cNvGrpSpPr/>
        <p:nvPr/>
      </p:nvGrpSpPr>
      <p:grpSpPr>
        <a:xfrm>
          <a:off x="0" y="0"/>
          <a:ext cx="0" cy="0"/>
          <a:chOff x="0" y="0"/>
          <a:chExt cx="0" cy="0"/>
        </a:xfrm>
      </p:grpSpPr>
      <p:sp>
        <p:nvSpPr>
          <p:cNvPr id="118" name="Google Shape;118;p34"/>
          <p:cNvSpPr txBox="1"/>
          <p:nvPr>
            <p:ph idx="1" type="subTitle"/>
          </p:nvPr>
        </p:nvSpPr>
        <p:spPr>
          <a:xfrm>
            <a:off x="409800" y="0"/>
            <a:ext cx="7550400" cy="645600"/>
          </a:xfrm>
          <a:prstGeom prst="rect">
            <a:avLst/>
          </a:prstGeom>
        </p:spPr>
        <p:txBody>
          <a:bodyPr anchorCtr="0" anchor="t" bIns="182850" lIns="182850" spcFirstLastPara="1" rIns="182850" wrap="square" tIns="182850">
            <a:noAutofit/>
          </a:bodyPr>
          <a:lstStyle>
            <a:lvl1pPr lvl="0">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1pPr>
            <a:lvl2pPr lvl="1">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2pPr>
            <a:lvl3pPr lvl="2">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3pPr>
            <a:lvl4pPr lvl="3">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4pPr>
            <a:lvl5pPr lvl="4">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5pPr>
            <a:lvl6pPr lvl="5">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6pPr>
            <a:lvl7pPr lvl="6">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7pPr>
            <a:lvl8pPr lvl="7">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8pPr>
            <a:lvl9pPr lvl="8">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9pPr>
          </a:lstStyle>
          <a:p/>
        </p:txBody>
      </p:sp>
      <p:pic>
        <p:nvPicPr>
          <p:cNvPr id="119" name="Google Shape;119;p34" title="Logo oficial azul marino (000033) para uso sobre fondos claros (1).png"/>
          <p:cNvPicPr preferRelativeResize="0"/>
          <p:nvPr/>
        </p:nvPicPr>
        <p:blipFill>
          <a:blip r:embed="rId2">
            <a:alphaModFix/>
          </a:blip>
          <a:stretch>
            <a:fillRect/>
          </a:stretch>
        </p:blipFill>
        <p:spPr>
          <a:xfrm>
            <a:off x="15612400" y="578150"/>
            <a:ext cx="2052202" cy="4114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ndo gris claro" type="blank">
  <p:cSld name="BLANK">
    <p:bg>
      <p:bgPr>
        <a:solidFill>
          <a:schemeClr val="lt2"/>
        </a:solidFill>
      </p:bgPr>
    </p:bg>
    <p:spTree>
      <p:nvGrpSpPr>
        <p:cNvPr id="120" name="Shape 120"/>
        <p:cNvGrpSpPr/>
        <p:nvPr/>
      </p:nvGrpSpPr>
      <p:grpSpPr>
        <a:xfrm>
          <a:off x="0" y="0"/>
          <a:ext cx="0" cy="0"/>
          <a:chOff x="0" y="0"/>
          <a:chExt cx="0" cy="0"/>
        </a:xfrm>
      </p:grpSpPr>
      <p:sp>
        <p:nvSpPr>
          <p:cNvPr id="121" name="Google Shape;121;p35"/>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indent="0" lvl="0" marL="0" rtl="0" algn="r">
              <a:spcBef>
                <a:spcPts val="0"/>
              </a:spcBef>
              <a:spcAft>
                <a:spcPts val="0"/>
              </a:spcAft>
              <a:buNone/>
            </a:pPr>
            <a:r>
              <a:rPr lang="en-US"/>
              <a:t>3</a:t>
            </a:r>
            <a:endParaRPr sz="2000">
              <a:solidFill>
                <a:schemeClr val="dk2"/>
              </a:solidFill>
            </a:endParaRPr>
          </a:p>
        </p:txBody>
      </p:sp>
    </p:spTree>
  </p:cSld>
  <p:clrMapOvr>
    <a:masterClrMapping/>
  </p:clrMapOvr>
  <p:extLst>
    <p:ext uri="{DCECCB84-F9BA-43D5-87BE-67443E8EF086}">
      <p15:sldGuideLst>
        <p15:guide id="1" pos="680">
          <p15:clr>
            <a:srgbClr val="E46962"/>
          </p15:clr>
        </p15:guide>
        <p15:guide id="2" pos="10840">
          <p15:clr>
            <a:srgbClr val="E46962"/>
          </p15:clr>
        </p15:guide>
        <p15:guide id="3" orient="horz" pos="680">
          <p15:clr>
            <a:srgbClr val="E46962"/>
          </p15:clr>
        </p15:guide>
        <p15:guide id="4" orient="horz" pos="5800">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cuerpo 1">
  <p:cSld name="TITLE_AND_BODY_1">
    <p:spTree>
      <p:nvGrpSpPr>
        <p:cNvPr id="122" name="Shape 122"/>
        <p:cNvGrpSpPr/>
        <p:nvPr/>
      </p:nvGrpSpPr>
      <p:grpSpPr>
        <a:xfrm>
          <a:off x="0" y="0"/>
          <a:ext cx="0" cy="0"/>
          <a:chOff x="0" y="0"/>
          <a:chExt cx="0" cy="0"/>
        </a:xfrm>
      </p:grpSpPr>
      <p:sp>
        <p:nvSpPr>
          <p:cNvPr id="123" name="Google Shape;123;p36"/>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l con Logo Cliente 5">
  <p:cSld name="TITLE_6">
    <p:spTree>
      <p:nvGrpSpPr>
        <p:cNvPr id="124" name="Shape 124"/>
        <p:cNvGrpSpPr/>
        <p:nvPr/>
      </p:nvGrpSpPr>
      <p:grpSpPr>
        <a:xfrm>
          <a:off x="0" y="0"/>
          <a:ext cx="0" cy="0"/>
          <a:chOff x="0" y="0"/>
          <a:chExt cx="0" cy="0"/>
        </a:xfrm>
      </p:grpSpPr>
      <p:sp>
        <p:nvSpPr>
          <p:cNvPr id="125" name="Google Shape;125;p37"/>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26" name="Google Shape;126;p37"/>
          <p:cNvPicPr preferRelativeResize="0"/>
          <p:nvPr/>
        </p:nvPicPr>
        <p:blipFill rotWithShape="1">
          <a:blip r:embed="rId2">
            <a:alphaModFix/>
          </a:blip>
          <a:srcRect b="0" l="0" r="54463" t="0"/>
          <a:stretch/>
        </p:blipFill>
        <p:spPr>
          <a:xfrm>
            <a:off x="17017907" y="97300"/>
            <a:ext cx="1097404" cy="6454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127" name="Shape 127"/>
        <p:cNvGrpSpPr/>
        <p:nvPr/>
      </p:nvGrpSpPr>
      <p:grpSpPr>
        <a:xfrm>
          <a:off x="0" y="0"/>
          <a:ext cx="0" cy="0"/>
          <a:chOff x="0" y="0"/>
          <a:chExt cx="0" cy="0"/>
        </a:xfrm>
      </p:grpSpPr>
      <p:sp>
        <p:nvSpPr>
          <p:cNvPr id="128" name="Google Shape;128;p38"/>
          <p:cNvSpPr txBox="1"/>
          <p:nvPr>
            <p:ph type="title"/>
          </p:nvPr>
        </p:nvSpPr>
        <p:spPr>
          <a:xfrm>
            <a:off x="1257300" y="547688"/>
            <a:ext cx="15773400" cy="1988400"/>
          </a:xfrm>
          <a:prstGeom prst="rect">
            <a:avLst/>
          </a:prstGeom>
          <a:noFill/>
          <a:ln>
            <a:noFill/>
          </a:ln>
        </p:spPr>
        <p:txBody>
          <a:bodyPr anchorCtr="0" anchor="ctr" bIns="68550" lIns="137150" spcFirstLastPara="1" rIns="137150" wrap="square" tIns="68550">
            <a:normAutofit/>
          </a:bodyPr>
          <a:lstStyle>
            <a:lvl1pPr lvl="0" algn="l">
              <a:lnSpc>
                <a:spcPct val="90000"/>
              </a:lnSpc>
              <a:spcBef>
                <a:spcPts val="0"/>
              </a:spcBef>
              <a:spcAft>
                <a:spcPts val="0"/>
              </a:spcAft>
              <a:buClr>
                <a:schemeClr val="dk1"/>
              </a:buClr>
              <a:buSzPts val="2800"/>
              <a:buNone/>
              <a:defRPr sz="2200"/>
            </a:lvl1pPr>
            <a:lvl2pPr lvl="1">
              <a:spcBef>
                <a:spcPts val="0"/>
              </a:spcBef>
              <a:spcAft>
                <a:spcPts val="0"/>
              </a:spcAft>
              <a:buSzPts val="2200"/>
              <a:buNone/>
              <a:defRPr sz="2200"/>
            </a:lvl2pPr>
            <a:lvl3pPr lvl="2">
              <a:spcBef>
                <a:spcPts val="0"/>
              </a:spcBef>
              <a:spcAft>
                <a:spcPts val="0"/>
              </a:spcAft>
              <a:buSzPts val="2200"/>
              <a:buNone/>
              <a:defRPr sz="2200"/>
            </a:lvl3pPr>
            <a:lvl4pPr lvl="3">
              <a:spcBef>
                <a:spcPts val="0"/>
              </a:spcBef>
              <a:spcAft>
                <a:spcPts val="0"/>
              </a:spcAft>
              <a:buSzPts val="2200"/>
              <a:buNone/>
              <a:defRPr sz="2200"/>
            </a:lvl4pPr>
            <a:lvl5pPr lvl="4">
              <a:spcBef>
                <a:spcPts val="0"/>
              </a:spcBef>
              <a:spcAft>
                <a:spcPts val="0"/>
              </a:spcAft>
              <a:buSzPts val="2200"/>
              <a:buNone/>
              <a:defRPr sz="2200"/>
            </a:lvl5pPr>
            <a:lvl6pPr lvl="5">
              <a:spcBef>
                <a:spcPts val="0"/>
              </a:spcBef>
              <a:spcAft>
                <a:spcPts val="0"/>
              </a:spcAft>
              <a:buSzPts val="2200"/>
              <a:buNone/>
              <a:defRPr sz="2200"/>
            </a:lvl6pPr>
            <a:lvl7pPr lvl="6">
              <a:spcBef>
                <a:spcPts val="0"/>
              </a:spcBef>
              <a:spcAft>
                <a:spcPts val="0"/>
              </a:spcAft>
              <a:buSzPts val="2200"/>
              <a:buNone/>
              <a:defRPr sz="2200"/>
            </a:lvl7pPr>
            <a:lvl8pPr lvl="7">
              <a:spcBef>
                <a:spcPts val="0"/>
              </a:spcBef>
              <a:spcAft>
                <a:spcPts val="0"/>
              </a:spcAft>
              <a:buSzPts val="2200"/>
              <a:buNone/>
              <a:defRPr sz="2200"/>
            </a:lvl8pPr>
            <a:lvl9pPr lvl="8">
              <a:spcBef>
                <a:spcPts val="0"/>
              </a:spcBef>
              <a:spcAft>
                <a:spcPts val="0"/>
              </a:spcAft>
              <a:buSzPts val="2200"/>
              <a:buNone/>
              <a:defRPr sz="2200"/>
            </a:lvl9pPr>
          </a:lstStyle>
          <a:p/>
        </p:txBody>
      </p:sp>
      <p:sp>
        <p:nvSpPr>
          <p:cNvPr id="129" name="Google Shape;129;p38"/>
          <p:cNvSpPr txBox="1"/>
          <p:nvPr>
            <p:ph idx="1" type="body"/>
          </p:nvPr>
        </p:nvSpPr>
        <p:spPr>
          <a:xfrm>
            <a:off x="1257300" y="2738438"/>
            <a:ext cx="15773400" cy="6526800"/>
          </a:xfrm>
          <a:prstGeom prst="rect">
            <a:avLst/>
          </a:prstGeom>
          <a:noFill/>
          <a:ln>
            <a:noFill/>
          </a:ln>
        </p:spPr>
        <p:txBody>
          <a:bodyPr anchorCtr="0" anchor="t" bIns="68550" lIns="137150" spcFirstLastPara="1" rIns="137150" wrap="square" tIns="68550">
            <a:normAutofit/>
          </a:bodyPr>
          <a:lstStyle>
            <a:lvl1pPr indent="-406400" lvl="0" marL="457200" algn="l">
              <a:lnSpc>
                <a:spcPct val="90000"/>
              </a:lnSpc>
              <a:spcBef>
                <a:spcPts val="1600"/>
              </a:spcBef>
              <a:spcAft>
                <a:spcPts val="0"/>
              </a:spcAft>
              <a:buClr>
                <a:schemeClr val="dk1"/>
              </a:buClr>
              <a:buSzPts val="2800"/>
              <a:buChar char="●"/>
              <a:defRPr sz="2200"/>
            </a:lvl1pPr>
            <a:lvl2pPr indent="-406400" lvl="1" marL="914400" algn="l">
              <a:lnSpc>
                <a:spcPct val="90000"/>
              </a:lnSpc>
              <a:spcBef>
                <a:spcPts val="2400"/>
              </a:spcBef>
              <a:spcAft>
                <a:spcPts val="0"/>
              </a:spcAft>
              <a:buClr>
                <a:schemeClr val="dk1"/>
              </a:buClr>
              <a:buSzPts val="2800"/>
              <a:buChar char="○"/>
              <a:defRPr sz="2200"/>
            </a:lvl2pPr>
            <a:lvl3pPr indent="-406400" lvl="2" marL="1371600" algn="l">
              <a:lnSpc>
                <a:spcPct val="90000"/>
              </a:lnSpc>
              <a:spcBef>
                <a:spcPts val="2400"/>
              </a:spcBef>
              <a:spcAft>
                <a:spcPts val="0"/>
              </a:spcAft>
              <a:buClr>
                <a:schemeClr val="dk1"/>
              </a:buClr>
              <a:buSzPts val="2800"/>
              <a:buChar char="■"/>
              <a:defRPr sz="2200"/>
            </a:lvl3pPr>
            <a:lvl4pPr indent="-406400" lvl="3" marL="1828800" algn="l">
              <a:lnSpc>
                <a:spcPct val="90000"/>
              </a:lnSpc>
              <a:spcBef>
                <a:spcPts val="2400"/>
              </a:spcBef>
              <a:spcAft>
                <a:spcPts val="0"/>
              </a:spcAft>
              <a:buClr>
                <a:schemeClr val="dk1"/>
              </a:buClr>
              <a:buSzPts val="2800"/>
              <a:buChar char="●"/>
              <a:defRPr sz="2200"/>
            </a:lvl4pPr>
            <a:lvl5pPr indent="-406400" lvl="4" marL="2286000" algn="l">
              <a:lnSpc>
                <a:spcPct val="90000"/>
              </a:lnSpc>
              <a:spcBef>
                <a:spcPts val="2400"/>
              </a:spcBef>
              <a:spcAft>
                <a:spcPts val="0"/>
              </a:spcAft>
              <a:buClr>
                <a:schemeClr val="dk1"/>
              </a:buClr>
              <a:buSzPts val="2800"/>
              <a:buChar char="○"/>
              <a:defRPr sz="2200"/>
            </a:lvl5pPr>
            <a:lvl6pPr indent="-406400" lvl="5" marL="2743200" algn="l">
              <a:lnSpc>
                <a:spcPct val="90000"/>
              </a:lnSpc>
              <a:spcBef>
                <a:spcPts val="2400"/>
              </a:spcBef>
              <a:spcAft>
                <a:spcPts val="0"/>
              </a:spcAft>
              <a:buClr>
                <a:schemeClr val="dk1"/>
              </a:buClr>
              <a:buSzPts val="2800"/>
              <a:buChar char="■"/>
              <a:defRPr sz="2200"/>
            </a:lvl6pPr>
            <a:lvl7pPr indent="-406400" lvl="6" marL="3200400" algn="l">
              <a:lnSpc>
                <a:spcPct val="90000"/>
              </a:lnSpc>
              <a:spcBef>
                <a:spcPts val="2400"/>
              </a:spcBef>
              <a:spcAft>
                <a:spcPts val="0"/>
              </a:spcAft>
              <a:buClr>
                <a:schemeClr val="dk1"/>
              </a:buClr>
              <a:buSzPts val="2800"/>
              <a:buChar char="●"/>
              <a:defRPr sz="2200"/>
            </a:lvl7pPr>
            <a:lvl8pPr indent="-406400" lvl="7" marL="3657600" algn="l">
              <a:lnSpc>
                <a:spcPct val="90000"/>
              </a:lnSpc>
              <a:spcBef>
                <a:spcPts val="2400"/>
              </a:spcBef>
              <a:spcAft>
                <a:spcPts val="0"/>
              </a:spcAft>
              <a:buClr>
                <a:schemeClr val="dk1"/>
              </a:buClr>
              <a:buSzPts val="2800"/>
              <a:buChar char="○"/>
              <a:defRPr sz="2200"/>
            </a:lvl8pPr>
            <a:lvl9pPr indent="-406400" lvl="8" marL="4114800" algn="l">
              <a:lnSpc>
                <a:spcPct val="90000"/>
              </a:lnSpc>
              <a:spcBef>
                <a:spcPts val="2400"/>
              </a:spcBef>
              <a:spcAft>
                <a:spcPts val="2400"/>
              </a:spcAft>
              <a:buClr>
                <a:schemeClr val="dk1"/>
              </a:buClr>
              <a:buSzPts val="2800"/>
              <a:buChar char="■"/>
              <a:defRPr sz="2200"/>
            </a:lvl9pPr>
          </a:lstStyle>
          <a:p/>
        </p:txBody>
      </p:sp>
      <p:sp>
        <p:nvSpPr>
          <p:cNvPr id="130" name="Google Shape;130;p38"/>
          <p:cNvSpPr txBox="1"/>
          <p:nvPr>
            <p:ph idx="10" type="dt"/>
          </p:nvPr>
        </p:nvSpPr>
        <p:spPr>
          <a:xfrm>
            <a:off x="1257300" y="9534525"/>
            <a:ext cx="4114800" cy="547800"/>
          </a:xfrm>
          <a:prstGeom prst="rect">
            <a:avLst/>
          </a:prstGeom>
          <a:noFill/>
          <a:ln>
            <a:noFill/>
          </a:ln>
        </p:spPr>
        <p:txBody>
          <a:bodyPr anchorCtr="0" anchor="ctr" bIns="68550" lIns="137150" spcFirstLastPara="1" rIns="137150" wrap="square" tIns="68550">
            <a:noAutofit/>
          </a:bodyPr>
          <a:lstStyle>
            <a:lvl1pPr lvl="0" algn="l">
              <a:spcBef>
                <a:spcPts val="0"/>
              </a:spcBef>
              <a:spcAft>
                <a:spcPts val="0"/>
              </a:spcAft>
              <a:buSzPts val="2200"/>
              <a:buNone/>
              <a:defRPr sz="2200"/>
            </a:lvl1pPr>
            <a:lvl2pPr lvl="1" algn="l">
              <a:spcBef>
                <a:spcPts val="0"/>
              </a:spcBef>
              <a:spcAft>
                <a:spcPts val="0"/>
              </a:spcAft>
              <a:buSzPts val="2200"/>
              <a:buNone/>
              <a:defRPr sz="2200"/>
            </a:lvl2pPr>
            <a:lvl3pPr lvl="2" algn="l">
              <a:spcBef>
                <a:spcPts val="0"/>
              </a:spcBef>
              <a:spcAft>
                <a:spcPts val="0"/>
              </a:spcAft>
              <a:buSzPts val="2200"/>
              <a:buNone/>
              <a:defRPr sz="2200"/>
            </a:lvl3pPr>
            <a:lvl4pPr lvl="3" algn="l">
              <a:spcBef>
                <a:spcPts val="0"/>
              </a:spcBef>
              <a:spcAft>
                <a:spcPts val="0"/>
              </a:spcAft>
              <a:buSzPts val="2200"/>
              <a:buNone/>
              <a:defRPr sz="2200"/>
            </a:lvl4pPr>
            <a:lvl5pPr lvl="4" algn="l">
              <a:spcBef>
                <a:spcPts val="0"/>
              </a:spcBef>
              <a:spcAft>
                <a:spcPts val="0"/>
              </a:spcAft>
              <a:buSzPts val="2200"/>
              <a:buNone/>
              <a:defRPr sz="2200"/>
            </a:lvl5pPr>
            <a:lvl6pPr lvl="5" algn="l">
              <a:spcBef>
                <a:spcPts val="0"/>
              </a:spcBef>
              <a:spcAft>
                <a:spcPts val="0"/>
              </a:spcAft>
              <a:buSzPts val="2200"/>
              <a:buNone/>
              <a:defRPr sz="2200"/>
            </a:lvl6pPr>
            <a:lvl7pPr lvl="6" algn="l">
              <a:spcBef>
                <a:spcPts val="0"/>
              </a:spcBef>
              <a:spcAft>
                <a:spcPts val="0"/>
              </a:spcAft>
              <a:buSzPts val="2200"/>
              <a:buNone/>
              <a:defRPr sz="2200"/>
            </a:lvl7pPr>
            <a:lvl8pPr lvl="7" algn="l">
              <a:spcBef>
                <a:spcPts val="0"/>
              </a:spcBef>
              <a:spcAft>
                <a:spcPts val="0"/>
              </a:spcAft>
              <a:buSzPts val="2200"/>
              <a:buNone/>
              <a:defRPr sz="2200"/>
            </a:lvl8pPr>
            <a:lvl9pPr lvl="8" algn="l">
              <a:spcBef>
                <a:spcPts val="0"/>
              </a:spcBef>
              <a:spcAft>
                <a:spcPts val="0"/>
              </a:spcAft>
              <a:buSzPts val="2200"/>
              <a:buNone/>
              <a:defRPr sz="2200"/>
            </a:lvl9pPr>
          </a:lstStyle>
          <a:p/>
        </p:txBody>
      </p:sp>
      <p:sp>
        <p:nvSpPr>
          <p:cNvPr id="131" name="Google Shape;131;p38"/>
          <p:cNvSpPr txBox="1"/>
          <p:nvPr>
            <p:ph idx="11" type="ftr"/>
          </p:nvPr>
        </p:nvSpPr>
        <p:spPr>
          <a:xfrm>
            <a:off x="6057900" y="9534525"/>
            <a:ext cx="6172200" cy="547800"/>
          </a:xfrm>
          <a:prstGeom prst="rect">
            <a:avLst/>
          </a:prstGeom>
          <a:noFill/>
          <a:ln>
            <a:noFill/>
          </a:ln>
        </p:spPr>
        <p:txBody>
          <a:bodyPr anchorCtr="0" anchor="ctr" bIns="68550" lIns="137150" spcFirstLastPara="1" rIns="137150" wrap="square" tIns="68550">
            <a:noAutofit/>
          </a:bodyPr>
          <a:lstStyle>
            <a:lvl1pPr lvl="0" algn="ctr">
              <a:spcBef>
                <a:spcPts val="0"/>
              </a:spcBef>
              <a:spcAft>
                <a:spcPts val="0"/>
              </a:spcAft>
              <a:buSzPts val="2200"/>
              <a:buNone/>
              <a:defRPr sz="2200"/>
            </a:lvl1pPr>
            <a:lvl2pPr lvl="1" algn="l">
              <a:spcBef>
                <a:spcPts val="0"/>
              </a:spcBef>
              <a:spcAft>
                <a:spcPts val="0"/>
              </a:spcAft>
              <a:buSzPts val="2200"/>
              <a:buNone/>
              <a:defRPr sz="2200"/>
            </a:lvl2pPr>
            <a:lvl3pPr lvl="2" algn="l">
              <a:spcBef>
                <a:spcPts val="0"/>
              </a:spcBef>
              <a:spcAft>
                <a:spcPts val="0"/>
              </a:spcAft>
              <a:buSzPts val="2200"/>
              <a:buNone/>
              <a:defRPr sz="2200"/>
            </a:lvl3pPr>
            <a:lvl4pPr lvl="3" algn="l">
              <a:spcBef>
                <a:spcPts val="0"/>
              </a:spcBef>
              <a:spcAft>
                <a:spcPts val="0"/>
              </a:spcAft>
              <a:buSzPts val="2200"/>
              <a:buNone/>
              <a:defRPr sz="2200"/>
            </a:lvl4pPr>
            <a:lvl5pPr lvl="4" algn="l">
              <a:spcBef>
                <a:spcPts val="0"/>
              </a:spcBef>
              <a:spcAft>
                <a:spcPts val="0"/>
              </a:spcAft>
              <a:buSzPts val="2200"/>
              <a:buNone/>
              <a:defRPr sz="2200"/>
            </a:lvl5pPr>
            <a:lvl6pPr lvl="5" algn="l">
              <a:spcBef>
                <a:spcPts val="0"/>
              </a:spcBef>
              <a:spcAft>
                <a:spcPts val="0"/>
              </a:spcAft>
              <a:buSzPts val="2200"/>
              <a:buNone/>
              <a:defRPr sz="2200"/>
            </a:lvl6pPr>
            <a:lvl7pPr lvl="6" algn="l">
              <a:spcBef>
                <a:spcPts val="0"/>
              </a:spcBef>
              <a:spcAft>
                <a:spcPts val="0"/>
              </a:spcAft>
              <a:buSzPts val="2200"/>
              <a:buNone/>
              <a:defRPr sz="2200"/>
            </a:lvl7pPr>
            <a:lvl8pPr lvl="7" algn="l">
              <a:spcBef>
                <a:spcPts val="0"/>
              </a:spcBef>
              <a:spcAft>
                <a:spcPts val="0"/>
              </a:spcAft>
              <a:buSzPts val="2200"/>
              <a:buNone/>
              <a:defRPr sz="2200"/>
            </a:lvl8pPr>
            <a:lvl9pPr lvl="8" algn="l">
              <a:spcBef>
                <a:spcPts val="0"/>
              </a:spcBef>
              <a:spcAft>
                <a:spcPts val="0"/>
              </a:spcAft>
              <a:buSzPts val="2200"/>
              <a:buNone/>
              <a:defRPr sz="2200"/>
            </a:lvl9pPr>
          </a:lstStyle>
          <a:p/>
        </p:txBody>
      </p:sp>
      <p:sp>
        <p:nvSpPr>
          <p:cNvPr id="132" name="Google Shape;132;p38"/>
          <p:cNvSpPr txBox="1"/>
          <p:nvPr>
            <p:ph idx="12" type="sldNum"/>
          </p:nvPr>
        </p:nvSpPr>
        <p:spPr>
          <a:xfrm>
            <a:off x="12915900" y="9534525"/>
            <a:ext cx="4114800" cy="547800"/>
          </a:xfrm>
          <a:prstGeom prst="rect">
            <a:avLst/>
          </a:prstGeom>
          <a:noFill/>
          <a:ln>
            <a:noFill/>
          </a:ln>
        </p:spPr>
        <p:txBody>
          <a:bodyPr anchorCtr="0" anchor="ctr" bIns="68550" lIns="137150" spcFirstLastPara="1" rIns="137150" wrap="square" tIns="68550">
            <a:normAutofit/>
          </a:bodyPr>
          <a:lstStyle>
            <a:lvl1pPr indent="0" lvl="0" marL="0" algn="r">
              <a:spcBef>
                <a:spcPts val="0"/>
              </a:spcBef>
              <a:buNone/>
              <a:defRPr sz="2200"/>
            </a:lvl1pPr>
            <a:lvl2pPr indent="0" lvl="1" marL="0" algn="r">
              <a:spcBef>
                <a:spcPts val="0"/>
              </a:spcBef>
              <a:buNone/>
              <a:defRPr sz="2200"/>
            </a:lvl2pPr>
            <a:lvl3pPr indent="0" lvl="2" marL="0" algn="r">
              <a:spcBef>
                <a:spcPts val="0"/>
              </a:spcBef>
              <a:buNone/>
              <a:defRPr sz="2200"/>
            </a:lvl3pPr>
            <a:lvl4pPr indent="0" lvl="3" marL="0" algn="r">
              <a:spcBef>
                <a:spcPts val="0"/>
              </a:spcBef>
              <a:buNone/>
              <a:defRPr sz="2200"/>
            </a:lvl4pPr>
            <a:lvl5pPr indent="0" lvl="4" marL="0" algn="r">
              <a:spcBef>
                <a:spcPts val="0"/>
              </a:spcBef>
              <a:buNone/>
              <a:defRPr sz="2200"/>
            </a:lvl5pPr>
            <a:lvl6pPr indent="0" lvl="5" marL="0" algn="r">
              <a:spcBef>
                <a:spcPts val="0"/>
              </a:spcBef>
              <a:buNone/>
              <a:defRPr sz="2200"/>
            </a:lvl6pPr>
            <a:lvl7pPr indent="0" lvl="6" marL="0" algn="r">
              <a:spcBef>
                <a:spcPts val="0"/>
              </a:spcBef>
              <a:buNone/>
              <a:defRPr sz="2200"/>
            </a:lvl7pPr>
            <a:lvl8pPr indent="0" lvl="7" marL="0" algn="r">
              <a:spcBef>
                <a:spcPts val="0"/>
              </a:spcBef>
              <a:buNone/>
              <a:defRPr sz="2200"/>
            </a:lvl8pPr>
            <a:lvl9pPr indent="0" lvl="8" marL="0" algn="r">
              <a:spcBef>
                <a:spcPts val="0"/>
              </a:spcBef>
              <a:buNone/>
              <a:defRPr sz="2200"/>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7">
  <p:cSld name="TITLE_7">
    <p:spTree>
      <p:nvGrpSpPr>
        <p:cNvPr id="133" name="Shape 133"/>
        <p:cNvGrpSpPr/>
        <p:nvPr/>
      </p:nvGrpSpPr>
      <p:grpSpPr>
        <a:xfrm>
          <a:off x="0" y="0"/>
          <a:ext cx="0" cy="0"/>
          <a:chOff x="0" y="0"/>
          <a:chExt cx="0" cy="0"/>
        </a:xfrm>
      </p:grpSpPr>
      <p:sp>
        <p:nvSpPr>
          <p:cNvPr id="134" name="Google Shape;134;p39"/>
          <p:cNvSpPr txBox="1"/>
          <p:nvPr>
            <p:ph type="ctrTitle"/>
          </p:nvPr>
        </p:nvSpPr>
        <p:spPr>
          <a:xfrm>
            <a:off x="623417" y="1489150"/>
            <a:ext cx="17041200" cy="41052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10400"/>
              <a:buNone/>
              <a:defRPr sz="10400"/>
            </a:lvl1pPr>
            <a:lvl2pPr lvl="1" algn="ctr">
              <a:spcBef>
                <a:spcPts val="0"/>
              </a:spcBef>
              <a:spcAft>
                <a:spcPts val="0"/>
              </a:spcAft>
              <a:buSzPts val="10400"/>
              <a:buNone/>
              <a:defRPr sz="10400"/>
            </a:lvl2pPr>
            <a:lvl3pPr lvl="2" algn="ctr">
              <a:spcBef>
                <a:spcPts val="0"/>
              </a:spcBef>
              <a:spcAft>
                <a:spcPts val="0"/>
              </a:spcAft>
              <a:buSzPts val="10400"/>
              <a:buNone/>
              <a:defRPr sz="10400"/>
            </a:lvl3pPr>
            <a:lvl4pPr lvl="3" algn="ctr">
              <a:spcBef>
                <a:spcPts val="0"/>
              </a:spcBef>
              <a:spcAft>
                <a:spcPts val="0"/>
              </a:spcAft>
              <a:buSzPts val="10400"/>
              <a:buNone/>
              <a:defRPr sz="10400"/>
            </a:lvl4pPr>
            <a:lvl5pPr lvl="4" algn="ctr">
              <a:spcBef>
                <a:spcPts val="0"/>
              </a:spcBef>
              <a:spcAft>
                <a:spcPts val="0"/>
              </a:spcAft>
              <a:buSzPts val="10400"/>
              <a:buNone/>
              <a:defRPr sz="10400"/>
            </a:lvl5pPr>
            <a:lvl6pPr lvl="5" algn="ctr">
              <a:spcBef>
                <a:spcPts val="0"/>
              </a:spcBef>
              <a:spcAft>
                <a:spcPts val="0"/>
              </a:spcAft>
              <a:buSzPts val="10400"/>
              <a:buNone/>
              <a:defRPr sz="10400"/>
            </a:lvl6pPr>
            <a:lvl7pPr lvl="6" algn="ctr">
              <a:spcBef>
                <a:spcPts val="0"/>
              </a:spcBef>
              <a:spcAft>
                <a:spcPts val="0"/>
              </a:spcAft>
              <a:buSzPts val="10400"/>
              <a:buNone/>
              <a:defRPr sz="10400"/>
            </a:lvl7pPr>
            <a:lvl8pPr lvl="7" algn="ctr">
              <a:spcBef>
                <a:spcPts val="0"/>
              </a:spcBef>
              <a:spcAft>
                <a:spcPts val="0"/>
              </a:spcAft>
              <a:buSzPts val="10400"/>
              <a:buNone/>
              <a:defRPr sz="10400"/>
            </a:lvl8pPr>
            <a:lvl9pPr lvl="8" algn="ctr">
              <a:spcBef>
                <a:spcPts val="0"/>
              </a:spcBef>
              <a:spcAft>
                <a:spcPts val="0"/>
              </a:spcAft>
              <a:buSzPts val="10400"/>
              <a:buNone/>
              <a:defRPr sz="10400"/>
            </a:lvl9pPr>
          </a:lstStyle>
          <a:p/>
        </p:txBody>
      </p:sp>
      <p:sp>
        <p:nvSpPr>
          <p:cNvPr id="135" name="Google Shape;135;p39"/>
          <p:cNvSpPr txBox="1"/>
          <p:nvPr>
            <p:ph idx="1" type="subTitle"/>
          </p:nvPr>
        </p:nvSpPr>
        <p:spPr>
          <a:xfrm>
            <a:off x="623400" y="5668250"/>
            <a:ext cx="17041200" cy="1585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36" name="Google Shape;136;p39"/>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39" name="Shape 13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40" name="Shape 140"/>
        <p:cNvGrpSpPr/>
        <p:nvPr/>
      </p:nvGrpSpPr>
      <p:grpSpPr>
        <a:xfrm>
          <a:off x="0" y="0"/>
          <a:ext cx="0" cy="0"/>
          <a:chOff x="0" y="0"/>
          <a:chExt cx="0" cy="0"/>
        </a:xfrm>
      </p:grpSpPr>
      <p:sp>
        <p:nvSpPr>
          <p:cNvPr id="141" name="Google Shape;141;p42"/>
          <p:cNvSpPr txBox="1"/>
          <p:nvPr>
            <p:ph type="ctrTitle"/>
          </p:nvPr>
        </p:nvSpPr>
        <p:spPr>
          <a:xfrm>
            <a:off x="623417" y="1489150"/>
            <a:ext cx="17041200" cy="4105200"/>
          </a:xfrm>
          <a:prstGeom prst="rect">
            <a:avLst/>
          </a:prstGeom>
          <a:noFill/>
          <a:ln>
            <a:noFill/>
          </a:ln>
        </p:spPr>
        <p:txBody>
          <a:bodyPr anchorCtr="0" anchor="b" bIns="182850" lIns="182850" spcFirstLastPara="1" rIns="182850" wrap="square" tIns="182850">
            <a:noAutofit/>
          </a:bodyPr>
          <a:lstStyle>
            <a:lvl1pPr lvl="0" algn="ctr">
              <a:spcBef>
                <a:spcPts val="0"/>
              </a:spcBef>
              <a:spcAft>
                <a:spcPts val="0"/>
              </a:spcAft>
              <a:buSzPts val="10400"/>
              <a:buChar char="●"/>
              <a:defRPr sz="10400"/>
            </a:lvl1pPr>
            <a:lvl2pPr lvl="1" algn="ctr">
              <a:spcBef>
                <a:spcPts val="0"/>
              </a:spcBef>
              <a:spcAft>
                <a:spcPts val="0"/>
              </a:spcAft>
              <a:buSzPts val="10400"/>
              <a:buChar char="○"/>
              <a:defRPr sz="10400"/>
            </a:lvl2pPr>
            <a:lvl3pPr lvl="2" algn="ctr">
              <a:spcBef>
                <a:spcPts val="0"/>
              </a:spcBef>
              <a:spcAft>
                <a:spcPts val="0"/>
              </a:spcAft>
              <a:buSzPts val="10400"/>
              <a:buChar char="■"/>
              <a:defRPr sz="10400"/>
            </a:lvl3pPr>
            <a:lvl4pPr lvl="3" algn="ctr">
              <a:spcBef>
                <a:spcPts val="0"/>
              </a:spcBef>
              <a:spcAft>
                <a:spcPts val="0"/>
              </a:spcAft>
              <a:buSzPts val="10400"/>
              <a:buChar char="●"/>
              <a:defRPr sz="10400"/>
            </a:lvl4pPr>
            <a:lvl5pPr lvl="4" algn="ctr">
              <a:spcBef>
                <a:spcPts val="0"/>
              </a:spcBef>
              <a:spcAft>
                <a:spcPts val="0"/>
              </a:spcAft>
              <a:buSzPts val="10400"/>
              <a:buChar char="○"/>
              <a:defRPr sz="10400"/>
            </a:lvl5pPr>
            <a:lvl6pPr lvl="5" algn="ctr">
              <a:spcBef>
                <a:spcPts val="0"/>
              </a:spcBef>
              <a:spcAft>
                <a:spcPts val="0"/>
              </a:spcAft>
              <a:buSzPts val="10400"/>
              <a:buChar char="■"/>
              <a:defRPr sz="10400"/>
            </a:lvl6pPr>
            <a:lvl7pPr lvl="6" algn="ctr">
              <a:spcBef>
                <a:spcPts val="0"/>
              </a:spcBef>
              <a:spcAft>
                <a:spcPts val="0"/>
              </a:spcAft>
              <a:buSzPts val="10400"/>
              <a:buChar char="●"/>
              <a:defRPr sz="10400"/>
            </a:lvl7pPr>
            <a:lvl8pPr lvl="7" algn="ctr">
              <a:spcBef>
                <a:spcPts val="0"/>
              </a:spcBef>
              <a:spcAft>
                <a:spcPts val="0"/>
              </a:spcAft>
              <a:buSzPts val="10400"/>
              <a:buChar char="○"/>
              <a:defRPr sz="10400"/>
            </a:lvl8pPr>
            <a:lvl9pPr lvl="8" algn="ctr">
              <a:spcBef>
                <a:spcPts val="0"/>
              </a:spcBef>
              <a:spcAft>
                <a:spcPts val="0"/>
              </a:spcAft>
              <a:buSzPts val="10400"/>
              <a:buChar char="■"/>
              <a:defRPr sz="10400"/>
            </a:lvl9pPr>
          </a:lstStyle>
          <a:p/>
        </p:txBody>
      </p:sp>
      <p:sp>
        <p:nvSpPr>
          <p:cNvPr id="142" name="Google Shape;142;p42"/>
          <p:cNvSpPr txBox="1"/>
          <p:nvPr>
            <p:ph idx="1" type="subTitle"/>
          </p:nvPr>
        </p:nvSpPr>
        <p:spPr>
          <a:xfrm>
            <a:off x="623400" y="5668250"/>
            <a:ext cx="17041200" cy="1585200"/>
          </a:xfrm>
          <a:prstGeom prst="rect">
            <a:avLst/>
          </a:prstGeom>
          <a:noFill/>
          <a:ln>
            <a:noFill/>
          </a:ln>
        </p:spPr>
        <p:txBody>
          <a:bodyPr anchorCtr="0" anchor="ctr" bIns="182850" lIns="182850" spcFirstLastPara="1" rIns="182850" wrap="square" tIns="182850">
            <a:no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43" name="Google Shape;143;p42"/>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lvl="0">
              <a:buNone/>
              <a:defRPr sz="2800"/>
            </a:lvl1pPr>
            <a:lvl2pPr lvl="1">
              <a:buNone/>
              <a:defRPr sz="2800"/>
            </a:lvl2pPr>
            <a:lvl3pPr lvl="2">
              <a:buNone/>
              <a:defRPr sz="2800"/>
            </a:lvl3pPr>
            <a:lvl4pPr lvl="3">
              <a:buNone/>
              <a:defRPr sz="2800"/>
            </a:lvl4pPr>
            <a:lvl5pPr lvl="4">
              <a:buNone/>
              <a:defRPr sz="2800"/>
            </a:lvl5pPr>
            <a:lvl6pPr lvl="5">
              <a:buNone/>
              <a:defRPr sz="2800"/>
            </a:lvl6pPr>
            <a:lvl7pPr lvl="6">
              <a:buNone/>
              <a:defRPr sz="2800"/>
            </a:lvl7pPr>
            <a:lvl8pPr lvl="7">
              <a:buNone/>
              <a:defRPr sz="2800"/>
            </a:lvl8pPr>
            <a:lvl9pPr lvl="8">
              <a:buNone/>
              <a:defRPr sz="2800"/>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4" name="Shape 144"/>
        <p:cNvGrpSpPr/>
        <p:nvPr/>
      </p:nvGrpSpPr>
      <p:grpSpPr>
        <a:xfrm>
          <a:off x="0" y="0"/>
          <a:ext cx="0" cy="0"/>
          <a:chOff x="0" y="0"/>
          <a:chExt cx="0" cy="0"/>
        </a:xfrm>
      </p:grpSpPr>
      <p:sp>
        <p:nvSpPr>
          <p:cNvPr id="145" name="Google Shape;145;p43"/>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lvl="0">
              <a:buNone/>
              <a:defRPr sz="2800"/>
            </a:lvl1pPr>
            <a:lvl2pPr lvl="1">
              <a:buNone/>
              <a:defRPr sz="2800"/>
            </a:lvl2pPr>
            <a:lvl3pPr lvl="2">
              <a:buNone/>
              <a:defRPr sz="2800"/>
            </a:lvl3pPr>
            <a:lvl4pPr lvl="3">
              <a:buNone/>
              <a:defRPr sz="2800"/>
            </a:lvl4pPr>
            <a:lvl5pPr lvl="4">
              <a:buNone/>
              <a:defRPr sz="2800"/>
            </a:lvl5pPr>
            <a:lvl6pPr lvl="5">
              <a:buNone/>
              <a:defRPr sz="2800"/>
            </a:lvl6pPr>
            <a:lvl7pPr lvl="6">
              <a:buNone/>
              <a:defRPr sz="2800"/>
            </a:lvl7pPr>
            <a:lvl8pPr lvl="7">
              <a:buNone/>
              <a:defRPr sz="2800"/>
            </a:lvl8pPr>
            <a:lvl9pPr lvl="8">
              <a:buNone/>
              <a:defRPr sz="2800"/>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0" name="Shape 150"/>
        <p:cNvGrpSpPr/>
        <p:nvPr/>
      </p:nvGrpSpPr>
      <p:grpSpPr>
        <a:xfrm>
          <a:off x="0" y="0"/>
          <a:ext cx="0" cy="0"/>
          <a:chOff x="0" y="0"/>
          <a:chExt cx="0" cy="0"/>
        </a:xfrm>
      </p:grpSpPr>
      <p:cxnSp>
        <p:nvCxnSpPr>
          <p:cNvPr id="151" name="Google Shape;151;p45"/>
          <p:cNvCxnSpPr/>
          <p:nvPr/>
        </p:nvCxnSpPr>
        <p:spPr>
          <a:xfrm>
            <a:off x="16002706" y="229450"/>
            <a:ext cx="0" cy="516300"/>
          </a:xfrm>
          <a:prstGeom prst="straightConnector1">
            <a:avLst/>
          </a:prstGeom>
          <a:noFill/>
          <a:ln cap="flat" cmpd="sng" w="15600">
            <a:solidFill>
              <a:srgbClr val="595959"/>
            </a:solidFill>
            <a:prstDash val="solid"/>
            <a:round/>
            <a:headEnd len="sm" w="sm" type="none"/>
            <a:tailEnd len="sm" w="sm" type="none"/>
          </a:ln>
        </p:spPr>
      </p:cxnSp>
      <p:pic>
        <p:nvPicPr>
          <p:cNvPr id="152" name="Google Shape;152;p45" title="Logo oficial azul marino (000033) para uso sobre fondos claros.png"/>
          <p:cNvPicPr preferRelativeResize="0"/>
          <p:nvPr/>
        </p:nvPicPr>
        <p:blipFill rotWithShape="1">
          <a:blip r:embed="rId2">
            <a:alphaModFix/>
          </a:blip>
          <a:srcRect b="0" l="0" r="0" t="0"/>
          <a:stretch/>
        </p:blipFill>
        <p:spPr>
          <a:xfrm>
            <a:off x="16171883" y="343285"/>
            <a:ext cx="1344944" cy="269709"/>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4" name="Shape 154"/>
        <p:cNvGrpSpPr/>
        <p:nvPr/>
      </p:nvGrpSpPr>
      <p:grpSpPr>
        <a:xfrm>
          <a:off x="0" y="0"/>
          <a:ext cx="0" cy="0"/>
          <a:chOff x="0" y="0"/>
          <a:chExt cx="0" cy="0"/>
        </a:xfrm>
      </p:grpSpPr>
      <p:sp>
        <p:nvSpPr>
          <p:cNvPr id="155" name="Google Shape;155;p46"/>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6" name="Shape 156"/>
        <p:cNvGrpSpPr/>
        <p:nvPr/>
      </p:nvGrpSpPr>
      <p:grpSpPr>
        <a:xfrm>
          <a:off x="0" y="0"/>
          <a:ext cx="0" cy="0"/>
          <a:chOff x="0" y="0"/>
          <a:chExt cx="0" cy="0"/>
        </a:xfrm>
      </p:grpSpPr>
      <p:sp>
        <p:nvSpPr>
          <p:cNvPr id="157" name="Google Shape;157;p47"/>
          <p:cNvSpPr txBox="1"/>
          <p:nvPr>
            <p:ph type="ctrTitle"/>
          </p:nvPr>
        </p:nvSpPr>
        <p:spPr>
          <a:xfrm>
            <a:off x="623417" y="1489150"/>
            <a:ext cx="17041200" cy="4105200"/>
          </a:xfrm>
          <a:prstGeom prst="rect">
            <a:avLst/>
          </a:prstGeom>
          <a:noFill/>
          <a:ln>
            <a:noFill/>
          </a:ln>
        </p:spPr>
        <p:txBody>
          <a:bodyPr anchorCtr="0" anchor="b" bIns="182850" lIns="182850" spcFirstLastPara="1" rIns="182850" wrap="square" tIns="182850">
            <a:normAutofit/>
          </a:bodyPr>
          <a:lstStyle>
            <a:lvl1pPr lvl="0" algn="ctr">
              <a:lnSpc>
                <a:spcPct val="100000"/>
              </a:lnSpc>
              <a:spcBef>
                <a:spcPts val="0"/>
              </a:spcBef>
              <a:spcAft>
                <a:spcPts val="0"/>
              </a:spcAft>
              <a:buSzPts val="10400"/>
              <a:buNone/>
              <a:defRPr sz="10400"/>
            </a:lvl1pPr>
            <a:lvl2pPr lvl="1" algn="ctr">
              <a:lnSpc>
                <a:spcPct val="100000"/>
              </a:lnSpc>
              <a:spcBef>
                <a:spcPts val="0"/>
              </a:spcBef>
              <a:spcAft>
                <a:spcPts val="0"/>
              </a:spcAft>
              <a:buSzPts val="10400"/>
              <a:buNone/>
              <a:defRPr sz="10400"/>
            </a:lvl2pPr>
            <a:lvl3pPr lvl="2" algn="ctr">
              <a:lnSpc>
                <a:spcPct val="100000"/>
              </a:lnSpc>
              <a:spcBef>
                <a:spcPts val="0"/>
              </a:spcBef>
              <a:spcAft>
                <a:spcPts val="0"/>
              </a:spcAft>
              <a:buSzPts val="10400"/>
              <a:buNone/>
              <a:defRPr sz="10400"/>
            </a:lvl3pPr>
            <a:lvl4pPr lvl="3" algn="ctr">
              <a:lnSpc>
                <a:spcPct val="100000"/>
              </a:lnSpc>
              <a:spcBef>
                <a:spcPts val="0"/>
              </a:spcBef>
              <a:spcAft>
                <a:spcPts val="0"/>
              </a:spcAft>
              <a:buSzPts val="10400"/>
              <a:buNone/>
              <a:defRPr sz="10400"/>
            </a:lvl4pPr>
            <a:lvl5pPr lvl="4" algn="ctr">
              <a:lnSpc>
                <a:spcPct val="100000"/>
              </a:lnSpc>
              <a:spcBef>
                <a:spcPts val="0"/>
              </a:spcBef>
              <a:spcAft>
                <a:spcPts val="0"/>
              </a:spcAft>
              <a:buSzPts val="10400"/>
              <a:buNone/>
              <a:defRPr sz="10400"/>
            </a:lvl5pPr>
            <a:lvl6pPr lvl="5" algn="ctr">
              <a:lnSpc>
                <a:spcPct val="100000"/>
              </a:lnSpc>
              <a:spcBef>
                <a:spcPts val="0"/>
              </a:spcBef>
              <a:spcAft>
                <a:spcPts val="0"/>
              </a:spcAft>
              <a:buSzPts val="10400"/>
              <a:buNone/>
              <a:defRPr sz="10400"/>
            </a:lvl6pPr>
            <a:lvl7pPr lvl="6" algn="ctr">
              <a:lnSpc>
                <a:spcPct val="100000"/>
              </a:lnSpc>
              <a:spcBef>
                <a:spcPts val="0"/>
              </a:spcBef>
              <a:spcAft>
                <a:spcPts val="0"/>
              </a:spcAft>
              <a:buSzPts val="10400"/>
              <a:buNone/>
              <a:defRPr sz="10400"/>
            </a:lvl7pPr>
            <a:lvl8pPr lvl="7" algn="ctr">
              <a:lnSpc>
                <a:spcPct val="100000"/>
              </a:lnSpc>
              <a:spcBef>
                <a:spcPts val="0"/>
              </a:spcBef>
              <a:spcAft>
                <a:spcPts val="0"/>
              </a:spcAft>
              <a:buSzPts val="10400"/>
              <a:buNone/>
              <a:defRPr sz="10400"/>
            </a:lvl8pPr>
            <a:lvl9pPr lvl="8" algn="ctr">
              <a:lnSpc>
                <a:spcPct val="100000"/>
              </a:lnSpc>
              <a:spcBef>
                <a:spcPts val="0"/>
              </a:spcBef>
              <a:spcAft>
                <a:spcPts val="0"/>
              </a:spcAft>
              <a:buSzPts val="10400"/>
              <a:buNone/>
              <a:defRPr sz="10400"/>
            </a:lvl9pPr>
          </a:lstStyle>
          <a:p/>
        </p:txBody>
      </p:sp>
      <p:sp>
        <p:nvSpPr>
          <p:cNvPr id="158" name="Google Shape;158;p47"/>
          <p:cNvSpPr txBox="1"/>
          <p:nvPr>
            <p:ph idx="1" type="subTitle"/>
          </p:nvPr>
        </p:nvSpPr>
        <p:spPr>
          <a:xfrm>
            <a:off x="623400" y="5668250"/>
            <a:ext cx="17041200" cy="1585200"/>
          </a:xfrm>
          <a:prstGeom prst="rect">
            <a:avLst/>
          </a:prstGeom>
          <a:noFill/>
          <a:ln>
            <a:noFill/>
          </a:ln>
        </p:spPr>
        <p:txBody>
          <a:bodyPr anchorCtr="0" anchor="t" bIns="182850" lIns="182850" spcFirstLastPara="1" rIns="182850" wrap="square" tIns="18285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59" name="Google Shape;159;p47"/>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0" name="Shape 160"/>
        <p:cNvGrpSpPr/>
        <p:nvPr/>
      </p:nvGrpSpPr>
      <p:grpSpPr>
        <a:xfrm>
          <a:off x="0" y="0"/>
          <a:ext cx="0" cy="0"/>
          <a:chOff x="0" y="0"/>
          <a:chExt cx="0" cy="0"/>
        </a:xfrm>
      </p:grpSpPr>
      <p:sp>
        <p:nvSpPr>
          <p:cNvPr id="161" name="Google Shape;161;p48"/>
          <p:cNvSpPr txBox="1"/>
          <p:nvPr>
            <p:ph type="title"/>
          </p:nvPr>
        </p:nvSpPr>
        <p:spPr>
          <a:xfrm>
            <a:off x="623400" y="4301700"/>
            <a:ext cx="17041200" cy="1683600"/>
          </a:xfrm>
          <a:prstGeom prst="rect">
            <a:avLst/>
          </a:prstGeom>
          <a:noFill/>
          <a:ln>
            <a:noFill/>
          </a:ln>
        </p:spPr>
        <p:txBody>
          <a:bodyPr anchorCtr="0" anchor="ctr" bIns="182850" lIns="182850" spcFirstLastPara="1" rIns="182850" wrap="square" tIns="182850">
            <a:normAutofit/>
          </a:bodyPr>
          <a:lstStyle>
            <a:lvl1pPr lvl="0" algn="ctr">
              <a:lnSpc>
                <a:spcPct val="100000"/>
              </a:lnSpc>
              <a:spcBef>
                <a:spcPts val="0"/>
              </a:spcBef>
              <a:spcAft>
                <a:spcPts val="0"/>
              </a:spcAft>
              <a:buSzPts val="7200"/>
              <a:buNone/>
              <a:defRPr sz="7200"/>
            </a:lvl1pPr>
            <a:lvl2pPr lvl="1" algn="ctr">
              <a:lnSpc>
                <a:spcPct val="100000"/>
              </a:lnSpc>
              <a:spcBef>
                <a:spcPts val="0"/>
              </a:spcBef>
              <a:spcAft>
                <a:spcPts val="0"/>
              </a:spcAft>
              <a:buSzPts val="7200"/>
              <a:buNone/>
              <a:defRPr sz="7200"/>
            </a:lvl2pPr>
            <a:lvl3pPr lvl="2" algn="ctr">
              <a:lnSpc>
                <a:spcPct val="100000"/>
              </a:lnSpc>
              <a:spcBef>
                <a:spcPts val="0"/>
              </a:spcBef>
              <a:spcAft>
                <a:spcPts val="0"/>
              </a:spcAft>
              <a:buSzPts val="7200"/>
              <a:buNone/>
              <a:defRPr sz="7200"/>
            </a:lvl3pPr>
            <a:lvl4pPr lvl="3" algn="ctr">
              <a:lnSpc>
                <a:spcPct val="100000"/>
              </a:lnSpc>
              <a:spcBef>
                <a:spcPts val="0"/>
              </a:spcBef>
              <a:spcAft>
                <a:spcPts val="0"/>
              </a:spcAft>
              <a:buSzPts val="7200"/>
              <a:buNone/>
              <a:defRPr sz="7200"/>
            </a:lvl4pPr>
            <a:lvl5pPr lvl="4" algn="ctr">
              <a:lnSpc>
                <a:spcPct val="100000"/>
              </a:lnSpc>
              <a:spcBef>
                <a:spcPts val="0"/>
              </a:spcBef>
              <a:spcAft>
                <a:spcPts val="0"/>
              </a:spcAft>
              <a:buSzPts val="7200"/>
              <a:buNone/>
              <a:defRPr sz="7200"/>
            </a:lvl5pPr>
            <a:lvl6pPr lvl="5" algn="ctr">
              <a:lnSpc>
                <a:spcPct val="100000"/>
              </a:lnSpc>
              <a:spcBef>
                <a:spcPts val="0"/>
              </a:spcBef>
              <a:spcAft>
                <a:spcPts val="0"/>
              </a:spcAft>
              <a:buSzPts val="7200"/>
              <a:buNone/>
              <a:defRPr sz="7200"/>
            </a:lvl6pPr>
            <a:lvl7pPr lvl="6" algn="ctr">
              <a:lnSpc>
                <a:spcPct val="100000"/>
              </a:lnSpc>
              <a:spcBef>
                <a:spcPts val="0"/>
              </a:spcBef>
              <a:spcAft>
                <a:spcPts val="0"/>
              </a:spcAft>
              <a:buSzPts val="7200"/>
              <a:buNone/>
              <a:defRPr sz="7200"/>
            </a:lvl7pPr>
            <a:lvl8pPr lvl="7" algn="ctr">
              <a:lnSpc>
                <a:spcPct val="100000"/>
              </a:lnSpc>
              <a:spcBef>
                <a:spcPts val="0"/>
              </a:spcBef>
              <a:spcAft>
                <a:spcPts val="0"/>
              </a:spcAft>
              <a:buSzPts val="7200"/>
              <a:buNone/>
              <a:defRPr sz="7200"/>
            </a:lvl8pPr>
            <a:lvl9pPr lvl="8" algn="ctr">
              <a:lnSpc>
                <a:spcPct val="100000"/>
              </a:lnSpc>
              <a:spcBef>
                <a:spcPts val="0"/>
              </a:spcBef>
              <a:spcAft>
                <a:spcPts val="0"/>
              </a:spcAft>
              <a:buSzPts val="7200"/>
              <a:buNone/>
              <a:defRPr sz="7200"/>
            </a:lvl9pPr>
          </a:lstStyle>
          <a:p/>
        </p:txBody>
      </p:sp>
      <p:sp>
        <p:nvSpPr>
          <p:cNvPr id="162" name="Google Shape;162;p48"/>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3" name="Shape 163"/>
        <p:cNvGrpSpPr/>
        <p:nvPr/>
      </p:nvGrpSpPr>
      <p:grpSpPr>
        <a:xfrm>
          <a:off x="0" y="0"/>
          <a:ext cx="0" cy="0"/>
          <a:chOff x="0" y="0"/>
          <a:chExt cx="0" cy="0"/>
        </a:xfrm>
      </p:grpSpPr>
      <p:sp>
        <p:nvSpPr>
          <p:cNvPr id="164" name="Google Shape;164;p49"/>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lgn="l">
              <a:lnSpc>
                <a:spcPct val="100000"/>
              </a:lnSpc>
              <a:spcBef>
                <a:spcPts val="0"/>
              </a:spcBef>
              <a:spcAft>
                <a:spcPts val="0"/>
              </a:spcAft>
              <a:buSzPts val="5600"/>
              <a:buNone/>
              <a:defRPr/>
            </a:lvl1pPr>
            <a:lvl2pPr lvl="1" algn="l">
              <a:lnSpc>
                <a:spcPct val="100000"/>
              </a:lnSpc>
              <a:spcBef>
                <a:spcPts val="0"/>
              </a:spcBef>
              <a:spcAft>
                <a:spcPts val="0"/>
              </a:spcAft>
              <a:buSzPts val="5600"/>
              <a:buNone/>
              <a:defRPr/>
            </a:lvl2pPr>
            <a:lvl3pPr lvl="2" algn="l">
              <a:lnSpc>
                <a:spcPct val="100000"/>
              </a:lnSpc>
              <a:spcBef>
                <a:spcPts val="0"/>
              </a:spcBef>
              <a:spcAft>
                <a:spcPts val="0"/>
              </a:spcAft>
              <a:buSzPts val="5600"/>
              <a:buNone/>
              <a:defRPr/>
            </a:lvl3pPr>
            <a:lvl4pPr lvl="3" algn="l">
              <a:lnSpc>
                <a:spcPct val="100000"/>
              </a:lnSpc>
              <a:spcBef>
                <a:spcPts val="0"/>
              </a:spcBef>
              <a:spcAft>
                <a:spcPts val="0"/>
              </a:spcAft>
              <a:buSzPts val="5600"/>
              <a:buNone/>
              <a:defRPr/>
            </a:lvl4pPr>
            <a:lvl5pPr lvl="4" algn="l">
              <a:lnSpc>
                <a:spcPct val="100000"/>
              </a:lnSpc>
              <a:spcBef>
                <a:spcPts val="0"/>
              </a:spcBef>
              <a:spcAft>
                <a:spcPts val="0"/>
              </a:spcAft>
              <a:buSzPts val="5600"/>
              <a:buNone/>
              <a:defRPr/>
            </a:lvl5pPr>
            <a:lvl6pPr lvl="5" algn="l">
              <a:lnSpc>
                <a:spcPct val="100000"/>
              </a:lnSpc>
              <a:spcBef>
                <a:spcPts val="0"/>
              </a:spcBef>
              <a:spcAft>
                <a:spcPts val="0"/>
              </a:spcAft>
              <a:buSzPts val="5600"/>
              <a:buNone/>
              <a:defRPr/>
            </a:lvl6pPr>
            <a:lvl7pPr lvl="6" algn="l">
              <a:lnSpc>
                <a:spcPct val="100000"/>
              </a:lnSpc>
              <a:spcBef>
                <a:spcPts val="0"/>
              </a:spcBef>
              <a:spcAft>
                <a:spcPts val="0"/>
              </a:spcAft>
              <a:buSzPts val="5600"/>
              <a:buNone/>
              <a:defRPr/>
            </a:lvl7pPr>
            <a:lvl8pPr lvl="7" algn="l">
              <a:lnSpc>
                <a:spcPct val="100000"/>
              </a:lnSpc>
              <a:spcBef>
                <a:spcPts val="0"/>
              </a:spcBef>
              <a:spcAft>
                <a:spcPts val="0"/>
              </a:spcAft>
              <a:buSzPts val="5600"/>
              <a:buNone/>
              <a:defRPr/>
            </a:lvl8pPr>
            <a:lvl9pPr lvl="8" algn="l">
              <a:lnSpc>
                <a:spcPct val="100000"/>
              </a:lnSpc>
              <a:spcBef>
                <a:spcPts val="0"/>
              </a:spcBef>
              <a:spcAft>
                <a:spcPts val="0"/>
              </a:spcAft>
              <a:buSzPts val="5600"/>
              <a:buNone/>
              <a:defRPr/>
            </a:lvl9pPr>
          </a:lstStyle>
          <a:p/>
        </p:txBody>
      </p:sp>
      <p:sp>
        <p:nvSpPr>
          <p:cNvPr id="165" name="Google Shape;165;p49"/>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algn="l">
              <a:lnSpc>
                <a:spcPct val="115000"/>
              </a:lnSpc>
              <a:spcBef>
                <a:spcPts val="0"/>
              </a:spcBef>
              <a:spcAft>
                <a:spcPts val="0"/>
              </a:spcAft>
              <a:buSzPts val="3600"/>
              <a:buChar char="●"/>
              <a:defRPr/>
            </a:lvl1pPr>
            <a:lvl2pPr indent="-406400" lvl="1" marL="914400" algn="l">
              <a:lnSpc>
                <a:spcPct val="115000"/>
              </a:lnSpc>
              <a:spcBef>
                <a:spcPts val="0"/>
              </a:spcBef>
              <a:spcAft>
                <a:spcPts val="0"/>
              </a:spcAft>
              <a:buSzPts val="2800"/>
              <a:buChar char="○"/>
              <a:defRPr/>
            </a:lvl2pPr>
            <a:lvl3pPr indent="-406400" lvl="2" marL="1371600" algn="l">
              <a:lnSpc>
                <a:spcPct val="115000"/>
              </a:lnSpc>
              <a:spcBef>
                <a:spcPts val="0"/>
              </a:spcBef>
              <a:spcAft>
                <a:spcPts val="0"/>
              </a:spcAft>
              <a:buSzPts val="2800"/>
              <a:buChar char="■"/>
              <a:defRPr/>
            </a:lvl3pPr>
            <a:lvl4pPr indent="-406400" lvl="3" marL="1828800" algn="l">
              <a:lnSpc>
                <a:spcPct val="115000"/>
              </a:lnSpc>
              <a:spcBef>
                <a:spcPts val="0"/>
              </a:spcBef>
              <a:spcAft>
                <a:spcPts val="0"/>
              </a:spcAft>
              <a:buSzPts val="2800"/>
              <a:buChar char="●"/>
              <a:defRPr/>
            </a:lvl4pPr>
            <a:lvl5pPr indent="-406400" lvl="4" marL="2286000" algn="l">
              <a:lnSpc>
                <a:spcPct val="115000"/>
              </a:lnSpc>
              <a:spcBef>
                <a:spcPts val="0"/>
              </a:spcBef>
              <a:spcAft>
                <a:spcPts val="0"/>
              </a:spcAft>
              <a:buSzPts val="2800"/>
              <a:buChar char="○"/>
              <a:defRPr/>
            </a:lvl5pPr>
            <a:lvl6pPr indent="-406400" lvl="5" marL="2743200" algn="l">
              <a:lnSpc>
                <a:spcPct val="115000"/>
              </a:lnSpc>
              <a:spcBef>
                <a:spcPts val="0"/>
              </a:spcBef>
              <a:spcAft>
                <a:spcPts val="0"/>
              </a:spcAft>
              <a:buSzPts val="2800"/>
              <a:buChar char="■"/>
              <a:defRPr/>
            </a:lvl6pPr>
            <a:lvl7pPr indent="-406400" lvl="6" marL="3200400" algn="l">
              <a:lnSpc>
                <a:spcPct val="115000"/>
              </a:lnSpc>
              <a:spcBef>
                <a:spcPts val="0"/>
              </a:spcBef>
              <a:spcAft>
                <a:spcPts val="0"/>
              </a:spcAft>
              <a:buSzPts val="2800"/>
              <a:buChar char="●"/>
              <a:defRPr/>
            </a:lvl7pPr>
            <a:lvl8pPr indent="-406400" lvl="7" marL="3657600" algn="l">
              <a:lnSpc>
                <a:spcPct val="115000"/>
              </a:lnSpc>
              <a:spcBef>
                <a:spcPts val="0"/>
              </a:spcBef>
              <a:spcAft>
                <a:spcPts val="0"/>
              </a:spcAft>
              <a:buSzPts val="2800"/>
              <a:buChar char="○"/>
              <a:defRPr/>
            </a:lvl8pPr>
            <a:lvl9pPr indent="-406400" lvl="8" marL="4114800" algn="l">
              <a:lnSpc>
                <a:spcPct val="115000"/>
              </a:lnSpc>
              <a:spcBef>
                <a:spcPts val="0"/>
              </a:spcBef>
              <a:spcAft>
                <a:spcPts val="0"/>
              </a:spcAft>
              <a:buSzPts val="2800"/>
              <a:buChar char="■"/>
              <a:defRPr/>
            </a:lvl9pPr>
          </a:lstStyle>
          <a:p/>
        </p:txBody>
      </p:sp>
      <p:sp>
        <p:nvSpPr>
          <p:cNvPr id="166" name="Google Shape;166;p49"/>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67" name="Shape 167"/>
        <p:cNvGrpSpPr/>
        <p:nvPr/>
      </p:nvGrpSpPr>
      <p:grpSpPr>
        <a:xfrm>
          <a:off x="0" y="0"/>
          <a:ext cx="0" cy="0"/>
          <a:chOff x="0" y="0"/>
          <a:chExt cx="0" cy="0"/>
        </a:xfrm>
      </p:grpSpPr>
      <p:sp>
        <p:nvSpPr>
          <p:cNvPr id="168" name="Google Shape;168;p50"/>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lgn="l">
              <a:lnSpc>
                <a:spcPct val="100000"/>
              </a:lnSpc>
              <a:spcBef>
                <a:spcPts val="0"/>
              </a:spcBef>
              <a:spcAft>
                <a:spcPts val="0"/>
              </a:spcAft>
              <a:buSzPts val="5600"/>
              <a:buNone/>
              <a:defRPr/>
            </a:lvl1pPr>
            <a:lvl2pPr lvl="1" algn="l">
              <a:lnSpc>
                <a:spcPct val="100000"/>
              </a:lnSpc>
              <a:spcBef>
                <a:spcPts val="0"/>
              </a:spcBef>
              <a:spcAft>
                <a:spcPts val="0"/>
              </a:spcAft>
              <a:buSzPts val="5600"/>
              <a:buNone/>
              <a:defRPr/>
            </a:lvl2pPr>
            <a:lvl3pPr lvl="2" algn="l">
              <a:lnSpc>
                <a:spcPct val="100000"/>
              </a:lnSpc>
              <a:spcBef>
                <a:spcPts val="0"/>
              </a:spcBef>
              <a:spcAft>
                <a:spcPts val="0"/>
              </a:spcAft>
              <a:buSzPts val="5600"/>
              <a:buNone/>
              <a:defRPr/>
            </a:lvl3pPr>
            <a:lvl4pPr lvl="3" algn="l">
              <a:lnSpc>
                <a:spcPct val="100000"/>
              </a:lnSpc>
              <a:spcBef>
                <a:spcPts val="0"/>
              </a:spcBef>
              <a:spcAft>
                <a:spcPts val="0"/>
              </a:spcAft>
              <a:buSzPts val="5600"/>
              <a:buNone/>
              <a:defRPr/>
            </a:lvl4pPr>
            <a:lvl5pPr lvl="4" algn="l">
              <a:lnSpc>
                <a:spcPct val="100000"/>
              </a:lnSpc>
              <a:spcBef>
                <a:spcPts val="0"/>
              </a:spcBef>
              <a:spcAft>
                <a:spcPts val="0"/>
              </a:spcAft>
              <a:buSzPts val="5600"/>
              <a:buNone/>
              <a:defRPr/>
            </a:lvl5pPr>
            <a:lvl6pPr lvl="5" algn="l">
              <a:lnSpc>
                <a:spcPct val="100000"/>
              </a:lnSpc>
              <a:spcBef>
                <a:spcPts val="0"/>
              </a:spcBef>
              <a:spcAft>
                <a:spcPts val="0"/>
              </a:spcAft>
              <a:buSzPts val="5600"/>
              <a:buNone/>
              <a:defRPr/>
            </a:lvl6pPr>
            <a:lvl7pPr lvl="6" algn="l">
              <a:lnSpc>
                <a:spcPct val="100000"/>
              </a:lnSpc>
              <a:spcBef>
                <a:spcPts val="0"/>
              </a:spcBef>
              <a:spcAft>
                <a:spcPts val="0"/>
              </a:spcAft>
              <a:buSzPts val="5600"/>
              <a:buNone/>
              <a:defRPr/>
            </a:lvl7pPr>
            <a:lvl8pPr lvl="7" algn="l">
              <a:lnSpc>
                <a:spcPct val="100000"/>
              </a:lnSpc>
              <a:spcBef>
                <a:spcPts val="0"/>
              </a:spcBef>
              <a:spcAft>
                <a:spcPts val="0"/>
              </a:spcAft>
              <a:buSzPts val="5600"/>
              <a:buNone/>
              <a:defRPr/>
            </a:lvl8pPr>
            <a:lvl9pPr lvl="8" algn="l">
              <a:lnSpc>
                <a:spcPct val="100000"/>
              </a:lnSpc>
              <a:spcBef>
                <a:spcPts val="0"/>
              </a:spcBef>
              <a:spcAft>
                <a:spcPts val="0"/>
              </a:spcAft>
              <a:buSzPts val="5600"/>
              <a:buNone/>
              <a:defRPr/>
            </a:lvl9pPr>
          </a:lstStyle>
          <a:p/>
        </p:txBody>
      </p:sp>
      <p:sp>
        <p:nvSpPr>
          <p:cNvPr id="169" name="Google Shape;169;p50"/>
          <p:cNvSpPr txBox="1"/>
          <p:nvPr>
            <p:ph idx="1" type="body"/>
          </p:nvPr>
        </p:nvSpPr>
        <p:spPr>
          <a:xfrm>
            <a:off x="623400" y="2304950"/>
            <a:ext cx="7999800" cy="6832800"/>
          </a:xfrm>
          <a:prstGeom prst="rect">
            <a:avLst/>
          </a:prstGeom>
          <a:noFill/>
          <a:ln>
            <a:noFill/>
          </a:ln>
        </p:spPr>
        <p:txBody>
          <a:bodyPr anchorCtr="0" anchor="t" bIns="182850" lIns="182850" spcFirstLastPara="1" rIns="182850" wrap="square" tIns="182850">
            <a:normAutofit/>
          </a:bodyPr>
          <a:lstStyle>
            <a:lvl1pPr indent="-406400" lvl="0" marL="457200" algn="l">
              <a:lnSpc>
                <a:spcPct val="115000"/>
              </a:lnSpc>
              <a:spcBef>
                <a:spcPts val="0"/>
              </a:spcBef>
              <a:spcAft>
                <a:spcPts val="0"/>
              </a:spcAft>
              <a:buSzPts val="2800"/>
              <a:buChar char="●"/>
              <a:defRPr sz="2800"/>
            </a:lvl1pPr>
            <a:lvl2pPr indent="-381000" lvl="1" marL="914400" algn="l">
              <a:lnSpc>
                <a:spcPct val="115000"/>
              </a:lnSpc>
              <a:spcBef>
                <a:spcPts val="0"/>
              </a:spcBef>
              <a:spcAft>
                <a:spcPts val="0"/>
              </a:spcAft>
              <a:buSzPts val="2400"/>
              <a:buChar char="○"/>
              <a:defRPr sz="2400"/>
            </a:lvl2pPr>
            <a:lvl3pPr indent="-381000" lvl="2" marL="1371600" algn="l">
              <a:lnSpc>
                <a:spcPct val="115000"/>
              </a:lnSpc>
              <a:spcBef>
                <a:spcPts val="0"/>
              </a:spcBef>
              <a:spcAft>
                <a:spcPts val="0"/>
              </a:spcAft>
              <a:buSzPts val="2400"/>
              <a:buChar char="■"/>
              <a:defRPr sz="2400"/>
            </a:lvl3pPr>
            <a:lvl4pPr indent="-381000" lvl="3" marL="1828800" algn="l">
              <a:lnSpc>
                <a:spcPct val="115000"/>
              </a:lnSpc>
              <a:spcBef>
                <a:spcPts val="0"/>
              </a:spcBef>
              <a:spcAft>
                <a:spcPts val="0"/>
              </a:spcAft>
              <a:buSzPts val="2400"/>
              <a:buChar char="●"/>
              <a:defRPr sz="2400"/>
            </a:lvl4pPr>
            <a:lvl5pPr indent="-381000" lvl="4" marL="2286000" algn="l">
              <a:lnSpc>
                <a:spcPct val="115000"/>
              </a:lnSpc>
              <a:spcBef>
                <a:spcPts val="0"/>
              </a:spcBef>
              <a:spcAft>
                <a:spcPts val="0"/>
              </a:spcAft>
              <a:buSzPts val="2400"/>
              <a:buChar char="○"/>
              <a:defRPr sz="2400"/>
            </a:lvl5pPr>
            <a:lvl6pPr indent="-381000" lvl="5" marL="2743200" algn="l">
              <a:lnSpc>
                <a:spcPct val="115000"/>
              </a:lnSpc>
              <a:spcBef>
                <a:spcPts val="0"/>
              </a:spcBef>
              <a:spcAft>
                <a:spcPts val="0"/>
              </a:spcAft>
              <a:buSzPts val="2400"/>
              <a:buChar char="■"/>
              <a:defRPr sz="2400"/>
            </a:lvl6pPr>
            <a:lvl7pPr indent="-381000" lvl="6" marL="3200400" algn="l">
              <a:lnSpc>
                <a:spcPct val="115000"/>
              </a:lnSpc>
              <a:spcBef>
                <a:spcPts val="0"/>
              </a:spcBef>
              <a:spcAft>
                <a:spcPts val="0"/>
              </a:spcAft>
              <a:buSzPts val="2400"/>
              <a:buChar char="●"/>
              <a:defRPr sz="2400"/>
            </a:lvl7pPr>
            <a:lvl8pPr indent="-381000" lvl="7" marL="3657600" algn="l">
              <a:lnSpc>
                <a:spcPct val="115000"/>
              </a:lnSpc>
              <a:spcBef>
                <a:spcPts val="0"/>
              </a:spcBef>
              <a:spcAft>
                <a:spcPts val="0"/>
              </a:spcAft>
              <a:buSzPts val="2400"/>
              <a:buChar char="○"/>
              <a:defRPr sz="2400"/>
            </a:lvl8pPr>
            <a:lvl9pPr indent="-381000" lvl="8" marL="4114800" algn="l">
              <a:lnSpc>
                <a:spcPct val="115000"/>
              </a:lnSpc>
              <a:spcBef>
                <a:spcPts val="0"/>
              </a:spcBef>
              <a:spcAft>
                <a:spcPts val="0"/>
              </a:spcAft>
              <a:buSzPts val="2400"/>
              <a:buChar char="■"/>
              <a:defRPr sz="2400"/>
            </a:lvl9pPr>
          </a:lstStyle>
          <a:p/>
        </p:txBody>
      </p:sp>
      <p:sp>
        <p:nvSpPr>
          <p:cNvPr id="170" name="Google Shape;170;p50"/>
          <p:cNvSpPr txBox="1"/>
          <p:nvPr>
            <p:ph idx="2" type="body"/>
          </p:nvPr>
        </p:nvSpPr>
        <p:spPr>
          <a:xfrm>
            <a:off x="9664800" y="2304950"/>
            <a:ext cx="7999800" cy="6832800"/>
          </a:xfrm>
          <a:prstGeom prst="rect">
            <a:avLst/>
          </a:prstGeom>
          <a:noFill/>
          <a:ln>
            <a:noFill/>
          </a:ln>
        </p:spPr>
        <p:txBody>
          <a:bodyPr anchorCtr="0" anchor="t" bIns="182850" lIns="182850" spcFirstLastPara="1" rIns="182850" wrap="square" tIns="182850">
            <a:normAutofit/>
          </a:bodyPr>
          <a:lstStyle>
            <a:lvl1pPr indent="-406400" lvl="0" marL="457200" algn="l">
              <a:lnSpc>
                <a:spcPct val="115000"/>
              </a:lnSpc>
              <a:spcBef>
                <a:spcPts val="0"/>
              </a:spcBef>
              <a:spcAft>
                <a:spcPts val="0"/>
              </a:spcAft>
              <a:buSzPts val="2800"/>
              <a:buChar char="●"/>
              <a:defRPr sz="2800"/>
            </a:lvl1pPr>
            <a:lvl2pPr indent="-381000" lvl="1" marL="914400" algn="l">
              <a:lnSpc>
                <a:spcPct val="115000"/>
              </a:lnSpc>
              <a:spcBef>
                <a:spcPts val="0"/>
              </a:spcBef>
              <a:spcAft>
                <a:spcPts val="0"/>
              </a:spcAft>
              <a:buSzPts val="2400"/>
              <a:buChar char="○"/>
              <a:defRPr sz="2400"/>
            </a:lvl2pPr>
            <a:lvl3pPr indent="-381000" lvl="2" marL="1371600" algn="l">
              <a:lnSpc>
                <a:spcPct val="115000"/>
              </a:lnSpc>
              <a:spcBef>
                <a:spcPts val="0"/>
              </a:spcBef>
              <a:spcAft>
                <a:spcPts val="0"/>
              </a:spcAft>
              <a:buSzPts val="2400"/>
              <a:buChar char="■"/>
              <a:defRPr sz="2400"/>
            </a:lvl3pPr>
            <a:lvl4pPr indent="-381000" lvl="3" marL="1828800" algn="l">
              <a:lnSpc>
                <a:spcPct val="115000"/>
              </a:lnSpc>
              <a:spcBef>
                <a:spcPts val="0"/>
              </a:spcBef>
              <a:spcAft>
                <a:spcPts val="0"/>
              </a:spcAft>
              <a:buSzPts val="2400"/>
              <a:buChar char="●"/>
              <a:defRPr sz="2400"/>
            </a:lvl4pPr>
            <a:lvl5pPr indent="-381000" lvl="4" marL="2286000" algn="l">
              <a:lnSpc>
                <a:spcPct val="115000"/>
              </a:lnSpc>
              <a:spcBef>
                <a:spcPts val="0"/>
              </a:spcBef>
              <a:spcAft>
                <a:spcPts val="0"/>
              </a:spcAft>
              <a:buSzPts val="2400"/>
              <a:buChar char="○"/>
              <a:defRPr sz="2400"/>
            </a:lvl5pPr>
            <a:lvl6pPr indent="-381000" lvl="5" marL="2743200" algn="l">
              <a:lnSpc>
                <a:spcPct val="115000"/>
              </a:lnSpc>
              <a:spcBef>
                <a:spcPts val="0"/>
              </a:spcBef>
              <a:spcAft>
                <a:spcPts val="0"/>
              </a:spcAft>
              <a:buSzPts val="2400"/>
              <a:buChar char="■"/>
              <a:defRPr sz="2400"/>
            </a:lvl6pPr>
            <a:lvl7pPr indent="-381000" lvl="6" marL="3200400" algn="l">
              <a:lnSpc>
                <a:spcPct val="115000"/>
              </a:lnSpc>
              <a:spcBef>
                <a:spcPts val="0"/>
              </a:spcBef>
              <a:spcAft>
                <a:spcPts val="0"/>
              </a:spcAft>
              <a:buSzPts val="2400"/>
              <a:buChar char="●"/>
              <a:defRPr sz="2400"/>
            </a:lvl7pPr>
            <a:lvl8pPr indent="-381000" lvl="7" marL="3657600" algn="l">
              <a:lnSpc>
                <a:spcPct val="115000"/>
              </a:lnSpc>
              <a:spcBef>
                <a:spcPts val="0"/>
              </a:spcBef>
              <a:spcAft>
                <a:spcPts val="0"/>
              </a:spcAft>
              <a:buSzPts val="2400"/>
              <a:buChar char="○"/>
              <a:defRPr sz="2400"/>
            </a:lvl8pPr>
            <a:lvl9pPr indent="-381000" lvl="8" marL="4114800" algn="l">
              <a:lnSpc>
                <a:spcPct val="115000"/>
              </a:lnSpc>
              <a:spcBef>
                <a:spcPts val="0"/>
              </a:spcBef>
              <a:spcAft>
                <a:spcPts val="0"/>
              </a:spcAft>
              <a:buSzPts val="2400"/>
              <a:buChar char="■"/>
              <a:defRPr sz="2400"/>
            </a:lvl9pPr>
          </a:lstStyle>
          <a:p/>
        </p:txBody>
      </p:sp>
      <p:sp>
        <p:nvSpPr>
          <p:cNvPr id="171" name="Google Shape;171;p50"/>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p51"/>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lgn="l">
              <a:lnSpc>
                <a:spcPct val="100000"/>
              </a:lnSpc>
              <a:spcBef>
                <a:spcPts val="0"/>
              </a:spcBef>
              <a:spcAft>
                <a:spcPts val="0"/>
              </a:spcAft>
              <a:buSzPts val="5600"/>
              <a:buNone/>
              <a:defRPr/>
            </a:lvl1pPr>
            <a:lvl2pPr lvl="1" algn="l">
              <a:lnSpc>
                <a:spcPct val="100000"/>
              </a:lnSpc>
              <a:spcBef>
                <a:spcPts val="0"/>
              </a:spcBef>
              <a:spcAft>
                <a:spcPts val="0"/>
              </a:spcAft>
              <a:buSzPts val="5600"/>
              <a:buNone/>
              <a:defRPr/>
            </a:lvl2pPr>
            <a:lvl3pPr lvl="2" algn="l">
              <a:lnSpc>
                <a:spcPct val="100000"/>
              </a:lnSpc>
              <a:spcBef>
                <a:spcPts val="0"/>
              </a:spcBef>
              <a:spcAft>
                <a:spcPts val="0"/>
              </a:spcAft>
              <a:buSzPts val="5600"/>
              <a:buNone/>
              <a:defRPr/>
            </a:lvl3pPr>
            <a:lvl4pPr lvl="3" algn="l">
              <a:lnSpc>
                <a:spcPct val="100000"/>
              </a:lnSpc>
              <a:spcBef>
                <a:spcPts val="0"/>
              </a:spcBef>
              <a:spcAft>
                <a:spcPts val="0"/>
              </a:spcAft>
              <a:buSzPts val="5600"/>
              <a:buNone/>
              <a:defRPr/>
            </a:lvl4pPr>
            <a:lvl5pPr lvl="4" algn="l">
              <a:lnSpc>
                <a:spcPct val="100000"/>
              </a:lnSpc>
              <a:spcBef>
                <a:spcPts val="0"/>
              </a:spcBef>
              <a:spcAft>
                <a:spcPts val="0"/>
              </a:spcAft>
              <a:buSzPts val="5600"/>
              <a:buNone/>
              <a:defRPr/>
            </a:lvl5pPr>
            <a:lvl6pPr lvl="5" algn="l">
              <a:lnSpc>
                <a:spcPct val="100000"/>
              </a:lnSpc>
              <a:spcBef>
                <a:spcPts val="0"/>
              </a:spcBef>
              <a:spcAft>
                <a:spcPts val="0"/>
              </a:spcAft>
              <a:buSzPts val="5600"/>
              <a:buNone/>
              <a:defRPr/>
            </a:lvl6pPr>
            <a:lvl7pPr lvl="6" algn="l">
              <a:lnSpc>
                <a:spcPct val="100000"/>
              </a:lnSpc>
              <a:spcBef>
                <a:spcPts val="0"/>
              </a:spcBef>
              <a:spcAft>
                <a:spcPts val="0"/>
              </a:spcAft>
              <a:buSzPts val="5600"/>
              <a:buNone/>
              <a:defRPr/>
            </a:lvl7pPr>
            <a:lvl8pPr lvl="7" algn="l">
              <a:lnSpc>
                <a:spcPct val="100000"/>
              </a:lnSpc>
              <a:spcBef>
                <a:spcPts val="0"/>
              </a:spcBef>
              <a:spcAft>
                <a:spcPts val="0"/>
              </a:spcAft>
              <a:buSzPts val="5600"/>
              <a:buNone/>
              <a:defRPr/>
            </a:lvl8pPr>
            <a:lvl9pPr lvl="8" algn="l">
              <a:lnSpc>
                <a:spcPct val="100000"/>
              </a:lnSpc>
              <a:spcBef>
                <a:spcPts val="0"/>
              </a:spcBef>
              <a:spcAft>
                <a:spcPts val="0"/>
              </a:spcAft>
              <a:buSzPts val="5600"/>
              <a:buNone/>
              <a:defRPr/>
            </a:lvl9pPr>
          </a:lstStyle>
          <a:p/>
        </p:txBody>
      </p:sp>
      <p:sp>
        <p:nvSpPr>
          <p:cNvPr id="174" name="Google Shape;174;p51"/>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5" name="Shape 175"/>
        <p:cNvGrpSpPr/>
        <p:nvPr/>
      </p:nvGrpSpPr>
      <p:grpSpPr>
        <a:xfrm>
          <a:off x="0" y="0"/>
          <a:ext cx="0" cy="0"/>
          <a:chOff x="0" y="0"/>
          <a:chExt cx="0" cy="0"/>
        </a:xfrm>
      </p:grpSpPr>
      <p:sp>
        <p:nvSpPr>
          <p:cNvPr id="176" name="Google Shape;176;p52"/>
          <p:cNvSpPr txBox="1"/>
          <p:nvPr>
            <p:ph type="title"/>
          </p:nvPr>
        </p:nvSpPr>
        <p:spPr>
          <a:xfrm>
            <a:off x="623400" y="1111200"/>
            <a:ext cx="5616000" cy="1511400"/>
          </a:xfrm>
          <a:prstGeom prst="rect">
            <a:avLst/>
          </a:prstGeom>
          <a:noFill/>
          <a:ln>
            <a:noFill/>
          </a:ln>
        </p:spPr>
        <p:txBody>
          <a:bodyPr anchorCtr="0" anchor="b" bIns="182850" lIns="182850" spcFirstLastPara="1" rIns="182850" wrap="square" tIns="18285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77" name="Google Shape;177;p52"/>
          <p:cNvSpPr txBox="1"/>
          <p:nvPr>
            <p:ph idx="1" type="body"/>
          </p:nvPr>
        </p:nvSpPr>
        <p:spPr>
          <a:xfrm>
            <a:off x="623400" y="2779200"/>
            <a:ext cx="5616000" cy="6358800"/>
          </a:xfrm>
          <a:prstGeom prst="rect">
            <a:avLst/>
          </a:prstGeom>
          <a:noFill/>
          <a:ln>
            <a:noFill/>
          </a:ln>
        </p:spPr>
        <p:txBody>
          <a:bodyPr anchorCtr="0" anchor="t" bIns="182850" lIns="182850" spcFirstLastPara="1" rIns="182850" wrap="square" tIns="182850">
            <a:normAutofit/>
          </a:bodyPr>
          <a:lstStyle>
            <a:lvl1pPr indent="-381000" lvl="0" marL="457200" algn="l">
              <a:lnSpc>
                <a:spcPct val="115000"/>
              </a:lnSpc>
              <a:spcBef>
                <a:spcPts val="0"/>
              </a:spcBef>
              <a:spcAft>
                <a:spcPts val="0"/>
              </a:spcAft>
              <a:buSzPts val="2400"/>
              <a:buChar char="●"/>
              <a:defRPr sz="2400"/>
            </a:lvl1pPr>
            <a:lvl2pPr indent="-381000" lvl="1" marL="914400" algn="l">
              <a:lnSpc>
                <a:spcPct val="115000"/>
              </a:lnSpc>
              <a:spcBef>
                <a:spcPts val="0"/>
              </a:spcBef>
              <a:spcAft>
                <a:spcPts val="0"/>
              </a:spcAft>
              <a:buSzPts val="2400"/>
              <a:buChar char="○"/>
              <a:defRPr sz="2400"/>
            </a:lvl2pPr>
            <a:lvl3pPr indent="-381000" lvl="2" marL="1371600" algn="l">
              <a:lnSpc>
                <a:spcPct val="115000"/>
              </a:lnSpc>
              <a:spcBef>
                <a:spcPts val="0"/>
              </a:spcBef>
              <a:spcAft>
                <a:spcPts val="0"/>
              </a:spcAft>
              <a:buSzPts val="2400"/>
              <a:buChar char="■"/>
              <a:defRPr sz="2400"/>
            </a:lvl3pPr>
            <a:lvl4pPr indent="-381000" lvl="3" marL="1828800" algn="l">
              <a:lnSpc>
                <a:spcPct val="115000"/>
              </a:lnSpc>
              <a:spcBef>
                <a:spcPts val="0"/>
              </a:spcBef>
              <a:spcAft>
                <a:spcPts val="0"/>
              </a:spcAft>
              <a:buSzPts val="2400"/>
              <a:buChar char="●"/>
              <a:defRPr sz="2400"/>
            </a:lvl4pPr>
            <a:lvl5pPr indent="-381000" lvl="4" marL="2286000" algn="l">
              <a:lnSpc>
                <a:spcPct val="115000"/>
              </a:lnSpc>
              <a:spcBef>
                <a:spcPts val="0"/>
              </a:spcBef>
              <a:spcAft>
                <a:spcPts val="0"/>
              </a:spcAft>
              <a:buSzPts val="2400"/>
              <a:buChar char="○"/>
              <a:defRPr sz="2400"/>
            </a:lvl5pPr>
            <a:lvl6pPr indent="-381000" lvl="5" marL="2743200" algn="l">
              <a:lnSpc>
                <a:spcPct val="115000"/>
              </a:lnSpc>
              <a:spcBef>
                <a:spcPts val="0"/>
              </a:spcBef>
              <a:spcAft>
                <a:spcPts val="0"/>
              </a:spcAft>
              <a:buSzPts val="2400"/>
              <a:buChar char="■"/>
              <a:defRPr sz="2400"/>
            </a:lvl6pPr>
            <a:lvl7pPr indent="-381000" lvl="6" marL="3200400" algn="l">
              <a:lnSpc>
                <a:spcPct val="115000"/>
              </a:lnSpc>
              <a:spcBef>
                <a:spcPts val="0"/>
              </a:spcBef>
              <a:spcAft>
                <a:spcPts val="0"/>
              </a:spcAft>
              <a:buSzPts val="2400"/>
              <a:buChar char="●"/>
              <a:defRPr sz="2400"/>
            </a:lvl7pPr>
            <a:lvl8pPr indent="-381000" lvl="7" marL="3657600" algn="l">
              <a:lnSpc>
                <a:spcPct val="115000"/>
              </a:lnSpc>
              <a:spcBef>
                <a:spcPts val="0"/>
              </a:spcBef>
              <a:spcAft>
                <a:spcPts val="0"/>
              </a:spcAft>
              <a:buSzPts val="2400"/>
              <a:buChar char="○"/>
              <a:defRPr sz="2400"/>
            </a:lvl8pPr>
            <a:lvl9pPr indent="-381000" lvl="8" marL="4114800" algn="l">
              <a:lnSpc>
                <a:spcPct val="115000"/>
              </a:lnSpc>
              <a:spcBef>
                <a:spcPts val="0"/>
              </a:spcBef>
              <a:spcAft>
                <a:spcPts val="0"/>
              </a:spcAft>
              <a:buSzPts val="2400"/>
              <a:buChar char="■"/>
              <a:defRPr sz="2400"/>
            </a:lvl9pPr>
          </a:lstStyle>
          <a:p/>
        </p:txBody>
      </p:sp>
      <p:sp>
        <p:nvSpPr>
          <p:cNvPr id="178" name="Google Shape;178;p52"/>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79" name="Shape 179"/>
        <p:cNvGrpSpPr/>
        <p:nvPr/>
      </p:nvGrpSpPr>
      <p:grpSpPr>
        <a:xfrm>
          <a:off x="0" y="0"/>
          <a:ext cx="0" cy="0"/>
          <a:chOff x="0" y="0"/>
          <a:chExt cx="0" cy="0"/>
        </a:xfrm>
      </p:grpSpPr>
      <p:sp>
        <p:nvSpPr>
          <p:cNvPr id="180" name="Google Shape;180;p53"/>
          <p:cNvSpPr txBox="1"/>
          <p:nvPr>
            <p:ph type="title"/>
          </p:nvPr>
        </p:nvSpPr>
        <p:spPr>
          <a:xfrm>
            <a:off x="980500" y="900300"/>
            <a:ext cx="12735600" cy="8181600"/>
          </a:xfrm>
          <a:prstGeom prst="rect">
            <a:avLst/>
          </a:prstGeom>
          <a:noFill/>
          <a:ln>
            <a:noFill/>
          </a:ln>
        </p:spPr>
        <p:txBody>
          <a:bodyPr anchorCtr="0" anchor="ctr" bIns="182850" lIns="182850" spcFirstLastPara="1" rIns="182850" wrap="square" tIns="182850">
            <a:normAutofit/>
          </a:bodyPr>
          <a:lstStyle>
            <a:lvl1pPr lvl="0" algn="l">
              <a:lnSpc>
                <a:spcPct val="100000"/>
              </a:lnSpc>
              <a:spcBef>
                <a:spcPts val="0"/>
              </a:spcBef>
              <a:spcAft>
                <a:spcPts val="0"/>
              </a:spcAft>
              <a:buSzPts val="9600"/>
              <a:buNone/>
              <a:defRPr sz="9600"/>
            </a:lvl1pPr>
            <a:lvl2pPr lvl="1" algn="l">
              <a:lnSpc>
                <a:spcPct val="100000"/>
              </a:lnSpc>
              <a:spcBef>
                <a:spcPts val="0"/>
              </a:spcBef>
              <a:spcAft>
                <a:spcPts val="0"/>
              </a:spcAft>
              <a:buSzPts val="9600"/>
              <a:buNone/>
              <a:defRPr sz="9600"/>
            </a:lvl2pPr>
            <a:lvl3pPr lvl="2" algn="l">
              <a:lnSpc>
                <a:spcPct val="100000"/>
              </a:lnSpc>
              <a:spcBef>
                <a:spcPts val="0"/>
              </a:spcBef>
              <a:spcAft>
                <a:spcPts val="0"/>
              </a:spcAft>
              <a:buSzPts val="9600"/>
              <a:buNone/>
              <a:defRPr sz="9600"/>
            </a:lvl3pPr>
            <a:lvl4pPr lvl="3" algn="l">
              <a:lnSpc>
                <a:spcPct val="100000"/>
              </a:lnSpc>
              <a:spcBef>
                <a:spcPts val="0"/>
              </a:spcBef>
              <a:spcAft>
                <a:spcPts val="0"/>
              </a:spcAft>
              <a:buSzPts val="9600"/>
              <a:buNone/>
              <a:defRPr sz="9600"/>
            </a:lvl4pPr>
            <a:lvl5pPr lvl="4" algn="l">
              <a:lnSpc>
                <a:spcPct val="100000"/>
              </a:lnSpc>
              <a:spcBef>
                <a:spcPts val="0"/>
              </a:spcBef>
              <a:spcAft>
                <a:spcPts val="0"/>
              </a:spcAft>
              <a:buSzPts val="9600"/>
              <a:buNone/>
              <a:defRPr sz="9600"/>
            </a:lvl5pPr>
            <a:lvl6pPr lvl="5" algn="l">
              <a:lnSpc>
                <a:spcPct val="100000"/>
              </a:lnSpc>
              <a:spcBef>
                <a:spcPts val="0"/>
              </a:spcBef>
              <a:spcAft>
                <a:spcPts val="0"/>
              </a:spcAft>
              <a:buSzPts val="9600"/>
              <a:buNone/>
              <a:defRPr sz="9600"/>
            </a:lvl6pPr>
            <a:lvl7pPr lvl="6" algn="l">
              <a:lnSpc>
                <a:spcPct val="100000"/>
              </a:lnSpc>
              <a:spcBef>
                <a:spcPts val="0"/>
              </a:spcBef>
              <a:spcAft>
                <a:spcPts val="0"/>
              </a:spcAft>
              <a:buSzPts val="9600"/>
              <a:buNone/>
              <a:defRPr sz="9600"/>
            </a:lvl7pPr>
            <a:lvl8pPr lvl="7" algn="l">
              <a:lnSpc>
                <a:spcPct val="100000"/>
              </a:lnSpc>
              <a:spcBef>
                <a:spcPts val="0"/>
              </a:spcBef>
              <a:spcAft>
                <a:spcPts val="0"/>
              </a:spcAft>
              <a:buSzPts val="9600"/>
              <a:buNone/>
              <a:defRPr sz="9600"/>
            </a:lvl8pPr>
            <a:lvl9pPr lvl="8" algn="l">
              <a:lnSpc>
                <a:spcPct val="100000"/>
              </a:lnSpc>
              <a:spcBef>
                <a:spcPts val="0"/>
              </a:spcBef>
              <a:spcAft>
                <a:spcPts val="0"/>
              </a:spcAft>
              <a:buSzPts val="9600"/>
              <a:buNone/>
              <a:defRPr sz="9600"/>
            </a:lvl9pPr>
          </a:lstStyle>
          <a:p/>
        </p:txBody>
      </p:sp>
      <p:sp>
        <p:nvSpPr>
          <p:cNvPr id="181" name="Google Shape;181;p53"/>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82" name="Shape 182"/>
        <p:cNvGrpSpPr/>
        <p:nvPr/>
      </p:nvGrpSpPr>
      <p:grpSpPr>
        <a:xfrm>
          <a:off x="0" y="0"/>
          <a:ext cx="0" cy="0"/>
          <a:chOff x="0" y="0"/>
          <a:chExt cx="0" cy="0"/>
        </a:xfrm>
      </p:grpSpPr>
      <p:sp>
        <p:nvSpPr>
          <p:cNvPr id="183" name="Google Shape;183;p54"/>
          <p:cNvSpPr/>
          <p:nvPr/>
        </p:nvSpPr>
        <p:spPr>
          <a:xfrm>
            <a:off x="9144000" y="-250"/>
            <a:ext cx="9144000" cy="10287000"/>
          </a:xfrm>
          <a:prstGeom prst="rect">
            <a:avLst/>
          </a:prstGeom>
          <a:solidFill>
            <a:schemeClr val="lt2"/>
          </a:solidFill>
          <a:ln>
            <a:noFill/>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54"/>
          <p:cNvSpPr txBox="1"/>
          <p:nvPr>
            <p:ph type="title"/>
          </p:nvPr>
        </p:nvSpPr>
        <p:spPr>
          <a:xfrm>
            <a:off x="531000" y="2466350"/>
            <a:ext cx="8090400" cy="2964600"/>
          </a:xfrm>
          <a:prstGeom prst="rect">
            <a:avLst/>
          </a:prstGeom>
          <a:noFill/>
          <a:ln>
            <a:noFill/>
          </a:ln>
        </p:spPr>
        <p:txBody>
          <a:bodyPr anchorCtr="0" anchor="b" bIns="182850" lIns="182850" spcFirstLastPara="1" rIns="182850" wrap="square" tIns="182850">
            <a:normAutofit/>
          </a:bodyPr>
          <a:lstStyle>
            <a:lvl1pPr lvl="0" algn="ctr">
              <a:lnSpc>
                <a:spcPct val="100000"/>
              </a:lnSpc>
              <a:spcBef>
                <a:spcPts val="0"/>
              </a:spcBef>
              <a:spcAft>
                <a:spcPts val="0"/>
              </a:spcAft>
              <a:buSzPts val="8400"/>
              <a:buNone/>
              <a:defRPr sz="8400"/>
            </a:lvl1pPr>
            <a:lvl2pPr lvl="1" algn="ctr">
              <a:lnSpc>
                <a:spcPct val="100000"/>
              </a:lnSpc>
              <a:spcBef>
                <a:spcPts val="0"/>
              </a:spcBef>
              <a:spcAft>
                <a:spcPts val="0"/>
              </a:spcAft>
              <a:buSzPts val="8400"/>
              <a:buNone/>
              <a:defRPr sz="8400"/>
            </a:lvl2pPr>
            <a:lvl3pPr lvl="2" algn="ctr">
              <a:lnSpc>
                <a:spcPct val="100000"/>
              </a:lnSpc>
              <a:spcBef>
                <a:spcPts val="0"/>
              </a:spcBef>
              <a:spcAft>
                <a:spcPts val="0"/>
              </a:spcAft>
              <a:buSzPts val="8400"/>
              <a:buNone/>
              <a:defRPr sz="8400"/>
            </a:lvl3pPr>
            <a:lvl4pPr lvl="3" algn="ctr">
              <a:lnSpc>
                <a:spcPct val="100000"/>
              </a:lnSpc>
              <a:spcBef>
                <a:spcPts val="0"/>
              </a:spcBef>
              <a:spcAft>
                <a:spcPts val="0"/>
              </a:spcAft>
              <a:buSzPts val="8400"/>
              <a:buNone/>
              <a:defRPr sz="8400"/>
            </a:lvl4pPr>
            <a:lvl5pPr lvl="4" algn="ctr">
              <a:lnSpc>
                <a:spcPct val="100000"/>
              </a:lnSpc>
              <a:spcBef>
                <a:spcPts val="0"/>
              </a:spcBef>
              <a:spcAft>
                <a:spcPts val="0"/>
              </a:spcAft>
              <a:buSzPts val="8400"/>
              <a:buNone/>
              <a:defRPr sz="8400"/>
            </a:lvl5pPr>
            <a:lvl6pPr lvl="5" algn="ctr">
              <a:lnSpc>
                <a:spcPct val="100000"/>
              </a:lnSpc>
              <a:spcBef>
                <a:spcPts val="0"/>
              </a:spcBef>
              <a:spcAft>
                <a:spcPts val="0"/>
              </a:spcAft>
              <a:buSzPts val="8400"/>
              <a:buNone/>
              <a:defRPr sz="8400"/>
            </a:lvl6pPr>
            <a:lvl7pPr lvl="6" algn="ctr">
              <a:lnSpc>
                <a:spcPct val="100000"/>
              </a:lnSpc>
              <a:spcBef>
                <a:spcPts val="0"/>
              </a:spcBef>
              <a:spcAft>
                <a:spcPts val="0"/>
              </a:spcAft>
              <a:buSzPts val="8400"/>
              <a:buNone/>
              <a:defRPr sz="8400"/>
            </a:lvl7pPr>
            <a:lvl8pPr lvl="7" algn="ctr">
              <a:lnSpc>
                <a:spcPct val="100000"/>
              </a:lnSpc>
              <a:spcBef>
                <a:spcPts val="0"/>
              </a:spcBef>
              <a:spcAft>
                <a:spcPts val="0"/>
              </a:spcAft>
              <a:buSzPts val="8400"/>
              <a:buNone/>
              <a:defRPr sz="8400"/>
            </a:lvl8pPr>
            <a:lvl9pPr lvl="8" algn="ctr">
              <a:lnSpc>
                <a:spcPct val="100000"/>
              </a:lnSpc>
              <a:spcBef>
                <a:spcPts val="0"/>
              </a:spcBef>
              <a:spcAft>
                <a:spcPts val="0"/>
              </a:spcAft>
              <a:buSzPts val="8400"/>
              <a:buNone/>
              <a:defRPr sz="8400"/>
            </a:lvl9pPr>
          </a:lstStyle>
          <a:p/>
        </p:txBody>
      </p:sp>
      <p:sp>
        <p:nvSpPr>
          <p:cNvPr id="185" name="Google Shape;185;p54"/>
          <p:cNvSpPr txBox="1"/>
          <p:nvPr>
            <p:ph idx="1" type="subTitle"/>
          </p:nvPr>
        </p:nvSpPr>
        <p:spPr>
          <a:xfrm>
            <a:off x="531000" y="5606150"/>
            <a:ext cx="8090400" cy="2470200"/>
          </a:xfrm>
          <a:prstGeom prst="rect">
            <a:avLst/>
          </a:prstGeom>
          <a:noFill/>
          <a:ln>
            <a:noFill/>
          </a:ln>
        </p:spPr>
        <p:txBody>
          <a:bodyPr anchorCtr="0" anchor="t" bIns="182850" lIns="182850" spcFirstLastPara="1" rIns="182850" wrap="square" tIns="18285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86" name="Google Shape;186;p54"/>
          <p:cNvSpPr txBox="1"/>
          <p:nvPr>
            <p:ph idx="2" type="body"/>
          </p:nvPr>
        </p:nvSpPr>
        <p:spPr>
          <a:xfrm>
            <a:off x="9879000" y="1448150"/>
            <a:ext cx="7674000" cy="7390200"/>
          </a:xfrm>
          <a:prstGeom prst="rect">
            <a:avLst/>
          </a:prstGeom>
          <a:noFill/>
          <a:ln>
            <a:noFill/>
          </a:ln>
        </p:spPr>
        <p:txBody>
          <a:bodyPr anchorCtr="0" anchor="ctr" bIns="182850" lIns="182850" spcFirstLastPara="1" rIns="182850" wrap="square" tIns="182850">
            <a:normAutofit/>
          </a:bodyPr>
          <a:lstStyle>
            <a:lvl1pPr indent="-457200" lvl="0" marL="457200" algn="l">
              <a:lnSpc>
                <a:spcPct val="115000"/>
              </a:lnSpc>
              <a:spcBef>
                <a:spcPts val="0"/>
              </a:spcBef>
              <a:spcAft>
                <a:spcPts val="0"/>
              </a:spcAft>
              <a:buSzPts val="3600"/>
              <a:buChar char="●"/>
              <a:defRPr/>
            </a:lvl1pPr>
            <a:lvl2pPr indent="-406400" lvl="1" marL="914400" algn="l">
              <a:lnSpc>
                <a:spcPct val="115000"/>
              </a:lnSpc>
              <a:spcBef>
                <a:spcPts val="0"/>
              </a:spcBef>
              <a:spcAft>
                <a:spcPts val="0"/>
              </a:spcAft>
              <a:buSzPts val="2800"/>
              <a:buChar char="○"/>
              <a:defRPr/>
            </a:lvl2pPr>
            <a:lvl3pPr indent="-406400" lvl="2" marL="1371600" algn="l">
              <a:lnSpc>
                <a:spcPct val="115000"/>
              </a:lnSpc>
              <a:spcBef>
                <a:spcPts val="0"/>
              </a:spcBef>
              <a:spcAft>
                <a:spcPts val="0"/>
              </a:spcAft>
              <a:buSzPts val="2800"/>
              <a:buChar char="■"/>
              <a:defRPr/>
            </a:lvl3pPr>
            <a:lvl4pPr indent="-406400" lvl="3" marL="1828800" algn="l">
              <a:lnSpc>
                <a:spcPct val="115000"/>
              </a:lnSpc>
              <a:spcBef>
                <a:spcPts val="0"/>
              </a:spcBef>
              <a:spcAft>
                <a:spcPts val="0"/>
              </a:spcAft>
              <a:buSzPts val="2800"/>
              <a:buChar char="●"/>
              <a:defRPr/>
            </a:lvl4pPr>
            <a:lvl5pPr indent="-406400" lvl="4" marL="2286000" algn="l">
              <a:lnSpc>
                <a:spcPct val="115000"/>
              </a:lnSpc>
              <a:spcBef>
                <a:spcPts val="0"/>
              </a:spcBef>
              <a:spcAft>
                <a:spcPts val="0"/>
              </a:spcAft>
              <a:buSzPts val="2800"/>
              <a:buChar char="○"/>
              <a:defRPr/>
            </a:lvl5pPr>
            <a:lvl6pPr indent="-406400" lvl="5" marL="2743200" algn="l">
              <a:lnSpc>
                <a:spcPct val="115000"/>
              </a:lnSpc>
              <a:spcBef>
                <a:spcPts val="0"/>
              </a:spcBef>
              <a:spcAft>
                <a:spcPts val="0"/>
              </a:spcAft>
              <a:buSzPts val="2800"/>
              <a:buChar char="■"/>
              <a:defRPr/>
            </a:lvl6pPr>
            <a:lvl7pPr indent="-406400" lvl="6" marL="3200400" algn="l">
              <a:lnSpc>
                <a:spcPct val="115000"/>
              </a:lnSpc>
              <a:spcBef>
                <a:spcPts val="0"/>
              </a:spcBef>
              <a:spcAft>
                <a:spcPts val="0"/>
              </a:spcAft>
              <a:buSzPts val="2800"/>
              <a:buChar char="●"/>
              <a:defRPr/>
            </a:lvl7pPr>
            <a:lvl8pPr indent="-406400" lvl="7" marL="3657600" algn="l">
              <a:lnSpc>
                <a:spcPct val="115000"/>
              </a:lnSpc>
              <a:spcBef>
                <a:spcPts val="0"/>
              </a:spcBef>
              <a:spcAft>
                <a:spcPts val="0"/>
              </a:spcAft>
              <a:buSzPts val="2800"/>
              <a:buChar char="○"/>
              <a:defRPr/>
            </a:lvl8pPr>
            <a:lvl9pPr indent="-406400" lvl="8" marL="4114800" algn="l">
              <a:lnSpc>
                <a:spcPct val="115000"/>
              </a:lnSpc>
              <a:spcBef>
                <a:spcPts val="0"/>
              </a:spcBef>
              <a:spcAft>
                <a:spcPts val="0"/>
              </a:spcAft>
              <a:buSzPts val="2800"/>
              <a:buChar char="■"/>
              <a:defRPr/>
            </a:lvl9pPr>
          </a:lstStyle>
          <a:p/>
        </p:txBody>
      </p:sp>
      <p:sp>
        <p:nvSpPr>
          <p:cNvPr id="187" name="Google Shape;187;p54"/>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8" name="Shape 188"/>
        <p:cNvGrpSpPr/>
        <p:nvPr/>
      </p:nvGrpSpPr>
      <p:grpSpPr>
        <a:xfrm>
          <a:off x="0" y="0"/>
          <a:ext cx="0" cy="0"/>
          <a:chOff x="0" y="0"/>
          <a:chExt cx="0" cy="0"/>
        </a:xfrm>
      </p:grpSpPr>
      <p:sp>
        <p:nvSpPr>
          <p:cNvPr id="189" name="Google Shape;189;p55"/>
          <p:cNvSpPr txBox="1"/>
          <p:nvPr>
            <p:ph idx="1" type="body"/>
          </p:nvPr>
        </p:nvSpPr>
        <p:spPr>
          <a:xfrm>
            <a:off x="623400" y="8461150"/>
            <a:ext cx="11997600" cy="1210200"/>
          </a:xfrm>
          <a:prstGeom prst="rect">
            <a:avLst/>
          </a:prstGeom>
          <a:noFill/>
          <a:ln>
            <a:noFill/>
          </a:ln>
        </p:spPr>
        <p:txBody>
          <a:bodyPr anchorCtr="0" anchor="ctr" bIns="182850" lIns="182850" spcFirstLastPara="1" rIns="182850" wrap="square" tIns="182850">
            <a:normAutofit/>
          </a:bodyPr>
          <a:lstStyle>
            <a:lvl1pPr indent="-228600" lvl="0" marL="457200" algn="l">
              <a:lnSpc>
                <a:spcPct val="100000"/>
              </a:lnSpc>
              <a:spcBef>
                <a:spcPts val="0"/>
              </a:spcBef>
              <a:spcAft>
                <a:spcPts val="0"/>
              </a:spcAft>
              <a:buSzPts val="3600"/>
              <a:buNone/>
              <a:defRPr/>
            </a:lvl1pPr>
          </a:lstStyle>
          <a:p/>
        </p:txBody>
      </p:sp>
      <p:sp>
        <p:nvSpPr>
          <p:cNvPr id="190" name="Google Shape;190;p55"/>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91" name="Shape 191"/>
        <p:cNvGrpSpPr/>
        <p:nvPr/>
      </p:nvGrpSpPr>
      <p:grpSpPr>
        <a:xfrm>
          <a:off x="0" y="0"/>
          <a:ext cx="0" cy="0"/>
          <a:chOff x="0" y="0"/>
          <a:chExt cx="0" cy="0"/>
        </a:xfrm>
      </p:grpSpPr>
      <p:sp>
        <p:nvSpPr>
          <p:cNvPr id="192" name="Google Shape;192;p56"/>
          <p:cNvSpPr txBox="1"/>
          <p:nvPr>
            <p:ph hasCustomPrompt="1" type="title"/>
          </p:nvPr>
        </p:nvSpPr>
        <p:spPr>
          <a:xfrm>
            <a:off x="623400" y="2212250"/>
            <a:ext cx="17041200" cy="3927000"/>
          </a:xfrm>
          <a:prstGeom prst="rect">
            <a:avLst/>
          </a:prstGeom>
          <a:noFill/>
          <a:ln>
            <a:noFill/>
          </a:ln>
        </p:spPr>
        <p:txBody>
          <a:bodyPr anchorCtr="0" anchor="b" bIns="182850" lIns="182850" spcFirstLastPara="1" rIns="182850" wrap="square" tIns="182850">
            <a:normAutofit/>
          </a:bodyPr>
          <a:lstStyle>
            <a:lvl1pPr lvl="0" algn="ctr">
              <a:lnSpc>
                <a:spcPct val="100000"/>
              </a:lnSpc>
              <a:spcBef>
                <a:spcPts val="0"/>
              </a:spcBef>
              <a:spcAft>
                <a:spcPts val="0"/>
              </a:spcAft>
              <a:buSzPts val="24000"/>
              <a:buNone/>
              <a:defRPr sz="24000"/>
            </a:lvl1pPr>
            <a:lvl2pPr lvl="1" algn="ctr">
              <a:lnSpc>
                <a:spcPct val="100000"/>
              </a:lnSpc>
              <a:spcBef>
                <a:spcPts val="0"/>
              </a:spcBef>
              <a:spcAft>
                <a:spcPts val="0"/>
              </a:spcAft>
              <a:buSzPts val="24000"/>
              <a:buNone/>
              <a:defRPr sz="24000"/>
            </a:lvl2pPr>
            <a:lvl3pPr lvl="2" algn="ctr">
              <a:lnSpc>
                <a:spcPct val="100000"/>
              </a:lnSpc>
              <a:spcBef>
                <a:spcPts val="0"/>
              </a:spcBef>
              <a:spcAft>
                <a:spcPts val="0"/>
              </a:spcAft>
              <a:buSzPts val="24000"/>
              <a:buNone/>
              <a:defRPr sz="24000"/>
            </a:lvl3pPr>
            <a:lvl4pPr lvl="3" algn="ctr">
              <a:lnSpc>
                <a:spcPct val="100000"/>
              </a:lnSpc>
              <a:spcBef>
                <a:spcPts val="0"/>
              </a:spcBef>
              <a:spcAft>
                <a:spcPts val="0"/>
              </a:spcAft>
              <a:buSzPts val="24000"/>
              <a:buNone/>
              <a:defRPr sz="24000"/>
            </a:lvl4pPr>
            <a:lvl5pPr lvl="4" algn="ctr">
              <a:lnSpc>
                <a:spcPct val="100000"/>
              </a:lnSpc>
              <a:spcBef>
                <a:spcPts val="0"/>
              </a:spcBef>
              <a:spcAft>
                <a:spcPts val="0"/>
              </a:spcAft>
              <a:buSzPts val="24000"/>
              <a:buNone/>
              <a:defRPr sz="24000"/>
            </a:lvl5pPr>
            <a:lvl6pPr lvl="5" algn="ctr">
              <a:lnSpc>
                <a:spcPct val="100000"/>
              </a:lnSpc>
              <a:spcBef>
                <a:spcPts val="0"/>
              </a:spcBef>
              <a:spcAft>
                <a:spcPts val="0"/>
              </a:spcAft>
              <a:buSzPts val="24000"/>
              <a:buNone/>
              <a:defRPr sz="24000"/>
            </a:lvl6pPr>
            <a:lvl7pPr lvl="6" algn="ctr">
              <a:lnSpc>
                <a:spcPct val="100000"/>
              </a:lnSpc>
              <a:spcBef>
                <a:spcPts val="0"/>
              </a:spcBef>
              <a:spcAft>
                <a:spcPts val="0"/>
              </a:spcAft>
              <a:buSzPts val="24000"/>
              <a:buNone/>
              <a:defRPr sz="24000"/>
            </a:lvl7pPr>
            <a:lvl8pPr lvl="7" algn="ctr">
              <a:lnSpc>
                <a:spcPct val="100000"/>
              </a:lnSpc>
              <a:spcBef>
                <a:spcPts val="0"/>
              </a:spcBef>
              <a:spcAft>
                <a:spcPts val="0"/>
              </a:spcAft>
              <a:buSzPts val="24000"/>
              <a:buNone/>
              <a:defRPr sz="24000"/>
            </a:lvl8pPr>
            <a:lvl9pPr lvl="8" algn="ctr">
              <a:lnSpc>
                <a:spcPct val="100000"/>
              </a:lnSpc>
              <a:spcBef>
                <a:spcPts val="0"/>
              </a:spcBef>
              <a:spcAft>
                <a:spcPts val="0"/>
              </a:spcAft>
              <a:buSzPts val="24000"/>
              <a:buNone/>
              <a:defRPr sz="24000"/>
            </a:lvl9pPr>
          </a:lstStyle>
          <a:p>
            <a:r>
              <a:t>xx%</a:t>
            </a:r>
          </a:p>
        </p:txBody>
      </p:sp>
      <p:sp>
        <p:nvSpPr>
          <p:cNvPr id="193" name="Google Shape;193;p56"/>
          <p:cNvSpPr txBox="1"/>
          <p:nvPr>
            <p:ph idx="1" type="body"/>
          </p:nvPr>
        </p:nvSpPr>
        <p:spPr>
          <a:xfrm>
            <a:off x="623400" y="6304450"/>
            <a:ext cx="17041200" cy="2601600"/>
          </a:xfrm>
          <a:prstGeom prst="rect">
            <a:avLst/>
          </a:prstGeom>
          <a:noFill/>
          <a:ln>
            <a:noFill/>
          </a:ln>
        </p:spPr>
        <p:txBody>
          <a:bodyPr anchorCtr="0" anchor="t" bIns="182850" lIns="182850" spcFirstLastPara="1" rIns="182850" wrap="square" tIns="182850">
            <a:normAutofit/>
          </a:bodyPr>
          <a:lstStyle>
            <a:lvl1pPr indent="-457200" lvl="0" marL="457200" algn="ctr">
              <a:lnSpc>
                <a:spcPct val="115000"/>
              </a:lnSpc>
              <a:spcBef>
                <a:spcPts val="0"/>
              </a:spcBef>
              <a:spcAft>
                <a:spcPts val="0"/>
              </a:spcAft>
              <a:buSzPts val="3600"/>
              <a:buChar char="●"/>
              <a:defRPr/>
            </a:lvl1pPr>
            <a:lvl2pPr indent="-406400" lvl="1" marL="914400" algn="ctr">
              <a:lnSpc>
                <a:spcPct val="115000"/>
              </a:lnSpc>
              <a:spcBef>
                <a:spcPts val="0"/>
              </a:spcBef>
              <a:spcAft>
                <a:spcPts val="0"/>
              </a:spcAft>
              <a:buSzPts val="2800"/>
              <a:buChar char="○"/>
              <a:defRPr/>
            </a:lvl2pPr>
            <a:lvl3pPr indent="-406400" lvl="2" marL="1371600" algn="ctr">
              <a:lnSpc>
                <a:spcPct val="115000"/>
              </a:lnSpc>
              <a:spcBef>
                <a:spcPts val="0"/>
              </a:spcBef>
              <a:spcAft>
                <a:spcPts val="0"/>
              </a:spcAft>
              <a:buSzPts val="2800"/>
              <a:buChar char="■"/>
              <a:defRPr/>
            </a:lvl3pPr>
            <a:lvl4pPr indent="-406400" lvl="3" marL="1828800" algn="ctr">
              <a:lnSpc>
                <a:spcPct val="115000"/>
              </a:lnSpc>
              <a:spcBef>
                <a:spcPts val="0"/>
              </a:spcBef>
              <a:spcAft>
                <a:spcPts val="0"/>
              </a:spcAft>
              <a:buSzPts val="2800"/>
              <a:buChar char="●"/>
              <a:defRPr/>
            </a:lvl4pPr>
            <a:lvl5pPr indent="-406400" lvl="4" marL="2286000" algn="ctr">
              <a:lnSpc>
                <a:spcPct val="115000"/>
              </a:lnSpc>
              <a:spcBef>
                <a:spcPts val="0"/>
              </a:spcBef>
              <a:spcAft>
                <a:spcPts val="0"/>
              </a:spcAft>
              <a:buSzPts val="2800"/>
              <a:buChar char="○"/>
              <a:defRPr/>
            </a:lvl5pPr>
            <a:lvl6pPr indent="-406400" lvl="5" marL="2743200" algn="ctr">
              <a:lnSpc>
                <a:spcPct val="115000"/>
              </a:lnSpc>
              <a:spcBef>
                <a:spcPts val="0"/>
              </a:spcBef>
              <a:spcAft>
                <a:spcPts val="0"/>
              </a:spcAft>
              <a:buSzPts val="2800"/>
              <a:buChar char="■"/>
              <a:defRPr/>
            </a:lvl6pPr>
            <a:lvl7pPr indent="-406400" lvl="6" marL="3200400" algn="ctr">
              <a:lnSpc>
                <a:spcPct val="115000"/>
              </a:lnSpc>
              <a:spcBef>
                <a:spcPts val="0"/>
              </a:spcBef>
              <a:spcAft>
                <a:spcPts val="0"/>
              </a:spcAft>
              <a:buSzPts val="2800"/>
              <a:buChar char="●"/>
              <a:defRPr/>
            </a:lvl7pPr>
            <a:lvl8pPr indent="-406400" lvl="7" marL="3657600" algn="ctr">
              <a:lnSpc>
                <a:spcPct val="115000"/>
              </a:lnSpc>
              <a:spcBef>
                <a:spcPts val="0"/>
              </a:spcBef>
              <a:spcAft>
                <a:spcPts val="0"/>
              </a:spcAft>
              <a:buSzPts val="2800"/>
              <a:buChar char="○"/>
              <a:defRPr/>
            </a:lvl8pPr>
            <a:lvl9pPr indent="-406400" lvl="8" marL="4114800" algn="ctr">
              <a:lnSpc>
                <a:spcPct val="115000"/>
              </a:lnSpc>
              <a:spcBef>
                <a:spcPts val="0"/>
              </a:spcBef>
              <a:spcAft>
                <a:spcPts val="0"/>
              </a:spcAft>
              <a:buSzPts val="2800"/>
              <a:buChar char="■"/>
              <a:defRPr/>
            </a:lvl9pPr>
          </a:lstStyle>
          <a:p/>
        </p:txBody>
      </p:sp>
      <p:sp>
        <p:nvSpPr>
          <p:cNvPr id="194" name="Google Shape;194;p56"/>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cuerpo 2">
  <p:cSld name="TITLE_AND_BODY_2">
    <p:spTree>
      <p:nvGrpSpPr>
        <p:cNvPr id="195" name="Shape 195"/>
        <p:cNvGrpSpPr/>
        <p:nvPr/>
      </p:nvGrpSpPr>
      <p:grpSpPr>
        <a:xfrm>
          <a:off x="0" y="0"/>
          <a:ext cx="0" cy="0"/>
          <a:chOff x="0" y="0"/>
          <a:chExt cx="0" cy="0"/>
        </a:xfrm>
      </p:grpSpPr>
      <p:sp>
        <p:nvSpPr>
          <p:cNvPr id="196" name="Google Shape;196;p57"/>
          <p:cNvSpPr txBox="1"/>
          <p:nvPr>
            <p:ph type="title"/>
          </p:nvPr>
        </p:nvSpPr>
        <p:spPr>
          <a:xfrm>
            <a:off x="623400" y="890050"/>
            <a:ext cx="17041200" cy="1145400"/>
          </a:xfrm>
          <a:prstGeom prst="rect">
            <a:avLst/>
          </a:prstGeom>
          <a:noFill/>
          <a:ln>
            <a:noFill/>
          </a:ln>
        </p:spPr>
        <p:txBody>
          <a:bodyPr anchorCtr="0" anchor="ctr" bIns="182850" lIns="182850" spcFirstLastPara="1" rIns="182850" wrap="square" tIns="182850">
            <a:noAutofit/>
          </a:bodyPr>
          <a:lstStyle>
            <a:lvl1pPr lvl="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9pPr>
          </a:lstStyle>
          <a:p/>
        </p:txBody>
      </p:sp>
      <p:sp>
        <p:nvSpPr>
          <p:cNvPr id="197" name="Google Shape;197;p57"/>
          <p:cNvSpPr txBox="1"/>
          <p:nvPr>
            <p:ph idx="1" type="body"/>
          </p:nvPr>
        </p:nvSpPr>
        <p:spPr>
          <a:xfrm>
            <a:off x="623400" y="2304950"/>
            <a:ext cx="17041200" cy="6832800"/>
          </a:xfrm>
          <a:prstGeom prst="rect">
            <a:avLst/>
          </a:prstGeom>
          <a:noFill/>
          <a:ln>
            <a:noFill/>
          </a:ln>
        </p:spPr>
        <p:txBody>
          <a:bodyPr anchorCtr="0" anchor="ctr" bIns="182850" lIns="182850" spcFirstLastPara="1" rIns="182850" wrap="square" tIns="182850">
            <a:noAutofit/>
          </a:bodyPr>
          <a:lstStyle>
            <a:lvl1pPr indent="-406400" lvl="0" marL="4572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1pPr>
            <a:lvl2pPr indent="-406400" lvl="1" marL="9144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2pPr>
            <a:lvl3pPr indent="-406400" lvl="2" marL="13716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3pPr>
            <a:lvl4pPr indent="-406400" lvl="3" marL="18288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4pPr>
            <a:lvl5pPr indent="-406400" lvl="4" marL="22860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5pPr>
            <a:lvl6pPr indent="-406400" lvl="5" marL="27432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6pPr>
            <a:lvl7pPr indent="-406400" lvl="6" marL="32004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7pPr>
            <a:lvl8pPr indent="-406400" lvl="7" marL="36576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8pPr>
            <a:lvl9pPr indent="-406400" lvl="8" marL="4114800" marR="0" algn="l">
              <a:lnSpc>
                <a:spcPct val="100000"/>
              </a:lnSpc>
              <a:spcBef>
                <a:spcPts val="0"/>
              </a:spcBef>
              <a:spcAft>
                <a:spcPts val="0"/>
              </a:spcAft>
              <a:buClr>
                <a:srgbClr val="000000"/>
              </a:buClr>
              <a:buSzPts val="2800"/>
              <a:buFont typeface="Arial"/>
              <a:buChar char="■"/>
              <a:defRPr b="0" i="0" sz="2800" u="none" cap="none" strike="noStrike">
                <a:solidFill>
                  <a:srgbClr val="000000"/>
                </a:solidFill>
                <a:latin typeface="Arial"/>
                <a:ea typeface="Arial"/>
                <a:cs typeface="Arial"/>
                <a:sym typeface="Arial"/>
              </a:defRPr>
            </a:lvl9pPr>
          </a:lstStyle>
          <a:p/>
        </p:txBody>
      </p:sp>
      <p:sp>
        <p:nvSpPr>
          <p:cNvPr id="198" name="Google Shape;198;p57"/>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Autofit/>
          </a:bodyPr>
          <a:lstStyle>
            <a:lvl1pPr indent="0" lvl="0"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con logo">
  <p:cSld name="CUSTOM">
    <p:bg>
      <p:bgPr>
        <a:solidFill>
          <a:schemeClr val="accent1"/>
        </a:solidFill>
      </p:bgPr>
    </p:bg>
    <p:spTree>
      <p:nvGrpSpPr>
        <p:cNvPr id="199" name="Shape 199"/>
        <p:cNvGrpSpPr/>
        <p:nvPr/>
      </p:nvGrpSpPr>
      <p:grpSpPr>
        <a:xfrm>
          <a:off x="0" y="0"/>
          <a:ext cx="0" cy="0"/>
          <a:chOff x="0" y="0"/>
          <a:chExt cx="0" cy="0"/>
        </a:xfrm>
      </p:grpSpPr>
      <p:pic>
        <p:nvPicPr>
          <p:cNvPr id="200" name="Google Shape;200;p58"/>
          <p:cNvPicPr preferRelativeResize="0"/>
          <p:nvPr/>
        </p:nvPicPr>
        <p:blipFill rotWithShape="1">
          <a:blip r:embed="rId2">
            <a:alphaModFix/>
          </a:blip>
          <a:srcRect b="0" l="0" r="46352" t="0"/>
          <a:stretch/>
        </p:blipFill>
        <p:spPr>
          <a:xfrm>
            <a:off x="16213550" y="204750"/>
            <a:ext cx="766549" cy="236100"/>
          </a:xfrm>
          <a:prstGeom prst="rect">
            <a:avLst/>
          </a:prstGeom>
          <a:noFill/>
          <a:ln>
            <a:noFill/>
          </a:ln>
        </p:spPr>
      </p:pic>
      <p:sp>
        <p:nvSpPr>
          <p:cNvPr id="201" name="Google Shape;201;p58"/>
          <p:cNvSpPr txBox="1"/>
          <p:nvPr>
            <p:ph idx="1" type="subTitle"/>
          </p:nvPr>
        </p:nvSpPr>
        <p:spPr>
          <a:xfrm>
            <a:off x="409800" y="0"/>
            <a:ext cx="7550400" cy="645600"/>
          </a:xfrm>
          <a:prstGeom prst="rect">
            <a:avLst/>
          </a:prstGeom>
          <a:noFill/>
          <a:ln>
            <a:noFill/>
          </a:ln>
        </p:spPr>
        <p:txBody>
          <a:bodyPr anchorCtr="0" anchor="t" bIns="182850" lIns="182850" spcFirstLastPara="1" rIns="182850" wrap="square" tIns="182850">
            <a:noAutofit/>
          </a:bodyPr>
          <a:lstStyle>
            <a:lvl1pPr lvl="0"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1pPr>
            <a:lvl2pPr lvl="1"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2pPr>
            <a:lvl3pPr lvl="2"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3pPr>
            <a:lvl4pPr lvl="3"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4pPr>
            <a:lvl5pPr lvl="4"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5pPr>
            <a:lvl6pPr lvl="5"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6pPr>
            <a:lvl7pPr lvl="6"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7pPr>
            <a:lvl8pPr lvl="7"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8pPr>
            <a:lvl9pPr lvl="8" algn="l">
              <a:lnSpc>
                <a:spcPct val="115000"/>
              </a:lnSpc>
              <a:spcBef>
                <a:spcPts val="0"/>
              </a:spcBef>
              <a:spcAft>
                <a:spcPts val="0"/>
              </a:spcAft>
              <a:buClr>
                <a:schemeClr val="lt1"/>
              </a:buClr>
              <a:buSzPts val="1600"/>
              <a:buFont typeface="Montserrat"/>
              <a:buNone/>
              <a:defRPr sz="1600">
                <a:solidFill>
                  <a:schemeClr val="lt1"/>
                </a:solidFill>
                <a:latin typeface="Montserrat"/>
                <a:ea typeface="Montserrat"/>
                <a:cs typeface="Montserrat"/>
                <a:sym typeface="Montserrat"/>
              </a:defRPr>
            </a:lvl9pPr>
          </a:lstStyle>
          <a:p/>
        </p:txBody>
      </p:sp>
    </p:spTree>
  </p:cSld>
  <p:clrMapOvr>
    <a:masterClrMapping/>
  </p:clrMapOvr>
  <p:extLst>
    <p:ext uri="{DCECCB84-F9BA-43D5-87BE-67443E8EF086}">
      <p15:sldGuideLst>
        <p15:guide id="1" pos="11113">
          <p15:clr>
            <a:srgbClr val="E46962"/>
          </p15:clr>
        </p15:guide>
      </p15:sldGuideLst>
    </p:ext>
  </p:extLst>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ndo blanco">
  <p:cSld name="TITLE_AND_BODY_3">
    <p:bg>
      <p:bgPr>
        <a:solidFill>
          <a:schemeClr val="accent1"/>
        </a:solidFill>
      </p:bgPr>
    </p:bg>
    <p:spTree>
      <p:nvGrpSpPr>
        <p:cNvPr id="202" name="Shape 202"/>
        <p:cNvGrpSpPr/>
        <p:nvPr/>
      </p:nvGrpSpPr>
      <p:grpSpPr>
        <a:xfrm>
          <a:off x="0" y="0"/>
          <a:ext cx="0" cy="0"/>
          <a:chOff x="0" y="0"/>
          <a:chExt cx="0" cy="0"/>
        </a:xfrm>
      </p:grpSpPr>
      <p:sp>
        <p:nvSpPr>
          <p:cNvPr id="203" name="Google Shape;203;p59"/>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r>
              <a:rPr lang="en-US"/>
              <a:t>2</a:t>
            </a:r>
            <a:endParaRPr/>
          </a:p>
        </p:txBody>
      </p:sp>
    </p:spTree>
  </p:cSld>
  <p:clrMapOvr>
    <a:masterClrMapping/>
  </p:clrMapOvr>
  <p:extLst>
    <p:ext uri="{DCECCB84-F9BA-43D5-87BE-67443E8EF086}">
      <p15:sldGuideLst>
        <p15:guide id="1" pos="278">
          <p15:clr>
            <a:srgbClr val="E46962"/>
          </p15:clr>
        </p15:guide>
        <p15:guide id="2" pos="11242">
          <p15:clr>
            <a:srgbClr val="E46962"/>
          </p15:clr>
        </p15:guide>
        <p15:guide id="3" orient="horz" pos="281">
          <p15:clr>
            <a:srgbClr val="E46962"/>
          </p15:clr>
        </p15:guide>
        <p15:guide id="4" orient="horz" pos="6199">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slideLayout" Target="../slideLayouts/slideLayout16.xml"/><Relationship Id="rId9" Type="http://schemas.openxmlformats.org/officeDocument/2006/relationships/slideLayout" Target="../slideLayouts/slideLayout17.xml"/><Relationship Id="rId10" Type="http://schemas.openxmlformats.org/officeDocument/2006/relationships/slideLayout" Target="../slideLayouts/slideLayout18.xml"/><Relationship Id="rId11" Type="http://schemas.openxmlformats.org/officeDocument/2006/relationships/slideLayout" Target="../slideLayouts/slideLayout19.xml"/><Relationship Id="rId12" Type="http://schemas.openxmlformats.org/officeDocument/2006/relationships/slideLayout" Target="../slideLayouts/slideLayout20.xml"/><Relationship Id="rId13" Type="http://schemas.openxmlformats.org/officeDocument/2006/relationships/slideLayout" Target="../slideLayouts/slideLayout21.xml"/><Relationship Id="rId14" Type="http://schemas.openxmlformats.org/officeDocument/2006/relationships/slideLayout" Target="../slideLayouts/slideLayout22.xml"/><Relationship Id="rId15" Type="http://schemas.openxmlformats.org/officeDocument/2006/relationships/slideLayout" Target="../slideLayouts/slideLayout23.xml"/><Relationship Id="rId16" Type="http://schemas.openxmlformats.org/officeDocument/2006/relationships/slideLayout" Target="../slideLayouts/slideLayout24.xml"/><Relationship Id="rId17" Type="http://schemas.openxmlformats.org/officeDocument/2006/relationships/slideLayout" Target="../slideLayouts/slideLayout25.xml"/><Relationship Id="rId18" Type="http://schemas.openxmlformats.org/officeDocument/2006/relationships/slideLayout" Target="../slideLayouts/slideLayout26.xml"/><Relationship Id="rId19" Type="http://schemas.openxmlformats.org/officeDocument/2006/relationships/slideLayout" Target="../slideLayouts/slideLayout27.xml"/><Relationship Id="rId20" Type="http://schemas.openxmlformats.org/officeDocument/2006/relationships/slideLayout" Target="../slideLayouts/slideLayout28.xml"/><Relationship Id="rId21"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5" Type="http://schemas.openxmlformats.org/officeDocument/2006/relationships/slideLayout" Target="../slideLayouts/slideLayout33.xml"/><Relationship Id="rId6" Type="http://schemas.openxmlformats.org/officeDocument/2006/relationships/slideLayout" Target="../slideLayouts/slideLayout34.xml"/><Relationship Id="rId7" Type="http://schemas.openxmlformats.org/officeDocument/2006/relationships/slideLayout" Target="../slideLayouts/slideLayout35.xml"/><Relationship Id="rId8" Type="http://schemas.openxmlformats.org/officeDocument/2006/relationships/slideLayout" Target="../slideLayouts/slideLayout36.xml"/><Relationship Id="rId9" Type="http://schemas.openxmlformats.org/officeDocument/2006/relationships/theme" Target="../theme/theme2.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theme" Target="../theme/theme1.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theme" Target="../theme/theme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 name="Shape 33"/>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 id="2147483664" r:id="rId9"/>
    <p:sldLayoutId id="2147483665" r:id="rId10"/>
    <p:sldLayoutId id="2147483666" r:id="rId11"/>
    <p:sldLayoutId id="2147483667" r:id="rId12"/>
    <p:sldLayoutId id="2147483668" r:id="rId13"/>
    <p:sldLayoutId id="2147483669" r:id="rId14"/>
    <p:sldLayoutId id="2147483670" r:id="rId15"/>
    <p:sldLayoutId id="2147483671" r:id="rId16"/>
    <p:sldLayoutId id="2147483672" r:id="rId17"/>
    <p:sldLayoutId id="2147483673" r:id="rId18"/>
    <p:sldLayoutId id="2147483674" r:id="rId19"/>
    <p:sldLayoutId id="2147483675" r:id="rId20"/>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109" name="Shape 109"/>
        <p:cNvGrpSpPr/>
        <p:nvPr/>
      </p:nvGrpSpPr>
      <p:grpSpPr>
        <a:xfrm>
          <a:off x="0" y="0"/>
          <a:ext cx="0" cy="0"/>
          <a:chOff x="0" y="0"/>
          <a:chExt cx="0" cy="0"/>
        </a:xfrm>
      </p:grpSpPr>
      <p:sp>
        <p:nvSpPr>
          <p:cNvPr id="110" name="Google Shape;110;p31"/>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spcBef>
                <a:spcPts val="0"/>
              </a:spcBef>
              <a:spcAft>
                <a:spcPts val="0"/>
              </a:spcAft>
              <a:buClr>
                <a:schemeClr val="dk1"/>
              </a:buClr>
              <a:buSzPts val="5600"/>
              <a:buNone/>
              <a:defRPr sz="5600">
                <a:solidFill>
                  <a:schemeClr val="dk1"/>
                </a:solidFill>
              </a:defRPr>
            </a:lvl1pPr>
            <a:lvl2pPr lvl="1">
              <a:spcBef>
                <a:spcPts val="0"/>
              </a:spcBef>
              <a:spcAft>
                <a:spcPts val="0"/>
              </a:spcAft>
              <a:buClr>
                <a:schemeClr val="dk1"/>
              </a:buClr>
              <a:buSzPts val="5600"/>
              <a:buNone/>
              <a:defRPr sz="5600">
                <a:solidFill>
                  <a:schemeClr val="dk1"/>
                </a:solidFill>
              </a:defRPr>
            </a:lvl2pPr>
            <a:lvl3pPr lvl="2">
              <a:spcBef>
                <a:spcPts val="0"/>
              </a:spcBef>
              <a:spcAft>
                <a:spcPts val="0"/>
              </a:spcAft>
              <a:buClr>
                <a:schemeClr val="dk1"/>
              </a:buClr>
              <a:buSzPts val="5600"/>
              <a:buNone/>
              <a:defRPr sz="5600">
                <a:solidFill>
                  <a:schemeClr val="dk1"/>
                </a:solidFill>
              </a:defRPr>
            </a:lvl3pPr>
            <a:lvl4pPr lvl="3">
              <a:spcBef>
                <a:spcPts val="0"/>
              </a:spcBef>
              <a:spcAft>
                <a:spcPts val="0"/>
              </a:spcAft>
              <a:buClr>
                <a:schemeClr val="dk1"/>
              </a:buClr>
              <a:buSzPts val="5600"/>
              <a:buNone/>
              <a:defRPr sz="5600">
                <a:solidFill>
                  <a:schemeClr val="dk1"/>
                </a:solidFill>
              </a:defRPr>
            </a:lvl4pPr>
            <a:lvl5pPr lvl="4">
              <a:spcBef>
                <a:spcPts val="0"/>
              </a:spcBef>
              <a:spcAft>
                <a:spcPts val="0"/>
              </a:spcAft>
              <a:buClr>
                <a:schemeClr val="dk1"/>
              </a:buClr>
              <a:buSzPts val="5600"/>
              <a:buNone/>
              <a:defRPr sz="5600">
                <a:solidFill>
                  <a:schemeClr val="dk1"/>
                </a:solidFill>
              </a:defRPr>
            </a:lvl5pPr>
            <a:lvl6pPr lvl="5">
              <a:spcBef>
                <a:spcPts val="0"/>
              </a:spcBef>
              <a:spcAft>
                <a:spcPts val="0"/>
              </a:spcAft>
              <a:buClr>
                <a:schemeClr val="dk1"/>
              </a:buClr>
              <a:buSzPts val="5600"/>
              <a:buNone/>
              <a:defRPr sz="5600">
                <a:solidFill>
                  <a:schemeClr val="dk1"/>
                </a:solidFill>
              </a:defRPr>
            </a:lvl6pPr>
            <a:lvl7pPr lvl="6">
              <a:spcBef>
                <a:spcPts val="0"/>
              </a:spcBef>
              <a:spcAft>
                <a:spcPts val="0"/>
              </a:spcAft>
              <a:buClr>
                <a:schemeClr val="dk1"/>
              </a:buClr>
              <a:buSzPts val="5600"/>
              <a:buNone/>
              <a:defRPr sz="5600">
                <a:solidFill>
                  <a:schemeClr val="dk1"/>
                </a:solidFill>
              </a:defRPr>
            </a:lvl7pPr>
            <a:lvl8pPr lvl="7">
              <a:spcBef>
                <a:spcPts val="0"/>
              </a:spcBef>
              <a:spcAft>
                <a:spcPts val="0"/>
              </a:spcAft>
              <a:buClr>
                <a:schemeClr val="dk1"/>
              </a:buClr>
              <a:buSzPts val="5600"/>
              <a:buNone/>
              <a:defRPr sz="5600">
                <a:solidFill>
                  <a:schemeClr val="dk1"/>
                </a:solidFill>
              </a:defRPr>
            </a:lvl8pPr>
            <a:lvl9pPr lvl="8">
              <a:spcBef>
                <a:spcPts val="0"/>
              </a:spcBef>
              <a:spcAft>
                <a:spcPts val="0"/>
              </a:spcAft>
              <a:buClr>
                <a:schemeClr val="dk1"/>
              </a:buClr>
              <a:buSzPts val="5600"/>
              <a:buNone/>
              <a:defRPr sz="5600">
                <a:solidFill>
                  <a:schemeClr val="dk1"/>
                </a:solidFill>
              </a:defRPr>
            </a:lvl9pPr>
          </a:lstStyle>
          <a:p/>
        </p:txBody>
      </p:sp>
      <p:sp>
        <p:nvSpPr>
          <p:cNvPr id="111" name="Google Shape;111;p31"/>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a:lnSpc>
                <a:spcPct val="115000"/>
              </a:lnSpc>
              <a:spcBef>
                <a:spcPts val="0"/>
              </a:spcBef>
              <a:spcAft>
                <a:spcPts val="0"/>
              </a:spcAft>
              <a:buClr>
                <a:schemeClr val="dk2"/>
              </a:buClr>
              <a:buSzPts val="3600"/>
              <a:buChar char="●"/>
              <a:defRPr sz="3600">
                <a:solidFill>
                  <a:schemeClr val="dk2"/>
                </a:solidFill>
              </a:defRPr>
            </a:lvl1pPr>
            <a:lvl2pPr indent="-406400" lvl="1" marL="914400">
              <a:lnSpc>
                <a:spcPct val="115000"/>
              </a:lnSpc>
              <a:spcBef>
                <a:spcPts val="0"/>
              </a:spcBef>
              <a:spcAft>
                <a:spcPts val="0"/>
              </a:spcAft>
              <a:buClr>
                <a:schemeClr val="dk2"/>
              </a:buClr>
              <a:buSzPts val="2800"/>
              <a:buChar char="○"/>
              <a:defRPr sz="2800">
                <a:solidFill>
                  <a:schemeClr val="dk2"/>
                </a:solidFill>
              </a:defRPr>
            </a:lvl2pPr>
            <a:lvl3pPr indent="-406400" lvl="2" marL="1371600">
              <a:lnSpc>
                <a:spcPct val="115000"/>
              </a:lnSpc>
              <a:spcBef>
                <a:spcPts val="0"/>
              </a:spcBef>
              <a:spcAft>
                <a:spcPts val="0"/>
              </a:spcAft>
              <a:buClr>
                <a:schemeClr val="dk2"/>
              </a:buClr>
              <a:buSzPts val="2800"/>
              <a:buChar char="■"/>
              <a:defRPr sz="2800">
                <a:solidFill>
                  <a:schemeClr val="dk2"/>
                </a:solidFill>
              </a:defRPr>
            </a:lvl3pPr>
            <a:lvl4pPr indent="-406400" lvl="3" marL="1828800">
              <a:lnSpc>
                <a:spcPct val="115000"/>
              </a:lnSpc>
              <a:spcBef>
                <a:spcPts val="0"/>
              </a:spcBef>
              <a:spcAft>
                <a:spcPts val="0"/>
              </a:spcAft>
              <a:buClr>
                <a:schemeClr val="dk2"/>
              </a:buClr>
              <a:buSzPts val="2800"/>
              <a:buChar char="●"/>
              <a:defRPr sz="2800">
                <a:solidFill>
                  <a:schemeClr val="dk2"/>
                </a:solidFill>
              </a:defRPr>
            </a:lvl4pPr>
            <a:lvl5pPr indent="-406400" lvl="4" marL="2286000">
              <a:lnSpc>
                <a:spcPct val="115000"/>
              </a:lnSpc>
              <a:spcBef>
                <a:spcPts val="0"/>
              </a:spcBef>
              <a:spcAft>
                <a:spcPts val="0"/>
              </a:spcAft>
              <a:buClr>
                <a:schemeClr val="dk2"/>
              </a:buClr>
              <a:buSzPts val="2800"/>
              <a:buChar char="○"/>
              <a:defRPr sz="2800">
                <a:solidFill>
                  <a:schemeClr val="dk2"/>
                </a:solidFill>
              </a:defRPr>
            </a:lvl5pPr>
            <a:lvl6pPr indent="-406400" lvl="5" marL="2743200">
              <a:lnSpc>
                <a:spcPct val="115000"/>
              </a:lnSpc>
              <a:spcBef>
                <a:spcPts val="0"/>
              </a:spcBef>
              <a:spcAft>
                <a:spcPts val="0"/>
              </a:spcAft>
              <a:buClr>
                <a:schemeClr val="dk2"/>
              </a:buClr>
              <a:buSzPts val="2800"/>
              <a:buChar char="■"/>
              <a:defRPr sz="2800">
                <a:solidFill>
                  <a:schemeClr val="dk2"/>
                </a:solidFill>
              </a:defRPr>
            </a:lvl6pPr>
            <a:lvl7pPr indent="-406400" lvl="6" marL="3200400">
              <a:lnSpc>
                <a:spcPct val="115000"/>
              </a:lnSpc>
              <a:spcBef>
                <a:spcPts val="0"/>
              </a:spcBef>
              <a:spcAft>
                <a:spcPts val="0"/>
              </a:spcAft>
              <a:buClr>
                <a:schemeClr val="dk2"/>
              </a:buClr>
              <a:buSzPts val="2800"/>
              <a:buChar char="●"/>
              <a:defRPr sz="2800">
                <a:solidFill>
                  <a:schemeClr val="dk2"/>
                </a:solidFill>
              </a:defRPr>
            </a:lvl7pPr>
            <a:lvl8pPr indent="-406400" lvl="7" marL="3657600">
              <a:lnSpc>
                <a:spcPct val="115000"/>
              </a:lnSpc>
              <a:spcBef>
                <a:spcPts val="0"/>
              </a:spcBef>
              <a:spcAft>
                <a:spcPts val="0"/>
              </a:spcAft>
              <a:buClr>
                <a:schemeClr val="dk2"/>
              </a:buClr>
              <a:buSzPts val="2800"/>
              <a:buChar char="○"/>
              <a:defRPr sz="2800">
                <a:solidFill>
                  <a:schemeClr val="dk2"/>
                </a:solidFill>
              </a:defRPr>
            </a:lvl8pPr>
            <a:lvl9pPr indent="-406400" lvl="8" marL="4114800">
              <a:lnSpc>
                <a:spcPct val="115000"/>
              </a:lnSpc>
              <a:spcBef>
                <a:spcPts val="0"/>
              </a:spcBef>
              <a:spcAft>
                <a:spcPts val="0"/>
              </a:spcAft>
              <a:buClr>
                <a:schemeClr val="dk2"/>
              </a:buClr>
              <a:buSzPts val="2800"/>
              <a:buChar char="■"/>
              <a:defRPr sz="2800">
                <a:solidFill>
                  <a:schemeClr val="dk2"/>
                </a:solidFill>
              </a:defRPr>
            </a:lvl9pPr>
          </a:lstStyle>
          <a:p/>
        </p:txBody>
      </p:sp>
      <p:sp>
        <p:nvSpPr>
          <p:cNvPr id="112" name="Google Shape;112;p31"/>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lvl="0" algn="r">
              <a:buNone/>
              <a:defRPr sz="2000">
                <a:solidFill>
                  <a:schemeClr val="dk2"/>
                </a:solidFill>
              </a:defRPr>
            </a:lvl1pPr>
            <a:lvl2pPr lvl="1" algn="r">
              <a:buNone/>
              <a:defRPr sz="2000">
                <a:solidFill>
                  <a:schemeClr val="dk2"/>
                </a:solidFill>
              </a:defRPr>
            </a:lvl2pPr>
            <a:lvl3pPr lvl="2" algn="r">
              <a:buNone/>
              <a:defRPr sz="2000">
                <a:solidFill>
                  <a:schemeClr val="dk2"/>
                </a:solidFill>
              </a:defRPr>
            </a:lvl3pPr>
            <a:lvl4pPr lvl="3" algn="r">
              <a:buNone/>
              <a:defRPr sz="2000">
                <a:solidFill>
                  <a:schemeClr val="dk2"/>
                </a:solidFill>
              </a:defRPr>
            </a:lvl4pPr>
            <a:lvl5pPr lvl="4" algn="r">
              <a:buNone/>
              <a:defRPr sz="2000">
                <a:solidFill>
                  <a:schemeClr val="dk2"/>
                </a:solidFill>
              </a:defRPr>
            </a:lvl5pPr>
            <a:lvl6pPr lvl="5" algn="r">
              <a:buNone/>
              <a:defRPr sz="2000">
                <a:solidFill>
                  <a:schemeClr val="dk2"/>
                </a:solidFill>
              </a:defRPr>
            </a:lvl6pPr>
            <a:lvl7pPr lvl="6" algn="r">
              <a:buNone/>
              <a:defRPr sz="2000">
                <a:solidFill>
                  <a:schemeClr val="dk2"/>
                </a:solidFill>
              </a:defRPr>
            </a:lvl7pPr>
            <a:lvl8pPr lvl="7" algn="r">
              <a:buNone/>
              <a:defRPr sz="2000">
                <a:solidFill>
                  <a:schemeClr val="dk2"/>
                </a:solidFill>
              </a:defRPr>
            </a:lvl8pPr>
            <a:lvl9pPr lvl="8" algn="r">
              <a:buNone/>
              <a:defRPr sz="2000">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pic>
        <p:nvPicPr>
          <p:cNvPr id="138" name="Google Shape;138;p40" title="Logo oficial azul marino (000033) para uso sobre fondos claros (1).png"/>
          <p:cNvPicPr preferRelativeResize="0"/>
          <p:nvPr/>
        </p:nvPicPr>
        <p:blipFill>
          <a:blip r:embed="rId1">
            <a:alphaModFix/>
          </a:blip>
          <a:stretch>
            <a:fillRect/>
          </a:stretch>
        </p:blipFill>
        <p:spPr>
          <a:xfrm>
            <a:off x="15612400" y="578150"/>
            <a:ext cx="2052202" cy="41145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84" r:id="rId2"/>
    <p:sldLayoutId id="2147483685" r:id="rId3"/>
    <p:sldLayoutId id="2147483686"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46" name="Shape 146"/>
        <p:cNvGrpSpPr/>
        <p:nvPr/>
      </p:nvGrpSpPr>
      <p:grpSpPr>
        <a:xfrm>
          <a:off x="0" y="0"/>
          <a:ext cx="0" cy="0"/>
          <a:chOff x="0" y="0"/>
          <a:chExt cx="0" cy="0"/>
        </a:xfrm>
      </p:grpSpPr>
      <p:sp>
        <p:nvSpPr>
          <p:cNvPr id="147" name="Google Shape;147;p44"/>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5600"/>
              <a:buFont typeface="Arial"/>
              <a:buNone/>
              <a:defRPr b="0" i="0" sz="5600" u="none" cap="none" strike="noStrike">
                <a:solidFill>
                  <a:schemeClr val="dk1"/>
                </a:solidFill>
                <a:latin typeface="Arial"/>
                <a:ea typeface="Arial"/>
                <a:cs typeface="Arial"/>
                <a:sym typeface="Arial"/>
              </a:defRPr>
            </a:lvl9pPr>
          </a:lstStyle>
          <a:p/>
        </p:txBody>
      </p:sp>
      <p:sp>
        <p:nvSpPr>
          <p:cNvPr id="148" name="Google Shape;148;p44"/>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marR="0" algn="l">
              <a:lnSpc>
                <a:spcPct val="115000"/>
              </a:lnSpc>
              <a:spcBef>
                <a:spcPts val="0"/>
              </a:spcBef>
              <a:spcAft>
                <a:spcPts val="0"/>
              </a:spcAft>
              <a:buClr>
                <a:schemeClr val="dk2"/>
              </a:buClr>
              <a:buSzPts val="3600"/>
              <a:buFont typeface="Arial"/>
              <a:buChar char="●"/>
              <a:defRPr b="0" i="0" sz="3600" u="none" cap="none" strike="noStrike">
                <a:solidFill>
                  <a:schemeClr val="dk2"/>
                </a:solidFill>
                <a:latin typeface="Arial"/>
                <a:ea typeface="Arial"/>
                <a:cs typeface="Arial"/>
                <a:sym typeface="Arial"/>
              </a:defRPr>
            </a:lvl1pPr>
            <a:lvl2pPr indent="-406400" lvl="1" marL="9144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2pPr>
            <a:lvl3pPr indent="-406400" lvl="2" marL="13716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3pPr>
            <a:lvl4pPr indent="-406400" lvl="3" marL="18288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4pPr>
            <a:lvl5pPr indent="-406400" lvl="4" marL="22860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5pPr>
            <a:lvl6pPr indent="-406400" lvl="5" marL="27432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6pPr>
            <a:lvl7pPr indent="-406400" lvl="6" marL="32004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7pPr>
            <a:lvl8pPr indent="-406400" lvl="7" marL="36576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8pPr>
            <a:lvl9pPr indent="-406400" lvl="8" marL="4114800" marR="0" algn="l">
              <a:lnSpc>
                <a:spcPct val="115000"/>
              </a:lnSpc>
              <a:spcBef>
                <a:spcPts val="0"/>
              </a:spcBef>
              <a:spcAft>
                <a:spcPts val="0"/>
              </a:spcAft>
              <a:buClr>
                <a:schemeClr val="dk2"/>
              </a:buClr>
              <a:buSzPts val="2800"/>
              <a:buFont typeface="Arial"/>
              <a:buChar char="■"/>
              <a:defRPr b="0" i="0" sz="2800" u="none" cap="none" strike="noStrike">
                <a:solidFill>
                  <a:schemeClr val="dk2"/>
                </a:solidFill>
                <a:latin typeface="Arial"/>
                <a:ea typeface="Arial"/>
                <a:cs typeface="Arial"/>
                <a:sym typeface="Arial"/>
              </a:defRPr>
            </a:lvl9pPr>
          </a:lstStyle>
          <a:p/>
        </p:txBody>
      </p:sp>
      <p:sp>
        <p:nvSpPr>
          <p:cNvPr id="149" name="Google Shape;149;p44"/>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indent="0" lvl="0"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2000"/>
              <a:buFont typeface="Arial"/>
              <a:buNone/>
              <a:defRPr b="0" i="0" sz="2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3" Type="http://schemas.openxmlformats.org/officeDocument/2006/relationships/image" Target="../media/image45.png"/><Relationship Id="rId4"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3" Type="http://schemas.openxmlformats.org/officeDocument/2006/relationships/image" Target="../media/image4.png"/><Relationship Id="rId4" Type="http://schemas.openxmlformats.org/officeDocument/2006/relationships/image" Target="../media/image43.jpg"/><Relationship Id="rId5" Type="http://schemas.openxmlformats.org/officeDocument/2006/relationships/image" Target="../media/image59.png"/><Relationship Id="rId6" Type="http://schemas.openxmlformats.org/officeDocument/2006/relationships/image" Target="../media/image63.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3" Type="http://schemas.openxmlformats.org/officeDocument/2006/relationships/image" Target="../media/image45.png"/><Relationship Id="rId4" Type="http://schemas.openxmlformats.org/officeDocument/2006/relationships/image" Target="../media/image20.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22.png"/><Relationship Id="rId8" Type="http://schemas.openxmlformats.org/officeDocument/2006/relationships/image" Target="../media/image26.png"/><Relationship Id="rId9" Type="http://schemas.openxmlformats.org/officeDocument/2006/relationships/image" Target="../media/image29.png"/><Relationship Id="rId10" Type="http://schemas.openxmlformats.org/officeDocument/2006/relationships/image" Target="../media/image24.png"/><Relationship Id="rId11" Type="http://schemas.openxmlformats.org/officeDocument/2006/relationships/image" Target="../media/image30.png"/><Relationship Id="rId12" Type="http://schemas.openxmlformats.org/officeDocument/2006/relationships/image" Target="../media/image40.png"/><Relationship Id="rId13" Type="http://schemas.openxmlformats.org/officeDocument/2006/relationships/image" Target="../media/image27.png"/><Relationship Id="rId14" Type="http://schemas.openxmlformats.org/officeDocument/2006/relationships/image" Target="../media/image34.png"/><Relationship Id="rId15" Type="http://schemas.openxmlformats.org/officeDocument/2006/relationships/image" Target="../media/image31.png"/><Relationship Id="rId16" Type="http://schemas.openxmlformats.org/officeDocument/2006/relationships/image" Target="../media/image42.png"/><Relationship Id="rId17" Type="http://schemas.openxmlformats.org/officeDocument/2006/relationships/image" Target="../media/image28.png"/><Relationship Id="rId18" Type="http://schemas.openxmlformats.org/officeDocument/2006/relationships/image" Target="../media/image32.png"/><Relationship Id="rId19" Type="http://schemas.openxmlformats.org/officeDocument/2006/relationships/image" Target="../media/image38.png"/><Relationship Id="rId20" Type="http://schemas.openxmlformats.org/officeDocument/2006/relationships/image" Target="../media/image37.png"/><Relationship Id="rId21" Type="http://schemas.openxmlformats.org/officeDocument/2006/relationships/image" Target="../media/image33.png"/><Relationship Id="rId22" Type="http://schemas.openxmlformats.org/officeDocument/2006/relationships/image" Target="../media/image39.png"/><Relationship Id="rId23" Type="http://schemas.openxmlformats.org/officeDocument/2006/relationships/image" Target="../media/image41.png"/><Relationship Id="rId24" Type="http://schemas.openxmlformats.org/officeDocument/2006/relationships/image" Target="../media/image47.png"/><Relationship Id="rId25" Type="http://schemas.openxmlformats.org/officeDocument/2006/relationships/image" Target="../media/image35.png"/><Relationship Id="rId26" Type="http://schemas.openxmlformats.org/officeDocument/2006/relationships/image" Target="../media/image44.png"/><Relationship Id="rId27" Type="http://schemas.openxmlformats.org/officeDocument/2006/relationships/image" Target="../media/image46.png"/><Relationship Id="rId28" Type="http://schemas.openxmlformats.org/officeDocument/2006/relationships/image" Target="../media/image62.png"/><Relationship Id="rId29" Type="http://schemas.openxmlformats.org/officeDocument/2006/relationships/image" Target="../media/image49.png"/><Relationship Id="rId30" Type="http://schemas.openxmlformats.org/officeDocument/2006/relationships/image" Target="../media/image53.png"/><Relationship Id="rId31" Type="http://schemas.openxmlformats.org/officeDocument/2006/relationships/image" Target="../media/image48.png"/><Relationship Id="rId32" Type="http://schemas.openxmlformats.org/officeDocument/2006/relationships/image" Target="../media/image58.png"/><Relationship Id="rId33" Type="http://schemas.openxmlformats.org/officeDocument/2006/relationships/image" Target="../media/image61.png"/><Relationship Id="rId34" Type="http://schemas.openxmlformats.org/officeDocument/2006/relationships/image" Target="../media/image50.png"/><Relationship Id="rId35" Type="http://schemas.openxmlformats.org/officeDocument/2006/relationships/image" Target="../media/image52.png"/><Relationship Id="rId36" Type="http://schemas.openxmlformats.org/officeDocument/2006/relationships/image" Target="../media/image65.png"/><Relationship Id="rId37" Type="http://schemas.openxmlformats.org/officeDocument/2006/relationships/image" Target="../media/image57.png"/><Relationship Id="rId38" Type="http://schemas.openxmlformats.org/officeDocument/2006/relationships/image" Target="../media/image54.png"/><Relationship Id="rId39" Type="http://schemas.openxmlformats.org/officeDocument/2006/relationships/image" Target="../media/image51.png"/><Relationship Id="rId40" Type="http://schemas.openxmlformats.org/officeDocument/2006/relationships/image" Target="../media/image60.png"/><Relationship Id="rId41" Type="http://schemas.openxmlformats.org/officeDocument/2006/relationships/image" Target="../media/image56.png"/><Relationship Id="rId42" Type="http://schemas.openxmlformats.org/officeDocument/2006/relationships/image" Target="../media/image5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4.jpg"/><Relationship Id="rId6" Type="http://schemas.openxmlformats.org/officeDocument/2006/relationships/image" Target="../media/image66.png"/><Relationship Id="rId7" Type="http://schemas.openxmlformats.org/officeDocument/2006/relationships/image" Target="../media/image71.png"/><Relationship Id="rId8" Type="http://schemas.openxmlformats.org/officeDocument/2006/relationships/image" Target="../media/image68.png"/><Relationship Id="rId9" Type="http://schemas.openxmlformats.org/officeDocument/2006/relationships/image" Target="../media/image8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recomprimida128.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recomprimida124.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recomprimida122.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recomprimida128.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png"/><Relationship Id="rId4"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4.jpg"/><Relationship Id="rId4" Type="http://schemas.openxmlformats.org/officeDocument/2006/relationships/image" Target="../media/image69.jpg"/><Relationship Id="rId5" Type="http://schemas.openxmlformats.org/officeDocument/2006/relationships/image" Target="../media/image83.jpg"/><Relationship Id="rId6" Type="http://schemas.openxmlformats.org/officeDocument/2006/relationships/image" Target="../media/image73.jpg"/><Relationship Id="rId7" Type="http://schemas.openxmlformats.org/officeDocument/2006/relationships/image" Target="../media/image70.jpg"/><Relationship Id="rId8" Type="http://schemas.openxmlformats.org/officeDocument/2006/relationships/image" Target="../media/recomprimida40.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image" Target="../media/image79.png"/><Relationship Id="rId4" Type="http://schemas.openxmlformats.org/officeDocument/2006/relationships/image" Target="../media/image72.png"/><Relationship Id="rId5" Type="http://schemas.openxmlformats.org/officeDocument/2006/relationships/hyperlink" Target="https://neoconsulting.ai/"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1.xml"/><Relationship Id="rId3" Type="http://schemas.openxmlformats.org/officeDocument/2006/relationships/image" Target="../media/recomprimida56.jpeg"/><Relationship Id="rId4" Type="http://schemas.openxmlformats.org/officeDocument/2006/relationships/image" Target="../media/recomprimida57.jpeg"/><Relationship Id="rId5" Type="http://schemas.openxmlformats.org/officeDocument/2006/relationships/image" Target="../media/image87.png"/><Relationship Id="rId6" Type="http://schemas.openxmlformats.org/officeDocument/2006/relationships/image" Target="../media/image78.png"/><Relationship Id="rId7" Type="http://schemas.openxmlformats.org/officeDocument/2006/relationships/image" Target="../media/image85.png"/><Relationship Id="rId8" Type="http://schemas.openxmlformats.org/officeDocument/2006/relationships/image" Target="../media/image8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1.xml"/><Relationship Id="rId3" Type="http://schemas.openxmlformats.org/officeDocument/2006/relationships/image" Target="../media/image99.jpg"/><Relationship Id="rId4" Type="http://schemas.openxmlformats.org/officeDocument/2006/relationships/image" Target="../media/image95.jpg"/><Relationship Id="rId5" Type="http://schemas.openxmlformats.org/officeDocument/2006/relationships/image" Target="../media/recomprimida77.jpeg"/><Relationship Id="rId6" Type="http://schemas.openxmlformats.org/officeDocument/2006/relationships/image" Target="../media/image78.png"/><Relationship Id="rId7" Type="http://schemas.openxmlformats.org/officeDocument/2006/relationships/image" Target="../media/image85.png"/><Relationship Id="rId8" Type="http://schemas.openxmlformats.org/officeDocument/2006/relationships/image" Target="../media/image84.png"/><Relationship Id="rId9" Type="http://schemas.openxmlformats.org/officeDocument/2006/relationships/image" Target="../media/image8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1.xml"/><Relationship Id="rId3" Type="http://schemas.openxmlformats.org/officeDocument/2006/relationships/image" Target="../media/recomprimida70.jpeg"/><Relationship Id="rId4" Type="http://schemas.openxmlformats.org/officeDocument/2006/relationships/image" Target="../media/recomprimida71.jpeg"/><Relationship Id="rId5" Type="http://schemas.openxmlformats.org/officeDocument/2006/relationships/image" Target="../media/recomprimida73.jpeg"/><Relationship Id="rId6" Type="http://schemas.openxmlformats.org/officeDocument/2006/relationships/image" Target="../media/image78.png"/><Relationship Id="rId7" Type="http://schemas.openxmlformats.org/officeDocument/2006/relationships/image" Target="../media/image85.png"/><Relationship Id="rId8" Type="http://schemas.openxmlformats.org/officeDocument/2006/relationships/image" Target="../media/image84.png"/><Relationship Id="rId9" Type="http://schemas.openxmlformats.org/officeDocument/2006/relationships/image" Target="../media/image8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7.xml"/><Relationship Id="rId3" Type="http://schemas.openxmlformats.org/officeDocument/2006/relationships/image" Target="../media/recomprimida84.jpeg"/><Relationship Id="rId4" Type="http://schemas.openxmlformats.org/officeDocument/2006/relationships/image" Target="../media/recomprimida85.jpeg"/><Relationship Id="rId5" Type="http://schemas.openxmlformats.org/officeDocument/2006/relationships/image" Target="../media/image93.jpg"/><Relationship Id="rId6" Type="http://schemas.openxmlformats.org/officeDocument/2006/relationships/image" Target="../media/image78.png"/><Relationship Id="rId7" Type="http://schemas.openxmlformats.org/officeDocument/2006/relationships/image" Target="../media/image85.png"/><Relationship Id="rId8" Type="http://schemas.openxmlformats.org/officeDocument/2006/relationships/image" Target="../media/image84.png"/><Relationship Id="rId9" Type="http://schemas.openxmlformats.org/officeDocument/2006/relationships/image" Target="../media/image9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3"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08" name="Shape 208"/>
        <p:cNvGrpSpPr/>
        <p:nvPr/>
      </p:nvGrpSpPr>
      <p:grpSpPr>
        <a:xfrm>
          <a:off x="0" y="0"/>
          <a:ext cx="0" cy="0"/>
          <a:chOff x="0" y="0"/>
          <a:chExt cx="0" cy="0"/>
        </a:xfrm>
      </p:grpSpPr>
      <p:pic>
        <p:nvPicPr>
          <p:cNvPr descr="preencoded.png" id="209" name="Google Shape;209;p60"/>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210" name="Google Shape;210;p60"/>
          <p:cNvPicPr preferRelativeResize="0"/>
          <p:nvPr/>
        </p:nvPicPr>
        <p:blipFill rotWithShape="1">
          <a:blip r:embed="rId4">
            <a:alphaModFix/>
          </a:blip>
          <a:srcRect b="0" l="0" r="0" t="0"/>
          <a:stretch/>
        </p:blipFill>
        <p:spPr>
          <a:xfrm>
            <a:off x="1333500" y="762000"/>
            <a:ext cx="2469952" cy="495300"/>
          </a:xfrm>
          <a:prstGeom prst="rect">
            <a:avLst/>
          </a:prstGeom>
          <a:noFill/>
          <a:ln>
            <a:noFill/>
          </a:ln>
        </p:spPr>
      </p:pic>
      <p:sp>
        <p:nvSpPr>
          <p:cNvPr id="211" name="Google Shape;211;p60"/>
          <p:cNvSpPr/>
          <p:nvPr/>
        </p:nvSpPr>
        <p:spPr>
          <a:xfrm>
            <a:off x="1333500" y="3397969"/>
            <a:ext cx="17183100" cy="338138"/>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950"/>
              <a:buFont typeface="Arial"/>
              <a:buNone/>
            </a:pPr>
            <a:r>
              <a:rPr b="0" i="0" lang="en-US" sz="1950" u="none" cap="none" strike="noStrike">
                <a:solidFill>
                  <a:srgbClr val="9C9CCB"/>
                </a:solidFill>
                <a:latin typeface="Arial"/>
                <a:ea typeface="Arial"/>
                <a:cs typeface="Arial"/>
                <a:sym typeface="Arial"/>
              </a:rPr>
              <a:t>PROPUESTA</a:t>
            </a:r>
            <a:endParaRPr b="0" i="0" sz="1950" u="none" cap="none" strike="noStrike">
              <a:solidFill>
                <a:schemeClr val="dk1"/>
              </a:solidFill>
              <a:latin typeface="Calibri"/>
              <a:ea typeface="Calibri"/>
              <a:cs typeface="Calibri"/>
              <a:sym typeface="Calibri"/>
            </a:endParaRPr>
          </a:p>
        </p:txBody>
      </p:sp>
      <p:sp>
        <p:nvSpPr>
          <p:cNvPr id="212" name="Google Shape;212;p60"/>
          <p:cNvSpPr/>
          <p:nvPr/>
        </p:nvSpPr>
        <p:spPr>
          <a:xfrm>
            <a:off x="1333500" y="3964707"/>
            <a:ext cx="12950190" cy="1976586"/>
          </a:xfrm>
          <a:prstGeom prst="rect">
            <a:avLst/>
          </a:prstGeom>
          <a:noFill/>
          <a:ln>
            <a:noFill/>
          </a:ln>
        </p:spPr>
        <p:txBody>
          <a:bodyPr anchorCtr="0" anchor="t" bIns="25400" lIns="25400" spcFirstLastPara="1" rIns="25400" wrap="square" tIns="25400">
            <a:noAutofit/>
          </a:bodyPr>
          <a:lstStyle/>
          <a:p>
            <a:pPr indent="0" lvl="0" marL="0" marR="0" rtl="0" algn="l">
              <a:lnSpc>
                <a:spcPct val="93358"/>
              </a:lnSpc>
              <a:spcBef>
                <a:spcPts val="0"/>
              </a:spcBef>
              <a:spcAft>
                <a:spcPts val="0"/>
              </a:spcAft>
              <a:buClr>
                <a:srgbClr val="FFFFFF"/>
              </a:buClr>
              <a:buSzPts val="7200"/>
              <a:buFont typeface="Georgia"/>
              <a:buNone/>
            </a:pPr>
            <a:r>
              <a:rPr b="1" i="0" lang="en-US" sz="7200" u="none" cap="none" strike="noStrike">
                <a:solidFill>
                  <a:srgbClr val="FFFFFF"/>
                </a:solidFill>
                <a:latin typeface="Georgia"/>
                <a:ea typeface="Georgia"/>
                <a:cs typeface="Georgia"/>
                <a:sym typeface="Georgia"/>
              </a:rPr>
              <a:t>Título de la propuesta</a:t>
            </a:r>
            <a:endParaRPr b="0" i="0" sz="7200" u="none" cap="none" strike="noStrike">
              <a:solidFill>
                <a:schemeClr val="dk1"/>
              </a:solidFill>
              <a:latin typeface="Calibri"/>
              <a:ea typeface="Calibri"/>
              <a:cs typeface="Calibri"/>
              <a:sym typeface="Calibri"/>
            </a:endParaRPr>
          </a:p>
        </p:txBody>
      </p:sp>
      <p:sp>
        <p:nvSpPr>
          <p:cNvPr id="213" name="Google Shape;213;p60"/>
          <p:cNvSpPr/>
          <p:nvPr/>
        </p:nvSpPr>
        <p:spPr>
          <a:xfrm>
            <a:off x="1333500" y="6207993"/>
            <a:ext cx="17183100" cy="4286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2700"/>
              <a:buFont typeface="Georgia"/>
              <a:buNone/>
            </a:pPr>
            <a:r>
              <a:rPr b="0" i="1" lang="en-US" sz="2700" u="none" cap="none" strike="noStrike">
                <a:solidFill>
                  <a:srgbClr val="9C9CCB"/>
                </a:solidFill>
                <a:latin typeface="Georgia"/>
                <a:ea typeface="Georgia"/>
                <a:cs typeface="Georgia"/>
                <a:sym typeface="Georgia"/>
              </a:rPr>
              <a:t>Bajada de la propuesta</a:t>
            </a:r>
            <a:endParaRPr b="0" i="0" sz="2700" u="none" cap="none" strike="noStrike">
              <a:solidFill>
                <a:schemeClr val="dk1"/>
              </a:solidFill>
              <a:latin typeface="Calibri"/>
              <a:ea typeface="Calibri"/>
              <a:cs typeface="Calibri"/>
              <a:sym typeface="Calibri"/>
            </a:endParaRPr>
          </a:p>
        </p:txBody>
      </p:sp>
      <p:sp>
        <p:nvSpPr>
          <p:cNvPr id="214" name="Google Shape;214;p60"/>
          <p:cNvSpPr/>
          <p:nvPr/>
        </p:nvSpPr>
        <p:spPr>
          <a:xfrm>
            <a:off x="1333500" y="9272600"/>
            <a:ext cx="38847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2250"/>
              <a:buFont typeface="Arial"/>
              <a:buNone/>
            </a:pPr>
            <a:r>
              <a:rPr b="1" i="0" lang="en-US" sz="2250" u="none" cap="none" strike="noStrike">
                <a:solidFill>
                  <a:srgbClr val="FFFFFF"/>
                </a:solidFill>
                <a:latin typeface="Montserrat"/>
                <a:ea typeface="Montserrat"/>
                <a:cs typeface="Montserrat"/>
                <a:sym typeface="Montserrat"/>
              </a:rPr>
              <a:t>Cliente  ·  Mes Año</a:t>
            </a:r>
            <a:endParaRPr b="0" i="0" sz="2250" u="none" cap="none" strike="noStrike">
              <a:solidFill>
                <a:schemeClr val="dk1"/>
              </a:solidFill>
              <a:latin typeface="Montserrat"/>
              <a:ea typeface="Montserrat"/>
              <a:cs typeface="Montserrat"/>
              <a:sym typeface="Montserrat"/>
            </a:endParaRPr>
          </a:p>
        </p:txBody>
      </p:sp>
      <p:sp>
        <p:nvSpPr>
          <p:cNvPr id="215" name="Google Shape;215;p60"/>
          <p:cNvSpPr/>
          <p:nvPr/>
        </p:nvSpPr>
        <p:spPr>
          <a:xfrm>
            <a:off x="15056123" y="9324975"/>
            <a:ext cx="2088215"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20" name="Shape 220"/>
        <p:cNvGrpSpPr/>
        <p:nvPr/>
      </p:nvGrpSpPr>
      <p:grpSpPr>
        <a:xfrm>
          <a:off x="0" y="0"/>
          <a:ext cx="0" cy="0"/>
          <a:chOff x="0" y="0"/>
          <a:chExt cx="0" cy="0"/>
        </a:xfrm>
      </p:grpSpPr>
      <p:pic>
        <p:nvPicPr>
          <p:cNvPr descr="preencoded.png" id="221" name="Google Shape;221;p61"/>
          <p:cNvPicPr preferRelativeResize="0"/>
          <p:nvPr/>
        </p:nvPicPr>
        <p:blipFill rotWithShape="1">
          <a:blip r:embed="rId3">
            <a:alphaModFix/>
          </a:blip>
          <a:srcRect b="0" l="0" r="0" t="0"/>
          <a:stretch/>
        </p:blipFill>
        <p:spPr>
          <a:xfrm>
            <a:off x="0" y="0"/>
            <a:ext cx="18288005" cy="10286997"/>
          </a:xfrm>
          <a:prstGeom prst="rect">
            <a:avLst/>
          </a:prstGeom>
          <a:noFill/>
          <a:ln>
            <a:noFill/>
          </a:ln>
        </p:spPr>
      </p:pic>
      <p:pic>
        <p:nvPicPr>
          <p:cNvPr descr="preencoded.png" id="222" name="Google Shape;222;p61"/>
          <p:cNvPicPr preferRelativeResize="0"/>
          <p:nvPr/>
        </p:nvPicPr>
        <p:blipFill rotWithShape="1">
          <a:blip r:embed="rId4">
            <a:alphaModFix/>
          </a:blip>
          <a:srcRect b="0" l="0" r="0" t="0"/>
          <a:stretch/>
        </p:blipFill>
        <p:spPr>
          <a:xfrm>
            <a:off x="15492760" y="514284"/>
            <a:ext cx="1804707" cy="361900"/>
          </a:xfrm>
          <a:prstGeom prst="rect">
            <a:avLst/>
          </a:prstGeom>
          <a:noFill/>
          <a:ln>
            <a:noFill/>
          </a:ln>
        </p:spPr>
      </p:pic>
      <p:sp>
        <p:nvSpPr>
          <p:cNvPr id="223" name="Google Shape;223;p61"/>
          <p:cNvSpPr/>
          <p:nvPr/>
        </p:nvSpPr>
        <p:spPr>
          <a:xfrm>
            <a:off x="990552" y="1955142"/>
            <a:ext cx="13743000" cy="2361600"/>
          </a:xfrm>
          <a:prstGeom prst="rect">
            <a:avLst/>
          </a:prstGeom>
          <a:noFill/>
          <a:ln>
            <a:noFill/>
          </a:ln>
        </p:spPr>
        <p:txBody>
          <a:bodyPr anchorCtr="0" anchor="t" bIns="25400" lIns="25400" spcFirstLastPara="1" rIns="25400" wrap="square" tIns="25400">
            <a:noAutofit/>
          </a:bodyPr>
          <a:lstStyle/>
          <a:p>
            <a:pPr indent="0" lvl="0" marL="0" marR="0" rtl="0" algn="l">
              <a:lnSpc>
                <a:spcPct val="110000"/>
              </a:lnSpc>
              <a:spcBef>
                <a:spcPts val="0"/>
              </a:spcBef>
              <a:spcAft>
                <a:spcPts val="0"/>
              </a:spcAft>
              <a:buClr>
                <a:srgbClr val="FFFFFF"/>
              </a:buClr>
              <a:buSzPts val="5600"/>
              <a:buFont typeface="PT Serif"/>
              <a:buNone/>
            </a:pPr>
            <a:r>
              <a:rPr b="1" i="0" lang="en-US" sz="5600" u="none" cap="none" strike="noStrike">
                <a:solidFill>
                  <a:srgbClr val="FFFFFF"/>
                </a:solidFill>
                <a:latin typeface="PT Serif"/>
                <a:ea typeface="PT Serif"/>
                <a:cs typeface="PT Serif"/>
                <a:sym typeface="PT Serif"/>
              </a:rPr>
              <a:t>Logra tus objetivos de negocio utilizando </a:t>
            </a:r>
            <a:r>
              <a:rPr b="1" i="1" lang="en-US" sz="5600" u="none" cap="none" strike="noStrike">
                <a:solidFill>
                  <a:srgbClr val="9DB0FF"/>
                </a:solidFill>
                <a:latin typeface="PT Serif"/>
                <a:ea typeface="PT Serif"/>
                <a:cs typeface="PT Serif"/>
                <a:sym typeface="PT Serif"/>
              </a:rPr>
              <a:t>inteligencia artificial </a:t>
            </a:r>
            <a:r>
              <a:rPr b="1" i="0" lang="en-US" sz="5600" u="none" cap="none" strike="noStrike">
                <a:solidFill>
                  <a:srgbClr val="FFFFFF"/>
                </a:solidFill>
                <a:latin typeface="PT Serif"/>
                <a:ea typeface="PT Serif"/>
                <a:cs typeface="PT Serif"/>
                <a:sym typeface="PT Serif"/>
              </a:rPr>
              <a:t>.</a:t>
            </a:r>
            <a:endParaRPr b="0" i="0" sz="5600" u="none" cap="none" strike="noStrike">
              <a:solidFill>
                <a:schemeClr val="dk1"/>
              </a:solidFill>
              <a:latin typeface="Calibri"/>
              <a:ea typeface="Calibri"/>
              <a:cs typeface="Calibri"/>
              <a:sym typeface="Calibri"/>
            </a:endParaRPr>
          </a:p>
        </p:txBody>
      </p:sp>
      <p:sp>
        <p:nvSpPr>
          <p:cNvPr id="224" name="Google Shape;224;p61"/>
          <p:cNvSpPr/>
          <p:nvPr/>
        </p:nvSpPr>
        <p:spPr>
          <a:xfrm>
            <a:off x="990534" y="4316766"/>
            <a:ext cx="10399800" cy="1430400"/>
          </a:xfrm>
          <a:prstGeom prst="rect">
            <a:avLst/>
          </a:prstGeom>
          <a:noFill/>
          <a:ln>
            <a:noFill/>
          </a:ln>
        </p:spPr>
        <p:txBody>
          <a:bodyPr anchorCtr="0" anchor="t" bIns="25400" lIns="25400" spcFirstLastPara="1" rIns="25400" wrap="square" tIns="25400">
            <a:noAutofit/>
          </a:bodyPr>
          <a:lstStyle/>
          <a:p>
            <a:pPr indent="0" lvl="0" marL="0" marR="0" rtl="0" algn="l">
              <a:lnSpc>
                <a:spcPct val="150000"/>
              </a:lnSpc>
              <a:spcBef>
                <a:spcPts val="0"/>
              </a:spcBef>
              <a:spcAft>
                <a:spcPts val="0"/>
              </a:spcAft>
              <a:buClr>
                <a:srgbClr val="FFFFFF"/>
              </a:buClr>
              <a:buSzPts val="2400"/>
              <a:buFont typeface="Montserrat"/>
              <a:buNone/>
            </a:pPr>
            <a:r>
              <a:rPr b="0" i="0" lang="en-US" sz="2400" u="none" cap="none" strike="noStrike">
                <a:solidFill>
                  <a:srgbClr val="FFFFFF"/>
                </a:solidFill>
                <a:latin typeface="Montserrat"/>
                <a:ea typeface="Montserrat"/>
                <a:cs typeface="Montserrat"/>
                <a:sym typeface="Montserrat"/>
              </a:rPr>
              <a:t>Combinamos estrategia, tecnología y talento AI-first para transformar empresas líderes en LATAM y convertir su ambición digital en resultados medibles.</a:t>
            </a:r>
            <a:endParaRPr b="0" i="0" sz="2400" u="none" cap="none" strike="noStrike">
              <a:solidFill>
                <a:schemeClr val="dk1"/>
              </a:solidFill>
              <a:latin typeface="Calibri"/>
              <a:ea typeface="Calibri"/>
              <a:cs typeface="Calibri"/>
              <a:sym typeface="Calibri"/>
            </a:endParaRPr>
          </a:p>
        </p:txBody>
      </p:sp>
      <p:sp>
        <p:nvSpPr>
          <p:cNvPr id="225" name="Google Shape;225;p61"/>
          <p:cNvSpPr/>
          <p:nvPr/>
        </p:nvSpPr>
        <p:spPr>
          <a:xfrm>
            <a:off x="990534" y="7698136"/>
            <a:ext cx="163068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26" name="Google Shape;226;p61"/>
          <p:cNvSpPr/>
          <p:nvPr/>
        </p:nvSpPr>
        <p:spPr>
          <a:xfrm>
            <a:off x="990534" y="8027212"/>
            <a:ext cx="3904800" cy="7440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9DB0FF"/>
              </a:buClr>
              <a:buSzPts val="5800"/>
              <a:buFont typeface="Montserrat"/>
              <a:buNone/>
            </a:pPr>
            <a:r>
              <a:rPr b="1" i="0" lang="en-US" sz="5800" u="none" cap="none" strike="noStrike">
                <a:solidFill>
                  <a:srgbClr val="9DB0FF"/>
                </a:solidFill>
                <a:latin typeface="Montserrat"/>
                <a:ea typeface="Montserrat"/>
                <a:cs typeface="Montserrat"/>
                <a:sym typeface="Montserrat"/>
              </a:rPr>
              <a:t>+25</a:t>
            </a:r>
            <a:endParaRPr b="0" i="0" sz="5800" u="none" cap="none" strike="noStrike">
              <a:solidFill>
                <a:schemeClr val="dk1"/>
              </a:solidFill>
              <a:latin typeface="Calibri"/>
              <a:ea typeface="Calibri"/>
              <a:cs typeface="Calibri"/>
              <a:sym typeface="Calibri"/>
            </a:endParaRPr>
          </a:p>
        </p:txBody>
      </p:sp>
      <p:sp>
        <p:nvSpPr>
          <p:cNvPr id="227" name="Google Shape;227;p61"/>
          <p:cNvSpPr/>
          <p:nvPr/>
        </p:nvSpPr>
        <p:spPr>
          <a:xfrm>
            <a:off x="990534" y="8847254"/>
            <a:ext cx="3904800" cy="621000"/>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FFFFFF"/>
              </a:buClr>
              <a:buSzPts val="1800"/>
              <a:buFont typeface="Montserrat"/>
              <a:buNone/>
            </a:pPr>
            <a:r>
              <a:rPr b="0" i="0" lang="en-US" sz="1800" u="none" cap="none" strike="noStrike">
                <a:solidFill>
                  <a:srgbClr val="FFFFFF"/>
                </a:solidFill>
                <a:latin typeface="Montserrat"/>
                <a:ea typeface="Montserrat"/>
                <a:cs typeface="Montserrat"/>
                <a:sym typeface="Montserrat"/>
              </a:rPr>
              <a:t>años de experiencia transformando negocios</a:t>
            </a:r>
            <a:endParaRPr b="0" i="0" sz="1800" u="none" cap="none" strike="noStrike">
              <a:solidFill>
                <a:schemeClr val="dk1"/>
              </a:solidFill>
              <a:latin typeface="Calibri"/>
              <a:ea typeface="Calibri"/>
              <a:cs typeface="Calibri"/>
              <a:sym typeface="Calibri"/>
            </a:endParaRPr>
          </a:p>
        </p:txBody>
      </p:sp>
      <p:sp>
        <p:nvSpPr>
          <p:cNvPr id="228" name="Google Shape;228;p61"/>
          <p:cNvSpPr/>
          <p:nvPr/>
        </p:nvSpPr>
        <p:spPr>
          <a:xfrm>
            <a:off x="5067268" y="7703428"/>
            <a:ext cx="9600" cy="17838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29" name="Google Shape;229;p61"/>
          <p:cNvSpPr/>
          <p:nvPr/>
        </p:nvSpPr>
        <p:spPr>
          <a:xfrm>
            <a:off x="5415442" y="8027212"/>
            <a:ext cx="3546000" cy="7440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9DB0FF"/>
              </a:buClr>
              <a:buSzPts val="5800"/>
              <a:buFont typeface="Montserrat"/>
              <a:buNone/>
            </a:pPr>
            <a:r>
              <a:rPr b="1" i="0" lang="en-US" sz="5800" u="none" cap="none" strike="noStrike">
                <a:solidFill>
                  <a:srgbClr val="9DB0FF"/>
                </a:solidFill>
                <a:latin typeface="Montserrat"/>
                <a:ea typeface="Montserrat"/>
                <a:cs typeface="Montserrat"/>
                <a:sym typeface="Montserrat"/>
              </a:rPr>
              <a:t>+100</a:t>
            </a:r>
            <a:endParaRPr b="0" i="0" sz="5800" u="none" cap="none" strike="noStrike">
              <a:solidFill>
                <a:schemeClr val="dk1"/>
              </a:solidFill>
              <a:latin typeface="Calibri"/>
              <a:ea typeface="Calibri"/>
              <a:cs typeface="Calibri"/>
              <a:sym typeface="Calibri"/>
            </a:endParaRPr>
          </a:p>
        </p:txBody>
      </p:sp>
      <p:sp>
        <p:nvSpPr>
          <p:cNvPr id="230" name="Google Shape;230;p61"/>
          <p:cNvSpPr/>
          <p:nvPr/>
        </p:nvSpPr>
        <p:spPr>
          <a:xfrm>
            <a:off x="5415442" y="8847254"/>
            <a:ext cx="3546000" cy="621000"/>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FFFFFF"/>
              </a:buClr>
              <a:buSzPts val="1800"/>
              <a:buFont typeface="Montserrat"/>
              <a:buNone/>
            </a:pPr>
            <a:r>
              <a:rPr b="0" i="0" lang="en-US" sz="1800" u="none" cap="none" strike="noStrike">
                <a:solidFill>
                  <a:srgbClr val="FFFFFF"/>
                </a:solidFill>
                <a:latin typeface="Montserrat"/>
                <a:ea typeface="Montserrat"/>
                <a:cs typeface="Montserrat"/>
                <a:sym typeface="Montserrat"/>
              </a:rPr>
              <a:t>clientes en 15 sectores distintos</a:t>
            </a:r>
            <a:endParaRPr b="0" i="0" sz="1800" u="none" cap="none" strike="noStrike">
              <a:solidFill>
                <a:schemeClr val="dk1"/>
              </a:solidFill>
              <a:latin typeface="Calibri"/>
              <a:ea typeface="Calibri"/>
              <a:cs typeface="Calibri"/>
              <a:sym typeface="Calibri"/>
            </a:endParaRPr>
          </a:p>
        </p:txBody>
      </p:sp>
      <p:sp>
        <p:nvSpPr>
          <p:cNvPr id="231" name="Google Shape;231;p61"/>
          <p:cNvSpPr/>
          <p:nvPr/>
        </p:nvSpPr>
        <p:spPr>
          <a:xfrm>
            <a:off x="9144002" y="7703428"/>
            <a:ext cx="9600" cy="17838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32" name="Google Shape;232;p61"/>
          <p:cNvSpPr/>
          <p:nvPr/>
        </p:nvSpPr>
        <p:spPr>
          <a:xfrm>
            <a:off x="9492176" y="8027212"/>
            <a:ext cx="3546000" cy="7440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9DB0FF"/>
              </a:buClr>
              <a:buSzPts val="5800"/>
              <a:buFont typeface="Montserrat"/>
              <a:buNone/>
            </a:pPr>
            <a:r>
              <a:rPr b="1" i="0" lang="en-US" sz="5800" u="none" cap="none" strike="noStrike">
                <a:solidFill>
                  <a:srgbClr val="9DB0FF"/>
                </a:solidFill>
                <a:latin typeface="Montserrat"/>
                <a:ea typeface="Montserrat"/>
                <a:cs typeface="Montserrat"/>
                <a:sym typeface="Montserrat"/>
              </a:rPr>
              <a:t>+800</a:t>
            </a:r>
            <a:endParaRPr b="0" i="0" sz="5800" u="none" cap="none" strike="noStrike">
              <a:solidFill>
                <a:schemeClr val="dk1"/>
              </a:solidFill>
              <a:latin typeface="Calibri"/>
              <a:ea typeface="Calibri"/>
              <a:cs typeface="Calibri"/>
              <a:sym typeface="Calibri"/>
            </a:endParaRPr>
          </a:p>
        </p:txBody>
      </p:sp>
      <p:sp>
        <p:nvSpPr>
          <p:cNvPr id="233" name="Google Shape;233;p61"/>
          <p:cNvSpPr/>
          <p:nvPr/>
        </p:nvSpPr>
        <p:spPr>
          <a:xfrm>
            <a:off x="9492176" y="8847254"/>
            <a:ext cx="3546000" cy="621000"/>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FFFFFF"/>
              </a:buClr>
              <a:buSzPts val="1800"/>
              <a:buFont typeface="Montserrat"/>
              <a:buNone/>
            </a:pPr>
            <a:r>
              <a:rPr b="0" i="0" lang="en-US" sz="1800" u="none" cap="none" strike="noStrike">
                <a:solidFill>
                  <a:srgbClr val="FFFFFF"/>
                </a:solidFill>
                <a:latin typeface="Montserrat"/>
                <a:ea typeface="Montserrat"/>
                <a:cs typeface="Montserrat"/>
                <a:sym typeface="Montserrat"/>
              </a:rPr>
              <a:t>proyectos exitosos en los últimos 5 años</a:t>
            </a:r>
            <a:endParaRPr b="0" i="0" sz="1800" u="none" cap="none" strike="noStrike">
              <a:solidFill>
                <a:schemeClr val="dk1"/>
              </a:solidFill>
              <a:latin typeface="Calibri"/>
              <a:ea typeface="Calibri"/>
              <a:cs typeface="Calibri"/>
              <a:sym typeface="Calibri"/>
            </a:endParaRPr>
          </a:p>
        </p:txBody>
      </p:sp>
      <p:sp>
        <p:nvSpPr>
          <p:cNvPr id="234" name="Google Shape;234;p61"/>
          <p:cNvSpPr/>
          <p:nvPr/>
        </p:nvSpPr>
        <p:spPr>
          <a:xfrm>
            <a:off x="13220734" y="7703428"/>
            <a:ext cx="9600" cy="17838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35" name="Google Shape;235;p61"/>
          <p:cNvSpPr/>
          <p:nvPr/>
        </p:nvSpPr>
        <p:spPr>
          <a:xfrm>
            <a:off x="13568910" y="8027212"/>
            <a:ext cx="3546000" cy="7440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9DB0FF"/>
              </a:buClr>
              <a:buSzPts val="5800"/>
              <a:buFont typeface="Montserrat"/>
              <a:buNone/>
            </a:pPr>
            <a:r>
              <a:rPr b="1" i="0" lang="en-US" sz="5800" u="none" cap="none" strike="noStrike">
                <a:solidFill>
                  <a:srgbClr val="9DB0FF"/>
                </a:solidFill>
                <a:latin typeface="Montserrat"/>
                <a:ea typeface="Montserrat"/>
                <a:cs typeface="Montserrat"/>
                <a:sym typeface="Montserrat"/>
              </a:rPr>
              <a:t>100%</a:t>
            </a:r>
            <a:endParaRPr b="0" i="0" sz="5800" u="none" cap="none" strike="noStrike">
              <a:solidFill>
                <a:schemeClr val="dk1"/>
              </a:solidFill>
              <a:latin typeface="Calibri"/>
              <a:ea typeface="Calibri"/>
              <a:cs typeface="Calibri"/>
              <a:sym typeface="Calibri"/>
            </a:endParaRPr>
          </a:p>
        </p:txBody>
      </p:sp>
      <p:sp>
        <p:nvSpPr>
          <p:cNvPr id="236" name="Google Shape;236;p61"/>
          <p:cNvSpPr/>
          <p:nvPr/>
        </p:nvSpPr>
        <p:spPr>
          <a:xfrm>
            <a:off x="13568910" y="8847254"/>
            <a:ext cx="3546000" cy="621000"/>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FFFFFF"/>
              </a:buClr>
              <a:buSzPts val="1800"/>
              <a:buFont typeface="Montserrat"/>
              <a:buNone/>
            </a:pPr>
            <a:r>
              <a:rPr b="0" i="0" lang="en-US" sz="1800" u="none" cap="none" strike="noStrike">
                <a:solidFill>
                  <a:srgbClr val="FFFFFF"/>
                </a:solidFill>
                <a:latin typeface="Montserrat"/>
                <a:ea typeface="Montserrat"/>
                <a:cs typeface="Montserrat"/>
                <a:sym typeface="Montserrat"/>
              </a:rPr>
              <a:t>del staff certificado en IA</a:t>
            </a:r>
            <a:endParaRPr b="0" i="0" sz="1800" u="none" cap="none" strike="noStrike">
              <a:solidFill>
                <a:schemeClr val="dk1"/>
              </a:solidFill>
              <a:latin typeface="Calibri"/>
              <a:ea typeface="Calibri"/>
              <a:cs typeface="Calibri"/>
              <a:sym typeface="Calibri"/>
            </a:endParaRPr>
          </a:p>
        </p:txBody>
      </p:sp>
      <p:sp>
        <p:nvSpPr>
          <p:cNvPr id="237" name="Google Shape;237;p61"/>
          <p:cNvSpPr/>
          <p:nvPr/>
        </p:nvSpPr>
        <p:spPr>
          <a:xfrm>
            <a:off x="990534" y="9577918"/>
            <a:ext cx="1880400" cy="2712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1600"/>
              <a:buFont typeface="Montserrat"/>
              <a:buNone/>
            </a:pPr>
            <a:r>
              <a:rPr b="0" i="0" lang="en-US" sz="1600" u="none" cap="none" strike="noStrike">
                <a:solidFill>
                  <a:srgbClr val="FFFFFF"/>
                </a:solidFill>
                <a:latin typeface="Montserrat"/>
                <a:ea typeface="Montserrat"/>
                <a:cs typeface="Montserrat"/>
                <a:sym typeface="Montserrat"/>
              </a:rPr>
              <a:t>neoconsulting.ai</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 name="Shape 242"/>
        <p:cNvGrpSpPr/>
        <p:nvPr/>
      </p:nvGrpSpPr>
      <p:grpSpPr>
        <a:xfrm>
          <a:off x="0" y="0"/>
          <a:ext cx="0" cy="0"/>
          <a:chOff x="0" y="0"/>
          <a:chExt cx="0" cy="0"/>
        </a:xfrm>
      </p:grpSpPr>
      <p:pic>
        <p:nvPicPr>
          <p:cNvPr descr="preencoded.png" id="243" name="Google Shape;243;p62"/>
          <p:cNvPicPr preferRelativeResize="0"/>
          <p:nvPr/>
        </p:nvPicPr>
        <p:blipFill rotWithShape="1">
          <a:blip r:embed="rId3">
            <a:alphaModFix/>
          </a:blip>
          <a:srcRect b="0" l="0" r="0" t="0"/>
          <a:stretch/>
        </p:blipFill>
        <p:spPr>
          <a:xfrm>
            <a:off x="15492760" y="514284"/>
            <a:ext cx="1804707" cy="361900"/>
          </a:xfrm>
          <a:prstGeom prst="rect">
            <a:avLst/>
          </a:prstGeom>
          <a:noFill/>
          <a:ln>
            <a:noFill/>
          </a:ln>
        </p:spPr>
      </p:pic>
      <p:sp>
        <p:nvSpPr>
          <p:cNvPr id="244" name="Google Shape;244;p62"/>
          <p:cNvSpPr/>
          <p:nvPr/>
        </p:nvSpPr>
        <p:spPr>
          <a:xfrm>
            <a:off x="990534" y="1123900"/>
            <a:ext cx="16796400" cy="777600"/>
          </a:xfrm>
          <a:prstGeom prst="rect">
            <a:avLst/>
          </a:prstGeom>
          <a:noFill/>
          <a:ln>
            <a:noFill/>
          </a:ln>
        </p:spPr>
        <p:txBody>
          <a:bodyPr anchorCtr="0" anchor="t" bIns="25400" lIns="25400" spcFirstLastPara="1" rIns="25400" wrap="square" tIns="25400">
            <a:noAutofit/>
          </a:bodyPr>
          <a:lstStyle/>
          <a:p>
            <a:pPr indent="0" lvl="0" marL="0" marR="0" rtl="0" algn="l">
              <a:lnSpc>
                <a:spcPct val="105000"/>
              </a:lnSpc>
              <a:spcBef>
                <a:spcPts val="0"/>
              </a:spcBef>
              <a:spcAft>
                <a:spcPts val="0"/>
              </a:spcAft>
              <a:buClr>
                <a:srgbClr val="000033"/>
              </a:buClr>
              <a:buSzPts val="5600"/>
              <a:buFont typeface="PT Serif"/>
              <a:buNone/>
            </a:pPr>
            <a:r>
              <a:rPr b="1" i="0" lang="en-US" sz="5600" u="none" cap="none" strike="noStrike">
                <a:solidFill>
                  <a:srgbClr val="000033"/>
                </a:solidFill>
                <a:latin typeface="PT Serif"/>
                <a:ea typeface="PT Serif"/>
                <a:cs typeface="PT Serif"/>
                <a:sym typeface="PT Serif"/>
              </a:rPr>
              <a:t>Licencias y productos Data + AI</a:t>
            </a:r>
            <a:endParaRPr b="0" i="0" sz="5600" u="none" cap="none" strike="noStrike">
              <a:solidFill>
                <a:schemeClr val="dk1"/>
              </a:solidFill>
              <a:latin typeface="Calibri"/>
              <a:ea typeface="Calibri"/>
              <a:cs typeface="Calibri"/>
              <a:sym typeface="Calibri"/>
            </a:endParaRPr>
          </a:p>
        </p:txBody>
      </p:sp>
      <p:sp>
        <p:nvSpPr>
          <p:cNvPr id="245" name="Google Shape;245;p62"/>
          <p:cNvSpPr/>
          <p:nvPr/>
        </p:nvSpPr>
        <p:spPr>
          <a:xfrm>
            <a:off x="990534" y="2796548"/>
            <a:ext cx="8084400" cy="324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Montserrat"/>
              <a:buNone/>
            </a:pPr>
            <a:r>
              <a:rPr b="1" i="0" lang="en-US" sz="1800" u="none" cap="none" strike="noStrike">
                <a:solidFill>
                  <a:srgbClr val="05058C"/>
                </a:solidFill>
                <a:latin typeface="Montserrat"/>
                <a:ea typeface="Montserrat"/>
                <a:cs typeface="Montserrat"/>
                <a:sym typeface="Montserrat"/>
              </a:rPr>
              <a:t>LICENCIAS &amp; PARTNERS</a:t>
            </a:r>
            <a:endParaRPr b="0" i="0" sz="1800" u="none" cap="none" strike="noStrike">
              <a:solidFill>
                <a:schemeClr val="dk1"/>
              </a:solidFill>
              <a:latin typeface="Calibri"/>
              <a:ea typeface="Calibri"/>
              <a:cs typeface="Calibri"/>
              <a:sym typeface="Calibri"/>
            </a:endParaRPr>
          </a:p>
        </p:txBody>
      </p:sp>
      <p:sp>
        <p:nvSpPr>
          <p:cNvPr id="246" name="Google Shape;246;p62"/>
          <p:cNvSpPr/>
          <p:nvPr/>
        </p:nvSpPr>
        <p:spPr>
          <a:xfrm>
            <a:off x="990534" y="3291814"/>
            <a:ext cx="7848600" cy="9600"/>
          </a:xfrm>
          <a:prstGeom prst="rect">
            <a:avLst/>
          </a:prstGeom>
          <a:solidFill>
            <a:srgbClr val="E2E1EE"/>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47" name="Google Shape;247;p62"/>
          <p:cNvSpPr/>
          <p:nvPr/>
        </p:nvSpPr>
        <p:spPr>
          <a:xfrm>
            <a:off x="990534" y="3506622"/>
            <a:ext cx="914400" cy="609600"/>
          </a:xfrm>
          <a:prstGeom prst="roundRect">
            <a:avLst>
              <a:gd fmla="val 18752" name="adj"/>
            </a:avLst>
          </a:prstGeom>
          <a:solidFill>
            <a:srgbClr val="FFFFFF"/>
          </a:solidFill>
          <a:ln cap="flat" cmpd="sng" w="19050">
            <a:solidFill>
              <a:srgbClr val="E2E1EE"/>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reencoded.png" id="248" name="Google Shape;248;p62"/>
          <p:cNvPicPr preferRelativeResize="0"/>
          <p:nvPr/>
        </p:nvPicPr>
        <p:blipFill rotWithShape="1">
          <a:blip r:embed="rId4">
            <a:alphaModFix/>
          </a:blip>
          <a:srcRect b="0" l="0" r="0" t="0"/>
          <a:stretch/>
        </p:blipFill>
        <p:spPr>
          <a:xfrm>
            <a:off x="1141594" y="3607164"/>
            <a:ext cx="612182" cy="408368"/>
          </a:xfrm>
          <a:prstGeom prst="rect">
            <a:avLst/>
          </a:prstGeom>
          <a:noFill/>
          <a:ln>
            <a:noFill/>
          </a:ln>
        </p:spPr>
      </p:pic>
      <p:sp>
        <p:nvSpPr>
          <p:cNvPr id="249" name="Google Shape;249;p62"/>
          <p:cNvSpPr/>
          <p:nvPr/>
        </p:nvSpPr>
        <p:spPr>
          <a:xfrm>
            <a:off x="2133450" y="3506622"/>
            <a:ext cx="6906600" cy="350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000"/>
              <a:buFont typeface="Montserrat"/>
              <a:buNone/>
            </a:pPr>
            <a:r>
              <a:rPr b="1" i="0" lang="en-US" sz="2000" u="none" cap="none" strike="noStrike">
                <a:solidFill>
                  <a:srgbClr val="000033"/>
                </a:solidFill>
                <a:latin typeface="Montserrat"/>
                <a:ea typeface="Montserrat"/>
                <a:cs typeface="Montserrat"/>
                <a:sym typeface="Montserrat"/>
              </a:rPr>
              <a:t>Google Cloud + Marketing Platform</a:t>
            </a:r>
            <a:endParaRPr b="0" i="0" sz="2000" u="none" cap="none" strike="noStrike">
              <a:solidFill>
                <a:schemeClr val="dk1"/>
              </a:solidFill>
              <a:latin typeface="Calibri"/>
              <a:ea typeface="Calibri"/>
              <a:cs typeface="Calibri"/>
              <a:sym typeface="Calibri"/>
            </a:endParaRPr>
          </a:p>
        </p:txBody>
      </p:sp>
      <p:sp>
        <p:nvSpPr>
          <p:cNvPr id="250" name="Google Shape;250;p62"/>
          <p:cNvSpPr/>
          <p:nvPr/>
        </p:nvSpPr>
        <p:spPr>
          <a:xfrm>
            <a:off x="2133450" y="3847356"/>
            <a:ext cx="6906600" cy="33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PT Serif"/>
              <a:buNone/>
            </a:pPr>
            <a:r>
              <a:rPr b="0" i="1" lang="en-US" sz="1800" u="none" cap="none" strike="noStrike">
                <a:solidFill>
                  <a:srgbClr val="6E6EB9"/>
                </a:solidFill>
                <a:latin typeface="PT Serif"/>
                <a:ea typeface="PT Serif"/>
                <a:cs typeface="PT Serif"/>
                <a:sym typeface="PT Serif"/>
              </a:rPr>
              <a:t>Stack de data + IA con condiciones preferentes</a:t>
            </a:r>
            <a:endParaRPr b="0" i="0" sz="1800" u="none" cap="none" strike="noStrike">
              <a:solidFill>
                <a:schemeClr val="dk1"/>
              </a:solidFill>
              <a:latin typeface="Calibri"/>
              <a:ea typeface="Calibri"/>
              <a:cs typeface="Calibri"/>
              <a:sym typeface="Calibri"/>
            </a:endParaRPr>
          </a:p>
        </p:txBody>
      </p:sp>
      <p:sp>
        <p:nvSpPr>
          <p:cNvPr id="251" name="Google Shape;251;p62"/>
          <p:cNvSpPr/>
          <p:nvPr/>
        </p:nvSpPr>
        <p:spPr>
          <a:xfrm>
            <a:off x="2133450" y="4210332"/>
            <a:ext cx="6906600" cy="9792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GA4 · BigQuery · Vertex AI · Looker · GMP. +30 migraciones a GA4 y acceso a modelos enterprise con descuento de partner.</a:t>
            </a:r>
            <a:endParaRPr b="0" i="0" sz="1800" u="none" cap="none" strike="noStrike">
              <a:solidFill>
                <a:schemeClr val="dk1"/>
              </a:solidFill>
              <a:latin typeface="Calibri"/>
              <a:ea typeface="Calibri"/>
              <a:cs typeface="Calibri"/>
              <a:sym typeface="Calibri"/>
            </a:endParaRPr>
          </a:p>
        </p:txBody>
      </p:sp>
      <p:sp>
        <p:nvSpPr>
          <p:cNvPr id="252" name="Google Shape;252;p62"/>
          <p:cNvSpPr/>
          <p:nvPr/>
        </p:nvSpPr>
        <p:spPr>
          <a:xfrm>
            <a:off x="990534" y="5360938"/>
            <a:ext cx="7848600" cy="9600"/>
          </a:xfrm>
          <a:prstGeom prst="rect">
            <a:avLst/>
          </a:prstGeom>
          <a:solidFill>
            <a:srgbClr val="E2E1EE"/>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53" name="Google Shape;253;p62"/>
          <p:cNvSpPr/>
          <p:nvPr/>
        </p:nvSpPr>
        <p:spPr>
          <a:xfrm>
            <a:off x="990534" y="5575748"/>
            <a:ext cx="914400" cy="609600"/>
          </a:xfrm>
          <a:prstGeom prst="roundRect">
            <a:avLst>
              <a:gd fmla="val 18752" name="adj"/>
            </a:avLst>
          </a:prstGeom>
          <a:solidFill>
            <a:srgbClr val="FFFFFF"/>
          </a:solidFill>
          <a:ln cap="flat" cmpd="sng" w="19050">
            <a:solidFill>
              <a:srgbClr val="E2E1EE"/>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reencoded.png" id="254" name="Google Shape;254;p62"/>
          <p:cNvPicPr preferRelativeResize="0"/>
          <p:nvPr/>
        </p:nvPicPr>
        <p:blipFill rotWithShape="1">
          <a:blip r:embed="rId5">
            <a:alphaModFix/>
          </a:blip>
          <a:srcRect b="0" l="0" r="0" t="0"/>
          <a:stretch/>
        </p:blipFill>
        <p:spPr>
          <a:xfrm>
            <a:off x="1243460" y="5676288"/>
            <a:ext cx="408452" cy="408452"/>
          </a:xfrm>
          <a:prstGeom prst="rect">
            <a:avLst/>
          </a:prstGeom>
          <a:noFill/>
          <a:ln>
            <a:noFill/>
          </a:ln>
        </p:spPr>
      </p:pic>
      <p:sp>
        <p:nvSpPr>
          <p:cNvPr id="255" name="Google Shape;255;p62"/>
          <p:cNvSpPr/>
          <p:nvPr/>
        </p:nvSpPr>
        <p:spPr>
          <a:xfrm>
            <a:off x="2133450" y="5575748"/>
            <a:ext cx="6906600" cy="350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000"/>
              <a:buFont typeface="Montserrat"/>
              <a:buNone/>
            </a:pPr>
            <a:r>
              <a:rPr b="1" i="0" lang="en-US" sz="2000" u="none" cap="none" strike="noStrike">
                <a:solidFill>
                  <a:srgbClr val="000033"/>
                </a:solidFill>
                <a:latin typeface="Montserrat"/>
                <a:ea typeface="Montserrat"/>
                <a:cs typeface="Montserrat"/>
                <a:sym typeface="Montserrat"/>
              </a:rPr>
              <a:t>Salesforce</a:t>
            </a:r>
            <a:endParaRPr b="0" i="0" sz="2000" u="none" cap="none" strike="noStrike">
              <a:solidFill>
                <a:schemeClr val="dk1"/>
              </a:solidFill>
              <a:latin typeface="Calibri"/>
              <a:ea typeface="Calibri"/>
              <a:cs typeface="Calibri"/>
              <a:sym typeface="Calibri"/>
            </a:endParaRPr>
          </a:p>
        </p:txBody>
      </p:sp>
      <p:sp>
        <p:nvSpPr>
          <p:cNvPr id="256" name="Google Shape;256;p62"/>
          <p:cNvSpPr/>
          <p:nvPr/>
        </p:nvSpPr>
        <p:spPr>
          <a:xfrm>
            <a:off x="2133450" y="5916482"/>
            <a:ext cx="6906600" cy="33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PT Serif"/>
              <a:buNone/>
            </a:pPr>
            <a:r>
              <a:rPr b="0" i="1" lang="en-US" sz="1800" u="none" cap="none" strike="noStrike">
                <a:solidFill>
                  <a:srgbClr val="6E6EB9"/>
                </a:solidFill>
                <a:latin typeface="PT Serif"/>
                <a:ea typeface="PT Serif"/>
                <a:cs typeface="PT Serif"/>
                <a:sym typeface="PT Serif"/>
              </a:rPr>
              <a:t>CRM enterprise con IA predictiva incluida</a:t>
            </a:r>
            <a:endParaRPr b="0" i="0" sz="1800" u="none" cap="none" strike="noStrike">
              <a:solidFill>
                <a:schemeClr val="dk1"/>
              </a:solidFill>
              <a:latin typeface="Calibri"/>
              <a:ea typeface="Calibri"/>
              <a:cs typeface="Calibri"/>
              <a:sym typeface="Calibri"/>
            </a:endParaRPr>
          </a:p>
        </p:txBody>
      </p:sp>
      <p:sp>
        <p:nvSpPr>
          <p:cNvPr id="257" name="Google Shape;257;p62"/>
          <p:cNvSpPr/>
          <p:nvPr/>
        </p:nvSpPr>
        <p:spPr>
          <a:xfrm>
            <a:off x="2133450" y="6279456"/>
            <a:ext cx="6906600" cy="9792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CRM + Marketing Cloud con Einstein AI. Modelos predictivos out-of-the-box y onboarding por consultores certificados Neo.</a:t>
            </a:r>
            <a:endParaRPr b="0" i="0" sz="1800" u="none" cap="none" strike="noStrike">
              <a:solidFill>
                <a:schemeClr val="dk1"/>
              </a:solidFill>
              <a:latin typeface="Calibri"/>
              <a:ea typeface="Calibri"/>
              <a:cs typeface="Calibri"/>
              <a:sym typeface="Calibri"/>
            </a:endParaRPr>
          </a:p>
        </p:txBody>
      </p:sp>
      <p:sp>
        <p:nvSpPr>
          <p:cNvPr id="258" name="Google Shape;258;p62"/>
          <p:cNvSpPr/>
          <p:nvPr/>
        </p:nvSpPr>
        <p:spPr>
          <a:xfrm>
            <a:off x="990534" y="7430064"/>
            <a:ext cx="7848600" cy="9600"/>
          </a:xfrm>
          <a:prstGeom prst="rect">
            <a:avLst/>
          </a:prstGeom>
          <a:solidFill>
            <a:srgbClr val="E2E1EE"/>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59" name="Google Shape;259;p62"/>
          <p:cNvSpPr/>
          <p:nvPr/>
        </p:nvSpPr>
        <p:spPr>
          <a:xfrm>
            <a:off x="990534" y="7644872"/>
            <a:ext cx="914400" cy="609600"/>
          </a:xfrm>
          <a:prstGeom prst="roundRect">
            <a:avLst>
              <a:gd fmla="val 18752" name="adj"/>
            </a:avLst>
          </a:prstGeom>
          <a:solidFill>
            <a:srgbClr val="FFFFFF"/>
          </a:solidFill>
          <a:ln cap="flat" cmpd="sng" w="19050">
            <a:solidFill>
              <a:srgbClr val="E2E1EE"/>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60" name="Google Shape;260;p62"/>
          <p:cNvSpPr/>
          <p:nvPr/>
        </p:nvSpPr>
        <p:spPr>
          <a:xfrm>
            <a:off x="1091104" y="7631650"/>
            <a:ext cx="789600" cy="31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VWO</a:t>
            </a:r>
            <a:endParaRPr b="0" i="0" sz="1800" u="none" cap="none" strike="noStrike">
              <a:solidFill>
                <a:schemeClr val="dk1"/>
              </a:solidFill>
              <a:latin typeface="Calibri"/>
              <a:ea typeface="Calibri"/>
              <a:cs typeface="Calibri"/>
              <a:sym typeface="Calibri"/>
            </a:endParaRPr>
          </a:p>
        </p:txBody>
      </p:sp>
      <p:sp>
        <p:nvSpPr>
          <p:cNvPr id="261" name="Google Shape;261;p62"/>
          <p:cNvSpPr/>
          <p:nvPr/>
        </p:nvSpPr>
        <p:spPr>
          <a:xfrm>
            <a:off x="1091076" y="7950134"/>
            <a:ext cx="789600" cy="355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8585A3"/>
              </a:buClr>
              <a:buSzPts val="1000"/>
              <a:buFont typeface="Montserrat"/>
              <a:buNone/>
            </a:pPr>
            <a:r>
              <a:rPr b="0" i="0" lang="en-US" sz="1000" u="none" cap="none" strike="noStrike">
                <a:solidFill>
                  <a:srgbClr val="8585A3"/>
                </a:solidFill>
                <a:latin typeface="Montserrat"/>
                <a:ea typeface="Montserrat"/>
                <a:cs typeface="Montserrat"/>
                <a:sym typeface="Montserrat"/>
              </a:rPr>
              <a:t>+ AB Tasty</a:t>
            </a:r>
            <a:endParaRPr b="0" i="0" sz="1000" u="none" cap="none" strike="noStrike">
              <a:solidFill>
                <a:schemeClr val="dk1"/>
              </a:solidFill>
              <a:latin typeface="Calibri"/>
              <a:ea typeface="Calibri"/>
              <a:cs typeface="Calibri"/>
              <a:sym typeface="Calibri"/>
            </a:endParaRPr>
          </a:p>
        </p:txBody>
      </p:sp>
      <p:sp>
        <p:nvSpPr>
          <p:cNvPr id="262" name="Google Shape;262;p62"/>
          <p:cNvSpPr/>
          <p:nvPr/>
        </p:nvSpPr>
        <p:spPr>
          <a:xfrm>
            <a:off x="2133450" y="7644872"/>
            <a:ext cx="6906600" cy="350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000"/>
              <a:buFont typeface="Montserrat"/>
              <a:buNone/>
            </a:pPr>
            <a:r>
              <a:rPr b="1" i="0" lang="en-US" sz="2000" u="none" cap="none" strike="noStrike">
                <a:solidFill>
                  <a:srgbClr val="000033"/>
                </a:solidFill>
                <a:latin typeface="Montserrat"/>
                <a:ea typeface="Montserrat"/>
                <a:cs typeface="Montserrat"/>
                <a:sym typeface="Montserrat"/>
              </a:rPr>
              <a:t>VWO + AB Tasty</a:t>
            </a:r>
            <a:endParaRPr b="0" i="0" sz="2000" u="none" cap="none" strike="noStrike">
              <a:solidFill>
                <a:schemeClr val="dk1"/>
              </a:solidFill>
              <a:latin typeface="Calibri"/>
              <a:ea typeface="Calibri"/>
              <a:cs typeface="Calibri"/>
              <a:sym typeface="Calibri"/>
            </a:endParaRPr>
          </a:p>
        </p:txBody>
      </p:sp>
      <p:sp>
        <p:nvSpPr>
          <p:cNvPr id="263" name="Google Shape;263;p62"/>
          <p:cNvSpPr/>
          <p:nvPr/>
        </p:nvSpPr>
        <p:spPr>
          <a:xfrm>
            <a:off x="2133450" y="7985606"/>
            <a:ext cx="6906600" cy="33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PT Serif"/>
              <a:buNone/>
            </a:pPr>
            <a:r>
              <a:rPr b="0" i="1" lang="en-US" sz="1800" u="none" cap="none" strike="noStrike">
                <a:solidFill>
                  <a:srgbClr val="6E6EB9"/>
                </a:solidFill>
                <a:latin typeface="PT Serif"/>
                <a:ea typeface="PT Serif"/>
                <a:cs typeface="PT Serif"/>
                <a:sym typeface="PT Serif"/>
              </a:rPr>
              <a:t>Experimentación + IA responsable</a:t>
            </a:r>
            <a:endParaRPr b="0" i="0" sz="1800" u="none" cap="none" strike="noStrike">
              <a:solidFill>
                <a:schemeClr val="dk1"/>
              </a:solidFill>
              <a:latin typeface="Calibri"/>
              <a:ea typeface="Calibri"/>
              <a:cs typeface="Calibri"/>
              <a:sym typeface="Calibri"/>
            </a:endParaRPr>
          </a:p>
        </p:txBody>
      </p:sp>
      <p:sp>
        <p:nvSpPr>
          <p:cNvPr id="264" name="Google Shape;264;p62"/>
          <p:cNvSpPr/>
          <p:nvPr/>
        </p:nvSpPr>
        <p:spPr>
          <a:xfrm>
            <a:off x="2133450" y="8348580"/>
            <a:ext cx="6906600" cy="6654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A/B testing avanzado con AI-powered experimentation y governance como garantía de ética y responsabilidad.</a:t>
            </a:r>
            <a:endParaRPr b="0" i="0" sz="1800" u="none" cap="none" strike="noStrike">
              <a:solidFill>
                <a:schemeClr val="dk1"/>
              </a:solidFill>
              <a:latin typeface="Calibri"/>
              <a:ea typeface="Calibri"/>
              <a:cs typeface="Calibri"/>
              <a:sym typeface="Calibri"/>
            </a:endParaRPr>
          </a:p>
        </p:txBody>
      </p:sp>
      <p:sp>
        <p:nvSpPr>
          <p:cNvPr id="265" name="Google Shape;265;p62"/>
          <p:cNvSpPr/>
          <p:nvPr/>
        </p:nvSpPr>
        <p:spPr>
          <a:xfrm>
            <a:off x="9448766" y="2796548"/>
            <a:ext cx="8084400" cy="324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Montserrat"/>
              <a:buNone/>
            </a:pPr>
            <a:r>
              <a:rPr b="1" i="0" lang="en-US" sz="1800" u="none" cap="none" strike="noStrike">
                <a:solidFill>
                  <a:srgbClr val="05058C"/>
                </a:solidFill>
                <a:latin typeface="Montserrat"/>
                <a:ea typeface="Montserrat"/>
                <a:cs typeface="Montserrat"/>
                <a:sym typeface="Montserrat"/>
              </a:rPr>
              <a:t>PRODUCTOS NEO</a:t>
            </a:r>
            <a:endParaRPr b="0" i="0" sz="1800" u="none" cap="none" strike="noStrike">
              <a:solidFill>
                <a:schemeClr val="dk1"/>
              </a:solidFill>
              <a:latin typeface="Calibri"/>
              <a:ea typeface="Calibri"/>
              <a:cs typeface="Calibri"/>
              <a:sym typeface="Calibri"/>
            </a:endParaRPr>
          </a:p>
        </p:txBody>
      </p:sp>
      <p:sp>
        <p:nvSpPr>
          <p:cNvPr id="266" name="Google Shape;266;p62"/>
          <p:cNvSpPr/>
          <p:nvPr/>
        </p:nvSpPr>
        <p:spPr>
          <a:xfrm>
            <a:off x="9448766" y="3291814"/>
            <a:ext cx="7848600" cy="2773200"/>
          </a:xfrm>
          <a:prstGeom prst="roundRect">
            <a:avLst>
              <a:gd fmla="val 6183" name="adj"/>
            </a:avLst>
          </a:prstGeom>
          <a:solidFill>
            <a:srgbClr val="F4F2FA"/>
          </a:solidFill>
          <a:ln cap="flat" cmpd="sng" w="19050">
            <a:solidFill>
              <a:srgbClr val="E2E1EE"/>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67" name="Google Shape;267;p62"/>
          <p:cNvSpPr/>
          <p:nvPr/>
        </p:nvSpPr>
        <p:spPr>
          <a:xfrm>
            <a:off x="9758826" y="3635194"/>
            <a:ext cx="457200" cy="457200"/>
          </a:xfrm>
          <a:prstGeom prst="roundRect">
            <a:avLst>
              <a:gd fmla="val 22919" name="adj"/>
            </a:avLst>
          </a:prstGeom>
          <a:solidFill>
            <a:srgbClr val="05058C">
              <a:alpha val="5098"/>
            </a:srgbClr>
          </a:solidFill>
          <a:ln cap="flat" cmpd="sng" w="19050">
            <a:solidFill>
              <a:srgbClr val="D2D1E2"/>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reencoded.png" id="268" name="Google Shape;268;p62"/>
          <p:cNvPicPr preferRelativeResize="0"/>
          <p:nvPr/>
        </p:nvPicPr>
        <p:blipFill rotWithShape="1">
          <a:blip r:embed="rId6">
            <a:alphaModFix/>
          </a:blip>
          <a:srcRect b="0" l="0" r="0" t="0"/>
          <a:stretch/>
        </p:blipFill>
        <p:spPr>
          <a:xfrm>
            <a:off x="9868298" y="3744666"/>
            <a:ext cx="238126" cy="238126"/>
          </a:xfrm>
          <a:prstGeom prst="rect">
            <a:avLst/>
          </a:prstGeom>
          <a:noFill/>
          <a:ln>
            <a:noFill/>
          </a:ln>
        </p:spPr>
      </p:pic>
      <p:sp>
        <p:nvSpPr>
          <p:cNvPr id="269" name="Google Shape;269;p62"/>
          <p:cNvSpPr/>
          <p:nvPr/>
        </p:nvSpPr>
        <p:spPr>
          <a:xfrm>
            <a:off x="10387376" y="3563756"/>
            <a:ext cx="5167800" cy="350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000"/>
              <a:buFont typeface="Montserrat"/>
              <a:buNone/>
            </a:pPr>
            <a:r>
              <a:rPr b="1" i="0" lang="en-US" sz="2000" u="none" cap="none" strike="noStrike">
                <a:solidFill>
                  <a:srgbClr val="000033"/>
                </a:solidFill>
                <a:latin typeface="Montserrat"/>
                <a:ea typeface="Montserrat"/>
                <a:cs typeface="Montserrat"/>
                <a:sym typeface="Montserrat"/>
              </a:rPr>
              <a:t>NEO Suite</a:t>
            </a:r>
            <a:endParaRPr b="0" i="0" sz="2000" u="none" cap="none" strike="noStrike">
              <a:solidFill>
                <a:schemeClr val="dk1"/>
              </a:solidFill>
              <a:latin typeface="Calibri"/>
              <a:ea typeface="Calibri"/>
              <a:cs typeface="Calibri"/>
              <a:sym typeface="Calibri"/>
            </a:endParaRPr>
          </a:p>
        </p:txBody>
      </p:sp>
      <p:sp>
        <p:nvSpPr>
          <p:cNvPr id="270" name="Google Shape;270;p62"/>
          <p:cNvSpPr/>
          <p:nvPr/>
        </p:nvSpPr>
        <p:spPr>
          <a:xfrm>
            <a:off x="10387402" y="3895000"/>
            <a:ext cx="5551800" cy="3072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6E6EB9"/>
              </a:buClr>
              <a:buSzPts val="1800"/>
              <a:buFont typeface="PT Serif"/>
              <a:buNone/>
            </a:pPr>
            <a:r>
              <a:rPr b="0" i="1" lang="en-US" sz="1800" u="none" cap="none" strike="noStrike">
                <a:solidFill>
                  <a:srgbClr val="6E6EB9"/>
                </a:solidFill>
                <a:latin typeface="PT Serif"/>
                <a:ea typeface="PT Serif"/>
                <a:cs typeface="PT Serif"/>
                <a:sym typeface="PT Serif"/>
              </a:rPr>
              <a:t>GXO platform: SEO + AEO + GEO en un solo entorno</a:t>
            </a:r>
            <a:endParaRPr b="0" i="0" sz="1800" u="none" cap="none" strike="noStrike">
              <a:solidFill>
                <a:schemeClr val="dk1"/>
              </a:solidFill>
              <a:latin typeface="Calibri"/>
              <a:ea typeface="Calibri"/>
              <a:cs typeface="Calibri"/>
              <a:sym typeface="Calibri"/>
            </a:endParaRPr>
          </a:p>
        </p:txBody>
      </p:sp>
      <p:sp>
        <p:nvSpPr>
          <p:cNvPr id="271" name="Google Shape;271;p62"/>
          <p:cNvSpPr/>
          <p:nvPr/>
        </p:nvSpPr>
        <p:spPr>
          <a:xfrm>
            <a:off x="9602008" y="4297148"/>
            <a:ext cx="7461600" cy="15336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Keyword Research con intención de búsqueda</a:t>
            </a:r>
            <a:endParaRPr b="0" i="0" sz="180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Rank Tracker en Google + AI Overview + Gemini</a:t>
            </a:r>
            <a:endParaRPr b="0" i="0" sz="180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AEO · GEO Tracker para visibilidad en asistentes AI</a:t>
            </a:r>
            <a:endParaRPr b="0" i="0" sz="180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Audit SEO con diagnóstico técnico en &lt;5 minutos</a:t>
            </a:r>
            <a:endParaRPr b="0" i="0" sz="1800" u="none" cap="none" strike="noStrike">
              <a:solidFill>
                <a:schemeClr val="dk1"/>
              </a:solidFill>
              <a:latin typeface="Calibri"/>
              <a:ea typeface="Calibri"/>
              <a:cs typeface="Calibri"/>
              <a:sym typeface="Calibri"/>
            </a:endParaRPr>
          </a:p>
        </p:txBody>
      </p:sp>
      <p:sp>
        <p:nvSpPr>
          <p:cNvPr id="272" name="Google Shape;272;p62"/>
          <p:cNvSpPr/>
          <p:nvPr/>
        </p:nvSpPr>
        <p:spPr>
          <a:xfrm>
            <a:off x="9448766" y="6274164"/>
            <a:ext cx="7848600" cy="2773200"/>
          </a:xfrm>
          <a:prstGeom prst="roundRect">
            <a:avLst>
              <a:gd fmla="val 6183" name="adj"/>
            </a:avLst>
          </a:prstGeom>
          <a:solidFill>
            <a:srgbClr val="F4F2FA"/>
          </a:solidFill>
          <a:ln cap="flat" cmpd="sng" w="19050">
            <a:solidFill>
              <a:srgbClr val="E2E1EE"/>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73" name="Google Shape;273;p62"/>
          <p:cNvSpPr/>
          <p:nvPr/>
        </p:nvSpPr>
        <p:spPr>
          <a:xfrm>
            <a:off x="9758826" y="6617544"/>
            <a:ext cx="457200" cy="457200"/>
          </a:xfrm>
          <a:prstGeom prst="roundRect">
            <a:avLst>
              <a:gd fmla="val 22919" name="adj"/>
            </a:avLst>
          </a:prstGeom>
          <a:solidFill>
            <a:srgbClr val="05058C">
              <a:alpha val="5098"/>
            </a:srgbClr>
          </a:solidFill>
          <a:ln cap="flat" cmpd="sng" w="19050">
            <a:solidFill>
              <a:srgbClr val="D2D1E2"/>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reencoded.png" id="274" name="Google Shape;274;p62"/>
          <p:cNvPicPr preferRelativeResize="0"/>
          <p:nvPr/>
        </p:nvPicPr>
        <p:blipFill rotWithShape="1">
          <a:blip r:embed="rId7">
            <a:alphaModFix/>
          </a:blip>
          <a:srcRect b="0" l="0" r="0" t="0"/>
          <a:stretch/>
        </p:blipFill>
        <p:spPr>
          <a:xfrm>
            <a:off x="9868298" y="6727014"/>
            <a:ext cx="238126" cy="238126"/>
          </a:xfrm>
          <a:prstGeom prst="rect">
            <a:avLst/>
          </a:prstGeom>
          <a:noFill/>
          <a:ln>
            <a:noFill/>
          </a:ln>
        </p:spPr>
      </p:pic>
      <p:sp>
        <p:nvSpPr>
          <p:cNvPr id="275" name="Google Shape;275;p62"/>
          <p:cNvSpPr/>
          <p:nvPr/>
        </p:nvSpPr>
        <p:spPr>
          <a:xfrm>
            <a:off x="10387376" y="6546106"/>
            <a:ext cx="4682400" cy="350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000"/>
              <a:buFont typeface="Montserrat"/>
              <a:buNone/>
            </a:pPr>
            <a:r>
              <a:rPr b="1" i="0" lang="en-US" sz="2000" u="none" cap="none" strike="noStrike">
                <a:solidFill>
                  <a:srgbClr val="000033"/>
                </a:solidFill>
                <a:latin typeface="Montserrat"/>
                <a:ea typeface="Montserrat"/>
                <a:cs typeface="Montserrat"/>
                <a:sym typeface="Montserrat"/>
              </a:rPr>
              <a:t>NEO Creative Media Suite</a:t>
            </a:r>
            <a:endParaRPr b="0" i="0" sz="2000" u="none" cap="none" strike="noStrike">
              <a:solidFill>
                <a:schemeClr val="dk1"/>
              </a:solidFill>
              <a:latin typeface="Calibri"/>
              <a:ea typeface="Calibri"/>
              <a:cs typeface="Calibri"/>
              <a:sym typeface="Calibri"/>
            </a:endParaRPr>
          </a:p>
        </p:txBody>
      </p:sp>
      <p:sp>
        <p:nvSpPr>
          <p:cNvPr id="276" name="Google Shape;276;p62"/>
          <p:cNvSpPr/>
          <p:nvPr/>
        </p:nvSpPr>
        <p:spPr>
          <a:xfrm>
            <a:off x="10387404" y="6877350"/>
            <a:ext cx="5457600" cy="3072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6E6EB9"/>
              </a:buClr>
              <a:buSzPts val="1800"/>
              <a:buFont typeface="PT Serif"/>
              <a:buNone/>
            </a:pPr>
            <a:r>
              <a:rPr b="0" i="1" lang="en-US" sz="1800" u="none" cap="none" strike="noStrike">
                <a:solidFill>
                  <a:srgbClr val="6E6EB9"/>
                </a:solidFill>
                <a:latin typeface="PT Serif"/>
                <a:ea typeface="PT Serif"/>
                <a:cs typeface="PT Serif"/>
                <a:sym typeface="PT Serif"/>
              </a:rPr>
              <a:t>Content factory autónomo para marketing y ads</a:t>
            </a:r>
            <a:endParaRPr b="0" i="0" sz="1800" u="none" cap="none" strike="noStrike">
              <a:solidFill>
                <a:schemeClr val="dk1"/>
              </a:solidFill>
              <a:latin typeface="Calibri"/>
              <a:ea typeface="Calibri"/>
              <a:cs typeface="Calibri"/>
              <a:sym typeface="Calibri"/>
            </a:endParaRPr>
          </a:p>
        </p:txBody>
      </p:sp>
      <p:sp>
        <p:nvSpPr>
          <p:cNvPr id="277" name="Google Shape;277;p62"/>
          <p:cNvSpPr/>
          <p:nvPr/>
        </p:nvSpPr>
        <p:spPr>
          <a:xfrm>
            <a:off x="9602008" y="7279498"/>
            <a:ext cx="7461600" cy="15336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Genera contenido, briefs, visuales y ads en minutos</a:t>
            </a:r>
            <a:endParaRPr b="0" i="0" sz="180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Hasta 600 adaptaciones mensuales por marca</a:t>
            </a:r>
            <a:endParaRPr b="0" i="0" sz="180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Variantes de texto e imagen instantáneas</a:t>
            </a:r>
            <a:endParaRPr b="0" i="0" sz="180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4A4A6A"/>
              </a:buClr>
              <a:buSzPts val="1800"/>
              <a:buFont typeface="Montserrat"/>
              <a:buNone/>
            </a:pPr>
            <a:r>
              <a:rPr b="0" i="0" lang="en-US" sz="1800" u="none" cap="none" strike="noStrike">
                <a:solidFill>
                  <a:srgbClr val="4A4A6A"/>
                </a:solidFill>
                <a:latin typeface="Montserrat"/>
                <a:ea typeface="Montserrat"/>
                <a:cs typeface="Montserrat"/>
                <a:sym typeface="Montserrat"/>
              </a:rPr>
              <a:t>Multi-formato: 16:9, 9:16, 4:3, 1:1, story, reel</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10733"/>
        </a:solidFill>
      </p:bgPr>
    </p:bg>
    <p:spTree>
      <p:nvGrpSpPr>
        <p:cNvPr id="281" name="Shape 281"/>
        <p:cNvGrpSpPr/>
        <p:nvPr/>
      </p:nvGrpSpPr>
      <p:grpSpPr>
        <a:xfrm>
          <a:off x="0" y="0"/>
          <a:ext cx="0" cy="0"/>
          <a:chOff x="0" y="0"/>
          <a:chExt cx="0" cy="0"/>
        </a:xfrm>
      </p:grpSpPr>
      <p:pic>
        <p:nvPicPr>
          <p:cNvPr descr="preencoded.png" id="282" name="Google Shape;282;p63"/>
          <p:cNvPicPr preferRelativeResize="0"/>
          <p:nvPr/>
        </p:nvPicPr>
        <p:blipFill rotWithShape="1">
          <a:blip r:embed="rId3">
            <a:alphaModFix/>
          </a:blip>
          <a:srcRect b="0" l="0" r="0" t="0"/>
          <a:stretch/>
        </p:blipFill>
        <p:spPr>
          <a:xfrm>
            <a:off x="0" y="0"/>
            <a:ext cx="18288005" cy="10286997"/>
          </a:xfrm>
          <a:prstGeom prst="rect">
            <a:avLst/>
          </a:prstGeom>
          <a:noFill/>
          <a:ln>
            <a:noFill/>
          </a:ln>
        </p:spPr>
      </p:pic>
      <p:sp>
        <p:nvSpPr>
          <p:cNvPr id="283" name="Google Shape;283;p63"/>
          <p:cNvSpPr/>
          <p:nvPr/>
        </p:nvSpPr>
        <p:spPr>
          <a:xfrm>
            <a:off x="990534" y="800034"/>
            <a:ext cx="16796400" cy="324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800"/>
              <a:buFont typeface="Montserrat"/>
              <a:buNone/>
            </a:pPr>
            <a:r>
              <a:rPr b="1" i="0" lang="en-US" sz="1800" u="none" cap="none" strike="noStrike">
                <a:solidFill>
                  <a:srgbClr val="9DB0FF"/>
                </a:solidFill>
                <a:latin typeface="Montserrat"/>
                <a:ea typeface="Montserrat"/>
                <a:cs typeface="Montserrat"/>
                <a:sym typeface="Montserrat"/>
              </a:rPr>
              <a:t>TRACK RECORD</a:t>
            </a:r>
            <a:endParaRPr b="0" i="0" sz="1800" u="none" cap="none" strike="noStrike">
              <a:solidFill>
                <a:schemeClr val="dk1"/>
              </a:solidFill>
              <a:latin typeface="Calibri"/>
              <a:ea typeface="Calibri"/>
              <a:cs typeface="Calibri"/>
              <a:sym typeface="Calibri"/>
            </a:endParaRPr>
          </a:p>
        </p:txBody>
      </p:sp>
      <p:sp>
        <p:nvSpPr>
          <p:cNvPr id="284" name="Google Shape;284;p63"/>
          <p:cNvSpPr/>
          <p:nvPr/>
        </p:nvSpPr>
        <p:spPr>
          <a:xfrm>
            <a:off x="990534" y="1219068"/>
            <a:ext cx="16796400" cy="777600"/>
          </a:xfrm>
          <a:prstGeom prst="rect">
            <a:avLst/>
          </a:prstGeom>
          <a:noFill/>
          <a:ln>
            <a:noFill/>
          </a:ln>
        </p:spPr>
        <p:txBody>
          <a:bodyPr anchorCtr="0" anchor="t" bIns="25400" lIns="25400" spcFirstLastPara="1" rIns="25400" wrap="square" tIns="25400">
            <a:noAutofit/>
          </a:bodyPr>
          <a:lstStyle/>
          <a:p>
            <a:pPr indent="0" lvl="0" marL="0" marR="0" rtl="0" algn="l">
              <a:lnSpc>
                <a:spcPct val="105000"/>
              </a:lnSpc>
              <a:spcBef>
                <a:spcPts val="0"/>
              </a:spcBef>
              <a:spcAft>
                <a:spcPts val="0"/>
              </a:spcAft>
              <a:buClr>
                <a:srgbClr val="FFFFFF"/>
              </a:buClr>
              <a:buSzPts val="5600"/>
              <a:buFont typeface="PT Serif"/>
              <a:buNone/>
            </a:pPr>
            <a:r>
              <a:rPr b="1" i="0" lang="en-US" sz="5600" u="none" cap="none" strike="noStrike">
                <a:solidFill>
                  <a:srgbClr val="FFFFFF"/>
                </a:solidFill>
                <a:latin typeface="PT Serif"/>
                <a:ea typeface="PT Serif"/>
                <a:cs typeface="PT Serif"/>
                <a:sym typeface="PT Serif"/>
              </a:rPr>
              <a:t>Nuestros Clientes</a:t>
            </a:r>
            <a:endParaRPr b="0" i="0" sz="5600" u="none" cap="none" strike="noStrike">
              <a:solidFill>
                <a:schemeClr val="dk1"/>
              </a:solidFill>
              <a:latin typeface="Calibri"/>
              <a:ea typeface="Calibri"/>
              <a:cs typeface="Calibri"/>
              <a:sym typeface="Calibri"/>
            </a:endParaRPr>
          </a:p>
        </p:txBody>
      </p:sp>
      <p:sp>
        <p:nvSpPr>
          <p:cNvPr id="285" name="Google Shape;285;p63"/>
          <p:cNvSpPr/>
          <p:nvPr/>
        </p:nvSpPr>
        <p:spPr>
          <a:xfrm>
            <a:off x="990600" y="2186850"/>
            <a:ext cx="15532800" cy="11136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FFFFFF"/>
              </a:buClr>
              <a:buSzPts val="2000"/>
              <a:buFont typeface="PT Serif"/>
              <a:buNone/>
            </a:pPr>
            <a:r>
              <a:rPr b="0" i="1" lang="en-US" sz="2000" u="none" cap="none" strike="noStrike">
                <a:solidFill>
                  <a:schemeClr val="lt1"/>
                </a:solidFill>
                <a:latin typeface="Montserrat"/>
                <a:ea typeface="Montserrat"/>
                <a:cs typeface="Montserrat"/>
                <a:sym typeface="Montserrat"/>
              </a:rPr>
              <a:t>+100 empresas líderes en 15 sectores confían en NEO para transformar su negocio con data e inteligencia artificial.</a:t>
            </a:r>
            <a:endParaRPr b="0" i="0" sz="2000" u="none" cap="none" strike="noStrike">
              <a:solidFill>
                <a:schemeClr val="lt1"/>
              </a:solidFill>
              <a:latin typeface="Montserrat"/>
              <a:ea typeface="Montserrat"/>
              <a:cs typeface="Montserrat"/>
              <a:sym typeface="Montserrat"/>
            </a:endParaRPr>
          </a:p>
        </p:txBody>
      </p:sp>
      <p:pic>
        <p:nvPicPr>
          <p:cNvPr descr="preencoded.png" id="286" name="Google Shape;286;p63"/>
          <p:cNvPicPr preferRelativeResize="0"/>
          <p:nvPr/>
        </p:nvPicPr>
        <p:blipFill rotWithShape="1">
          <a:blip r:embed="rId4">
            <a:alphaModFix/>
          </a:blip>
          <a:srcRect b="0" l="0" r="0" t="0"/>
          <a:stretch/>
        </p:blipFill>
        <p:spPr>
          <a:xfrm>
            <a:off x="15416528" y="514284"/>
            <a:ext cx="1804707" cy="361900"/>
          </a:xfrm>
          <a:prstGeom prst="rect">
            <a:avLst/>
          </a:prstGeom>
          <a:noFill/>
          <a:ln>
            <a:noFill/>
          </a:ln>
        </p:spPr>
      </p:pic>
      <p:sp>
        <p:nvSpPr>
          <p:cNvPr id="287" name="Google Shape;287;p63"/>
          <p:cNvSpPr/>
          <p:nvPr/>
        </p:nvSpPr>
        <p:spPr>
          <a:xfrm>
            <a:off x="990534" y="3139678"/>
            <a:ext cx="5283600" cy="3258600"/>
          </a:xfrm>
          <a:prstGeom prst="roundRect">
            <a:avLst>
              <a:gd fmla="val 5262" name="adj"/>
            </a:avLst>
          </a:prstGeom>
          <a:solidFill>
            <a:srgbClr val="FFFFFF">
              <a:alpha val="3137"/>
            </a:srgbClr>
          </a:solidFill>
          <a:ln cap="flat" cmpd="sng" w="19050">
            <a:solidFill>
              <a:srgbClr val="FFFFFF">
                <a:alpha val="14118"/>
              </a:srgbClr>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88" name="Google Shape;288;p63"/>
          <p:cNvSpPr/>
          <p:nvPr/>
        </p:nvSpPr>
        <p:spPr>
          <a:xfrm>
            <a:off x="1300594" y="3789396"/>
            <a:ext cx="46632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89" name="Google Shape;289;p63"/>
          <p:cNvSpPr/>
          <p:nvPr/>
        </p:nvSpPr>
        <p:spPr>
          <a:xfrm>
            <a:off x="1300594" y="3411622"/>
            <a:ext cx="3400200" cy="24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400"/>
              <a:buFont typeface="Arial"/>
              <a:buNone/>
            </a:pPr>
            <a:r>
              <a:rPr b="1" i="0" lang="en-US" sz="1400" u="none" cap="none" strike="noStrike">
                <a:solidFill>
                  <a:srgbClr val="9DB0FF"/>
                </a:solidFill>
                <a:latin typeface="Arial"/>
                <a:ea typeface="Arial"/>
                <a:cs typeface="Arial"/>
                <a:sym typeface="Arial"/>
              </a:rPr>
              <a:t>BANCA, SEGUROS &amp; FINANZAS</a:t>
            </a:r>
            <a:endParaRPr b="0" i="0" sz="1400" u="none" cap="none" strike="noStrike">
              <a:solidFill>
                <a:schemeClr val="dk1"/>
              </a:solidFill>
              <a:latin typeface="Calibri"/>
              <a:ea typeface="Calibri"/>
              <a:cs typeface="Calibri"/>
              <a:sym typeface="Calibri"/>
            </a:endParaRPr>
          </a:p>
        </p:txBody>
      </p:sp>
      <p:pic>
        <p:nvPicPr>
          <p:cNvPr descr="preencoded.png" id="290" name="Google Shape;290;p63"/>
          <p:cNvPicPr preferRelativeResize="0"/>
          <p:nvPr/>
        </p:nvPicPr>
        <p:blipFill rotWithShape="1">
          <a:blip r:embed="rId5">
            <a:alphaModFix amt="94000"/>
          </a:blip>
          <a:srcRect b="0" l="0" r="0" t="0"/>
          <a:stretch/>
        </p:blipFill>
        <p:spPr>
          <a:xfrm>
            <a:off x="1300594" y="4200576"/>
            <a:ext cx="1428750" cy="431684"/>
          </a:xfrm>
          <a:prstGeom prst="rect">
            <a:avLst/>
          </a:prstGeom>
          <a:noFill/>
          <a:ln>
            <a:noFill/>
          </a:ln>
        </p:spPr>
      </p:pic>
      <p:pic>
        <p:nvPicPr>
          <p:cNvPr descr="preencoded.png" id="291" name="Google Shape;291;p63"/>
          <p:cNvPicPr preferRelativeResize="0"/>
          <p:nvPr/>
        </p:nvPicPr>
        <p:blipFill rotWithShape="1">
          <a:blip r:embed="rId6">
            <a:alphaModFix amt="94000"/>
          </a:blip>
          <a:srcRect b="0" l="0" r="0" t="0"/>
          <a:stretch/>
        </p:blipFill>
        <p:spPr>
          <a:xfrm>
            <a:off x="3053126" y="4187926"/>
            <a:ext cx="1311012" cy="457068"/>
          </a:xfrm>
          <a:prstGeom prst="rect">
            <a:avLst/>
          </a:prstGeom>
          <a:noFill/>
          <a:ln>
            <a:noFill/>
          </a:ln>
        </p:spPr>
      </p:pic>
      <p:pic>
        <p:nvPicPr>
          <p:cNvPr descr="preencoded.png" id="292" name="Google Shape;292;p63"/>
          <p:cNvPicPr preferRelativeResize="0"/>
          <p:nvPr/>
        </p:nvPicPr>
        <p:blipFill rotWithShape="1">
          <a:blip r:embed="rId7">
            <a:alphaModFix amt="94000"/>
          </a:blip>
          <a:srcRect b="0" l="0" r="0" t="0"/>
          <a:stretch/>
        </p:blipFill>
        <p:spPr>
          <a:xfrm>
            <a:off x="4687922" y="4187926"/>
            <a:ext cx="848156" cy="457068"/>
          </a:xfrm>
          <a:prstGeom prst="rect">
            <a:avLst/>
          </a:prstGeom>
          <a:noFill/>
          <a:ln>
            <a:noFill/>
          </a:ln>
        </p:spPr>
      </p:pic>
      <p:pic>
        <p:nvPicPr>
          <p:cNvPr descr="preencoded.png" id="293" name="Google Shape;293;p63"/>
          <p:cNvPicPr preferRelativeResize="0"/>
          <p:nvPr/>
        </p:nvPicPr>
        <p:blipFill rotWithShape="1">
          <a:blip r:embed="rId8">
            <a:alphaModFix amt="94000"/>
          </a:blip>
          <a:srcRect b="0" l="0" r="0" t="0"/>
          <a:stretch/>
        </p:blipFill>
        <p:spPr>
          <a:xfrm>
            <a:off x="1300594" y="4854510"/>
            <a:ext cx="1371452" cy="457150"/>
          </a:xfrm>
          <a:prstGeom prst="rect">
            <a:avLst/>
          </a:prstGeom>
          <a:noFill/>
          <a:ln>
            <a:noFill/>
          </a:ln>
        </p:spPr>
      </p:pic>
      <p:pic>
        <p:nvPicPr>
          <p:cNvPr descr="preencoded.png" id="294" name="Google Shape;294;p63"/>
          <p:cNvPicPr preferRelativeResize="0"/>
          <p:nvPr/>
        </p:nvPicPr>
        <p:blipFill rotWithShape="1">
          <a:blip r:embed="rId9">
            <a:alphaModFix amt="94000"/>
          </a:blip>
          <a:srcRect b="0" l="0" r="0" t="0"/>
          <a:stretch/>
        </p:blipFill>
        <p:spPr>
          <a:xfrm>
            <a:off x="2995828" y="4854510"/>
            <a:ext cx="846336" cy="457068"/>
          </a:xfrm>
          <a:prstGeom prst="rect">
            <a:avLst/>
          </a:prstGeom>
          <a:noFill/>
          <a:ln>
            <a:noFill/>
          </a:ln>
        </p:spPr>
      </p:pic>
      <p:pic>
        <p:nvPicPr>
          <p:cNvPr descr="preencoded.png" id="295" name="Google Shape;295;p63"/>
          <p:cNvPicPr preferRelativeResize="0"/>
          <p:nvPr/>
        </p:nvPicPr>
        <p:blipFill rotWithShape="1">
          <a:blip r:embed="rId10">
            <a:alphaModFix amt="94000"/>
          </a:blip>
          <a:srcRect b="0" l="0" r="0" t="0"/>
          <a:stretch/>
        </p:blipFill>
        <p:spPr>
          <a:xfrm>
            <a:off x="4165948" y="4854510"/>
            <a:ext cx="1335154" cy="457068"/>
          </a:xfrm>
          <a:prstGeom prst="rect">
            <a:avLst/>
          </a:prstGeom>
          <a:noFill/>
          <a:ln>
            <a:noFill/>
          </a:ln>
        </p:spPr>
      </p:pic>
      <p:pic>
        <p:nvPicPr>
          <p:cNvPr descr="preencoded.png" id="296" name="Google Shape;296;p63"/>
          <p:cNvPicPr preferRelativeResize="0"/>
          <p:nvPr/>
        </p:nvPicPr>
        <p:blipFill rotWithShape="1">
          <a:blip r:embed="rId11">
            <a:alphaModFix amt="94000"/>
          </a:blip>
          <a:srcRect b="0" l="0" r="0" t="0"/>
          <a:stretch/>
        </p:blipFill>
        <p:spPr>
          <a:xfrm>
            <a:off x="2802406" y="5621478"/>
            <a:ext cx="1428750" cy="287900"/>
          </a:xfrm>
          <a:prstGeom prst="rect">
            <a:avLst/>
          </a:prstGeom>
          <a:noFill/>
          <a:ln>
            <a:noFill/>
          </a:ln>
        </p:spPr>
      </p:pic>
      <p:sp>
        <p:nvSpPr>
          <p:cNvPr id="297" name="Google Shape;297;p63"/>
          <p:cNvSpPr/>
          <p:nvPr/>
        </p:nvSpPr>
        <p:spPr>
          <a:xfrm>
            <a:off x="6502302" y="3139678"/>
            <a:ext cx="5283600" cy="3258600"/>
          </a:xfrm>
          <a:prstGeom prst="roundRect">
            <a:avLst>
              <a:gd fmla="val 5262" name="adj"/>
            </a:avLst>
          </a:prstGeom>
          <a:solidFill>
            <a:srgbClr val="FFFFFF">
              <a:alpha val="3137"/>
            </a:srgbClr>
          </a:solidFill>
          <a:ln cap="flat" cmpd="sng" w="19050">
            <a:solidFill>
              <a:srgbClr val="FFFFFF">
                <a:alpha val="14118"/>
              </a:srgbClr>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98" name="Google Shape;298;p63"/>
          <p:cNvSpPr/>
          <p:nvPr/>
        </p:nvSpPr>
        <p:spPr>
          <a:xfrm>
            <a:off x="6812360" y="3789396"/>
            <a:ext cx="46632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99" name="Google Shape;299;p63"/>
          <p:cNvSpPr/>
          <p:nvPr/>
        </p:nvSpPr>
        <p:spPr>
          <a:xfrm>
            <a:off x="6812360" y="3411622"/>
            <a:ext cx="2281200" cy="24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400"/>
              <a:buFont typeface="Arial"/>
              <a:buNone/>
            </a:pPr>
            <a:r>
              <a:rPr b="1" i="0" lang="en-US" sz="1400" u="none" cap="none" strike="noStrike">
                <a:solidFill>
                  <a:srgbClr val="9DB0FF"/>
                </a:solidFill>
                <a:latin typeface="Arial"/>
                <a:ea typeface="Arial"/>
                <a:cs typeface="Arial"/>
                <a:sym typeface="Arial"/>
              </a:rPr>
              <a:t>RETAIL &amp; COMERCIO</a:t>
            </a:r>
            <a:endParaRPr b="0" i="0" sz="1400" u="none" cap="none" strike="noStrike">
              <a:solidFill>
                <a:schemeClr val="dk1"/>
              </a:solidFill>
              <a:latin typeface="Calibri"/>
              <a:ea typeface="Calibri"/>
              <a:cs typeface="Calibri"/>
              <a:sym typeface="Calibri"/>
            </a:endParaRPr>
          </a:p>
        </p:txBody>
      </p:sp>
      <p:pic>
        <p:nvPicPr>
          <p:cNvPr descr="preencoded.png" id="300" name="Google Shape;300;p63"/>
          <p:cNvPicPr preferRelativeResize="0"/>
          <p:nvPr/>
        </p:nvPicPr>
        <p:blipFill rotWithShape="1">
          <a:blip r:embed="rId12">
            <a:alphaModFix amt="94000"/>
          </a:blip>
          <a:srcRect b="0" l="0" r="0" t="0"/>
          <a:stretch/>
        </p:blipFill>
        <p:spPr>
          <a:xfrm>
            <a:off x="6812360" y="4186436"/>
            <a:ext cx="1211378" cy="457068"/>
          </a:xfrm>
          <a:prstGeom prst="rect">
            <a:avLst/>
          </a:prstGeom>
          <a:noFill/>
          <a:ln>
            <a:noFill/>
          </a:ln>
        </p:spPr>
      </p:pic>
      <p:pic>
        <p:nvPicPr>
          <p:cNvPr descr="preencoded.png" id="301" name="Google Shape;301;p63"/>
          <p:cNvPicPr preferRelativeResize="0"/>
          <p:nvPr/>
        </p:nvPicPr>
        <p:blipFill rotWithShape="1">
          <a:blip r:embed="rId13">
            <a:alphaModFix amt="94000"/>
          </a:blip>
          <a:srcRect b="0" l="0" r="0" t="0"/>
          <a:stretch/>
        </p:blipFill>
        <p:spPr>
          <a:xfrm>
            <a:off x="8347522" y="4304424"/>
            <a:ext cx="1428751" cy="221092"/>
          </a:xfrm>
          <a:prstGeom prst="rect">
            <a:avLst/>
          </a:prstGeom>
          <a:noFill/>
          <a:ln>
            <a:noFill/>
          </a:ln>
        </p:spPr>
      </p:pic>
      <p:pic>
        <p:nvPicPr>
          <p:cNvPr descr="preencoded.png" id="302" name="Google Shape;302;p63"/>
          <p:cNvPicPr preferRelativeResize="0"/>
          <p:nvPr/>
        </p:nvPicPr>
        <p:blipFill rotWithShape="1">
          <a:blip r:embed="rId14">
            <a:alphaModFix amt="94000"/>
          </a:blip>
          <a:srcRect b="0" l="0" r="0" t="0"/>
          <a:stretch/>
        </p:blipFill>
        <p:spPr>
          <a:xfrm>
            <a:off x="10100056" y="4186436"/>
            <a:ext cx="890240" cy="457150"/>
          </a:xfrm>
          <a:prstGeom prst="rect">
            <a:avLst/>
          </a:prstGeom>
          <a:noFill/>
          <a:ln>
            <a:noFill/>
          </a:ln>
        </p:spPr>
      </p:pic>
      <p:pic>
        <p:nvPicPr>
          <p:cNvPr descr="preencoded.png" id="303" name="Google Shape;303;p63"/>
          <p:cNvPicPr preferRelativeResize="0"/>
          <p:nvPr/>
        </p:nvPicPr>
        <p:blipFill rotWithShape="1">
          <a:blip r:embed="rId15">
            <a:alphaModFix amt="94000"/>
          </a:blip>
          <a:srcRect b="0" l="0" r="0" t="0"/>
          <a:stretch/>
        </p:blipFill>
        <p:spPr>
          <a:xfrm>
            <a:off x="6812360" y="4901722"/>
            <a:ext cx="1428750" cy="286908"/>
          </a:xfrm>
          <a:prstGeom prst="rect">
            <a:avLst/>
          </a:prstGeom>
          <a:noFill/>
          <a:ln>
            <a:noFill/>
          </a:ln>
        </p:spPr>
      </p:pic>
      <p:pic>
        <p:nvPicPr>
          <p:cNvPr descr="preencoded.png" id="304" name="Google Shape;304;p63"/>
          <p:cNvPicPr preferRelativeResize="0"/>
          <p:nvPr/>
        </p:nvPicPr>
        <p:blipFill rotWithShape="1">
          <a:blip r:embed="rId16">
            <a:alphaModFix amt="94000"/>
          </a:blip>
          <a:srcRect b="0" l="0" r="0" t="0"/>
          <a:stretch/>
        </p:blipFill>
        <p:spPr>
          <a:xfrm>
            <a:off x="8564894" y="4853104"/>
            <a:ext cx="1428750" cy="384142"/>
          </a:xfrm>
          <a:prstGeom prst="rect">
            <a:avLst/>
          </a:prstGeom>
          <a:noFill/>
          <a:ln>
            <a:noFill/>
          </a:ln>
        </p:spPr>
      </p:pic>
      <p:pic>
        <p:nvPicPr>
          <p:cNvPr descr="preencoded.png" id="305" name="Google Shape;305;p63"/>
          <p:cNvPicPr preferRelativeResize="0"/>
          <p:nvPr/>
        </p:nvPicPr>
        <p:blipFill rotWithShape="1">
          <a:blip r:embed="rId17">
            <a:alphaModFix amt="94000"/>
          </a:blip>
          <a:srcRect b="0" l="0" r="0" t="0"/>
          <a:stretch/>
        </p:blipFill>
        <p:spPr>
          <a:xfrm>
            <a:off x="6812360" y="5446764"/>
            <a:ext cx="1428750" cy="363802"/>
          </a:xfrm>
          <a:prstGeom prst="rect">
            <a:avLst/>
          </a:prstGeom>
          <a:noFill/>
          <a:ln>
            <a:noFill/>
          </a:ln>
        </p:spPr>
      </p:pic>
      <p:sp>
        <p:nvSpPr>
          <p:cNvPr id="306" name="Google Shape;306;p63"/>
          <p:cNvSpPr/>
          <p:nvPr/>
        </p:nvSpPr>
        <p:spPr>
          <a:xfrm>
            <a:off x="12014150" y="3139678"/>
            <a:ext cx="5283600" cy="3258600"/>
          </a:xfrm>
          <a:prstGeom prst="roundRect">
            <a:avLst>
              <a:gd fmla="val 5262" name="adj"/>
            </a:avLst>
          </a:prstGeom>
          <a:solidFill>
            <a:srgbClr val="FFFFFF">
              <a:alpha val="3137"/>
            </a:srgbClr>
          </a:solidFill>
          <a:ln cap="flat" cmpd="sng" w="19050">
            <a:solidFill>
              <a:srgbClr val="FFFFFF">
                <a:alpha val="14118"/>
              </a:srgbClr>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07" name="Google Shape;307;p63"/>
          <p:cNvSpPr/>
          <p:nvPr/>
        </p:nvSpPr>
        <p:spPr>
          <a:xfrm>
            <a:off x="12324210" y="3789396"/>
            <a:ext cx="46632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08" name="Google Shape;308;p63"/>
          <p:cNvSpPr/>
          <p:nvPr/>
        </p:nvSpPr>
        <p:spPr>
          <a:xfrm>
            <a:off x="12324210" y="3411622"/>
            <a:ext cx="3372000" cy="24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400"/>
              <a:buFont typeface="Arial"/>
              <a:buNone/>
            </a:pPr>
            <a:r>
              <a:rPr b="1" i="0" lang="en-US" sz="1400" u="none" cap="none" strike="noStrike">
                <a:solidFill>
                  <a:srgbClr val="9DB0FF"/>
                </a:solidFill>
                <a:latin typeface="Arial"/>
                <a:ea typeface="Arial"/>
                <a:cs typeface="Arial"/>
                <a:sym typeface="Arial"/>
              </a:rPr>
              <a:t>CONSUMO MASIVO &amp; BELLEZA</a:t>
            </a:r>
            <a:endParaRPr b="0" i="0" sz="1400" u="none" cap="none" strike="noStrike">
              <a:solidFill>
                <a:schemeClr val="dk1"/>
              </a:solidFill>
              <a:latin typeface="Calibri"/>
              <a:ea typeface="Calibri"/>
              <a:cs typeface="Calibri"/>
              <a:sym typeface="Calibri"/>
            </a:endParaRPr>
          </a:p>
        </p:txBody>
      </p:sp>
      <p:pic>
        <p:nvPicPr>
          <p:cNvPr descr="preencoded.png" id="309" name="Google Shape;309;p63"/>
          <p:cNvPicPr preferRelativeResize="0"/>
          <p:nvPr/>
        </p:nvPicPr>
        <p:blipFill rotWithShape="1">
          <a:blip r:embed="rId18">
            <a:alphaModFix amt="94000"/>
          </a:blip>
          <a:srcRect b="0" l="0" r="0" t="0"/>
          <a:stretch/>
        </p:blipFill>
        <p:spPr>
          <a:xfrm>
            <a:off x="12324210" y="4103342"/>
            <a:ext cx="1379718" cy="457068"/>
          </a:xfrm>
          <a:prstGeom prst="rect">
            <a:avLst/>
          </a:prstGeom>
          <a:noFill/>
          <a:ln>
            <a:noFill/>
          </a:ln>
        </p:spPr>
      </p:pic>
      <p:pic>
        <p:nvPicPr>
          <p:cNvPr descr="preencoded.png" id="310" name="Google Shape;310;p63"/>
          <p:cNvPicPr preferRelativeResize="0"/>
          <p:nvPr/>
        </p:nvPicPr>
        <p:blipFill rotWithShape="1">
          <a:blip r:embed="rId19">
            <a:alphaModFix amt="94000"/>
          </a:blip>
          <a:srcRect b="0" l="0" r="0" t="0"/>
          <a:stretch/>
        </p:blipFill>
        <p:spPr>
          <a:xfrm>
            <a:off x="14027712" y="4103342"/>
            <a:ext cx="1371450" cy="457150"/>
          </a:xfrm>
          <a:prstGeom prst="rect">
            <a:avLst/>
          </a:prstGeom>
          <a:noFill/>
          <a:ln>
            <a:noFill/>
          </a:ln>
        </p:spPr>
      </p:pic>
      <p:pic>
        <p:nvPicPr>
          <p:cNvPr descr="preencoded.png" id="311" name="Google Shape;311;p63"/>
          <p:cNvPicPr preferRelativeResize="0"/>
          <p:nvPr/>
        </p:nvPicPr>
        <p:blipFill rotWithShape="1">
          <a:blip r:embed="rId20">
            <a:alphaModFix amt="94000"/>
          </a:blip>
          <a:srcRect b="0" l="0" r="0" t="0"/>
          <a:stretch/>
        </p:blipFill>
        <p:spPr>
          <a:xfrm>
            <a:off x="12324210" y="4839792"/>
            <a:ext cx="1428751" cy="317500"/>
          </a:xfrm>
          <a:prstGeom prst="rect">
            <a:avLst/>
          </a:prstGeom>
          <a:noFill/>
          <a:ln>
            <a:noFill/>
          </a:ln>
        </p:spPr>
      </p:pic>
      <p:pic>
        <p:nvPicPr>
          <p:cNvPr descr="preencoded.png" id="312" name="Google Shape;312;p63"/>
          <p:cNvPicPr preferRelativeResize="0"/>
          <p:nvPr/>
        </p:nvPicPr>
        <p:blipFill rotWithShape="1">
          <a:blip r:embed="rId21">
            <a:alphaModFix amt="94000"/>
          </a:blip>
          <a:srcRect b="0" l="0" r="0" t="0"/>
          <a:stretch/>
        </p:blipFill>
        <p:spPr>
          <a:xfrm>
            <a:off x="14076744" y="4770008"/>
            <a:ext cx="597792" cy="457068"/>
          </a:xfrm>
          <a:prstGeom prst="rect">
            <a:avLst/>
          </a:prstGeom>
          <a:noFill/>
          <a:ln>
            <a:noFill/>
          </a:ln>
        </p:spPr>
      </p:pic>
      <p:pic>
        <p:nvPicPr>
          <p:cNvPr descr="preencoded.png" id="313" name="Google Shape;313;p63"/>
          <p:cNvPicPr preferRelativeResize="0"/>
          <p:nvPr/>
        </p:nvPicPr>
        <p:blipFill rotWithShape="1">
          <a:blip r:embed="rId22">
            <a:alphaModFix amt="94000"/>
          </a:blip>
          <a:srcRect b="0" l="0" r="0" t="0"/>
          <a:stretch/>
        </p:blipFill>
        <p:spPr>
          <a:xfrm>
            <a:off x="14998320" y="4836072"/>
            <a:ext cx="1428751" cy="324860"/>
          </a:xfrm>
          <a:prstGeom prst="rect">
            <a:avLst/>
          </a:prstGeom>
          <a:noFill/>
          <a:ln>
            <a:noFill/>
          </a:ln>
        </p:spPr>
      </p:pic>
      <p:pic>
        <p:nvPicPr>
          <p:cNvPr descr="preencoded.png" id="314" name="Google Shape;314;p63"/>
          <p:cNvPicPr preferRelativeResize="0"/>
          <p:nvPr/>
        </p:nvPicPr>
        <p:blipFill rotWithShape="1">
          <a:blip r:embed="rId23">
            <a:alphaModFix amt="94000"/>
          </a:blip>
          <a:srcRect b="0" l="0" r="0" t="0"/>
          <a:stretch/>
        </p:blipFill>
        <p:spPr>
          <a:xfrm>
            <a:off x="12324210" y="5436592"/>
            <a:ext cx="607798" cy="457068"/>
          </a:xfrm>
          <a:prstGeom prst="rect">
            <a:avLst/>
          </a:prstGeom>
          <a:noFill/>
          <a:ln>
            <a:noFill/>
          </a:ln>
        </p:spPr>
      </p:pic>
      <p:pic>
        <p:nvPicPr>
          <p:cNvPr descr="preencoded.png" id="315" name="Google Shape;315;p63"/>
          <p:cNvPicPr preferRelativeResize="0"/>
          <p:nvPr/>
        </p:nvPicPr>
        <p:blipFill rotWithShape="1">
          <a:blip r:embed="rId24">
            <a:alphaModFix amt="94000"/>
          </a:blip>
          <a:srcRect b="0" l="0" r="0" t="0"/>
          <a:stretch/>
        </p:blipFill>
        <p:spPr>
          <a:xfrm>
            <a:off x="13255792" y="5436592"/>
            <a:ext cx="784490" cy="457068"/>
          </a:xfrm>
          <a:prstGeom prst="rect">
            <a:avLst/>
          </a:prstGeom>
          <a:noFill/>
          <a:ln>
            <a:noFill/>
          </a:ln>
        </p:spPr>
      </p:pic>
      <p:sp>
        <p:nvSpPr>
          <p:cNvPr id="316" name="Google Shape;316;p63"/>
          <p:cNvSpPr/>
          <p:nvPr/>
        </p:nvSpPr>
        <p:spPr>
          <a:xfrm>
            <a:off x="990534" y="6626640"/>
            <a:ext cx="5283600" cy="3258600"/>
          </a:xfrm>
          <a:prstGeom prst="roundRect">
            <a:avLst>
              <a:gd fmla="val 5262" name="adj"/>
            </a:avLst>
          </a:prstGeom>
          <a:solidFill>
            <a:srgbClr val="FFFFFF">
              <a:alpha val="3137"/>
            </a:srgbClr>
          </a:solidFill>
          <a:ln cap="flat" cmpd="sng" w="19050">
            <a:solidFill>
              <a:srgbClr val="FFFFFF">
                <a:alpha val="14118"/>
              </a:srgbClr>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17" name="Google Shape;317;p63"/>
          <p:cNvSpPr/>
          <p:nvPr/>
        </p:nvSpPr>
        <p:spPr>
          <a:xfrm>
            <a:off x="1300594" y="7276356"/>
            <a:ext cx="46632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18" name="Google Shape;318;p63"/>
          <p:cNvSpPr/>
          <p:nvPr/>
        </p:nvSpPr>
        <p:spPr>
          <a:xfrm>
            <a:off x="1300594" y="6898582"/>
            <a:ext cx="2787600" cy="24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400"/>
              <a:buFont typeface="Arial"/>
              <a:buNone/>
            </a:pPr>
            <a:r>
              <a:rPr b="1" i="0" lang="en-US" sz="1400" u="none" cap="none" strike="noStrike">
                <a:solidFill>
                  <a:srgbClr val="9DB0FF"/>
                </a:solidFill>
                <a:latin typeface="Arial"/>
                <a:ea typeface="Arial"/>
                <a:cs typeface="Arial"/>
                <a:sym typeface="Arial"/>
              </a:rPr>
              <a:t>TELECOM &amp; TECNOLOGÍA</a:t>
            </a:r>
            <a:endParaRPr b="0" i="0" sz="1400" u="none" cap="none" strike="noStrike">
              <a:solidFill>
                <a:schemeClr val="dk1"/>
              </a:solidFill>
              <a:latin typeface="Calibri"/>
              <a:ea typeface="Calibri"/>
              <a:cs typeface="Calibri"/>
              <a:sym typeface="Calibri"/>
            </a:endParaRPr>
          </a:p>
        </p:txBody>
      </p:sp>
      <p:pic>
        <p:nvPicPr>
          <p:cNvPr descr="preencoded.png" id="319" name="Google Shape;319;p63"/>
          <p:cNvPicPr preferRelativeResize="0"/>
          <p:nvPr/>
        </p:nvPicPr>
        <p:blipFill rotWithShape="1">
          <a:blip r:embed="rId25">
            <a:alphaModFix amt="94000"/>
          </a:blip>
          <a:srcRect b="0" l="0" r="0" t="0"/>
          <a:stretch/>
        </p:blipFill>
        <p:spPr>
          <a:xfrm>
            <a:off x="1300650" y="7929236"/>
            <a:ext cx="1211400" cy="503978"/>
          </a:xfrm>
          <a:prstGeom prst="rect">
            <a:avLst/>
          </a:prstGeom>
          <a:noFill/>
          <a:ln>
            <a:noFill/>
          </a:ln>
        </p:spPr>
      </p:pic>
      <p:pic>
        <p:nvPicPr>
          <p:cNvPr descr="preencoded.png" id="320" name="Google Shape;320;p63"/>
          <p:cNvPicPr preferRelativeResize="0"/>
          <p:nvPr/>
        </p:nvPicPr>
        <p:blipFill rotWithShape="1">
          <a:blip r:embed="rId26">
            <a:alphaModFix amt="94000"/>
          </a:blip>
          <a:srcRect b="0" l="0" r="0" t="0"/>
          <a:stretch/>
        </p:blipFill>
        <p:spPr>
          <a:xfrm>
            <a:off x="2722976" y="7990650"/>
            <a:ext cx="1428750" cy="414734"/>
          </a:xfrm>
          <a:prstGeom prst="rect">
            <a:avLst/>
          </a:prstGeom>
          <a:noFill/>
          <a:ln>
            <a:noFill/>
          </a:ln>
        </p:spPr>
      </p:pic>
      <p:pic>
        <p:nvPicPr>
          <p:cNvPr descr="preencoded.png" id="321" name="Google Shape;321;p63"/>
          <p:cNvPicPr preferRelativeResize="0"/>
          <p:nvPr/>
        </p:nvPicPr>
        <p:blipFill rotWithShape="1">
          <a:blip r:embed="rId27">
            <a:alphaModFix amt="94000"/>
          </a:blip>
          <a:srcRect b="0" l="0" r="0" t="0"/>
          <a:stretch/>
        </p:blipFill>
        <p:spPr>
          <a:xfrm>
            <a:off x="4475510" y="8003216"/>
            <a:ext cx="1428750" cy="389600"/>
          </a:xfrm>
          <a:prstGeom prst="rect">
            <a:avLst/>
          </a:prstGeom>
          <a:noFill/>
          <a:ln>
            <a:noFill/>
          </a:ln>
        </p:spPr>
      </p:pic>
      <p:pic>
        <p:nvPicPr>
          <p:cNvPr descr="preencoded.png" id="322" name="Google Shape;322;p63"/>
          <p:cNvPicPr preferRelativeResize="0"/>
          <p:nvPr/>
        </p:nvPicPr>
        <p:blipFill rotWithShape="1">
          <a:blip r:embed="rId28">
            <a:alphaModFix amt="94000"/>
          </a:blip>
          <a:srcRect b="0" l="0" r="0" t="0"/>
          <a:stretch/>
        </p:blipFill>
        <p:spPr>
          <a:xfrm>
            <a:off x="1300494" y="8730268"/>
            <a:ext cx="1428751" cy="365290"/>
          </a:xfrm>
          <a:prstGeom prst="rect">
            <a:avLst/>
          </a:prstGeom>
          <a:noFill/>
          <a:ln>
            <a:noFill/>
          </a:ln>
        </p:spPr>
      </p:pic>
      <p:sp>
        <p:nvSpPr>
          <p:cNvPr id="323" name="Google Shape;323;p63"/>
          <p:cNvSpPr/>
          <p:nvPr/>
        </p:nvSpPr>
        <p:spPr>
          <a:xfrm>
            <a:off x="6502302" y="6626640"/>
            <a:ext cx="5283600" cy="3258600"/>
          </a:xfrm>
          <a:prstGeom prst="roundRect">
            <a:avLst>
              <a:gd fmla="val 5262" name="adj"/>
            </a:avLst>
          </a:prstGeom>
          <a:solidFill>
            <a:srgbClr val="FFFFFF">
              <a:alpha val="3137"/>
            </a:srgbClr>
          </a:solidFill>
          <a:ln cap="flat" cmpd="sng" w="19050">
            <a:solidFill>
              <a:srgbClr val="FFFFFF">
                <a:alpha val="14118"/>
              </a:srgbClr>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24" name="Google Shape;324;p63"/>
          <p:cNvSpPr/>
          <p:nvPr/>
        </p:nvSpPr>
        <p:spPr>
          <a:xfrm>
            <a:off x="6812360" y="7276356"/>
            <a:ext cx="46632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25" name="Google Shape;325;p63"/>
          <p:cNvSpPr/>
          <p:nvPr/>
        </p:nvSpPr>
        <p:spPr>
          <a:xfrm>
            <a:off x="6812360" y="6898582"/>
            <a:ext cx="2384400" cy="24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400"/>
              <a:buFont typeface="Arial"/>
              <a:buNone/>
            </a:pPr>
            <a:r>
              <a:rPr b="1" i="0" lang="en-US" sz="1400" u="none" cap="none" strike="noStrike">
                <a:solidFill>
                  <a:srgbClr val="9DB0FF"/>
                </a:solidFill>
                <a:latin typeface="Arial"/>
                <a:ea typeface="Arial"/>
                <a:cs typeface="Arial"/>
                <a:sym typeface="Arial"/>
              </a:rPr>
              <a:t>SALUD &amp; EDUCACIÓN</a:t>
            </a:r>
            <a:endParaRPr b="0" i="0" sz="1400" u="none" cap="none" strike="noStrike">
              <a:solidFill>
                <a:schemeClr val="dk1"/>
              </a:solidFill>
              <a:latin typeface="Calibri"/>
              <a:ea typeface="Calibri"/>
              <a:cs typeface="Calibri"/>
              <a:sym typeface="Calibri"/>
            </a:endParaRPr>
          </a:p>
        </p:txBody>
      </p:sp>
      <p:pic>
        <p:nvPicPr>
          <p:cNvPr descr="preencoded.png" id="326" name="Google Shape;326;p63"/>
          <p:cNvPicPr preferRelativeResize="0"/>
          <p:nvPr/>
        </p:nvPicPr>
        <p:blipFill rotWithShape="1">
          <a:blip r:embed="rId29">
            <a:alphaModFix amt="94000"/>
          </a:blip>
          <a:srcRect b="0" l="0" r="0" t="0"/>
          <a:stretch/>
        </p:blipFill>
        <p:spPr>
          <a:xfrm>
            <a:off x="6812360" y="8369060"/>
            <a:ext cx="1428751" cy="278722"/>
          </a:xfrm>
          <a:prstGeom prst="rect">
            <a:avLst/>
          </a:prstGeom>
          <a:noFill/>
          <a:ln>
            <a:noFill/>
          </a:ln>
        </p:spPr>
      </p:pic>
      <p:pic>
        <p:nvPicPr>
          <p:cNvPr descr="preencoded.png" id="327" name="Google Shape;327;p63"/>
          <p:cNvPicPr preferRelativeResize="0"/>
          <p:nvPr/>
        </p:nvPicPr>
        <p:blipFill rotWithShape="1">
          <a:blip r:embed="rId30">
            <a:alphaModFix amt="94000"/>
          </a:blip>
          <a:srcRect b="0" l="0" r="0" t="0"/>
          <a:stretch/>
        </p:blipFill>
        <p:spPr>
          <a:xfrm>
            <a:off x="6812342" y="8950988"/>
            <a:ext cx="1428750" cy="393072"/>
          </a:xfrm>
          <a:prstGeom prst="rect">
            <a:avLst/>
          </a:prstGeom>
          <a:noFill/>
          <a:ln>
            <a:noFill/>
          </a:ln>
        </p:spPr>
      </p:pic>
      <p:pic>
        <p:nvPicPr>
          <p:cNvPr descr="preencoded.png" id="328" name="Google Shape;328;p63"/>
          <p:cNvPicPr preferRelativeResize="0"/>
          <p:nvPr/>
        </p:nvPicPr>
        <p:blipFill rotWithShape="1">
          <a:blip r:embed="rId31">
            <a:alphaModFix amt="94000"/>
          </a:blip>
          <a:srcRect b="0" l="0" r="0" t="0"/>
          <a:stretch/>
        </p:blipFill>
        <p:spPr>
          <a:xfrm>
            <a:off x="6812360" y="7650606"/>
            <a:ext cx="1428750" cy="415232"/>
          </a:xfrm>
          <a:prstGeom prst="rect">
            <a:avLst/>
          </a:prstGeom>
          <a:noFill/>
          <a:ln>
            <a:noFill/>
          </a:ln>
        </p:spPr>
      </p:pic>
      <p:pic>
        <p:nvPicPr>
          <p:cNvPr descr="preencoded.png" id="329" name="Google Shape;329;p63"/>
          <p:cNvPicPr preferRelativeResize="0"/>
          <p:nvPr/>
        </p:nvPicPr>
        <p:blipFill rotWithShape="1">
          <a:blip r:embed="rId32">
            <a:alphaModFix amt="94000"/>
          </a:blip>
          <a:srcRect b="0" l="0" r="0" t="0"/>
          <a:stretch/>
        </p:blipFill>
        <p:spPr>
          <a:xfrm>
            <a:off x="8653240" y="8293596"/>
            <a:ext cx="1428750" cy="366118"/>
          </a:xfrm>
          <a:prstGeom prst="rect">
            <a:avLst/>
          </a:prstGeom>
          <a:noFill/>
          <a:ln>
            <a:noFill/>
          </a:ln>
        </p:spPr>
      </p:pic>
      <p:pic>
        <p:nvPicPr>
          <p:cNvPr descr="preencoded.png" id="330" name="Google Shape;330;p63"/>
          <p:cNvPicPr preferRelativeResize="0"/>
          <p:nvPr/>
        </p:nvPicPr>
        <p:blipFill rotWithShape="1">
          <a:blip r:embed="rId33">
            <a:alphaModFix amt="94000"/>
          </a:blip>
          <a:srcRect b="0" l="0" r="0" t="0"/>
          <a:stretch/>
        </p:blipFill>
        <p:spPr>
          <a:xfrm>
            <a:off x="8673158" y="7643662"/>
            <a:ext cx="1428751" cy="410684"/>
          </a:xfrm>
          <a:prstGeom prst="rect">
            <a:avLst/>
          </a:prstGeom>
          <a:noFill/>
          <a:ln>
            <a:noFill/>
          </a:ln>
        </p:spPr>
      </p:pic>
      <p:pic>
        <p:nvPicPr>
          <p:cNvPr descr="preencoded.png" id="331" name="Google Shape;331;p63"/>
          <p:cNvPicPr preferRelativeResize="0"/>
          <p:nvPr/>
        </p:nvPicPr>
        <p:blipFill rotWithShape="1">
          <a:blip r:embed="rId34">
            <a:alphaModFix amt="94000"/>
          </a:blip>
          <a:srcRect b="0" l="0" r="0" t="0"/>
          <a:stretch/>
        </p:blipFill>
        <p:spPr>
          <a:xfrm>
            <a:off x="8564894" y="8896682"/>
            <a:ext cx="1428750" cy="404814"/>
          </a:xfrm>
          <a:prstGeom prst="rect">
            <a:avLst/>
          </a:prstGeom>
          <a:noFill/>
          <a:ln>
            <a:noFill/>
          </a:ln>
        </p:spPr>
      </p:pic>
      <p:sp>
        <p:nvSpPr>
          <p:cNvPr id="332" name="Google Shape;332;p63"/>
          <p:cNvSpPr/>
          <p:nvPr/>
        </p:nvSpPr>
        <p:spPr>
          <a:xfrm>
            <a:off x="12014150" y="6626640"/>
            <a:ext cx="5283600" cy="3258600"/>
          </a:xfrm>
          <a:prstGeom prst="roundRect">
            <a:avLst>
              <a:gd fmla="val 5262" name="adj"/>
            </a:avLst>
          </a:prstGeom>
          <a:solidFill>
            <a:srgbClr val="FFFFFF">
              <a:alpha val="3137"/>
            </a:srgbClr>
          </a:solidFill>
          <a:ln cap="flat" cmpd="sng" w="19050">
            <a:solidFill>
              <a:srgbClr val="FFFFFF">
                <a:alpha val="14118"/>
              </a:srgbClr>
            </a:solidFill>
            <a:prstDash val="solid"/>
            <a:round/>
            <a:headEnd len="sm" w="sm" type="none"/>
            <a:tailEnd len="sm" w="sm" type="none"/>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33" name="Google Shape;333;p63"/>
          <p:cNvSpPr/>
          <p:nvPr/>
        </p:nvSpPr>
        <p:spPr>
          <a:xfrm>
            <a:off x="12324210" y="7276356"/>
            <a:ext cx="4663200" cy="9600"/>
          </a:xfrm>
          <a:prstGeom prst="rect">
            <a:avLst/>
          </a:prstGeom>
          <a:solidFill>
            <a:srgbClr val="FFFFFF">
              <a:alpha val="14118"/>
            </a:srgbClr>
          </a:solidFill>
          <a:ln>
            <a:noFill/>
          </a:ln>
        </p:spPr>
        <p:txBody>
          <a:bodyPr anchorCtr="0" anchor="ctr" bIns="91450" lIns="91450" spcFirstLastPara="1" rIns="91450" wrap="square" tIns="914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34" name="Google Shape;334;p63"/>
          <p:cNvSpPr/>
          <p:nvPr/>
        </p:nvSpPr>
        <p:spPr>
          <a:xfrm>
            <a:off x="12324210" y="6898582"/>
            <a:ext cx="3734400" cy="244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DB0FF"/>
              </a:buClr>
              <a:buSzPts val="1400"/>
              <a:buFont typeface="Arial"/>
              <a:buNone/>
            </a:pPr>
            <a:r>
              <a:rPr b="1" i="0" lang="en-US" sz="1400" u="none" cap="none" strike="noStrike">
                <a:solidFill>
                  <a:srgbClr val="9DB0FF"/>
                </a:solidFill>
                <a:latin typeface="Arial"/>
                <a:ea typeface="Arial"/>
                <a:cs typeface="Arial"/>
                <a:sym typeface="Arial"/>
              </a:rPr>
              <a:t>INDUSTRIA, MEDIOS &amp; SERVICIOS</a:t>
            </a:r>
            <a:endParaRPr b="0" i="0" sz="1400" u="none" cap="none" strike="noStrike">
              <a:solidFill>
                <a:schemeClr val="dk1"/>
              </a:solidFill>
              <a:latin typeface="Calibri"/>
              <a:ea typeface="Calibri"/>
              <a:cs typeface="Calibri"/>
              <a:sym typeface="Calibri"/>
            </a:endParaRPr>
          </a:p>
        </p:txBody>
      </p:sp>
      <p:pic>
        <p:nvPicPr>
          <p:cNvPr descr="preencoded.png" id="335" name="Google Shape;335;p63"/>
          <p:cNvPicPr preferRelativeResize="0"/>
          <p:nvPr/>
        </p:nvPicPr>
        <p:blipFill rotWithShape="1">
          <a:blip r:embed="rId35">
            <a:alphaModFix amt="94000"/>
          </a:blip>
          <a:srcRect b="0" l="0" r="0" t="0"/>
          <a:stretch/>
        </p:blipFill>
        <p:spPr>
          <a:xfrm>
            <a:off x="12324210" y="7982794"/>
            <a:ext cx="1428750" cy="338748"/>
          </a:xfrm>
          <a:prstGeom prst="rect">
            <a:avLst/>
          </a:prstGeom>
          <a:noFill/>
          <a:ln>
            <a:noFill/>
          </a:ln>
        </p:spPr>
      </p:pic>
      <p:pic>
        <p:nvPicPr>
          <p:cNvPr descr="preencoded.png" id="336" name="Google Shape;336;p63"/>
          <p:cNvPicPr preferRelativeResize="0"/>
          <p:nvPr/>
        </p:nvPicPr>
        <p:blipFill rotWithShape="1">
          <a:blip r:embed="rId36">
            <a:alphaModFix amt="94000"/>
          </a:blip>
          <a:srcRect b="0" l="0" r="0" t="0"/>
          <a:stretch/>
        </p:blipFill>
        <p:spPr>
          <a:xfrm>
            <a:off x="14076744" y="7993378"/>
            <a:ext cx="1428750" cy="317500"/>
          </a:xfrm>
          <a:prstGeom prst="rect">
            <a:avLst/>
          </a:prstGeom>
          <a:noFill/>
          <a:ln>
            <a:noFill/>
          </a:ln>
        </p:spPr>
      </p:pic>
      <p:pic>
        <p:nvPicPr>
          <p:cNvPr descr="preencoded.png" id="337" name="Google Shape;337;p63"/>
          <p:cNvPicPr preferRelativeResize="0"/>
          <p:nvPr/>
        </p:nvPicPr>
        <p:blipFill rotWithShape="1">
          <a:blip r:embed="rId37">
            <a:alphaModFix amt="94000"/>
          </a:blip>
          <a:srcRect b="0" l="0" r="0" t="0"/>
          <a:stretch/>
        </p:blipFill>
        <p:spPr>
          <a:xfrm>
            <a:off x="12324210" y="8580174"/>
            <a:ext cx="1428750" cy="358842"/>
          </a:xfrm>
          <a:prstGeom prst="rect">
            <a:avLst/>
          </a:prstGeom>
          <a:noFill/>
          <a:ln>
            <a:noFill/>
          </a:ln>
        </p:spPr>
      </p:pic>
      <p:pic>
        <p:nvPicPr>
          <p:cNvPr descr="preencoded.png" id="338" name="Google Shape;338;p63"/>
          <p:cNvPicPr preferRelativeResize="0"/>
          <p:nvPr/>
        </p:nvPicPr>
        <p:blipFill rotWithShape="1">
          <a:blip r:embed="rId38">
            <a:alphaModFix amt="94000"/>
          </a:blip>
          <a:srcRect b="0" l="0" r="0" t="0"/>
          <a:stretch/>
        </p:blipFill>
        <p:spPr>
          <a:xfrm>
            <a:off x="14076744" y="8531060"/>
            <a:ext cx="1323662" cy="457068"/>
          </a:xfrm>
          <a:prstGeom prst="rect">
            <a:avLst/>
          </a:prstGeom>
          <a:noFill/>
          <a:ln>
            <a:noFill/>
          </a:ln>
        </p:spPr>
      </p:pic>
      <p:pic>
        <p:nvPicPr>
          <p:cNvPr id="339" name="Google Shape;339;p63"/>
          <p:cNvPicPr preferRelativeResize="0"/>
          <p:nvPr/>
        </p:nvPicPr>
        <p:blipFill rotWithShape="1">
          <a:blip r:embed="rId39">
            <a:alphaModFix/>
          </a:blip>
          <a:srcRect b="0" l="0" r="0" t="0"/>
          <a:stretch/>
        </p:blipFill>
        <p:spPr>
          <a:xfrm>
            <a:off x="1330824" y="5531304"/>
            <a:ext cx="1310998" cy="468234"/>
          </a:xfrm>
          <a:prstGeom prst="rect">
            <a:avLst/>
          </a:prstGeom>
          <a:noFill/>
          <a:ln>
            <a:noFill/>
          </a:ln>
        </p:spPr>
      </p:pic>
      <p:pic>
        <p:nvPicPr>
          <p:cNvPr id="340" name="Google Shape;340;p63"/>
          <p:cNvPicPr preferRelativeResize="0"/>
          <p:nvPr/>
        </p:nvPicPr>
        <p:blipFill rotWithShape="1">
          <a:blip r:embed="rId40">
            <a:alphaModFix/>
          </a:blip>
          <a:srcRect b="0" l="0" r="0" t="0"/>
          <a:stretch/>
        </p:blipFill>
        <p:spPr>
          <a:xfrm>
            <a:off x="10368150" y="7647198"/>
            <a:ext cx="1379749" cy="422044"/>
          </a:xfrm>
          <a:prstGeom prst="rect">
            <a:avLst/>
          </a:prstGeom>
          <a:solidFill>
            <a:srgbClr val="FFFFFF">
              <a:alpha val="3137"/>
            </a:srgbClr>
          </a:solidFill>
          <a:ln>
            <a:noFill/>
          </a:ln>
        </p:spPr>
      </p:pic>
      <p:pic>
        <p:nvPicPr>
          <p:cNvPr id="341" name="Google Shape;341;p63"/>
          <p:cNvPicPr preferRelativeResize="0"/>
          <p:nvPr/>
        </p:nvPicPr>
        <p:blipFill rotWithShape="1">
          <a:blip r:embed="rId41">
            <a:alphaModFix/>
          </a:blip>
          <a:srcRect b="0" l="0" r="0" t="0"/>
          <a:stretch/>
        </p:blipFill>
        <p:spPr>
          <a:xfrm>
            <a:off x="10494150" y="8244318"/>
            <a:ext cx="964309" cy="503999"/>
          </a:xfrm>
          <a:prstGeom prst="rect">
            <a:avLst/>
          </a:prstGeom>
          <a:noFill/>
          <a:ln>
            <a:noFill/>
          </a:ln>
        </p:spPr>
      </p:pic>
      <p:pic>
        <p:nvPicPr>
          <p:cNvPr id="342" name="Google Shape;342;p63"/>
          <p:cNvPicPr preferRelativeResize="0"/>
          <p:nvPr/>
        </p:nvPicPr>
        <p:blipFill rotWithShape="1">
          <a:blip r:embed="rId42">
            <a:alphaModFix/>
          </a:blip>
          <a:srcRect b="0" l="0" r="0" t="0"/>
          <a:stretch/>
        </p:blipFill>
        <p:spPr>
          <a:xfrm>
            <a:off x="10101900" y="4867240"/>
            <a:ext cx="1130643" cy="4317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7" name="Shape 347"/>
        <p:cNvGrpSpPr/>
        <p:nvPr/>
      </p:nvGrpSpPr>
      <p:grpSpPr>
        <a:xfrm>
          <a:off x="0" y="0"/>
          <a:ext cx="0" cy="0"/>
          <a:chOff x="0" y="0"/>
          <a:chExt cx="0" cy="0"/>
        </a:xfrm>
      </p:grpSpPr>
      <p:sp>
        <p:nvSpPr>
          <p:cNvPr id="348" name="Google Shape;348;p64"/>
          <p:cNvSpPr/>
          <p:nvPr/>
        </p:nvSpPr>
        <p:spPr>
          <a:xfrm>
            <a:off x="5106850" y="4171100"/>
            <a:ext cx="3795600" cy="975000"/>
          </a:xfrm>
          <a:prstGeom prst="roundRect">
            <a:avLst>
              <a:gd fmla="val 12501" name="adj"/>
            </a:avLst>
          </a:prstGeom>
          <a:solidFill>
            <a:srgbClr val="FFFFFF"/>
          </a:solidFill>
          <a:ln cap="flat" cmpd="sng" w="19050">
            <a:solidFill>
              <a:srgbClr val="E2E1EE"/>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49" name="Google Shape;349;p64"/>
          <p:cNvSpPr/>
          <p:nvPr/>
        </p:nvSpPr>
        <p:spPr>
          <a:xfrm>
            <a:off x="5106850" y="5515526"/>
            <a:ext cx="3795600" cy="975000"/>
          </a:xfrm>
          <a:prstGeom prst="roundRect">
            <a:avLst>
              <a:gd fmla="val 12501" name="adj"/>
            </a:avLst>
          </a:prstGeom>
          <a:solidFill>
            <a:srgbClr val="FFFFFF"/>
          </a:solidFill>
          <a:ln cap="flat" cmpd="sng" w="19050">
            <a:solidFill>
              <a:srgbClr val="E2E1EE"/>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50" name="Google Shape;350;p64"/>
          <p:cNvSpPr/>
          <p:nvPr/>
        </p:nvSpPr>
        <p:spPr>
          <a:xfrm>
            <a:off x="990550" y="5515526"/>
            <a:ext cx="3795600" cy="975000"/>
          </a:xfrm>
          <a:prstGeom prst="roundRect">
            <a:avLst>
              <a:gd fmla="val 12501" name="adj"/>
            </a:avLst>
          </a:prstGeom>
          <a:solidFill>
            <a:srgbClr val="FFFFFF"/>
          </a:solidFill>
          <a:ln cap="flat" cmpd="sng" w="19050">
            <a:solidFill>
              <a:srgbClr val="E2E1EE"/>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pic>
        <p:nvPicPr>
          <p:cNvPr descr="preencoded.png" id="351" name="Google Shape;351;p64"/>
          <p:cNvPicPr preferRelativeResize="0"/>
          <p:nvPr/>
        </p:nvPicPr>
        <p:blipFill rotWithShape="1">
          <a:blip r:embed="rId3">
            <a:alphaModFix/>
          </a:blip>
          <a:srcRect b="0" l="0" r="0" t="0"/>
          <a:stretch/>
        </p:blipFill>
        <p:spPr>
          <a:xfrm>
            <a:off x="15492760" y="514284"/>
            <a:ext cx="1804707" cy="361900"/>
          </a:xfrm>
          <a:prstGeom prst="rect">
            <a:avLst/>
          </a:prstGeom>
          <a:noFill/>
          <a:ln>
            <a:noFill/>
          </a:ln>
        </p:spPr>
      </p:pic>
      <p:sp>
        <p:nvSpPr>
          <p:cNvPr id="352" name="Google Shape;352;p64"/>
          <p:cNvSpPr/>
          <p:nvPr/>
        </p:nvSpPr>
        <p:spPr>
          <a:xfrm>
            <a:off x="990550" y="4197700"/>
            <a:ext cx="3795600" cy="975000"/>
          </a:xfrm>
          <a:prstGeom prst="roundRect">
            <a:avLst>
              <a:gd fmla="val 12501" name="adj"/>
            </a:avLst>
          </a:prstGeom>
          <a:solidFill>
            <a:srgbClr val="FFFFFF"/>
          </a:solidFill>
          <a:ln cap="flat" cmpd="sng" w="19050">
            <a:solidFill>
              <a:srgbClr val="E2E1EE"/>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53" name="Google Shape;353;p64"/>
          <p:cNvSpPr/>
          <p:nvPr/>
        </p:nvSpPr>
        <p:spPr>
          <a:xfrm>
            <a:off x="990534" y="800034"/>
            <a:ext cx="16796400" cy="324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Montserrat"/>
              <a:buNone/>
            </a:pPr>
            <a:r>
              <a:rPr b="1" i="0" lang="en-US" sz="1800" u="none" cap="none" strike="noStrike">
                <a:solidFill>
                  <a:srgbClr val="05058C"/>
                </a:solidFill>
                <a:latin typeface="Montserrat"/>
                <a:ea typeface="Montserrat"/>
                <a:cs typeface="Montserrat"/>
                <a:sym typeface="Montserrat"/>
              </a:rPr>
              <a:t>ECOSISTEMA</a:t>
            </a:r>
            <a:endParaRPr b="0" i="0" sz="1800" u="none" cap="none" strike="noStrike">
              <a:solidFill>
                <a:schemeClr val="dk1"/>
              </a:solidFill>
              <a:latin typeface="Calibri"/>
              <a:ea typeface="Calibri"/>
              <a:cs typeface="Calibri"/>
              <a:sym typeface="Calibri"/>
            </a:endParaRPr>
          </a:p>
        </p:txBody>
      </p:sp>
      <p:sp>
        <p:nvSpPr>
          <p:cNvPr id="354" name="Google Shape;354;p64"/>
          <p:cNvSpPr/>
          <p:nvPr/>
        </p:nvSpPr>
        <p:spPr>
          <a:xfrm>
            <a:off x="5106850" y="6859998"/>
            <a:ext cx="3795600" cy="787800"/>
          </a:xfrm>
          <a:prstGeom prst="roundRect">
            <a:avLst>
              <a:gd fmla="val 12501" name="adj"/>
            </a:avLst>
          </a:prstGeom>
          <a:solidFill>
            <a:srgbClr val="FFFFFF"/>
          </a:solidFill>
          <a:ln cap="flat" cmpd="sng" w="19050">
            <a:solidFill>
              <a:srgbClr val="E2E1EE"/>
            </a:solidFill>
            <a:prstDash val="solid"/>
            <a:round/>
            <a:headEnd len="sm" w="sm" type="none"/>
            <a:tailEnd len="sm" w="sm" type="none"/>
          </a:ln>
        </p:spPr>
        <p:txBody>
          <a:bodyPr anchorCtr="0" anchor="ctr" bIns="147700" lIns="147700" spcFirstLastPara="1" rIns="147700" wrap="square" tIns="147700">
            <a:noAutofit/>
          </a:bodyPr>
          <a:lstStyle/>
          <a:p>
            <a:pPr indent="0" lvl="0" marL="0" marR="0" rtl="0" algn="l">
              <a:lnSpc>
                <a:spcPct val="100000"/>
              </a:lnSpc>
              <a:spcBef>
                <a:spcPts val="0"/>
              </a:spcBef>
              <a:spcAft>
                <a:spcPts val="0"/>
              </a:spcAft>
              <a:buClr>
                <a:srgbClr val="000000"/>
              </a:buClr>
              <a:buSzPts val="2300"/>
              <a:buFont typeface="Arial"/>
              <a:buNone/>
            </a:pPr>
            <a:r>
              <a:t/>
            </a:r>
            <a:endParaRPr b="0" i="0" sz="2300" u="none" cap="none" strike="noStrike">
              <a:solidFill>
                <a:srgbClr val="000000"/>
              </a:solidFill>
              <a:latin typeface="Arial"/>
              <a:ea typeface="Arial"/>
              <a:cs typeface="Arial"/>
              <a:sym typeface="Arial"/>
            </a:endParaRPr>
          </a:p>
        </p:txBody>
      </p:sp>
      <p:sp>
        <p:nvSpPr>
          <p:cNvPr id="355" name="Google Shape;355;p64"/>
          <p:cNvSpPr/>
          <p:nvPr/>
        </p:nvSpPr>
        <p:spPr>
          <a:xfrm>
            <a:off x="990534" y="1200050"/>
            <a:ext cx="16796400" cy="777600"/>
          </a:xfrm>
          <a:prstGeom prst="rect">
            <a:avLst/>
          </a:prstGeom>
          <a:noFill/>
          <a:ln>
            <a:noFill/>
          </a:ln>
        </p:spPr>
        <p:txBody>
          <a:bodyPr anchorCtr="0" anchor="t" bIns="25400" lIns="25400" spcFirstLastPara="1" rIns="25400" wrap="square" tIns="25400">
            <a:noAutofit/>
          </a:bodyPr>
          <a:lstStyle/>
          <a:p>
            <a:pPr indent="0" lvl="0" marL="0" marR="0" rtl="0" algn="l">
              <a:lnSpc>
                <a:spcPct val="105000"/>
              </a:lnSpc>
              <a:spcBef>
                <a:spcPts val="0"/>
              </a:spcBef>
              <a:spcAft>
                <a:spcPts val="0"/>
              </a:spcAft>
              <a:buClr>
                <a:srgbClr val="000033"/>
              </a:buClr>
              <a:buSzPts val="5600"/>
              <a:buFont typeface="PT Serif"/>
              <a:buNone/>
            </a:pPr>
            <a:r>
              <a:rPr b="1" i="0" lang="en-US" sz="5600" u="none" cap="none" strike="noStrike">
                <a:solidFill>
                  <a:srgbClr val="000033"/>
                </a:solidFill>
                <a:latin typeface="PT Serif"/>
                <a:ea typeface="PT Serif"/>
                <a:cs typeface="PT Serif"/>
                <a:sym typeface="PT Serif"/>
              </a:rPr>
              <a:t>Nuestros partners</a:t>
            </a:r>
            <a:endParaRPr b="0" i="0" sz="5600" u="none" cap="none" strike="noStrike">
              <a:solidFill>
                <a:schemeClr val="dk1"/>
              </a:solidFill>
              <a:latin typeface="Calibri"/>
              <a:ea typeface="Calibri"/>
              <a:cs typeface="Calibri"/>
              <a:sym typeface="Calibri"/>
            </a:endParaRPr>
          </a:p>
        </p:txBody>
      </p:sp>
      <p:sp>
        <p:nvSpPr>
          <p:cNvPr id="356" name="Google Shape;356;p64"/>
          <p:cNvSpPr/>
          <p:nvPr/>
        </p:nvSpPr>
        <p:spPr>
          <a:xfrm>
            <a:off x="990560" y="2072600"/>
            <a:ext cx="14665800" cy="975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4A4A6A"/>
              </a:buClr>
              <a:buSzPts val="2000"/>
              <a:buFont typeface="Montserrat"/>
              <a:buNone/>
            </a:pPr>
            <a:r>
              <a:rPr b="0" i="0" lang="en-US" sz="2000" u="none" cap="none" strike="noStrike">
                <a:solidFill>
                  <a:srgbClr val="4A4A6A"/>
                </a:solidFill>
                <a:latin typeface="Montserrat"/>
                <a:ea typeface="Montserrat"/>
                <a:cs typeface="Montserrat"/>
                <a:sym typeface="Montserrat"/>
              </a:rPr>
              <a:t>Somos partners certificados de las principales plataformas de data, marketing e IA del mundo — y trabajamos con los modelos frontera de la industria.</a:t>
            </a:r>
            <a:endParaRPr b="0" i="0" sz="2000" u="none" cap="none" strike="noStrike">
              <a:solidFill>
                <a:schemeClr val="dk1"/>
              </a:solidFill>
              <a:latin typeface="Calibri"/>
              <a:ea typeface="Calibri"/>
              <a:cs typeface="Calibri"/>
              <a:sym typeface="Calibri"/>
            </a:endParaRPr>
          </a:p>
        </p:txBody>
      </p:sp>
      <p:sp>
        <p:nvSpPr>
          <p:cNvPr id="357" name="Google Shape;357;p64"/>
          <p:cNvSpPr/>
          <p:nvPr/>
        </p:nvSpPr>
        <p:spPr>
          <a:xfrm>
            <a:off x="990540" y="3447350"/>
            <a:ext cx="6244200" cy="324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Montserrat"/>
              <a:buNone/>
            </a:pPr>
            <a:r>
              <a:rPr b="1" i="0" lang="en-US" sz="1800" u="none" cap="none" strike="noStrike">
                <a:solidFill>
                  <a:srgbClr val="05058C"/>
                </a:solidFill>
                <a:latin typeface="Montserrat"/>
                <a:ea typeface="Montserrat"/>
                <a:cs typeface="Montserrat"/>
                <a:sym typeface="Montserrat"/>
              </a:rPr>
              <a:t>PLATAFORMAS TECNOLÓGICAS &amp; IA</a:t>
            </a:r>
            <a:endParaRPr b="0" i="0" sz="1800" u="none" cap="none" strike="noStrike">
              <a:solidFill>
                <a:schemeClr val="dk1"/>
              </a:solidFill>
              <a:latin typeface="Calibri"/>
              <a:ea typeface="Calibri"/>
              <a:cs typeface="Calibri"/>
              <a:sym typeface="Calibri"/>
            </a:endParaRPr>
          </a:p>
        </p:txBody>
      </p:sp>
      <p:pic>
        <p:nvPicPr>
          <p:cNvPr descr="preencoded.png" id="358" name="Google Shape;358;p64"/>
          <p:cNvPicPr preferRelativeResize="0"/>
          <p:nvPr/>
        </p:nvPicPr>
        <p:blipFill rotWithShape="1">
          <a:blip r:embed="rId4">
            <a:alphaModFix/>
          </a:blip>
          <a:srcRect b="0" l="0" r="0" t="0"/>
          <a:stretch/>
        </p:blipFill>
        <p:spPr>
          <a:xfrm>
            <a:off x="6517150" y="4171100"/>
            <a:ext cx="975000" cy="975000"/>
          </a:xfrm>
          <a:prstGeom prst="rect">
            <a:avLst/>
          </a:prstGeom>
          <a:noFill/>
          <a:ln>
            <a:noFill/>
          </a:ln>
        </p:spPr>
      </p:pic>
      <p:pic>
        <p:nvPicPr>
          <p:cNvPr descr="preencoded.png" id="359" name="Google Shape;359;p64"/>
          <p:cNvPicPr preferRelativeResize="0"/>
          <p:nvPr/>
        </p:nvPicPr>
        <p:blipFill rotWithShape="1">
          <a:blip r:embed="rId5">
            <a:alphaModFix/>
          </a:blip>
          <a:srcRect b="0" l="0" r="0" t="0"/>
          <a:stretch/>
        </p:blipFill>
        <p:spPr>
          <a:xfrm>
            <a:off x="12249016" y="3969558"/>
            <a:ext cx="4124250" cy="4124250"/>
          </a:xfrm>
          <a:prstGeom prst="rect">
            <a:avLst/>
          </a:prstGeom>
          <a:noFill/>
          <a:ln>
            <a:noFill/>
          </a:ln>
        </p:spPr>
      </p:pic>
      <p:pic>
        <p:nvPicPr>
          <p:cNvPr id="360" name="Google Shape;360;p64"/>
          <p:cNvPicPr preferRelativeResize="0"/>
          <p:nvPr/>
        </p:nvPicPr>
        <p:blipFill rotWithShape="1">
          <a:blip r:embed="rId6">
            <a:alphaModFix/>
          </a:blip>
          <a:srcRect b="0" l="0" r="0" t="0"/>
          <a:stretch/>
        </p:blipFill>
        <p:spPr>
          <a:xfrm>
            <a:off x="1508598" y="5558374"/>
            <a:ext cx="2759501" cy="889300"/>
          </a:xfrm>
          <a:prstGeom prst="rect">
            <a:avLst/>
          </a:prstGeom>
          <a:noFill/>
          <a:ln>
            <a:noFill/>
          </a:ln>
        </p:spPr>
      </p:pic>
      <p:pic>
        <p:nvPicPr>
          <p:cNvPr id="361" name="Google Shape;361;p64"/>
          <p:cNvPicPr preferRelativeResize="0"/>
          <p:nvPr/>
        </p:nvPicPr>
        <p:blipFill rotWithShape="1">
          <a:blip r:embed="rId7">
            <a:alphaModFix/>
          </a:blip>
          <a:srcRect b="0" l="0" r="0" t="0"/>
          <a:stretch/>
        </p:blipFill>
        <p:spPr>
          <a:xfrm>
            <a:off x="1788750" y="4277450"/>
            <a:ext cx="2199212" cy="777600"/>
          </a:xfrm>
          <a:prstGeom prst="rect">
            <a:avLst/>
          </a:prstGeom>
          <a:noFill/>
          <a:ln>
            <a:noFill/>
          </a:ln>
        </p:spPr>
      </p:pic>
      <p:pic>
        <p:nvPicPr>
          <p:cNvPr id="362" name="Google Shape;362;p64"/>
          <p:cNvPicPr preferRelativeResize="0"/>
          <p:nvPr/>
        </p:nvPicPr>
        <p:blipFill rotWithShape="1">
          <a:blip r:embed="rId8">
            <a:alphaModFix/>
          </a:blip>
          <a:srcRect b="0" l="0" r="0" t="8792"/>
          <a:stretch/>
        </p:blipFill>
        <p:spPr>
          <a:xfrm>
            <a:off x="5534600" y="5558374"/>
            <a:ext cx="2940101" cy="889300"/>
          </a:xfrm>
          <a:prstGeom prst="rect">
            <a:avLst/>
          </a:prstGeom>
          <a:noFill/>
          <a:ln>
            <a:noFill/>
          </a:ln>
        </p:spPr>
      </p:pic>
      <p:pic>
        <p:nvPicPr>
          <p:cNvPr id="363" name="Google Shape;363;p64"/>
          <p:cNvPicPr preferRelativeResize="0"/>
          <p:nvPr/>
        </p:nvPicPr>
        <p:blipFill rotWithShape="1">
          <a:blip r:embed="rId9">
            <a:alphaModFix/>
          </a:blip>
          <a:srcRect b="0" l="0" r="0" t="0"/>
          <a:stretch/>
        </p:blipFill>
        <p:spPr>
          <a:xfrm>
            <a:off x="5547852" y="7029724"/>
            <a:ext cx="2913448" cy="448222"/>
          </a:xfrm>
          <a:prstGeom prst="rect">
            <a:avLst/>
          </a:prstGeom>
          <a:noFill/>
          <a:ln>
            <a:noFill/>
          </a:ln>
        </p:spPr>
      </p:pic>
      <p:sp>
        <p:nvSpPr>
          <p:cNvPr id="364" name="Google Shape;364;p64"/>
          <p:cNvSpPr/>
          <p:nvPr/>
        </p:nvSpPr>
        <p:spPr>
          <a:xfrm>
            <a:off x="13107800" y="3447350"/>
            <a:ext cx="4530600" cy="3240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Montserrat"/>
              <a:buNone/>
            </a:pPr>
            <a:r>
              <a:rPr b="1" i="0" lang="en-US" sz="1800" u="none" cap="none" strike="noStrike">
                <a:solidFill>
                  <a:srgbClr val="05058C"/>
                </a:solidFill>
                <a:latin typeface="Montserrat"/>
                <a:ea typeface="Montserrat"/>
                <a:cs typeface="Montserrat"/>
                <a:sym typeface="Montserrat"/>
              </a:rPr>
              <a:t>CERTIFICACIÓN</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9" name="Shape 369"/>
        <p:cNvGrpSpPr/>
        <p:nvPr/>
      </p:nvGrpSpPr>
      <p:grpSpPr>
        <a:xfrm>
          <a:off x="0" y="0"/>
          <a:ext cx="0" cy="0"/>
          <a:chOff x="0" y="0"/>
          <a:chExt cx="0" cy="0"/>
        </a:xfrm>
      </p:grpSpPr>
      <p:sp>
        <p:nvSpPr>
          <p:cNvPr id="370" name="Google Shape;370;p65"/>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Agenda</a:t>
            </a:r>
            <a:endParaRPr b="0" i="0" sz="4800" u="none" cap="none" strike="noStrike">
              <a:solidFill>
                <a:schemeClr val="dk1"/>
              </a:solidFill>
              <a:latin typeface="Calibri"/>
              <a:ea typeface="Calibri"/>
              <a:cs typeface="Calibri"/>
              <a:sym typeface="Calibri"/>
            </a:endParaRPr>
          </a:p>
        </p:txBody>
      </p:sp>
      <p:sp>
        <p:nvSpPr>
          <p:cNvPr id="371" name="Google Shape;371;p65"/>
          <p:cNvSpPr/>
          <p:nvPr/>
        </p:nvSpPr>
        <p:spPr>
          <a:xfrm>
            <a:off x="952500" y="2652713"/>
            <a:ext cx="5054575"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72" name="Google Shape;372;p65"/>
          <p:cNvSpPr/>
          <p:nvPr/>
        </p:nvSpPr>
        <p:spPr>
          <a:xfrm>
            <a:off x="952500" y="2895600"/>
            <a:ext cx="394097" cy="36671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01</a:t>
            </a:r>
            <a:endParaRPr b="0" i="0" sz="2250" u="none" cap="none" strike="noStrike">
              <a:solidFill>
                <a:schemeClr val="dk1"/>
              </a:solidFill>
              <a:latin typeface="Montserrat"/>
              <a:ea typeface="Montserrat"/>
              <a:cs typeface="Montserrat"/>
              <a:sym typeface="Montserrat"/>
            </a:endParaRPr>
          </a:p>
        </p:txBody>
      </p:sp>
      <p:sp>
        <p:nvSpPr>
          <p:cNvPr id="373" name="Google Shape;373;p65"/>
          <p:cNvSpPr/>
          <p:nvPr/>
        </p:nvSpPr>
        <p:spPr>
          <a:xfrm>
            <a:off x="1498997" y="2862263"/>
            <a:ext cx="1536836" cy="40957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Contexto</a:t>
            </a:r>
            <a:endParaRPr b="0" i="0" sz="2400" u="none" cap="none" strike="noStrike">
              <a:solidFill>
                <a:schemeClr val="dk1"/>
              </a:solidFill>
              <a:latin typeface="Montserrat"/>
              <a:ea typeface="Montserrat"/>
              <a:cs typeface="Montserrat"/>
              <a:sym typeface="Montserrat"/>
            </a:endParaRPr>
          </a:p>
        </p:txBody>
      </p:sp>
      <p:sp>
        <p:nvSpPr>
          <p:cNvPr id="374" name="Google Shape;374;p65"/>
          <p:cNvSpPr/>
          <p:nvPr/>
        </p:nvSpPr>
        <p:spPr>
          <a:xfrm>
            <a:off x="6616675" y="2652713"/>
            <a:ext cx="5054575"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75" name="Google Shape;375;p65"/>
          <p:cNvSpPr/>
          <p:nvPr/>
        </p:nvSpPr>
        <p:spPr>
          <a:xfrm>
            <a:off x="6616675" y="2895600"/>
            <a:ext cx="5466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02</a:t>
            </a:r>
            <a:endParaRPr b="0" i="0" sz="2250" u="none" cap="none" strike="noStrike">
              <a:solidFill>
                <a:schemeClr val="dk1"/>
              </a:solidFill>
              <a:latin typeface="Montserrat"/>
              <a:ea typeface="Montserrat"/>
              <a:cs typeface="Montserrat"/>
              <a:sym typeface="Montserrat"/>
            </a:endParaRPr>
          </a:p>
        </p:txBody>
      </p:sp>
      <p:sp>
        <p:nvSpPr>
          <p:cNvPr id="376" name="Google Shape;376;p65"/>
          <p:cNvSpPr/>
          <p:nvPr/>
        </p:nvSpPr>
        <p:spPr>
          <a:xfrm>
            <a:off x="7163172" y="2862263"/>
            <a:ext cx="1635309" cy="40957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El desafío</a:t>
            </a:r>
            <a:endParaRPr b="0" i="0" sz="2400" u="none" cap="none" strike="noStrike">
              <a:solidFill>
                <a:schemeClr val="dk1"/>
              </a:solidFill>
              <a:latin typeface="Montserrat"/>
              <a:ea typeface="Montserrat"/>
              <a:cs typeface="Montserrat"/>
              <a:sym typeface="Montserrat"/>
            </a:endParaRPr>
          </a:p>
        </p:txBody>
      </p:sp>
      <p:sp>
        <p:nvSpPr>
          <p:cNvPr id="377" name="Google Shape;377;p65"/>
          <p:cNvSpPr/>
          <p:nvPr/>
        </p:nvSpPr>
        <p:spPr>
          <a:xfrm>
            <a:off x="12280850" y="2652713"/>
            <a:ext cx="5054650"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78" name="Google Shape;378;p65"/>
          <p:cNvSpPr/>
          <p:nvPr/>
        </p:nvSpPr>
        <p:spPr>
          <a:xfrm>
            <a:off x="12280850" y="2895600"/>
            <a:ext cx="6378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03</a:t>
            </a:r>
            <a:endParaRPr b="0" i="0" sz="2250" u="none" cap="none" strike="noStrike">
              <a:solidFill>
                <a:schemeClr val="dk1"/>
              </a:solidFill>
              <a:latin typeface="Montserrat"/>
              <a:ea typeface="Montserrat"/>
              <a:cs typeface="Montserrat"/>
              <a:sym typeface="Montserrat"/>
            </a:endParaRPr>
          </a:p>
        </p:txBody>
      </p:sp>
      <p:sp>
        <p:nvSpPr>
          <p:cNvPr id="379" name="Google Shape;379;p65"/>
          <p:cNvSpPr/>
          <p:nvPr/>
        </p:nvSpPr>
        <p:spPr>
          <a:xfrm>
            <a:off x="12827347" y="2862263"/>
            <a:ext cx="4643397" cy="78105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Diagnóstico de la situación actual</a:t>
            </a:r>
            <a:endParaRPr b="0" i="0" sz="2400" u="none" cap="none" strike="noStrike">
              <a:solidFill>
                <a:schemeClr val="dk1"/>
              </a:solidFill>
              <a:latin typeface="Montserrat"/>
              <a:ea typeface="Montserrat"/>
              <a:cs typeface="Montserrat"/>
              <a:sym typeface="Montserrat"/>
            </a:endParaRPr>
          </a:p>
        </p:txBody>
      </p:sp>
      <p:sp>
        <p:nvSpPr>
          <p:cNvPr id="380" name="Google Shape;380;p65"/>
          <p:cNvSpPr/>
          <p:nvPr/>
        </p:nvSpPr>
        <p:spPr>
          <a:xfrm>
            <a:off x="952500" y="3948112"/>
            <a:ext cx="5054575"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81" name="Google Shape;381;p65"/>
          <p:cNvSpPr/>
          <p:nvPr/>
        </p:nvSpPr>
        <p:spPr>
          <a:xfrm>
            <a:off x="952500" y="4408484"/>
            <a:ext cx="5466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04</a:t>
            </a:r>
            <a:endParaRPr b="0" i="0" sz="2250" u="none" cap="none" strike="noStrike">
              <a:solidFill>
                <a:schemeClr val="dk1"/>
              </a:solidFill>
              <a:latin typeface="Montserrat"/>
              <a:ea typeface="Montserrat"/>
              <a:cs typeface="Montserrat"/>
              <a:sym typeface="Montserrat"/>
            </a:endParaRPr>
          </a:p>
        </p:txBody>
      </p:sp>
      <p:sp>
        <p:nvSpPr>
          <p:cNvPr id="382" name="Google Shape;382;p65"/>
          <p:cNvSpPr/>
          <p:nvPr/>
        </p:nvSpPr>
        <p:spPr>
          <a:xfrm>
            <a:off x="1498997" y="4375147"/>
            <a:ext cx="47016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Objetivo y modelo de gobierno</a:t>
            </a:r>
            <a:endParaRPr b="0" i="0" sz="2400" u="none" cap="none" strike="noStrike">
              <a:solidFill>
                <a:schemeClr val="dk1"/>
              </a:solidFill>
              <a:latin typeface="Montserrat"/>
              <a:ea typeface="Montserrat"/>
              <a:cs typeface="Montserrat"/>
              <a:sym typeface="Montserrat"/>
            </a:endParaRPr>
          </a:p>
        </p:txBody>
      </p:sp>
      <p:sp>
        <p:nvSpPr>
          <p:cNvPr id="383" name="Google Shape;383;p65"/>
          <p:cNvSpPr/>
          <p:nvPr/>
        </p:nvSpPr>
        <p:spPr>
          <a:xfrm>
            <a:off x="6616675" y="3948112"/>
            <a:ext cx="5054575"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84" name="Google Shape;384;p65"/>
          <p:cNvSpPr/>
          <p:nvPr/>
        </p:nvSpPr>
        <p:spPr>
          <a:xfrm>
            <a:off x="6616675" y="4408490"/>
            <a:ext cx="5466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05</a:t>
            </a:r>
            <a:endParaRPr b="0" i="0" sz="2250" u="none" cap="none" strike="noStrike">
              <a:solidFill>
                <a:schemeClr val="dk1"/>
              </a:solidFill>
              <a:latin typeface="Montserrat"/>
              <a:ea typeface="Montserrat"/>
              <a:cs typeface="Montserrat"/>
              <a:sym typeface="Montserrat"/>
            </a:endParaRPr>
          </a:p>
        </p:txBody>
      </p:sp>
      <p:sp>
        <p:nvSpPr>
          <p:cNvPr id="385" name="Google Shape;385;p65"/>
          <p:cNvSpPr/>
          <p:nvPr/>
        </p:nvSpPr>
        <p:spPr>
          <a:xfrm>
            <a:off x="7163172" y="4375147"/>
            <a:ext cx="39123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Enfoque metodológico</a:t>
            </a:r>
            <a:endParaRPr b="0" i="0" sz="2400" u="none" cap="none" strike="noStrike">
              <a:solidFill>
                <a:schemeClr val="dk1"/>
              </a:solidFill>
              <a:latin typeface="Montserrat"/>
              <a:ea typeface="Montserrat"/>
              <a:cs typeface="Montserrat"/>
              <a:sym typeface="Montserrat"/>
            </a:endParaRPr>
          </a:p>
        </p:txBody>
      </p:sp>
      <p:sp>
        <p:nvSpPr>
          <p:cNvPr id="386" name="Google Shape;386;p65"/>
          <p:cNvSpPr/>
          <p:nvPr/>
        </p:nvSpPr>
        <p:spPr>
          <a:xfrm>
            <a:off x="12280850" y="3948112"/>
            <a:ext cx="5054650"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87" name="Google Shape;387;p65"/>
          <p:cNvSpPr/>
          <p:nvPr/>
        </p:nvSpPr>
        <p:spPr>
          <a:xfrm>
            <a:off x="12280850" y="4408490"/>
            <a:ext cx="6378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06</a:t>
            </a:r>
            <a:endParaRPr b="0" i="0" sz="2250" u="none" cap="none" strike="noStrike">
              <a:solidFill>
                <a:schemeClr val="dk1"/>
              </a:solidFill>
              <a:latin typeface="Montserrat"/>
              <a:ea typeface="Montserrat"/>
              <a:cs typeface="Montserrat"/>
              <a:sym typeface="Montserrat"/>
            </a:endParaRPr>
          </a:p>
        </p:txBody>
      </p:sp>
      <p:sp>
        <p:nvSpPr>
          <p:cNvPr id="388" name="Google Shape;388;p65"/>
          <p:cNvSpPr/>
          <p:nvPr/>
        </p:nvSpPr>
        <p:spPr>
          <a:xfrm>
            <a:off x="12827347" y="4375147"/>
            <a:ext cx="28230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Detalle por fases</a:t>
            </a:r>
            <a:endParaRPr b="0" i="0" sz="2400" u="none" cap="none" strike="noStrike">
              <a:solidFill>
                <a:schemeClr val="dk1"/>
              </a:solidFill>
              <a:latin typeface="Montserrat"/>
              <a:ea typeface="Montserrat"/>
              <a:cs typeface="Montserrat"/>
              <a:sym typeface="Montserrat"/>
            </a:endParaRPr>
          </a:p>
        </p:txBody>
      </p:sp>
      <p:sp>
        <p:nvSpPr>
          <p:cNvPr id="389" name="Google Shape;389;p65"/>
          <p:cNvSpPr/>
          <p:nvPr/>
        </p:nvSpPr>
        <p:spPr>
          <a:xfrm>
            <a:off x="952500" y="5285258"/>
            <a:ext cx="5054700" cy="1920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90" name="Google Shape;390;p65"/>
          <p:cNvSpPr/>
          <p:nvPr/>
        </p:nvSpPr>
        <p:spPr>
          <a:xfrm>
            <a:off x="952500" y="5615147"/>
            <a:ext cx="5466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07</a:t>
            </a:r>
            <a:endParaRPr b="0" i="0" sz="2250" u="none" cap="none" strike="noStrike">
              <a:solidFill>
                <a:schemeClr val="dk1"/>
              </a:solidFill>
              <a:latin typeface="Montserrat"/>
              <a:ea typeface="Montserrat"/>
              <a:cs typeface="Montserrat"/>
              <a:sym typeface="Montserrat"/>
            </a:endParaRPr>
          </a:p>
        </p:txBody>
      </p:sp>
      <p:sp>
        <p:nvSpPr>
          <p:cNvPr id="391" name="Google Shape;391;p65"/>
          <p:cNvSpPr/>
          <p:nvPr/>
        </p:nvSpPr>
        <p:spPr>
          <a:xfrm>
            <a:off x="1498997" y="5581802"/>
            <a:ext cx="21363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Cronograma</a:t>
            </a:r>
            <a:endParaRPr b="0" i="0" sz="2400" u="none" cap="none" strike="noStrike">
              <a:solidFill>
                <a:schemeClr val="dk1"/>
              </a:solidFill>
              <a:latin typeface="Montserrat"/>
              <a:ea typeface="Montserrat"/>
              <a:cs typeface="Montserrat"/>
              <a:sym typeface="Montserrat"/>
            </a:endParaRPr>
          </a:p>
        </p:txBody>
      </p:sp>
      <p:sp>
        <p:nvSpPr>
          <p:cNvPr id="392" name="Google Shape;392;p65"/>
          <p:cNvSpPr/>
          <p:nvPr/>
        </p:nvSpPr>
        <p:spPr>
          <a:xfrm>
            <a:off x="6616675" y="5285258"/>
            <a:ext cx="5054700" cy="1920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93" name="Google Shape;393;p65"/>
          <p:cNvSpPr/>
          <p:nvPr/>
        </p:nvSpPr>
        <p:spPr>
          <a:xfrm>
            <a:off x="6616675" y="5615149"/>
            <a:ext cx="5466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08</a:t>
            </a:r>
            <a:endParaRPr b="0" i="0" sz="2250" u="none" cap="none" strike="noStrike">
              <a:solidFill>
                <a:schemeClr val="dk1"/>
              </a:solidFill>
              <a:latin typeface="Montserrat"/>
              <a:ea typeface="Montserrat"/>
              <a:cs typeface="Montserrat"/>
              <a:sym typeface="Montserrat"/>
            </a:endParaRPr>
          </a:p>
        </p:txBody>
      </p:sp>
      <p:sp>
        <p:nvSpPr>
          <p:cNvPr id="394" name="Google Shape;394;p65"/>
          <p:cNvSpPr/>
          <p:nvPr/>
        </p:nvSpPr>
        <p:spPr>
          <a:xfrm>
            <a:off x="7163172" y="5581802"/>
            <a:ext cx="4643400" cy="7812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Consideraciones y riesgos</a:t>
            </a:r>
            <a:endParaRPr b="0" i="0" sz="2400" u="none" cap="none" strike="noStrike">
              <a:solidFill>
                <a:schemeClr val="dk1"/>
              </a:solidFill>
              <a:latin typeface="Montserrat"/>
              <a:ea typeface="Montserrat"/>
              <a:cs typeface="Montserrat"/>
              <a:sym typeface="Montserrat"/>
            </a:endParaRPr>
          </a:p>
        </p:txBody>
      </p:sp>
      <p:sp>
        <p:nvSpPr>
          <p:cNvPr id="395" name="Google Shape;395;p65"/>
          <p:cNvSpPr/>
          <p:nvPr/>
        </p:nvSpPr>
        <p:spPr>
          <a:xfrm>
            <a:off x="12280850" y="5285258"/>
            <a:ext cx="5054700" cy="1920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96" name="Google Shape;396;p65"/>
          <p:cNvSpPr/>
          <p:nvPr/>
        </p:nvSpPr>
        <p:spPr>
          <a:xfrm>
            <a:off x="12280850" y="5615149"/>
            <a:ext cx="6378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09</a:t>
            </a:r>
            <a:endParaRPr b="0" i="0" sz="2250" u="none" cap="none" strike="noStrike">
              <a:solidFill>
                <a:schemeClr val="dk1"/>
              </a:solidFill>
              <a:latin typeface="Montserrat"/>
              <a:ea typeface="Montserrat"/>
              <a:cs typeface="Montserrat"/>
              <a:sym typeface="Montserrat"/>
            </a:endParaRPr>
          </a:p>
        </p:txBody>
      </p:sp>
      <p:sp>
        <p:nvSpPr>
          <p:cNvPr id="397" name="Google Shape;397;p65"/>
          <p:cNvSpPr/>
          <p:nvPr/>
        </p:nvSpPr>
        <p:spPr>
          <a:xfrm>
            <a:off x="12827347" y="5581802"/>
            <a:ext cx="39300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Estimación de impacto</a:t>
            </a:r>
            <a:endParaRPr b="0" i="0" sz="2400" u="none" cap="none" strike="noStrike">
              <a:solidFill>
                <a:schemeClr val="dk1"/>
              </a:solidFill>
              <a:latin typeface="Montserrat"/>
              <a:ea typeface="Montserrat"/>
              <a:cs typeface="Montserrat"/>
              <a:sym typeface="Montserrat"/>
            </a:endParaRPr>
          </a:p>
        </p:txBody>
      </p:sp>
      <p:sp>
        <p:nvSpPr>
          <p:cNvPr id="398" name="Google Shape;398;p65"/>
          <p:cNvSpPr/>
          <p:nvPr/>
        </p:nvSpPr>
        <p:spPr>
          <a:xfrm>
            <a:off x="952500" y="6624155"/>
            <a:ext cx="5054700" cy="1920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399" name="Google Shape;399;p65"/>
          <p:cNvSpPr/>
          <p:nvPr/>
        </p:nvSpPr>
        <p:spPr>
          <a:xfrm>
            <a:off x="952500" y="6867042"/>
            <a:ext cx="3942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10</a:t>
            </a:r>
            <a:endParaRPr b="0" i="0" sz="2250" u="none" cap="none" strike="noStrike">
              <a:solidFill>
                <a:schemeClr val="dk1"/>
              </a:solidFill>
              <a:latin typeface="Montserrat"/>
              <a:ea typeface="Montserrat"/>
              <a:cs typeface="Montserrat"/>
              <a:sym typeface="Montserrat"/>
            </a:endParaRPr>
          </a:p>
        </p:txBody>
      </p:sp>
      <p:sp>
        <p:nvSpPr>
          <p:cNvPr id="400" name="Google Shape;400;p65"/>
          <p:cNvSpPr/>
          <p:nvPr/>
        </p:nvSpPr>
        <p:spPr>
          <a:xfrm>
            <a:off x="1498997" y="6833705"/>
            <a:ext cx="15561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Inversión</a:t>
            </a:r>
            <a:endParaRPr b="0" i="0" sz="2400" u="none" cap="none" strike="noStrike">
              <a:solidFill>
                <a:schemeClr val="dk1"/>
              </a:solidFill>
              <a:latin typeface="Montserrat"/>
              <a:ea typeface="Montserrat"/>
              <a:cs typeface="Montserrat"/>
              <a:sym typeface="Montserrat"/>
            </a:endParaRPr>
          </a:p>
        </p:txBody>
      </p:sp>
      <p:sp>
        <p:nvSpPr>
          <p:cNvPr id="401" name="Google Shape;401;p65"/>
          <p:cNvSpPr/>
          <p:nvPr/>
        </p:nvSpPr>
        <p:spPr>
          <a:xfrm>
            <a:off x="6616675" y="6624155"/>
            <a:ext cx="5054700" cy="1920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402" name="Google Shape;402;p65"/>
          <p:cNvSpPr/>
          <p:nvPr/>
        </p:nvSpPr>
        <p:spPr>
          <a:xfrm>
            <a:off x="6616675" y="6867042"/>
            <a:ext cx="3729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11</a:t>
            </a:r>
            <a:endParaRPr b="0" i="0" sz="2250" u="none" cap="none" strike="noStrike">
              <a:solidFill>
                <a:schemeClr val="dk1"/>
              </a:solidFill>
              <a:latin typeface="Montserrat"/>
              <a:ea typeface="Montserrat"/>
              <a:cs typeface="Montserrat"/>
              <a:sym typeface="Montserrat"/>
            </a:endParaRPr>
          </a:p>
        </p:txBody>
      </p:sp>
      <p:sp>
        <p:nvSpPr>
          <p:cNvPr id="403" name="Google Shape;403;p65"/>
          <p:cNvSpPr/>
          <p:nvPr/>
        </p:nvSpPr>
        <p:spPr>
          <a:xfrm>
            <a:off x="7141964" y="6833705"/>
            <a:ext cx="20811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Equipo NEO</a:t>
            </a:r>
            <a:endParaRPr b="0" i="0" sz="2400" u="none" cap="none" strike="noStrike">
              <a:solidFill>
                <a:schemeClr val="dk1"/>
              </a:solidFill>
              <a:latin typeface="Montserrat"/>
              <a:ea typeface="Montserrat"/>
              <a:cs typeface="Montserrat"/>
              <a:sym typeface="Montserrat"/>
            </a:endParaRPr>
          </a:p>
        </p:txBody>
      </p:sp>
      <p:sp>
        <p:nvSpPr>
          <p:cNvPr id="404" name="Google Shape;404;p65"/>
          <p:cNvSpPr/>
          <p:nvPr/>
        </p:nvSpPr>
        <p:spPr>
          <a:xfrm>
            <a:off x="12280850" y="6624155"/>
            <a:ext cx="5054700" cy="1920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405" name="Google Shape;405;p65"/>
          <p:cNvSpPr/>
          <p:nvPr/>
        </p:nvSpPr>
        <p:spPr>
          <a:xfrm>
            <a:off x="12280850" y="6867042"/>
            <a:ext cx="3942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2250"/>
              <a:buFont typeface="Arial"/>
              <a:buNone/>
            </a:pPr>
            <a:r>
              <a:rPr b="1" i="0" lang="en-US" sz="2250" u="none" cap="none" strike="noStrike">
                <a:solidFill>
                  <a:srgbClr val="6E6EB9"/>
                </a:solidFill>
                <a:latin typeface="Montserrat"/>
                <a:ea typeface="Montserrat"/>
                <a:cs typeface="Montserrat"/>
                <a:sym typeface="Montserrat"/>
              </a:rPr>
              <a:t>12</a:t>
            </a:r>
            <a:endParaRPr b="0" i="0" sz="2250" u="none" cap="none" strike="noStrike">
              <a:solidFill>
                <a:schemeClr val="dk1"/>
              </a:solidFill>
              <a:latin typeface="Montserrat"/>
              <a:ea typeface="Montserrat"/>
              <a:cs typeface="Montserrat"/>
              <a:sym typeface="Montserrat"/>
            </a:endParaRPr>
          </a:p>
        </p:txBody>
      </p:sp>
      <p:sp>
        <p:nvSpPr>
          <p:cNvPr id="406" name="Google Shape;406;p65"/>
          <p:cNvSpPr/>
          <p:nvPr/>
        </p:nvSpPr>
        <p:spPr>
          <a:xfrm>
            <a:off x="12827347" y="6833705"/>
            <a:ext cx="25821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0" i="0" lang="en-US" sz="2400" u="none" cap="none" strike="noStrike">
                <a:solidFill>
                  <a:srgbClr val="000033"/>
                </a:solidFill>
                <a:latin typeface="Montserrat"/>
                <a:ea typeface="Montserrat"/>
                <a:cs typeface="Montserrat"/>
                <a:sym typeface="Montserrat"/>
              </a:rPr>
              <a:t>¿Por qué NEO?</a:t>
            </a:r>
            <a:endParaRPr b="0" i="0" sz="240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11" name="Shape 411"/>
        <p:cNvGrpSpPr/>
        <p:nvPr/>
      </p:nvGrpSpPr>
      <p:grpSpPr>
        <a:xfrm>
          <a:off x="0" y="0"/>
          <a:ext cx="0" cy="0"/>
          <a:chOff x="0" y="0"/>
          <a:chExt cx="0" cy="0"/>
        </a:xfrm>
      </p:grpSpPr>
      <p:pic>
        <p:nvPicPr>
          <p:cNvPr descr="preencoded.png" id="412" name="Google Shape;412;p66"/>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413" name="Google Shape;413;p66"/>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414" name="Google Shape;414;p66"/>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01</a:t>
            </a:r>
            <a:endParaRPr b="0" i="0" sz="9000" u="none" cap="none" strike="noStrike">
              <a:solidFill>
                <a:schemeClr val="dk1"/>
              </a:solidFill>
              <a:latin typeface="Montserrat"/>
              <a:ea typeface="Montserrat"/>
              <a:cs typeface="Montserrat"/>
              <a:sym typeface="Montserrat"/>
            </a:endParaRPr>
          </a:p>
        </p:txBody>
      </p:sp>
      <p:sp>
        <p:nvSpPr>
          <p:cNvPr id="415" name="Google Shape;415;p66"/>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Contexto</a:t>
            </a:r>
            <a:endParaRPr b="0" i="0" sz="6600" u="none" cap="none" strike="noStrike">
              <a:solidFill>
                <a:schemeClr val="dk1"/>
              </a:solidFill>
              <a:latin typeface="Calibri"/>
              <a:ea typeface="Calibri"/>
              <a:cs typeface="Calibri"/>
              <a:sym typeface="Calibri"/>
            </a:endParaRPr>
          </a:p>
        </p:txBody>
      </p:sp>
      <p:sp>
        <p:nvSpPr>
          <p:cNvPr id="416" name="Google Shape;416;p66"/>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1" name="Shape 421"/>
        <p:cNvGrpSpPr/>
        <p:nvPr/>
      </p:nvGrpSpPr>
      <p:grpSpPr>
        <a:xfrm>
          <a:off x="0" y="0"/>
          <a:ext cx="0" cy="0"/>
          <a:chOff x="0" y="0"/>
          <a:chExt cx="0" cy="0"/>
        </a:xfrm>
      </p:grpSpPr>
      <p:sp>
        <p:nvSpPr>
          <p:cNvPr id="422" name="Google Shape;422;p67"/>
          <p:cNvSpPr/>
          <p:nvPr/>
        </p:nvSpPr>
        <p:spPr>
          <a:xfrm>
            <a:off x="952500" y="723900"/>
            <a:ext cx="1699811"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Arial"/>
                <a:ea typeface="Arial"/>
                <a:cs typeface="Arial"/>
                <a:sym typeface="Arial"/>
              </a:rPr>
              <a:t>CONTEXTO</a:t>
            </a:r>
            <a:endParaRPr b="0" i="0" sz="1800" u="none" cap="none" strike="noStrike">
              <a:solidFill>
                <a:schemeClr val="dk1"/>
              </a:solidFill>
              <a:latin typeface="Calibri"/>
              <a:ea typeface="Calibri"/>
              <a:cs typeface="Calibri"/>
              <a:sym typeface="Calibri"/>
            </a:endParaRPr>
          </a:p>
        </p:txBody>
      </p:sp>
      <p:sp>
        <p:nvSpPr>
          <p:cNvPr id="423" name="Google Shape;423;p67"/>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424" name="Google Shape;424;p67"/>
          <p:cNvSpPr/>
          <p:nvPr/>
        </p:nvSpPr>
        <p:spPr>
          <a:xfrm>
            <a:off x="952500" y="2671763"/>
            <a:ext cx="13735200" cy="921900"/>
          </a:xfrm>
          <a:prstGeom prst="rect">
            <a:avLst/>
          </a:prstGeom>
          <a:noFill/>
          <a:ln>
            <a:noFill/>
          </a:ln>
        </p:spPr>
        <p:txBody>
          <a:bodyPr anchorCtr="0" anchor="t" bIns="25400" lIns="25400" spcFirstLastPara="1" rIns="25400" wrap="square" tIns="25400">
            <a:noAutofit/>
          </a:bodyPr>
          <a:lstStyle/>
          <a:p>
            <a:pPr indent="0" lvl="0" marL="0" marR="0" rtl="0" algn="l">
              <a:lnSpc>
                <a:spcPct val="125405"/>
              </a:lnSpc>
              <a:spcBef>
                <a:spcPts val="0"/>
              </a:spcBef>
              <a:spcAft>
                <a:spcPts val="0"/>
              </a:spcAft>
              <a:buClr>
                <a:srgbClr val="4A4A6A"/>
              </a:buClr>
              <a:buSzPts val="2400"/>
              <a:buFont typeface="Arial"/>
              <a:buNone/>
            </a:pPr>
            <a:r>
              <a:rPr b="0" i="0" lang="en-US" sz="2400" u="none" cap="none" strike="noStrike">
                <a:solidFill>
                  <a:srgbClr val="4A4A6A"/>
                </a:solidFill>
                <a:latin typeface="Montserrat"/>
                <a:ea typeface="Montserrat"/>
                <a:cs typeface="Montserrat"/>
                <a:sym typeface="Montserrat"/>
              </a:rPr>
              <a:t>Bajada de la slide</a:t>
            </a:r>
            <a:endParaRPr b="0" i="0" sz="2400" u="none" cap="none" strike="noStrike">
              <a:solidFill>
                <a:schemeClr val="dk1"/>
              </a:solidFill>
              <a:latin typeface="Montserrat"/>
              <a:ea typeface="Montserrat"/>
              <a:cs typeface="Montserrat"/>
              <a:sym typeface="Montserrat"/>
            </a:endParaRPr>
          </a:p>
        </p:txBody>
      </p:sp>
      <p:sp>
        <p:nvSpPr>
          <p:cNvPr id="425" name="Google Shape;425;p67"/>
          <p:cNvSpPr/>
          <p:nvPr/>
        </p:nvSpPr>
        <p:spPr>
          <a:xfrm>
            <a:off x="952500" y="3765200"/>
            <a:ext cx="3895800" cy="3411900"/>
          </a:xfrm>
          <a:prstGeom prst="roundRect">
            <a:avLst>
              <a:gd fmla="val 5027"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latin typeface="Montserrat"/>
              <a:ea typeface="Montserrat"/>
              <a:cs typeface="Montserrat"/>
              <a:sym typeface="Montserrat"/>
            </a:endParaRPr>
          </a:p>
        </p:txBody>
      </p:sp>
      <p:sp>
        <p:nvSpPr>
          <p:cNvPr id="426" name="Google Shape;426;p67"/>
          <p:cNvSpPr/>
          <p:nvPr/>
        </p:nvSpPr>
        <p:spPr>
          <a:xfrm>
            <a:off x="1257300" y="4108103"/>
            <a:ext cx="3614738"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1" i="0" lang="en-US" sz="1800" u="none" cap="none" strike="noStrike">
                <a:solidFill>
                  <a:srgbClr val="6E6EB9"/>
                </a:solidFill>
                <a:latin typeface="Montserrat"/>
                <a:ea typeface="Montserrat"/>
                <a:cs typeface="Montserrat"/>
                <a:sym typeface="Montserrat"/>
              </a:rPr>
              <a:t>BLOQUE 1</a:t>
            </a:r>
            <a:endParaRPr b="1" i="0" sz="1800" u="none" cap="none" strike="noStrike">
              <a:solidFill>
                <a:schemeClr val="dk1"/>
              </a:solidFill>
              <a:latin typeface="Montserrat"/>
              <a:ea typeface="Montserrat"/>
              <a:cs typeface="Montserrat"/>
              <a:sym typeface="Montserrat"/>
            </a:endParaRPr>
          </a:p>
        </p:txBody>
      </p:sp>
      <p:sp>
        <p:nvSpPr>
          <p:cNvPr id="427" name="Google Shape;427;p67"/>
          <p:cNvSpPr/>
          <p:nvPr/>
        </p:nvSpPr>
        <p:spPr>
          <a:xfrm>
            <a:off x="1257300" y="4536728"/>
            <a:ext cx="3614738" cy="36671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2250"/>
              <a:buFont typeface="Arial"/>
              <a:buNone/>
            </a:pPr>
            <a:r>
              <a:rPr b="1" lang="en-US" sz="2250">
                <a:solidFill>
                  <a:srgbClr val="FFFFFF"/>
                </a:solidFill>
                <a:latin typeface="Montserrat"/>
                <a:ea typeface="Montserrat"/>
                <a:cs typeface="Montserrat"/>
                <a:sym typeface="Montserrat"/>
              </a:rPr>
              <a:t>Título del bloque</a:t>
            </a:r>
            <a:endParaRPr b="0" i="0" sz="2250" u="none" cap="none" strike="noStrike">
              <a:solidFill>
                <a:schemeClr val="dk1"/>
              </a:solidFill>
              <a:latin typeface="Montserrat"/>
              <a:ea typeface="Montserrat"/>
              <a:cs typeface="Montserrat"/>
              <a:sym typeface="Montserrat"/>
            </a:endParaRPr>
          </a:p>
        </p:txBody>
      </p:sp>
      <p:sp>
        <p:nvSpPr>
          <p:cNvPr id="428" name="Google Shape;428;p67"/>
          <p:cNvSpPr/>
          <p:nvPr/>
        </p:nvSpPr>
        <p:spPr>
          <a:xfrm>
            <a:off x="1257300" y="5365715"/>
            <a:ext cx="3384600" cy="1115100"/>
          </a:xfrm>
          <a:prstGeom prst="rect">
            <a:avLst/>
          </a:prstGeom>
          <a:noFill/>
          <a:ln>
            <a:noFill/>
          </a:ln>
        </p:spPr>
        <p:txBody>
          <a:bodyPr anchorCtr="0" anchor="t" bIns="25400" lIns="25400" spcFirstLastPara="1" rIns="25400" wrap="square" tIns="25400">
            <a:noAutofit/>
          </a:bodyPr>
          <a:lstStyle/>
          <a:p>
            <a:pPr indent="0" lvl="0" marL="0" marR="0" rtl="0" algn="l">
              <a:lnSpc>
                <a:spcPct val="125667"/>
              </a:lnSpc>
              <a:spcBef>
                <a:spcPts val="0"/>
              </a:spcBef>
              <a:spcAft>
                <a:spcPts val="0"/>
              </a:spcAft>
              <a:buClr>
                <a:srgbClr val="4A4A6A"/>
              </a:buClr>
              <a:buSzPts val="1950"/>
              <a:buFont typeface="Arial"/>
              <a:buNone/>
            </a:pPr>
            <a:r>
              <a:rPr lang="en-US" sz="1950">
                <a:solidFill>
                  <a:srgbClr val="C8C8DE"/>
                </a:solidFill>
                <a:latin typeface="Montserrat"/>
                <a:ea typeface="Montserrat"/>
                <a:cs typeface="Montserrat"/>
                <a:sym typeface="Montserrat"/>
              </a:rPr>
              <a:t>Descripción del bloque.</a:t>
            </a:r>
            <a:endParaRPr b="0" i="0" sz="1950" u="none" cap="none" strike="noStrike">
              <a:solidFill>
                <a:schemeClr val="dk1"/>
              </a:solidFill>
              <a:latin typeface="Montserrat"/>
              <a:ea typeface="Montserrat"/>
              <a:cs typeface="Montserrat"/>
              <a:sym typeface="Montserrat"/>
            </a:endParaRPr>
          </a:p>
        </p:txBody>
      </p:sp>
      <p:sp>
        <p:nvSpPr>
          <p:cNvPr id="429" name="Google Shape;429;p67"/>
          <p:cNvSpPr/>
          <p:nvPr/>
        </p:nvSpPr>
        <p:spPr>
          <a:xfrm>
            <a:off x="5114923" y="3765200"/>
            <a:ext cx="3895800" cy="3411900"/>
          </a:xfrm>
          <a:prstGeom prst="roundRect">
            <a:avLst>
              <a:gd fmla="val 5027"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latin typeface="Montserrat"/>
              <a:ea typeface="Montserrat"/>
              <a:cs typeface="Montserrat"/>
              <a:sym typeface="Montserrat"/>
            </a:endParaRPr>
          </a:p>
        </p:txBody>
      </p:sp>
      <p:sp>
        <p:nvSpPr>
          <p:cNvPr id="430" name="Google Shape;430;p67"/>
          <p:cNvSpPr/>
          <p:nvPr/>
        </p:nvSpPr>
        <p:spPr>
          <a:xfrm>
            <a:off x="5419725" y="4108103"/>
            <a:ext cx="3614738"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1" i="0" lang="en-US" sz="1800" u="none" cap="none" strike="noStrike">
                <a:solidFill>
                  <a:srgbClr val="9C9CCB"/>
                </a:solidFill>
                <a:latin typeface="Montserrat"/>
                <a:ea typeface="Montserrat"/>
                <a:cs typeface="Montserrat"/>
                <a:sym typeface="Montserrat"/>
              </a:rPr>
              <a:t>BLOQUE 2</a:t>
            </a:r>
            <a:endParaRPr b="1" i="0" sz="1800" u="none" cap="none" strike="noStrike">
              <a:solidFill>
                <a:schemeClr val="dk1"/>
              </a:solidFill>
              <a:latin typeface="Montserrat"/>
              <a:ea typeface="Montserrat"/>
              <a:cs typeface="Montserrat"/>
              <a:sym typeface="Montserrat"/>
            </a:endParaRPr>
          </a:p>
        </p:txBody>
      </p:sp>
      <p:sp>
        <p:nvSpPr>
          <p:cNvPr id="431" name="Google Shape;431;p67"/>
          <p:cNvSpPr/>
          <p:nvPr/>
        </p:nvSpPr>
        <p:spPr>
          <a:xfrm>
            <a:off x="5419725" y="4536728"/>
            <a:ext cx="3614738" cy="36671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2250"/>
              <a:buFont typeface="Arial"/>
              <a:buNone/>
            </a:pPr>
            <a:r>
              <a:rPr b="1" i="0" lang="en-US" sz="2250" u="none" cap="none" strike="noStrike">
                <a:solidFill>
                  <a:schemeClr val="dk1"/>
                </a:solidFill>
                <a:latin typeface="Montserrat"/>
                <a:ea typeface="Montserrat"/>
                <a:cs typeface="Montserrat"/>
                <a:sym typeface="Montserrat"/>
              </a:rPr>
              <a:t>Título del bloque</a:t>
            </a:r>
            <a:endParaRPr b="0" i="0" sz="2250" u="none" cap="none" strike="noStrike">
              <a:solidFill>
                <a:schemeClr val="dk1"/>
              </a:solidFill>
              <a:latin typeface="Montserrat"/>
              <a:ea typeface="Montserrat"/>
              <a:cs typeface="Montserrat"/>
              <a:sym typeface="Montserrat"/>
            </a:endParaRPr>
          </a:p>
        </p:txBody>
      </p:sp>
      <p:sp>
        <p:nvSpPr>
          <p:cNvPr id="432" name="Google Shape;432;p67"/>
          <p:cNvSpPr/>
          <p:nvPr/>
        </p:nvSpPr>
        <p:spPr>
          <a:xfrm>
            <a:off x="5419725" y="5365715"/>
            <a:ext cx="3384600" cy="1474200"/>
          </a:xfrm>
          <a:prstGeom prst="rect">
            <a:avLst/>
          </a:prstGeom>
          <a:noFill/>
          <a:ln>
            <a:noFill/>
          </a:ln>
        </p:spPr>
        <p:txBody>
          <a:bodyPr anchorCtr="0" anchor="t" bIns="25400" lIns="25400" spcFirstLastPara="1" rIns="25400" wrap="square" tIns="25400">
            <a:noAutofit/>
          </a:bodyPr>
          <a:lstStyle/>
          <a:p>
            <a:pPr indent="0" lvl="0" marL="0" marR="0" rtl="0" algn="l">
              <a:lnSpc>
                <a:spcPct val="125667"/>
              </a:lnSpc>
              <a:spcBef>
                <a:spcPts val="0"/>
              </a:spcBef>
              <a:spcAft>
                <a:spcPts val="0"/>
              </a:spcAft>
              <a:buClr>
                <a:srgbClr val="C8C8DE"/>
              </a:buClr>
              <a:buSzPts val="1950"/>
              <a:buFont typeface="Arial"/>
              <a:buNone/>
            </a:pPr>
            <a:r>
              <a:rPr b="0" i="0" lang="en-US" sz="1950" u="none" cap="none" strike="noStrike">
                <a:solidFill>
                  <a:schemeClr val="dk1"/>
                </a:solidFill>
                <a:latin typeface="Montserrat"/>
                <a:ea typeface="Montserrat"/>
                <a:cs typeface="Montserrat"/>
                <a:sym typeface="Montserrat"/>
              </a:rPr>
              <a:t>Descripción del bloque.</a:t>
            </a:r>
            <a:endParaRPr b="0" i="0" sz="1950" u="none" cap="none" strike="noStrike">
              <a:solidFill>
                <a:schemeClr val="dk1"/>
              </a:solidFill>
              <a:latin typeface="Montserrat"/>
              <a:ea typeface="Montserrat"/>
              <a:cs typeface="Montserrat"/>
              <a:sym typeface="Montserrat"/>
            </a:endParaRPr>
          </a:p>
        </p:txBody>
      </p:sp>
      <p:sp>
        <p:nvSpPr>
          <p:cNvPr id="433" name="Google Shape;433;p67"/>
          <p:cNvSpPr/>
          <p:nvPr/>
        </p:nvSpPr>
        <p:spPr>
          <a:xfrm>
            <a:off x="9277345" y="3765200"/>
            <a:ext cx="3895800" cy="3411900"/>
          </a:xfrm>
          <a:prstGeom prst="roundRect">
            <a:avLst>
              <a:gd fmla="val 5027"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434" name="Google Shape;434;p67"/>
          <p:cNvSpPr/>
          <p:nvPr/>
        </p:nvSpPr>
        <p:spPr>
          <a:xfrm>
            <a:off x="9582150" y="4108103"/>
            <a:ext cx="3614738"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1" i="0" lang="en-US" sz="1800" u="none" cap="none" strike="noStrike">
                <a:solidFill>
                  <a:srgbClr val="6E6EB9"/>
                </a:solidFill>
                <a:latin typeface="Montserrat"/>
                <a:ea typeface="Montserrat"/>
                <a:cs typeface="Montserrat"/>
                <a:sym typeface="Montserrat"/>
              </a:rPr>
              <a:t>BLOQUE 3</a:t>
            </a:r>
            <a:endParaRPr b="1" i="0" sz="1800" u="none" cap="none" strike="noStrike">
              <a:solidFill>
                <a:schemeClr val="dk1"/>
              </a:solidFill>
              <a:latin typeface="Montserrat"/>
              <a:ea typeface="Montserrat"/>
              <a:cs typeface="Montserrat"/>
              <a:sym typeface="Montserrat"/>
            </a:endParaRPr>
          </a:p>
        </p:txBody>
      </p:sp>
      <p:sp>
        <p:nvSpPr>
          <p:cNvPr id="435" name="Google Shape;435;p67"/>
          <p:cNvSpPr/>
          <p:nvPr/>
        </p:nvSpPr>
        <p:spPr>
          <a:xfrm>
            <a:off x="9582150" y="4536728"/>
            <a:ext cx="3614738" cy="36671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250"/>
              <a:buFont typeface="Arial"/>
              <a:buNone/>
            </a:pPr>
            <a:r>
              <a:rPr b="1" i="0" lang="en-US" sz="2250" u="none" cap="none" strike="noStrike">
                <a:solidFill>
                  <a:srgbClr val="000033"/>
                </a:solidFill>
                <a:latin typeface="Montserrat"/>
                <a:ea typeface="Montserrat"/>
                <a:cs typeface="Montserrat"/>
                <a:sym typeface="Montserrat"/>
              </a:rPr>
              <a:t>Título del bloque</a:t>
            </a:r>
            <a:endParaRPr b="0" i="0" sz="2250" u="none" cap="none" strike="noStrike">
              <a:solidFill>
                <a:schemeClr val="dk1"/>
              </a:solidFill>
              <a:latin typeface="Montserrat"/>
              <a:ea typeface="Montserrat"/>
              <a:cs typeface="Montserrat"/>
              <a:sym typeface="Montserrat"/>
            </a:endParaRPr>
          </a:p>
        </p:txBody>
      </p:sp>
      <p:sp>
        <p:nvSpPr>
          <p:cNvPr id="436" name="Google Shape;436;p67"/>
          <p:cNvSpPr/>
          <p:nvPr/>
        </p:nvSpPr>
        <p:spPr>
          <a:xfrm>
            <a:off x="9582150" y="5365715"/>
            <a:ext cx="3384600" cy="1115100"/>
          </a:xfrm>
          <a:prstGeom prst="rect">
            <a:avLst/>
          </a:prstGeom>
          <a:noFill/>
          <a:ln>
            <a:noFill/>
          </a:ln>
        </p:spPr>
        <p:txBody>
          <a:bodyPr anchorCtr="0" anchor="t" bIns="25400" lIns="25400" spcFirstLastPara="1" rIns="25400" wrap="square" tIns="25400">
            <a:noAutofit/>
          </a:bodyPr>
          <a:lstStyle/>
          <a:p>
            <a:pPr indent="0" lvl="0" marL="0" marR="0" rtl="0" algn="l">
              <a:lnSpc>
                <a:spcPct val="125667"/>
              </a:lnSpc>
              <a:spcBef>
                <a:spcPts val="0"/>
              </a:spcBef>
              <a:spcAft>
                <a:spcPts val="0"/>
              </a:spcAft>
              <a:buClr>
                <a:srgbClr val="4A4A6A"/>
              </a:buClr>
              <a:buSzPts val="1950"/>
              <a:buFont typeface="Arial"/>
              <a:buNone/>
            </a:pPr>
            <a:r>
              <a:rPr b="0" i="0" lang="en-US" sz="1950" u="none" cap="none" strike="noStrike">
                <a:solidFill>
                  <a:srgbClr val="4A4A6A"/>
                </a:solidFill>
                <a:latin typeface="Montserrat"/>
                <a:ea typeface="Montserrat"/>
                <a:cs typeface="Montserrat"/>
                <a:sym typeface="Montserrat"/>
              </a:rPr>
              <a:t>Descripción del bloque.</a:t>
            </a:r>
            <a:endParaRPr b="0" i="0" sz="1950" u="none" cap="none" strike="noStrike">
              <a:solidFill>
                <a:schemeClr val="dk1"/>
              </a:solidFill>
              <a:latin typeface="Montserrat"/>
              <a:ea typeface="Montserrat"/>
              <a:cs typeface="Montserrat"/>
              <a:sym typeface="Montserrat"/>
            </a:endParaRPr>
          </a:p>
        </p:txBody>
      </p:sp>
      <p:sp>
        <p:nvSpPr>
          <p:cNvPr id="437" name="Google Shape;437;p67"/>
          <p:cNvSpPr/>
          <p:nvPr/>
        </p:nvSpPr>
        <p:spPr>
          <a:xfrm>
            <a:off x="13439775" y="3765200"/>
            <a:ext cx="3895800" cy="3411900"/>
          </a:xfrm>
          <a:prstGeom prst="roundRect">
            <a:avLst>
              <a:gd fmla="val 5027"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438" name="Google Shape;438;p67"/>
          <p:cNvSpPr/>
          <p:nvPr/>
        </p:nvSpPr>
        <p:spPr>
          <a:xfrm>
            <a:off x="13744575" y="4108103"/>
            <a:ext cx="3614738"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1" i="0" lang="en-US" sz="1800" u="none" cap="none" strike="noStrike">
                <a:solidFill>
                  <a:srgbClr val="6E6EB9"/>
                </a:solidFill>
                <a:latin typeface="Montserrat"/>
                <a:ea typeface="Montserrat"/>
                <a:cs typeface="Montserrat"/>
                <a:sym typeface="Montserrat"/>
              </a:rPr>
              <a:t>BLOQUE 4</a:t>
            </a:r>
            <a:endParaRPr b="1" i="0" sz="1800" u="none" cap="none" strike="noStrike">
              <a:solidFill>
                <a:schemeClr val="dk1"/>
              </a:solidFill>
              <a:latin typeface="Montserrat"/>
              <a:ea typeface="Montserrat"/>
              <a:cs typeface="Montserrat"/>
              <a:sym typeface="Montserrat"/>
            </a:endParaRPr>
          </a:p>
        </p:txBody>
      </p:sp>
      <p:sp>
        <p:nvSpPr>
          <p:cNvPr id="439" name="Google Shape;439;p67"/>
          <p:cNvSpPr/>
          <p:nvPr/>
        </p:nvSpPr>
        <p:spPr>
          <a:xfrm>
            <a:off x="13744568" y="4633469"/>
            <a:ext cx="3384600" cy="782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250"/>
              <a:buFont typeface="Arial"/>
              <a:buNone/>
            </a:pPr>
            <a:r>
              <a:rPr b="1" i="0" lang="en-US" sz="2250" u="none" cap="none" strike="noStrike">
                <a:solidFill>
                  <a:srgbClr val="000033"/>
                </a:solidFill>
                <a:latin typeface="Montserrat"/>
                <a:ea typeface="Montserrat"/>
                <a:cs typeface="Montserrat"/>
                <a:sym typeface="Montserrat"/>
              </a:rPr>
              <a:t>Título del bloque</a:t>
            </a:r>
            <a:endParaRPr b="0" i="0" sz="2250" u="none" cap="none" strike="noStrike">
              <a:solidFill>
                <a:schemeClr val="dk1"/>
              </a:solidFill>
              <a:latin typeface="Montserrat"/>
              <a:ea typeface="Montserrat"/>
              <a:cs typeface="Montserrat"/>
              <a:sym typeface="Montserrat"/>
            </a:endParaRPr>
          </a:p>
        </p:txBody>
      </p:sp>
      <p:sp>
        <p:nvSpPr>
          <p:cNvPr id="440" name="Google Shape;440;p67"/>
          <p:cNvSpPr/>
          <p:nvPr/>
        </p:nvSpPr>
        <p:spPr>
          <a:xfrm>
            <a:off x="13744575" y="5694328"/>
            <a:ext cx="3384600" cy="1115100"/>
          </a:xfrm>
          <a:prstGeom prst="rect">
            <a:avLst/>
          </a:prstGeom>
          <a:noFill/>
          <a:ln>
            <a:noFill/>
          </a:ln>
        </p:spPr>
        <p:txBody>
          <a:bodyPr anchorCtr="0" anchor="t" bIns="25400" lIns="25400" spcFirstLastPara="1" rIns="25400" wrap="square" tIns="25400">
            <a:noAutofit/>
          </a:bodyPr>
          <a:lstStyle/>
          <a:p>
            <a:pPr indent="0" lvl="0" marL="0" marR="0" rtl="0" algn="l">
              <a:lnSpc>
                <a:spcPct val="125667"/>
              </a:lnSpc>
              <a:spcBef>
                <a:spcPts val="0"/>
              </a:spcBef>
              <a:spcAft>
                <a:spcPts val="0"/>
              </a:spcAft>
              <a:buClr>
                <a:srgbClr val="4A4A6A"/>
              </a:buClr>
              <a:buSzPts val="1950"/>
              <a:buFont typeface="Arial"/>
              <a:buNone/>
            </a:pPr>
            <a:r>
              <a:rPr b="0" i="0" lang="en-US" sz="1950" u="none" cap="none" strike="noStrike">
                <a:solidFill>
                  <a:srgbClr val="4A4A6A"/>
                </a:solidFill>
                <a:latin typeface="Montserrat"/>
                <a:ea typeface="Montserrat"/>
                <a:cs typeface="Montserrat"/>
                <a:sym typeface="Montserrat"/>
              </a:rPr>
              <a:t>Descripción del bloque.</a:t>
            </a:r>
            <a:endParaRPr b="0" i="0" sz="195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5" name="Shape 445"/>
        <p:cNvGrpSpPr/>
        <p:nvPr/>
      </p:nvGrpSpPr>
      <p:grpSpPr>
        <a:xfrm>
          <a:off x="0" y="0"/>
          <a:ext cx="0" cy="0"/>
          <a:chOff x="0" y="0"/>
          <a:chExt cx="0" cy="0"/>
        </a:xfrm>
      </p:grpSpPr>
      <p:sp>
        <p:nvSpPr>
          <p:cNvPr id="446" name="Google Shape;446;p68"/>
          <p:cNvSpPr/>
          <p:nvPr/>
        </p:nvSpPr>
        <p:spPr>
          <a:xfrm>
            <a:off x="952500" y="723900"/>
            <a:ext cx="1699811"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Arial"/>
                <a:ea typeface="Arial"/>
                <a:cs typeface="Arial"/>
                <a:sym typeface="Arial"/>
              </a:rPr>
              <a:t>CONTEXTO</a:t>
            </a:r>
            <a:endParaRPr b="0" i="0" sz="1800" u="none" cap="none" strike="noStrike">
              <a:solidFill>
                <a:schemeClr val="dk1"/>
              </a:solidFill>
              <a:latin typeface="Calibri"/>
              <a:ea typeface="Calibri"/>
              <a:cs typeface="Calibri"/>
              <a:sym typeface="Calibri"/>
            </a:endParaRPr>
          </a:p>
        </p:txBody>
      </p:sp>
      <p:sp>
        <p:nvSpPr>
          <p:cNvPr id="447" name="Google Shape;447;p68"/>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448" name="Google Shape;448;p68"/>
          <p:cNvSpPr/>
          <p:nvPr/>
        </p:nvSpPr>
        <p:spPr>
          <a:xfrm>
            <a:off x="6316150" y="3417219"/>
            <a:ext cx="10719000" cy="2580600"/>
          </a:xfrm>
          <a:prstGeom prst="rect">
            <a:avLst/>
          </a:prstGeom>
          <a:noFill/>
          <a:ln>
            <a:noFill/>
          </a:ln>
        </p:spPr>
        <p:txBody>
          <a:bodyPr anchorCtr="0" anchor="t" bIns="25400" lIns="25400" spcFirstLastPara="1" rIns="25400" wrap="square" tIns="25400">
            <a:noAutofit/>
          </a:bodyPr>
          <a:lstStyle/>
          <a:p>
            <a:pPr indent="0" lvl="0" marL="0" marR="0" rtl="0" algn="l">
              <a:lnSpc>
                <a:spcPct val="130435"/>
              </a:lnSpc>
              <a:spcBef>
                <a:spcPts val="0"/>
              </a:spcBef>
              <a:spcAft>
                <a:spcPts val="0"/>
              </a:spcAft>
              <a:buClr>
                <a:srgbClr val="4A4A6A"/>
              </a:buClr>
              <a:buSzPts val="2250"/>
              <a:buFont typeface="Arial"/>
              <a:buNone/>
            </a:pPr>
            <a:r>
              <a:rPr b="0" i="0" lang="en-US" sz="2250" u="none" cap="none" strike="noStrike">
                <a:solidFill>
                  <a:srgbClr val="4A4A6A"/>
                </a:solidFill>
                <a:latin typeface="Montserrat"/>
                <a:ea typeface="Montserrat"/>
                <a:cs typeface="Montserrat"/>
                <a:sym typeface="Montserrat"/>
              </a:rPr>
              <a:t>Párrafo principal del contexto.</a:t>
            </a:r>
            <a:endParaRPr b="0" i="0" sz="2250" u="none" cap="none" strike="noStrike">
              <a:solidFill>
                <a:schemeClr val="dk1"/>
              </a:solidFill>
              <a:latin typeface="Montserrat"/>
              <a:ea typeface="Montserrat"/>
              <a:cs typeface="Montserrat"/>
              <a:sym typeface="Montserrat"/>
            </a:endParaRPr>
          </a:p>
        </p:txBody>
      </p:sp>
      <p:sp>
        <p:nvSpPr>
          <p:cNvPr id="449" name="Google Shape;449;p68"/>
          <p:cNvSpPr/>
          <p:nvPr/>
        </p:nvSpPr>
        <p:spPr>
          <a:xfrm>
            <a:off x="6316150" y="6045672"/>
            <a:ext cx="10719000" cy="2375400"/>
          </a:xfrm>
          <a:prstGeom prst="rect">
            <a:avLst/>
          </a:prstGeom>
          <a:noFill/>
          <a:ln>
            <a:noFill/>
          </a:ln>
        </p:spPr>
        <p:txBody>
          <a:bodyPr anchorCtr="0" anchor="t" bIns="25400" lIns="25400" spcFirstLastPara="1" rIns="25400" wrap="square" tIns="25400">
            <a:noAutofit/>
          </a:bodyPr>
          <a:lstStyle/>
          <a:p>
            <a:pPr indent="0" lvl="0" marL="0" marR="0" rtl="0" algn="l">
              <a:lnSpc>
                <a:spcPct val="130435"/>
              </a:lnSpc>
              <a:spcBef>
                <a:spcPts val="0"/>
              </a:spcBef>
              <a:spcAft>
                <a:spcPts val="0"/>
              </a:spcAft>
              <a:buClr>
                <a:srgbClr val="4A4A6A"/>
              </a:buClr>
              <a:buSzPts val="2250"/>
              <a:buFont typeface="Arial"/>
              <a:buNone/>
            </a:pPr>
            <a:r>
              <a:rPr b="0" i="0" lang="en-US" sz="2250" u="none" cap="none" strike="noStrike">
                <a:solidFill>
                  <a:srgbClr val="4A4A6A"/>
                </a:solidFill>
                <a:latin typeface="Montserrat"/>
                <a:ea typeface="Montserrat"/>
                <a:cs typeface="Montserrat"/>
                <a:sym typeface="Montserrat"/>
              </a:rPr>
              <a:t>Párrafo secundario del contexto.</a:t>
            </a:r>
            <a:endParaRPr b="0" i="0" sz="2250" u="none" cap="none" strike="noStrike">
              <a:solidFill>
                <a:schemeClr val="dk1"/>
              </a:solidFill>
              <a:latin typeface="Montserrat"/>
              <a:ea typeface="Montserrat"/>
              <a:cs typeface="Montserrat"/>
              <a:sym typeface="Montserrat"/>
            </a:endParaRPr>
          </a:p>
        </p:txBody>
      </p:sp>
      <p:sp>
        <p:nvSpPr>
          <p:cNvPr id="450" name="Google Shape;450;p68"/>
          <p:cNvSpPr/>
          <p:nvPr/>
        </p:nvSpPr>
        <p:spPr>
          <a:xfrm>
            <a:off x="1308075" y="3314325"/>
            <a:ext cx="4445100" cy="4939200"/>
          </a:xfrm>
          <a:prstGeom prst="roundRect">
            <a:avLst>
              <a:gd fmla="val 5027" name="adj"/>
            </a:avLst>
          </a:prstGeom>
          <a:solidFill>
            <a:srgbClr val="000033"/>
          </a:solidFill>
          <a:ln>
            <a:noFill/>
          </a:ln>
        </p:spPr>
        <p:txBody>
          <a:bodyPr anchorCtr="0" anchor="ctr" bIns="104325" lIns="104325" spcFirstLastPara="1" rIns="104325" wrap="square" tIns="104325">
            <a:noAutofit/>
          </a:bodyPr>
          <a:lstStyle/>
          <a:p>
            <a:pPr indent="0" lvl="0" marL="0" marR="0" rtl="0" algn="l">
              <a:lnSpc>
                <a:spcPct val="100000"/>
              </a:lnSpc>
              <a:spcBef>
                <a:spcPts val="0"/>
              </a:spcBef>
              <a:spcAft>
                <a:spcPts val="0"/>
              </a:spcAft>
              <a:buClr>
                <a:srgbClr val="000000"/>
              </a:buClr>
              <a:buSzPts val="1597"/>
              <a:buFont typeface="Arial"/>
              <a:buNone/>
            </a:pPr>
            <a:r>
              <a:t/>
            </a:r>
            <a:endParaRPr b="0" i="0" sz="1597" u="none" cap="none" strike="noStrike">
              <a:solidFill>
                <a:srgbClr val="000000"/>
              </a:solidFill>
              <a:latin typeface="Montserrat"/>
              <a:ea typeface="Montserrat"/>
              <a:cs typeface="Montserrat"/>
              <a:sym typeface="Montserrat"/>
            </a:endParaRPr>
          </a:p>
        </p:txBody>
      </p:sp>
      <p:sp>
        <p:nvSpPr>
          <p:cNvPr id="451" name="Google Shape;451;p68"/>
          <p:cNvSpPr/>
          <p:nvPr/>
        </p:nvSpPr>
        <p:spPr>
          <a:xfrm>
            <a:off x="1655857" y="3705580"/>
            <a:ext cx="4124400" cy="358800"/>
          </a:xfrm>
          <a:prstGeom prst="rect">
            <a:avLst/>
          </a:prstGeom>
          <a:noFill/>
          <a:ln>
            <a:noFill/>
          </a:ln>
        </p:spPr>
        <p:txBody>
          <a:bodyPr anchorCtr="0" anchor="t" bIns="28975" lIns="28975" spcFirstLastPara="1" rIns="28975" wrap="square" tIns="28975">
            <a:noAutofit/>
          </a:bodyPr>
          <a:lstStyle/>
          <a:p>
            <a:pPr indent="0" lvl="0" marL="0" marR="0" rtl="0" algn="l">
              <a:lnSpc>
                <a:spcPct val="100000"/>
              </a:lnSpc>
              <a:spcBef>
                <a:spcPts val="0"/>
              </a:spcBef>
              <a:spcAft>
                <a:spcPts val="0"/>
              </a:spcAft>
              <a:buClr>
                <a:srgbClr val="9C9CCB"/>
              </a:buClr>
              <a:buSzPts val="2054"/>
              <a:buFont typeface="Arial"/>
              <a:buNone/>
            </a:pPr>
            <a:r>
              <a:rPr b="1" i="0" lang="en-US" sz="2054" u="none" cap="none" strike="noStrike">
                <a:solidFill>
                  <a:srgbClr val="9C9CCB"/>
                </a:solidFill>
                <a:latin typeface="Montserrat"/>
                <a:ea typeface="Montserrat"/>
                <a:cs typeface="Montserrat"/>
                <a:sym typeface="Montserrat"/>
              </a:rPr>
              <a:t>RÓTULO</a:t>
            </a:r>
            <a:endParaRPr b="1" i="0" sz="2054" u="none" cap="none" strike="noStrike">
              <a:solidFill>
                <a:schemeClr val="dk1"/>
              </a:solidFill>
              <a:latin typeface="Montserrat"/>
              <a:ea typeface="Montserrat"/>
              <a:cs typeface="Montserrat"/>
              <a:sym typeface="Montserrat"/>
            </a:endParaRPr>
          </a:p>
        </p:txBody>
      </p:sp>
      <p:sp>
        <p:nvSpPr>
          <p:cNvPr id="452" name="Google Shape;452;p68"/>
          <p:cNvSpPr/>
          <p:nvPr/>
        </p:nvSpPr>
        <p:spPr>
          <a:xfrm>
            <a:off x="1655857" y="4194644"/>
            <a:ext cx="4124400" cy="418200"/>
          </a:xfrm>
          <a:prstGeom prst="rect">
            <a:avLst/>
          </a:prstGeom>
          <a:noFill/>
          <a:ln>
            <a:noFill/>
          </a:ln>
        </p:spPr>
        <p:txBody>
          <a:bodyPr anchorCtr="0" anchor="t" bIns="28975" lIns="28975" spcFirstLastPara="1" rIns="28975" wrap="square" tIns="28975">
            <a:noAutofit/>
          </a:bodyPr>
          <a:lstStyle/>
          <a:p>
            <a:pPr indent="0" lvl="0" marL="0" marR="0" rtl="0" algn="l">
              <a:lnSpc>
                <a:spcPct val="100000"/>
              </a:lnSpc>
              <a:spcBef>
                <a:spcPts val="0"/>
              </a:spcBef>
              <a:spcAft>
                <a:spcPts val="0"/>
              </a:spcAft>
              <a:buClr>
                <a:srgbClr val="FFFFFF"/>
              </a:buClr>
              <a:buSzPts val="2567"/>
              <a:buFont typeface="Arial"/>
              <a:buNone/>
            </a:pPr>
            <a:r>
              <a:rPr b="1" i="0" lang="en-US" sz="2567" u="none" cap="none" strike="noStrike">
                <a:solidFill>
                  <a:srgbClr val="FFFFFF"/>
                </a:solidFill>
                <a:latin typeface="Montserrat"/>
                <a:ea typeface="Montserrat"/>
                <a:cs typeface="Montserrat"/>
                <a:sym typeface="Montserrat"/>
              </a:rPr>
              <a:t>Título de la tarjeta</a:t>
            </a:r>
            <a:endParaRPr b="0" i="0" sz="2567" u="none" cap="none" strike="noStrike">
              <a:solidFill>
                <a:schemeClr val="dk1"/>
              </a:solidFill>
              <a:latin typeface="Montserrat"/>
              <a:ea typeface="Montserrat"/>
              <a:cs typeface="Montserrat"/>
              <a:sym typeface="Montserrat"/>
            </a:endParaRPr>
          </a:p>
        </p:txBody>
      </p:sp>
      <p:sp>
        <p:nvSpPr>
          <p:cNvPr id="453" name="Google Shape;453;p68"/>
          <p:cNvSpPr/>
          <p:nvPr/>
        </p:nvSpPr>
        <p:spPr>
          <a:xfrm>
            <a:off x="1655857" y="5140523"/>
            <a:ext cx="3861900" cy="1682100"/>
          </a:xfrm>
          <a:prstGeom prst="rect">
            <a:avLst/>
          </a:prstGeom>
          <a:noFill/>
          <a:ln>
            <a:noFill/>
          </a:ln>
        </p:spPr>
        <p:txBody>
          <a:bodyPr anchorCtr="0" anchor="t" bIns="28975" lIns="28975" spcFirstLastPara="1" rIns="28975" wrap="square" tIns="28975">
            <a:noAutofit/>
          </a:bodyPr>
          <a:lstStyle/>
          <a:p>
            <a:pPr indent="0" lvl="0" marL="0" marR="0" rtl="0" algn="l">
              <a:lnSpc>
                <a:spcPct val="125667"/>
              </a:lnSpc>
              <a:spcBef>
                <a:spcPts val="0"/>
              </a:spcBef>
              <a:spcAft>
                <a:spcPts val="0"/>
              </a:spcAft>
              <a:buClr>
                <a:srgbClr val="C8C8DE"/>
              </a:buClr>
              <a:buSzPts val="2225"/>
              <a:buFont typeface="Arial"/>
              <a:buNone/>
            </a:pPr>
            <a:r>
              <a:rPr b="0" i="0" lang="en-US" sz="2225" u="none" cap="none" strike="noStrike">
                <a:solidFill>
                  <a:srgbClr val="C8C8DE"/>
                </a:solidFill>
                <a:latin typeface="Montserrat"/>
                <a:ea typeface="Montserrat"/>
                <a:cs typeface="Montserrat"/>
                <a:sym typeface="Montserrat"/>
              </a:rPr>
              <a:t>Descripción de la tarjeta</a:t>
            </a:r>
            <a:endParaRPr b="0" i="0" sz="2225"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58" name="Shape 458"/>
        <p:cNvGrpSpPr/>
        <p:nvPr/>
      </p:nvGrpSpPr>
      <p:grpSpPr>
        <a:xfrm>
          <a:off x="0" y="0"/>
          <a:ext cx="0" cy="0"/>
          <a:chOff x="0" y="0"/>
          <a:chExt cx="0" cy="0"/>
        </a:xfrm>
      </p:grpSpPr>
      <p:pic>
        <p:nvPicPr>
          <p:cNvPr descr="preencoded.png" id="459" name="Google Shape;459;p69"/>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460" name="Google Shape;460;p69"/>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461" name="Google Shape;461;p69"/>
          <p:cNvSpPr/>
          <p:nvPr/>
        </p:nvSpPr>
        <p:spPr>
          <a:xfrm>
            <a:off x="1333500" y="3581400"/>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02</a:t>
            </a:r>
            <a:endParaRPr b="0" i="0" sz="9000" u="none" cap="none" strike="noStrike">
              <a:solidFill>
                <a:schemeClr val="dk1"/>
              </a:solidFill>
              <a:latin typeface="Montserrat"/>
              <a:ea typeface="Montserrat"/>
              <a:cs typeface="Montserrat"/>
              <a:sym typeface="Montserrat"/>
            </a:endParaRPr>
          </a:p>
        </p:txBody>
      </p:sp>
      <p:sp>
        <p:nvSpPr>
          <p:cNvPr id="462" name="Google Shape;462;p69"/>
          <p:cNvSpPr/>
          <p:nvPr/>
        </p:nvSpPr>
        <p:spPr>
          <a:xfrm>
            <a:off x="1333500" y="4953000"/>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El desafío</a:t>
            </a:r>
            <a:endParaRPr b="0" i="0" sz="6600" u="none" cap="none" strike="noStrike">
              <a:solidFill>
                <a:schemeClr val="dk1"/>
              </a:solidFill>
              <a:latin typeface="Calibri"/>
              <a:ea typeface="Calibri"/>
              <a:cs typeface="Calibri"/>
              <a:sym typeface="Calibri"/>
            </a:endParaRPr>
          </a:p>
        </p:txBody>
      </p:sp>
      <p:sp>
        <p:nvSpPr>
          <p:cNvPr id="463" name="Google Shape;463;p69"/>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70"/>
          <p:cNvSpPr/>
          <p:nvPr/>
        </p:nvSpPr>
        <p:spPr>
          <a:xfrm>
            <a:off x="952500" y="723900"/>
            <a:ext cx="1902403"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Montserrat"/>
                <a:ea typeface="Montserrat"/>
                <a:cs typeface="Montserrat"/>
                <a:sym typeface="Montserrat"/>
              </a:rPr>
              <a:t>EL DESAFÍO</a:t>
            </a:r>
            <a:endParaRPr b="0" i="0" sz="1800" u="none" cap="none" strike="noStrike">
              <a:solidFill>
                <a:schemeClr val="dk1"/>
              </a:solidFill>
              <a:latin typeface="Montserrat"/>
              <a:ea typeface="Montserrat"/>
              <a:cs typeface="Montserrat"/>
              <a:sym typeface="Montserrat"/>
            </a:endParaRPr>
          </a:p>
        </p:txBody>
      </p:sp>
      <p:sp>
        <p:nvSpPr>
          <p:cNvPr id="470" name="Google Shape;470;p70"/>
          <p:cNvSpPr/>
          <p:nvPr/>
        </p:nvSpPr>
        <p:spPr>
          <a:xfrm>
            <a:off x="952500" y="1237364"/>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471" name="Google Shape;471;p70"/>
          <p:cNvSpPr/>
          <p:nvPr/>
        </p:nvSpPr>
        <p:spPr>
          <a:xfrm>
            <a:off x="952500" y="2156525"/>
            <a:ext cx="16383000" cy="866700"/>
          </a:xfrm>
          <a:prstGeom prst="rect">
            <a:avLst/>
          </a:prstGeom>
          <a:noFill/>
          <a:ln>
            <a:noFill/>
          </a:ln>
        </p:spPr>
        <p:txBody>
          <a:bodyPr anchorCtr="0" anchor="t" bIns="25400" lIns="25400" spcFirstLastPara="1" rIns="25400" wrap="square" tIns="25400">
            <a:noAutofit/>
          </a:bodyPr>
          <a:lstStyle/>
          <a:p>
            <a:pPr indent="0" lvl="0" marL="0" marR="0" rtl="0" algn="l">
              <a:lnSpc>
                <a:spcPct val="126087"/>
              </a:lnSpc>
              <a:spcBef>
                <a:spcPts val="0"/>
              </a:spcBef>
              <a:spcAft>
                <a:spcPts val="0"/>
              </a:spcAft>
              <a:buClr>
                <a:srgbClr val="4A4A6A"/>
              </a:buClr>
              <a:buSzPts val="2250"/>
              <a:buFont typeface="Arial"/>
              <a:buNone/>
            </a:pPr>
            <a:r>
              <a:rPr b="0" i="0" lang="en-US" sz="2150" u="none" cap="none" strike="noStrike">
                <a:solidFill>
                  <a:srgbClr val="4A4A6A"/>
                </a:solidFill>
                <a:latin typeface="Montserrat"/>
                <a:ea typeface="Montserrat"/>
                <a:cs typeface="Montserrat"/>
                <a:sym typeface="Montserrat"/>
              </a:rPr>
              <a:t>Bajada de la slide</a:t>
            </a:r>
            <a:endParaRPr b="0" i="0" sz="2150" u="none" cap="none" strike="noStrike">
              <a:solidFill>
                <a:schemeClr val="dk1"/>
              </a:solidFill>
              <a:latin typeface="Montserrat"/>
              <a:ea typeface="Montserrat"/>
              <a:cs typeface="Montserrat"/>
              <a:sym typeface="Montserrat"/>
            </a:endParaRPr>
          </a:p>
        </p:txBody>
      </p:sp>
      <p:sp>
        <p:nvSpPr>
          <p:cNvPr id="472" name="Google Shape;472;p70"/>
          <p:cNvSpPr/>
          <p:nvPr/>
        </p:nvSpPr>
        <p:spPr>
          <a:xfrm>
            <a:off x="952500" y="3519488"/>
            <a:ext cx="16383000"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473" name="Google Shape;473;p70"/>
          <p:cNvSpPr/>
          <p:nvPr/>
        </p:nvSpPr>
        <p:spPr>
          <a:xfrm>
            <a:off x="1082990" y="3859528"/>
            <a:ext cx="609600" cy="523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3300"/>
              <a:buFont typeface="Arial"/>
              <a:buNone/>
            </a:pPr>
            <a:r>
              <a:rPr b="1" i="0" lang="en-US" sz="3200" u="none" cap="none" strike="noStrike">
                <a:solidFill>
                  <a:srgbClr val="6E6EB9"/>
                </a:solidFill>
                <a:latin typeface="Montserrat"/>
                <a:ea typeface="Montserrat"/>
                <a:cs typeface="Montserrat"/>
                <a:sym typeface="Montserrat"/>
              </a:rPr>
              <a:t>1</a:t>
            </a:r>
            <a:endParaRPr b="0" i="0" sz="3200" u="none" cap="none" strike="noStrike">
              <a:solidFill>
                <a:schemeClr val="dk1"/>
              </a:solidFill>
              <a:latin typeface="Montserrat"/>
              <a:ea typeface="Montserrat"/>
              <a:cs typeface="Montserrat"/>
              <a:sym typeface="Montserrat"/>
            </a:endParaRPr>
          </a:p>
        </p:txBody>
      </p:sp>
      <p:sp>
        <p:nvSpPr>
          <p:cNvPr id="474" name="Google Shape;474;p70"/>
          <p:cNvSpPr/>
          <p:nvPr/>
        </p:nvSpPr>
        <p:spPr>
          <a:xfrm>
            <a:off x="1828800" y="3833812"/>
            <a:ext cx="4937760" cy="74295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1" i="0" lang="en-US" sz="2200" u="none" cap="none" strike="noStrike">
                <a:solidFill>
                  <a:srgbClr val="000033"/>
                </a:solidFill>
                <a:latin typeface="Montserrat"/>
                <a:ea typeface="Montserrat"/>
                <a:cs typeface="Montserrat"/>
                <a:sym typeface="Montserrat"/>
              </a:rPr>
              <a:t>Título del desafío</a:t>
            </a:r>
            <a:endParaRPr b="0" i="0" sz="2200" u="none" cap="none" strike="noStrike">
              <a:solidFill>
                <a:schemeClr val="dk1"/>
              </a:solidFill>
              <a:latin typeface="Montserrat"/>
              <a:ea typeface="Montserrat"/>
              <a:cs typeface="Montserrat"/>
              <a:sym typeface="Montserrat"/>
            </a:endParaRPr>
          </a:p>
        </p:txBody>
      </p:sp>
      <p:sp>
        <p:nvSpPr>
          <p:cNvPr id="475" name="Google Shape;475;p70"/>
          <p:cNvSpPr/>
          <p:nvPr/>
        </p:nvSpPr>
        <p:spPr>
          <a:xfrm>
            <a:off x="7040880" y="3831336"/>
            <a:ext cx="10241280" cy="811411"/>
          </a:xfrm>
          <a:prstGeom prst="rect">
            <a:avLst/>
          </a:prstGeom>
          <a:noFill/>
          <a:ln>
            <a:noFill/>
          </a:ln>
        </p:spPr>
        <p:txBody>
          <a:bodyPr anchorCtr="0" anchor="t" bIns="25400" lIns="25400" spcFirstLastPara="1" rIns="25400" wrap="square" tIns="25400">
            <a:noAutofit/>
          </a:bodyPr>
          <a:lstStyle/>
          <a:p>
            <a:pPr indent="0" lvl="0" marL="0" marR="0" rtl="0" algn="l">
              <a:lnSpc>
                <a:spcPct val="124923"/>
              </a:lnSpc>
              <a:spcBef>
                <a:spcPts val="0"/>
              </a:spcBef>
              <a:spcAft>
                <a:spcPts val="0"/>
              </a:spcAft>
              <a:buClr>
                <a:srgbClr val="4A4A6A"/>
              </a:buClr>
              <a:buSzPts val="2100"/>
              <a:buFont typeface="Arial"/>
              <a:buNone/>
            </a:pPr>
            <a:r>
              <a:rPr b="0" i="0" lang="en-US" sz="2000" u="none" cap="none" strike="noStrike">
                <a:solidFill>
                  <a:srgbClr val="4A4A6A"/>
                </a:solidFill>
                <a:latin typeface="Montserrat"/>
                <a:ea typeface="Montserrat"/>
                <a:cs typeface="Montserrat"/>
                <a:sym typeface="Montserrat"/>
              </a:rPr>
              <a:t>Descripción del desafío.</a:t>
            </a:r>
            <a:endParaRPr b="0" i="0" sz="2000" u="none" cap="none" strike="noStrike">
              <a:solidFill>
                <a:schemeClr val="dk1"/>
              </a:solidFill>
              <a:latin typeface="Montserrat"/>
              <a:ea typeface="Montserrat"/>
              <a:cs typeface="Montserrat"/>
              <a:sym typeface="Montserrat"/>
            </a:endParaRPr>
          </a:p>
        </p:txBody>
      </p:sp>
      <p:sp>
        <p:nvSpPr>
          <p:cNvPr id="476" name="Google Shape;476;p70"/>
          <p:cNvSpPr/>
          <p:nvPr/>
        </p:nvSpPr>
        <p:spPr>
          <a:xfrm>
            <a:off x="952500" y="4773811"/>
            <a:ext cx="16383000"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477" name="Google Shape;477;p70"/>
          <p:cNvSpPr/>
          <p:nvPr/>
        </p:nvSpPr>
        <p:spPr>
          <a:xfrm>
            <a:off x="1082990" y="5151951"/>
            <a:ext cx="609600" cy="523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3300"/>
              <a:buFont typeface="Arial"/>
              <a:buNone/>
            </a:pPr>
            <a:r>
              <a:rPr b="1" i="0" lang="en-US" sz="3200" u="none" cap="none" strike="noStrike">
                <a:solidFill>
                  <a:srgbClr val="6E6EB9"/>
                </a:solidFill>
                <a:latin typeface="Montserrat"/>
                <a:ea typeface="Montserrat"/>
                <a:cs typeface="Montserrat"/>
                <a:sym typeface="Montserrat"/>
              </a:rPr>
              <a:t>2</a:t>
            </a:r>
            <a:endParaRPr b="0" i="0" sz="3200" u="none" cap="none" strike="noStrike">
              <a:solidFill>
                <a:schemeClr val="dk1"/>
              </a:solidFill>
              <a:latin typeface="Montserrat"/>
              <a:ea typeface="Montserrat"/>
              <a:cs typeface="Montserrat"/>
              <a:sym typeface="Montserrat"/>
            </a:endParaRPr>
          </a:p>
        </p:txBody>
      </p:sp>
      <p:sp>
        <p:nvSpPr>
          <p:cNvPr id="478" name="Google Shape;478;p70"/>
          <p:cNvSpPr/>
          <p:nvPr/>
        </p:nvSpPr>
        <p:spPr>
          <a:xfrm>
            <a:off x="1828800" y="5129784"/>
            <a:ext cx="4937760" cy="74295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1" i="0" lang="en-US" sz="2300" u="none" cap="none" strike="noStrike">
                <a:solidFill>
                  <a:srgbClr val="000033"/>
                </a:solidFill>
                <a:latin typeface="Montserrat"/>
                <a:ea typeface="Montserrat"/>
                <a:cs typeface="Montserrat"/>
                <a:sym typeface="Montserrat"/>
              </a:rPr>
              <a:t>Título del desafío</a:t>
            </a:r>
            <a:endParaRPr b="0" i="0" sz="2300" u="none" cap="none" strike="noStrike">
              <a:solidFill>
                <a:schemeClr val="dk1"/>
              </a:solidFill>
              <a:latin typeface="Montserrat"/>
              <a:ea typeface="Montserrat"/>
              <a:cs typeface="Montserrat"/>
              <a:sym typeface="Montserrat"/>
            </a:endParaRPr>
          </a:p>
        </p:txBody>
      </p:sp>
      <p:sp>
        <p:nvSpPr>
          <p:cNvPr id="479" name="Google Shape;479;p70"/>
          <p:cNvSpPr/>
          <p:nvPr/>
        </p:nvSpPr>
        <p:spPr>
          <a:xfrm>
            <a:off x="7040880" y="5129784"/>
            <a:ext cx="10241280" cy="811500"/>
          </a:xfrm>
          <a:prstGeom prst="rect">
            <a:avLst/>
          </a:prstGeom>
          <a:noFill/>
          <a:ln>
            <a:noFill/>
          </a:ln>
        </p:spPr>
        <p:txBody>
          <a:bodyPr anchorCtr="0" anchor="t" bIns="25400" lIns="25400" spcFirstLastPara="1" rIns="25400" wrap="square" tIns="25400">
            <a:noAutofit/>
          </a:bodyPr>
          <a:lstStyle/>
          <a:p>
            <a:pPr indent="0" lvl="0" marL="0" marR="0" rtl="0" algn="l">
              <a:lnSpc>
                <a:spcPct val="124923"/>
              </a:lnSpc>
              <a:spcBef>
                <a:spcPts val="0"/>
              </a:spcBef>
              <a:spcAft>
                <a:spcPts val="0"/>
              </a:spcAft>
              <a:buClr>
                <a:srgbClr val="4A4A6A"/>
              </a:buClr>
              <a:buSzPts val="2100"/>
              <a:buFont typeface="Arial"/>
              <a:buNone/>
            </a:pPr>
            <a:r>
              <a:rPr b="0" i="0" lang="en-US" sz="2000" u="none" cap="none" strike="noStrike">
                <a:solidFill>
                  <a:srgbClr val="4A4A6A"/>
                </a:solidFill>
                <a:latin typeface="Montserrat"/>
                <a:ea typeface="Montserrat"/>
                <a:cs typeface="Montserrat"/>
                <a:sym typeface="Montserrat"/>
              </a:rPr>
              <a:t>Descripción del desafío.</a:t>
            </a:r>
            <a:endParaRPr b="0" i="0" sz="2000" u="none" cap="none" strike="noStrike">
              <a:solidFill>
                <a:schemeClr val="dk1"/>
              </a:solidFill>
              <a:latin typeface="Montserrat"/>
              <a:ea typeface="Montserrat"/>
              <a:cs typeface="Montserrat"/>
              <a:sym typeface="Montserrat"/>
            </a:endParaRPr>
          </a:p>
        </p:txBody>
      </p:sp>
      <p:sp>
        <p:nvSpPr>
          <p:cNvPr id="480" name="Google Shape;480;p70"/>
          <p:cNvSpPr/>
          <p:nvPr/>
        </p:nvSpPr>
        <p:spPr>
          <a:xfrm>
            <a:off x="952500" y="6066234"/>
            <a:ext cx="16383000" cy="19050"/>
          </a:xfrm>
          <a:prstGeom prst="rect">
            <a:avLst/>
          </a:prstGeom>
          <a:solidFill>
            <a:srgbClr val="D0D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481" name="Google Shape;481;p70"/>
          <p:cNvSpPr/>
          <p:nvPr/>
        </p:nvSpPr>
        <p:spPr>
          <a:xfrm>
            <a:off x="1082990" y="6444374"/>
            <a:ext cx="609600" cy="523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3300"/>
              <a:buFont typeface="Arial"/>
              <a:buNone/>
            </a:pPr>
            <a:r>
              <a:rPr b="1" i="0" lang="en-US" sz="3200" u="none" cap="none" strike="noStrike">
                <a:solidFill>
                  <a:srgbClr val="6E6EB9"/>
                </a:solidFill>
                <a:latin typeface="Montserrat"/>
                <a:ea typeface="Montserrat"/>
                <a:cs typeface="Montserrat"/>
                <a:sym typeface="Montserrat"/>
              </a:rPr>
              <a:t>3</a:t>
            </a:r>
            <a:endParaRPr b="0" i="0" sz="3200" u="none" cap="none" strike="noStrike">
              <a:solidFill>
                <a:schemeClr val="dk1"/>
              </a:solidFill>
              <a:latin typeface="Montserrat"/>
              <a:ea typeface="Montserrat"/>
              <a:cs typeface="Montserrat"/>
              <a:sym typeface="Montserrat"/>
            </a:endParaRPr>
          </a:p>
        </p:txBody>
      </p:sp>
      <p:sp>
        <p:nvSpPr>
          <p:cNvPr id="482" name="Google Shape;482;p70"/>
          <p:cNvSpPr/>
          <p:nvPr/>
        </p:nvSpPr>
        <p:spPr>
          <a:xfrm>
            <a:off x="1828800" y="6446520"/>
            <a:ext cx="4937760" cy="74295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1" i="0" lang="en-US" sz="2300" u="none" cap="none" strike="noStrike">
                <a:solidFill>
                  <a:srgbClr val="000033"/>
                </a:solidFill>
                <a:latin typeface="Montserrat"/>
                <a:ea typeface="Montserrat"/>
                <a:cs typeface="Montserrat"/>
                <a:sym typeface="Montserrat"/>
              </a:rPr>
              <a:t>Título del desafío</a:t>
            </a:r>
            <a:endParaRPr b="0" i="0" sz="2300" u="none" cap="none" strike="noStrike">
              <a:solidFill>
                <a:schemeClr val="dk1"/>
              </a:solidFill>
              <a:latin typeface="Montserrat"/>
              <a:ea typeface="Montserrat"/>
              <a:cs typeface="Montserrat"/>
              <a:sym typeface="Montserrat"/>
            </a:endParaRPr>
          </a:p>
        </p:txBody>
      </p:sp>
      <p:sp>
        <p:nvSpPr>
          <p:cNvPr id="483" name="Google Shape;483;p70"/>
          <p:cNvSpPr/>
          <p:nvPr/>
        </p:nvSpPr>
        <p:spPr>
          <a:xfrm>
            <a:off x="7040880" y="6446520"/>
            <a:ext cx="10241280" cy="811500"/>
          </a:xfrm>
          <a:prstGeom prst="rect">
            <a:avLst/>
          </a:prstGeom>
          <a:noFill/>
          <a:ln>
            <a:noFill/>
          </a:ln>
        </p:spPr>
        <p:txBody>
          <a:bodyPr anchorCtr="0" anchor="t" bIns="25400" lIns="25400" spcFirstLastPara="1" rIns="25400" wrap="square" tIns="25400">
            <a:noAutofit/>
          </a:bodyPr>
          <a:lstStyle/>
          <a:p>
            <a:pPr indent="0" lvl="0" marL="0" marR="0" rtl="0" algn="l">
              <a:lnSpc>
                <a:spcPct val="124923"/>
              </a:lnSpc>
              <a:spcBef>
                <a:spcPts val="0"/>
              </a:spcBef>
              <a:spcAft>
                <a:spcPts val="0"/>
              </a:spcAft>
              <a:buClr>
                <a:srgbClr val="4A4A6A"/>
              </a:buClr>
              <a:buSzPts val="2100"/>
              <a:buFont typeface="Arial"/>
              <a:buNone/>
            </a:pPr>
            <a:r>
              <a:rPr b="0" i="0" lang="en-US" sz="2000" u="none" cap="none" strike="noStrike">
                <a:solidFill>
                  <a:srgbClr val="4A4A6A"/>
                </a:solidFill>
                <a:latin typeface="Montserrat"/>
                <a:ea typeface="Montserrat"/>
                <a:cs typeface="Montserrat"/>
                <a:sym typeface="Montserrat"/>
              </a:rPr>
              <a:t>Descripción del desafío.</a:t>
            </a:r>
            <a:endParaRPr b="0" i="0" sz="2000" u="none" cap="none" strike="noStrike">
              <a:solidFill>
                <a:schemeClr val="dk1"/>
              </a:solidFill>
              <a:latin typeface="Montserrat"/>
              <a:ea typeface="Montserrat"/>
              <a:cs typeface="Montserrat"/>
              <a:sym typeface="Montserrat"/>
            </a:endParaRPr>
          </a:p>
        </p:txBody>
      </p:sp>
      <p:sp>
        <p:nvSpPr>
          <p:cNvPr id="484" name="Google Shape;484;p70"/>
          <p:cNvSpPr/>
          <p:nvPr/>
        </p:nvSpPr>
        <p:spPr>
          <a:xfrm>
            <a:off x="952500" y="7846951"/>
            <a:ext cx="16383000" cy="1104900"/>
          </a:xfrm>
          <a:prstGeom prst="roundRect">
            <a:avLst>
              <a:gd fmla="val 11429"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485" name="Google Shape;485;p70"/>
          <p:cNvSpPr/>
          <p:nvPr/>
        </p:nvSpPr>
        <p:spPr>
          <a:xfrm>
            <a:off x="1333500" y="8113657"/>
            <a:ext cx="16112400" cy="838200"/>
          </a:xfrm>
          <a:prstGeom prst="rect">
            <a:avLst/>
          </a:prstGeom>
          <a:noFill/>
          <a:ln>
            <a:noFill/>
          </a:ln>
        </p:spPr>
        <p:txBody>
          <a:bodyPr anchorCtr="0" anchor="t" bIns="25400" lIns="25400" spcFirstLastPara="1" rIns="25400" wrap="square" tIns="25400">
            <a:noAutofit/>
          </a:bodyPr>
          <a:lstStyle/>
          <a:p>
            <a:pPr indent="0" lvl="0" marL="0" marR="0" rtl="0" algn="l">
              <a:lnSpc>
                <a:spcPct val="121739"/>
              </a:lnSpc>
              <a:spcBef>
                <a:spcPts val="0"/>
              </a:spcBef>
              <a:spcAft>
                <a:spcPts val="0"/>
              </a:spcAft>
              <a:buClr>
                <a:srgbClr val="FFFFFF"/>
              </a:buClr>
              <a:buSzPts val="2250"/>
              <a:buFont typeface="Arial"/>
              <a:buNone/>
            </a:pPr>
            <a:r>
              <a:rPr b="0" i="0" lang="en-US" sz="2150" u="none" cap="none" strike="noStrike">
                <a:solidFill>
                  <a:srgbClr val="FFFFFF"/>
                </a:solidFill>
                <a:latin typeface="Montserrat"/>
                <a:ea typeface="Montserrat"/>
                <a:cs typeface="Montserrat"/>
                <a:sym typeface="Montserrat"/>
              </a:rPr>
              <a:t>Frase de cierre del desafío.</a:t>
            </a:r>
            <a:endParaRPr b="0" i="0" sz="215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90" name="Shape 490"/>
        <p:cNvGrpSpPr/>
        <p:nvPr/>
      </p:nvGrpSpPr>
      <p:grpSpPr>
        <a:xfrm>
          <a:off x="0" y="0"/>
          <a:ext cx="0" cy="0"/>
          <a:chOff x="0" y="0"/>
          <a:chExt cx="0" cy="0"/>
        </a:xfrm>
      </p:grpSpPr>
      <p:pic>
        <p:nvPicPr>
          <p:cNvPr descr="preencoded.png" id="491" name="Google Shape;491;p71"/>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492" name="Google Shape;492;p71"/>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493" name="Google Shape;493;p71"/>
          <p:cNvSpPr/>
          <p:nvPr/>
        </p:nvSpPr>
        <p:spPr>
          <a:xfrm>
            <a:off x="1333500" y="3581400"/>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03</a:t>
            </a:r>
            <a:endParaRPr b="0" i="0" sz="9000" u="none" cap="none" strike="noStrike">
              <a:solidFill>
                <a:schemeClr val="dk1"/>
              </a:solidFill>
              <a:latin typeface="Montserrat"/>
              <a:ea typeface="Montserrat"/>
              <a:cs typeface="Montserrat"/>
              <a:sym typeface="Montserrat"/>
            </a:endParaRPr>
          </a:p>
        </p:txBody>
      </p:sp>
      <p:sp>
        <p:nvSpPr>
          <p:cNvPr id="494" name="Google Shape;494;p71"/>
          <p:cNvSpPr/>
          <p:nvPr/>
        </p:nvSpPr>
        <p:spPr>
          <a:xfrm>
            <a:off x="1333500" y="4953000"/>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Diagnóstico de la situación actual</a:t>
            </a:r>
            <a:endParaRPr b="0" i="0" sz="6600" u="none" cap="none" strike="noStrike">
              <a:solidFill>
                <a:schemeClr val="dk1"/>
              </a:solidFill>
              <a:latin typeface="Calibri"/>
              <a:ea typeface="Calibri"/>
              <a:cs typeface="Calibri"/>
              <a:sym typeface="Calibri"/>
            </a:endParaRPr>
          </a:p>
        </p:txBody>
      </p:sp>
      <p:sp>
        <p:nvSpPr>
          <p:cNvPr id="495" name="Google Shape;495;p71"/>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sp>
        <p:nvSpPr>
          <p:cNvPr id="501" name="Google Shape;501;p72"/>
          <p:cNvSpPr/>
          <p:nvPr/>
        </p:nvSpPr>
        <p:spPr>
          <a:xfrm>
            <a:off x="952500" y="723900"/>
            <a:ext cx="2224913"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Montserrat"/>
                <a:ea typeface="Montserrat"/>
                <a:cs typeface="Montserrat"/>
                <a:sym typeface="Montserrat"/>
              </a:rPr>
              <a:t>DIAGNÓSTICO</a:t>
            </a:r>
            <a:endParaRPr b="0" i="0" sz="1800" u="none" cap="none" strike="noStrike">
              <a:solidFill>
                <a:schemeClr val="dk1"/>
              </a:solidFill>
              <a:latin typeface="Montserrat"/>
              <a:ea typeface="Montserrat"/>
              <a:cs typeface="Montserrat"/>
              <a:sym typeface="Montserrat"/>
            </a:endParaRPr>
          </a:p>
        </p:txBody>
      </p:sp>
      <p:sp>
        <p:nvSpPr>
          <p:cNvPr id="502" name="Google Shape;502;p72"/>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503" name="Google Shape;503;p72"/>
          <p:cNvSpPr/>
          <p:nvPr/>
        </p:nvSpPr>
        <p:spPr>
          <a:xfrm>
            <a:off x="1300475" y="2685425"/>
            <a:ext cx="2939700" cy="4551600"/>
          </a:xfrm>
          <a:prstGeom prst="roundRect">
            <a:avLst>
              <a:gd fmla="val 432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04" name="Google Shape;504;p72"/>
          <p:cNvSpPr/>
          <p:nvPr/>
        </p:nvSpPr>
        <p:spPr>
          <a:xfrm>
            <a:off x="1300475" y="2685428"/>
            <a:ext cx="29397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72"/>
          <p:cNvSpPr/>
          <p:nvPr/>
        </p:nvSpPr>
        <p:spPr>
          <a:xfrm>
            <a:off x="1492191" y="2987691"/>
            <a:ext cx="2811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600" u="none" cap="none" strike="noStrike">
                <a:solidFill>
                  <a:srgbClr val="6E6EB9"/>
                </a:solidFill>
                <a:latin typeface="Montserrat"/>
                <a:ea typeface="Montserrat"/>
                <a:cs typeface="Montserrat"/>
                <a:sym typeface="Montserrat"/>
              </a:rPr>
              <a:t>BRECHA 1</a:t>
            </a:r>
            <a:endParaRPr b="0" i="0" sz="1600" u="none" cap="none" strike="noStrike">
              <a:solidFill>
                <a:schemeClr val="dk1"/>
              </a:solidFill>
              <a:latin typeface="Montserrat"/>
              <a:ea typeface="Montserrat"/>
              <a:cs typeface="Montserrat"/>
              <a:sym typeface="Montserrat"/>
            </a:endParaRPr>
          </a:p>
        </p:txBody>
      </p:sp>
      <p:sp>
        <p:nvSpPr>
          <p:cNvPr id="506" name="Google Shape;506;p72"/>
          <p:cNvSpPr/>
          <p:nvPr/>
        </p:nvSpPr>
        <p:spPr>
          <a:xfrm>
            <a:off x="1490472" y="3364992"/>
            <a:ext cx="2651760" cy="86868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350" u="none" cap="none" strike="noStrike">
                <a:solidFill>
                  <a:srgbClr val="000033"/>
                </a:solidFill>
                <a:latin typeface="Montserrat"/>
                <a:ea typeface="Montserrat"/>
                <a:cs typeface="Montserrat"/>
                <a:sym typeface="Montserrat"/>
              </a:rPr>
              <a:t>Título de la brecha</a:t>
            </a:r>
            <a:endParaRPr b="1" i="0" sz="2350" u="none" cap="none" strike="noStrike">
              <a:solidFill>
                <a:srgbClr val="000033"/>
              </a:solidFill>
              <a:latin typeface="Montserrat"/>
              <a:ea typeface="Montserrat"/>
              <a:cs typeface="Montserrat"/>
              <a:sym typeface="Montserrat"/>
            </a:endParaRPr>
          </a:p>
        </p:txBody>
      </p:sp>
      <p:sp>
        <p:nvSpPr>
          <p:cNvPr id="507" name="Google Shape;507;p72"/>
          <p:cNvSpPr/>
          <p:nvPr/>
        </p:nvSpPr>
        <p:spPr>
          <a:xfrm>
            <a:off x="1490472" y="4370832"/>
            <a:ext cx="2487168" cy="2487168"/>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1700" u="none" cap="none" strike="noStrike">
                <a:solidFill>
                  <a:srgbClr val="4A4A6A"/>
                </a:solidFill>
                <a:latin typeface="Montserrat"/>
                <a:ea typeface="Montserrat"/>
                <a:cs typeface="Montserrat"/>
                <a:sym typeface="Montserrat"/>
              </a:rPr>
              <a:t>Descripción de la brecha.</a:t>
            </a:r>
            <a:endParaRPr b="0" i="0" sz="1700" u="none" cap="none" strike="noStrike">
              <a:solidFill>
                <a:schemeClr val="dk1"/>
              </a:solidFill>
              <a:latin typeface="Montserrat"/>
              <a:ea typeface="Montserrat"/>
              <a:cs typeface="Montserrat"/>
              <a:sym typeface="Montserrat"/>
            </a:endParaRPr>
          </a:p>
        </p:txBody>
      </p:sp>
      <p:sp>
        <p:nvSpPr>
          <p:cNvPr id="508" name="Google Shape;508;p72"/>
          <p:cNvSpPr/>
          <p:nvPr/>
        </p:nvSpPr>
        <p:spPr>
          <a:xfrm>
            <a:off x="4327038" y="2691943"/>
            <a:ext cx="2863800" cy="4551600"/>
          </a:xfrm>
          <a:prstGeom prst="roundRect">
            <a:avLst>
              <a:gd fmla="val 432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09" name="Google Shape;509;p72"/>
          <p:cNvSpPr/>
          <p:nvPr/>
        </p:nvSpPr>
        <p:spPr>
          <a:xfrm>
            <a:off x="4327038" y="2690475"/>
            <a:ext cx="28638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72"/>
          <p:cNvSpPr/>
          <p:nvPr/>
        </p:nvSpPr>
        <p:spPr>
          <a:xfrm>
            <a:off x="4513816" y="2992738"/>
            <a:ext cx="27396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600" u="none" cap="none" strike="noStrike">
                <a:solidFill>
                  <a:srgbClr val="6E6EB9"/>
                </a:solidFill>
                <a:latin typeface="Montserrat"/>
                <a:ea typeface="Montserrat"/>
                <a:cs typeface="Montserrat"/>
                <a:sym typeface="Montserrat"/>
              </a:rPr>
              <a:t>BRECHA 2</a:t>
            </a:r>
            <a:endParaRPr b="0" i="0" sz="1600" u="none" cap="none" strike="noStrike">
              <a:solidFill>
                <a:schemeClr val="dk1"/>
              </a:solidFill>
              <a:latin typeface="Montserrat"/>
              <a:ea typeface="Montserrat"/>
              <a:cs typeface="Montserrat"/>
              <a:sym typeface="Montserrat"/>
            </a:endParaRPr>
          </a:p>
        </p:txBody>
      </p:sp>
      <p:sp>
        <p:nvSpPr>
          <p:cNvPr id="511" name="Google Shape;511;p72"/>
          <p:cNvSpPr/>
          <p:nvPr/>
        </p:nvSpPr>
        <p:spPr>
          <a:xfrm>
            <a:off x="4572000" y="3364992"/>
            <a:ext cx="2468880" cy="86868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350" u="none" cap="none" strike="noStrike">
                <a:solidFill>
                  <a:srgbClr val="000033"/>
                </a:solidFill>
                <a:latin typeface="Montserrat"/>
                <a:ea typeface="Montserrat"/>
                <a:cs typeface="Montserrat"/>
                <a:sym typeface="Montserrat"/>
              </a:rPr>
              <a:t>Título de la brecha</a:t>
            </a:r>
            <a:endParaRPr b="0" i="0" sz="2350" u="none" cap="none" strike="noStrike">
              <a:solidFill>
                <a:schemeClr val="dk1"/>
              </a:solidFill>
              <a:latin typeface="Montserrat"/>
              <a:ea typeface="Montserrat"/>
              <a:cs typeface="Montserrat"/>
              <a:sym typeface="Montserrat"/>
            </a:endParaRPr>
          </a:p>
        </p:txBody>
      </p:sp>
      <p:sp>
        <p:nvSpPr>
          <p:cNvPr id="512" name="Google Shape;512;p72"/>
          <p:cNvSpPr/>
          <p:nvPr/>
        </p:nvSpPr>
        <p:spPr>
          <a:xfrm>
            <a:off x="4572000" y="4370832"/>
            <a:ext cx="2487168" cy="2487168"/>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1700" u="none" cap="none" strike="noStrike">
                <a:solidFill>
                  <a:srgbClr val="4A4A6A"/>
                </a:solidFill>
                <a:latin typeface="Montserrat"/>
                <a:ea typeface="Montserrat"/>
                <a:cs typeface="Montserrat"/>
                <a:sym typeface="Montserrat"/>
              </a:rPr>
              <a:t>Descripción de la brecha.</a:t>
            </a:r>
            <a:endParaRPr b="0" i="0" sz="1700" u="none" cap="none" strike="noStrike">
              <a:solidFill>
                <a:schemeClr val="dk1"/>
              </a:solidFill>
              <a:latin typeface="Montserrat"/>
              <a:ea typeface="Montserrat"/>
              <a:cs typeface="Montserrat"/>
              <a:sym typeface="Montserrat"/>
            </a:endParaRPr>
          </a:p>
        </p:txBody>
      </p:sp>
      <p:sp>
        <p:nvSpPr>
          <p:cNvPr id="513" name="Google Shape;513;p72"/>
          <p:cNvSpPr/>
          <p:nvPr/>
        </p:nvSpPr>
        <p:spPr>
          <a:xfrm>
            <a:off x="7420550" y="2707602"/>
            <a:ext cx="2811900" cy="4551600"/>
          </a:xfrm>
          <a:prstGeom prst="roundRect">
            <a:avLst>
              <a:gd fmla="val 432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14" name="Google Shape;514;p72"/>
          <p:cNvSpPr/>
          <p:nvPr/>
        </p:nvSpPr>
        <p:spPr>
          <a:xfrm>
            <a:off x="7420550" y="2702600"/>
            <a:ext cx="28119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72"/>
          <p:cNvSpPr/>
          <p:nvPr/>
        </p:nvSpPr>
        <p:spPr>
          <a:xfrm>
            <a:off x="7592261" y="3004875"/>
            <a:ext cx="18444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600" u="none" cap="none" strike="noStrike">
                <a:solidFill>
                  <a:srgbClr val="6E6EB9"/>
                </a:solidFill>
                <a:latin typeface="Montserrat"/>
                <a:ea typeface="Montserrat"/>
                <a:cs typeface="Montserrat"/>
                <a:sym typeface="Montserrat"/>
              </a:rPr>
              <a:t>BRECHA 3</a:t>
            </a:r>
            <a:endParaRPr b="0" i="0" sz="1600" u="none" cap="none" strike="noStrike">
              <a:solidFill>
                <a:schemeClr val="dk1"/>
              </a:solidFill>
              <a:latin typeface="Montserrat"/>
              <a:ea typeface="Montserrat"/>
              <a:cs typeface="Montserrat"/>
              <a:sym typeface="Montserrat"/>
            </a:endParaRPr>
          </a:p>
        </p:txBody>
      </p:sp>
      <p:sp>
        <p:nvSpPr>
          <p:cNvPr id="516" name="Google Shape;516;p72"/>
          <p:cNvSpPr/>
          <p:nvPr/>
        </p:nvSpPr>
        <p:spPr>
          <a:xfrm>
            <a:off x="7589520" y="3364992"/>
            <a:ext cx="2468880" cy="86868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350" u="none" cap="none" strike="noStrike">
                <a:solidFill>
                  <a:srgbClr val="000033"/>
                </a:solidFill>
                <a:latin typeface="Montserrat"/>
                <a:ea typeface="Montserrat"/>
                <a:cs typeface="Montserrat"/>
                <a:sym typeface="Montserrat"/>
              </a:rPr>
              <a:t>Título de la brecha</a:t>
            </a:r>
            <a:endParaRPr b="0" i="0" sz="2350" u="none" cap="none" strike="noStrike">
              <a:solidFill>
                <a:schemeClr val="dk1"/>
              </a:solidFill>
              <a:latin typeface="Montserrat"/>
              <a:ea typeface="Montserrat"/>
              <a:cs typeface="Montserrat"/>
              <a:sym typeface="Montserrat"/>
            </a:endParaRPr>
          </a:p>
        </p:txBody>
      </p:sp>
      <p:sp>
        <p:nvSpPr>
          <p:cNvPr id="517" name="Google Shape;517;p72"/>
          <p:cNvSpPr/>
          <p:nvPr/>
        </p:nvSpPr>
        <p:spPr>
          <a:xfrm>
            <a:off x="7589520" y="4370832"/>
            <a:ext cx="2487168" cy="2487168"/>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1700" u="none" cap="none" strike="noStrike">
                <a:solidFill>
                  <a:srgbClr val="4A4A6A"/>
                </a:solidFill>
                <a:latin typeface="Montserrat"/>
                <a:ea typeface="Montserrat"/>
                <a:cs typeface="Montserrat"/>
                <a:sym typeface="Montserrat"/>
              </a:rPr>
              <a:t>Descripción de la brecha.</a:t>
            </a:r>
            <a:endParaRPr b="0" i="0" sz="1700" u="none" cap="none" strike="noStrike">
              <a:solidFill>
                <a:schemeClr val="dk1"/>
              </a:solidFill>
              <a:latin typeface="Montserrat"/>
              <a:ea typeface="Montserrat"/>
              <a:cs typeface="Montserrat"/>
              <a:sym typeface="Montserrat"/>
            </a:endParaRPr>
          </a:p>
        </p:txBody>
      </p:sp>
      <p:sp>
        <p:nvSpPr>
          <p:cNvPr id="518" name="Google Shape;518;p72"/>
          <p:cNvSpPr/>
          <p:nvPr/>
        </p:nvSpPr>
        <p:spPr>
          <a:xfrm>
            <a:off x="10376450" y="2707602"/>
            <a:ext cx="2939700" cy="4551600"/>
          </a:xfrm>
          <a:prstGeom prst="roundRect">
            <a:avLst>
              <a:gd fmla="val 559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19" name="Google Shape;519;p72"/>
          <p:cNvSpPr/>
          <p:nvPr/>
        </p:nvSpPr>
        <p:spPr>
          <a:xfrm>
            <a:off x="10376459" y="2702600"/>
            <a:ext cx="29397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20" name="Google Shape;520;p72"/>
          <p:cNvSpPr/>
          <p:nvPr/>
        </p:nvSpPr>
        <p:spPr>
          <a:xfrm>
            <a:off x="10526786" y="2974500"/>
            <a:ext cx="24453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600" u="none" cap="none" strike="noStrike">
                <a:solidFill>
                  <a:srgbClr val="6E6EB9"/>
                </a:solidFill>
                <a:latin typeface="Montserrat"/>
                <a:ea typeface="Montserrat"/>
                <a:cs typeface="Montserrat"/>
                <a:sym typeface="Montserrat"/>
              </a:rPr>
              <a:t>BRECHA 4</a:t>
            </a:r>
            <a:endParaRPr b="0" i="0" sz="1600" u="none" cap="none" strike="noStrike">
              <a:solidFill>
                <a:schemeClr val="dk1"/>
              </a:solidFill>
              <a:latin typeface="Montserrat"/>
              <a:ea typeface="Montserrat"/>
              <a:cs typeface="Montserrat"/>
              <a:sym typeface="Montserrat"/>
            </a:endParaRPr>
          </a:p>
        </p:txBody>
      </p:sp>
      <p:sp>
        <p:nvSpPr>
          <p:cNvPr id="521" name="Google Shape;521;p72"/>
          <p:cNvSpPr/>
          <p:nvPr/>
        </p:nvSpPr>
        <p:spPr>
          <a:xfrm>
            <a:off x="10625328" y="3364992"/>
            <a:ext cx="2468880" cy="86868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350" u="none" cap="none" strike="noStrike">
                <a:solidFill>
                  <a:srgbClr val="000033"/>
                </a:solidFill>
                <a:latin typeface="Montserrat"/>
                <a:ea typeface="Montserrat"/>
                <a:cs typeface="Montserrat"/>
                <a:sym typeface="Montserrat"/>
              </a:rPr>
              <a:t>Título de la brecha</a:t>
            </a:r>
            <a:endParaRPr b="0" i="0" sz="2350" u="none" cap="none" strike="noStrike">
              <a:solidFill>
                <a:schemeClr val="dk1"/>
              </a:solidFill>
              <a:latin typeface="Montserrat"/>
              <a:ea typeface="Montserrat"/>
              <a:cs typeface="Montserrat"/>
              <a:sym typeface="Montserrat"/>
            </a:endParaRPr>
          </a:p>
        </p:txBody>
      </p:sp>
      <p:sp>
        <p:nvSpPr>
          <p:cNvPr id="522" name="Google Shape;522;p72"/>
          <p:cNvSpPr/>
          <p:nvPr/>
        </p:nvSpPr>
        <p:spPr>
          <a:xfrm>
            <a:off x="10625328" y="4370832"/>
            <a:ext cx="2487168" cy="2487168"/>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1700" u="none" cap="none" strike="noStrike">
                <a:solidFill>
                  <a:srgbClr val="4A4A6A"/>
                </a:solidFill>
                <a:latin typeface="Montserrat"/>
                <a:ea typeface="Montserrat"/>
                <a:cs typeface="Montserrat"/>
                <a:sym typeface="Montserrat"/>
              </a:rPr>
              <a:t>Descripción de la brecha.</a:t>
            </a:r>
            <a:endParaRPr b="0" i="0" sz="1700" u="none" cap="none" strike="noStrike">
              <a:solidFill>
                <a:schemeClr val="dk1"/>
              </a:solidFill>
              <a:latin typeface="Montserrat"/>
              <a:ea typeface="Montserrat"/>
              <a:cs typeface="Montserrat"/>
              <a:sym typeface="Montserrat"/>
            </a:endParaRPr>
          </a:p>
        </p:txBody>
      </p:sp>
      <p:sp>
        <p:nvSpPr>
          <p:cNvPr id="523" name="Google Shape;523;p72"/>
          <p:cNvSpPr/>
          <p:nvPr/>
        </p:nvSpPr>
        <p:spPr>
          <a:xfrm>
            <a:off x="13460800" y="2707602"/>
            <a:ext cx="3101100" cy="4551600"/>
          </a:xfrm>
          <a:prstGeom prst="roundRect">
            <a:avLst>
              <a:gd fmla="val 559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24" name="Google Shape;524;p72"/>
          <p:cNvSpPr/>
          <p:nvPr/>
        </p:nvSpPr>
        <p:spPr>
          <a:xfrm>
            <a:off x="13460809" y="2702601"/>
            <a:ext cx="31011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525" name="Google Shape;525;p72"/>
          <p:cNvSpPr/>
          <p:nvPr/>
        </p:nvSpPr>
        <p:spPr>
          <a:xfrm>
            <a:off x="13593081" y="2983115"/>
            <a:ext cx="31203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600" u="none" cap="none" strike="noStrike">
                <a:solidFill>
                  <a:srgbClr val="6E6EB9"/>
                </a:solidFill>
                <a:latin typeface="Montserrat"/>
                <a:ea typeface="Montserrat"/>
                <a:cs typeface="Montserrat"/>
                <a:sym typeface="Montserrat"/>
              </a:rPr>
              <a:t>BRECHA 5</a:t>
            </a:r>
            <a:endParaRPr b="0" i="0" sz="1600" u="none" cap="none" strike="noStrike">
              <a:solidFill>
                <a:schemeClr val="dk1"/>
              </a:solidFill>
              <a:latin typeface="Montserrat"/>
              <a:ea typeface="Montserrat"/>
              <a:cs typeface="Montserrat"/>
              <a:sym typeface="Montserrat"/>
            </a:endParaRPr>
          </a:p>
        </p:txBody>
      </p:sp>
      <p:sp>
        <p:nvSpPr>
          <p:cNvPr id="526" name="Google Shape;526;p72"/>
          <p:cNvSpPr/>
          <p:nvPr/>
        </p:nvSpPr>
        <p:spPr>
          <a:xfrm>
            <a:off x="13670280" y="3364992"/>
            <a:ext cx="2697480" cy="86868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350" u="none" cap="none" strike="noStrike">
                <a:solidFill>
                  <a:srgbClr val="000033"/>
                </a:solidFill>
                <a:latin typeface="Montserrat"/>
                <a:ea typeface="Montserrat"/>
                <a:cs typeface="Montserrat"/>
                <a:sym typeface="Montserrat"/>
              </a:rPr>
              <a:t>Título de la brecha</a:t>
            </a:r>
            <a:endParaRPr b="0" i="0" sz="2350" u="none" cap="none" strike="noStrike">
              <a:solidFill>
                <a:schemeClr val="dk1"/>
              </a:solidFill>
              <a:latin typeface="Montserrat"/>
              <a:ea typeface="Montserrat"/>
              <a:cs typeface="Montserrat"/>
              <a:sym typeface="Montserrat"/>
            </a:endParaRPr>
          </a:p>
        </p:txBody>
      </p:sp>
      <p:sp>
        <p:nvSpPr>
          <p:cNvPr id="527" name="Google Shape;527;p72"/>
          <p:cNvSpPr/>
          <p:nvPr/>
        </p:nvSpPr>
        <p:spPr>
          <a:xfrm>
            <a:off x="13670280" y="4370832"/>
            <a:ext cx="2487168" cy="2487168"/>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1700" u="none" cap="none" strike="noStrike">
                <a:solidFill>
                  <a:srgbClr val="4A4A6A"/>
                </a:solidFill>
                <a:latin typeface="Montserrat"/>
                <a:ea typeface="Montserrat"/>
                <a:cs typeface="Montserrat"/>
                <a:sym typeface="Montserrat"/>
              </a:rPr>
              <a:t>Descripción de la brecha.</a:t>
            </a:r>
            <a:endParaRPr b="0" i="0" sz="170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32" name="Shape 532"/>
        <p:cNvGrpSpPr/>
        <p:nvPr/>
      </p:nvGrpSpPr>
      <p:grpSpPr>
        <a:xfrm>
          <a:off x="0" y="0"/>
          <a:ext cx="0" cy="0"/>
          <a:chOff x="0" y="0"/>
          <a:chExt cx="0" cy="0"/>
        </a:xfrm>
      </p:grpSpPr>
      <p:pic>
        <p:nvPicPr>
          <p:cNvPr descr="preencoded.png" id="533" name="Google Shape;533;p73"/>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534" name="Google Shape;534;p73"/>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535" name="Google Shape;535;p73"/>
          <p:cNvSpPr/>
          <p:nvPr/>
        </p:nvSpPr>
        <p:spPr>
          <a:xfrm>
            <a:off x="1333500" y="3581400"/>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04</a:t>
            </a:r>
            <a:endParaRPr b="0" i="0" sz="9000" u="none" cap="none" strike="noStrike">
              <a:solidFill>
                <a:schemeClr val="dk1"/>
              </a:solidFill>
              <a:latin typeface="Montserrat"/>
              <a:ea typeface="Montserrat"/>
              <a:cs typeface="Montserrat"/>
              <a:sym typeface="Montserrat"/>
            </a:endParaRPr>
          </a:p>
        </p:txBody>
      </p:sp>
      <p:sp>
        <p:nvSpPr>
          <p:cNvPr id="536" name="Google Shape;536;p73"/>
          <p:cNvSpPr/>
          <p:nvPr/>
        </p:nvSpPr>
        <p:spPr>
          <a:xfrm>
            <a:off x="1333500" y="4953000"/>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Objetivo y modelo de gobierno</a:t>
            </a:r>
            <a:endParaRPr b="0" i="0" sz="6600" u="none" cap="none" strike="noStrike">
              <a:solidFill>
                <a:schemeClr val="dk1"/>
              </a:solidFill>
              <a:latin typeface="Calibri"/>
              <a:ea typeface="Calibri"/>
              <a:cs typeface="Calibri"/>
              <a:sym typeface="Calibri"/>
            </a:endParaRPr>
          </a:p>
        </p:txBody>
      </p:sp>
      <p:sp>
        <p:nvSpPr>
          <p:cNvPr id="537" name="Google Shape;537;p73"/>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2" name="Shape 542"/>
        <p:cNvGrpSpPr/>
        <p:nvPr/>
      </p:nvGrpSpPr>
      <p:grpSpPr>
        <a:xfrm>
          <a:off x="0" y="0"/>
          <a:ext cx="0" cy="0"/>
          <a:chOff x="0" y="0"/>
          <a:chExt cx="0" cy="0"/>
        </a:xfrm>
      </p:grpSpPr>
      <p:sp>
        <p:nvSpPr>
          <p:cNvPr id="543" name="Google Shape;543;p74"/>
          <p:cNvSpPr/>
          <p:nvPr/>
        </p:nvSpPr>
        <p:spPr>
          <a:xfrm>
            <a:off x="952500" y="723900"/>
            <a:ext cx="1587096"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Montserrat"/>
                <a:ea typeface="Montserrat"/>
                <a:cs typeface="Montserrat"/>
                <a:sym typeface="Montserrat"/>
              </a:rPr>
              <a:t>OBJETIVO</a:t>
            </a:r>
            <a:endParaRPr b="0" i="0" sz="1800" u="none" cap="none" strike="noStrike">
              <a:solidFill>
                <a:schemeClr val="dk1"/>
              </a:solidFill>
              <a:latin typeface="Montserrat"/>
              <a:ea typeface="Montserrat"/>
              <a:cs typeface="Montserrat"/>
              <a:sym typeface="Montserrat"/>
            </a:endParaRPr>
          </a:p>
        </p:txBody>
      </p:sp>
      <p:sp>
        <p:nvSpPr>
          <p:cNvPr id="544" name="Google Shape;544;p74"/>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545" name="Google Shape;545;p74"/>
          <p:cNvSpPr/>
          <p:nvPr/>
        </p:nvSpPr>
        <p:spPr>
          <a:xfrm>
            <a:off x="952500" y="2347925"/>
            <a:ext cx="16263900" cy="866700"/>
          </a:xfrm>
          <a:prstGeom prst="rect">
            <a:avLst/>
          </a:prstGeom>
          <a:noFill/>
          <a:ln>
            <a:noFill/>
          </a:ln>
        </p:spPr>
        <p:txBody>
          <a:bodyPr anchorCtr="0" anchor="t" bIns="25400" lIns="25400" spcFirstLastPara="1" rIns="25400" wrap="square" tIns="25400">
            <a:noAutofit/>
          </a:bodyPr>
          <a:lstStyle/>
          <a:p>
            <a:pPr indent="0" lvl="0" marL="0" marR="0" rtl="0" algn="l">
              <a:lnSpc>
                <a:spcPct val="126087"/>
              </a:lnSpc>
              <a:spcBef>
                <a:spcPts val="0"/>
              </a:spcBef>
              <a:spcAft>
                <a:spcPts val="0"/>
              </a:spcAft>
              <a:buClr>
                <a:srgbClr val="4A4A6A"/>
              </a:buClr>
              <a:buSzPts val="2250"/>
              <a:buFont typeface="Arial"/>
              <a:buNone/>
            </a:pPr>
            <a:r>
              <a:rPr b="0" i="0" lang="en-US" sz="2150" u="none" cap="none" strike="noStrike">
                <a:solidFill>
                  <a:srgbClr val="4A4A6A"/>
                </a:solidFill>
                <a:latin typeface="Montserrat"/>
                <a:ea typeface="Montserrat"/>
                <a:cs typeface="Montserrat"/>
                <a:sym typeface="Montserrat"/>
              </a:rPr>
              <a:t>Bajada de la slide</a:t>
            </a:r>
            <a:endParaRPr b="0" i="0" sz="2150" u="none" cap="none" strike="noStrike">
              <a:solidFill>
                <a:schemeClr val="dk1"/>
              </a:solidFill>
              <a:latin typeface="Montserrat"/>
              <a:ea typeface="Montserrat"/>
              <a:cs typeface="Montserrat"/>
              <a:sym typeface="Montserrat"/>
            </a:endParaRPr>
          </a:p>
        </p:txBody>
      </p:sp>
      <p:sp>
        <p:nvSpPr>
          <p:cNvPr id="546" name="Google Shape;546;p74"/>
          <p:cNvSpPr/>
          <p:nvPr/>
        </p:nvSpPr>
        <p:spPr>
          <a:xfrm>
            <a:off x="952500" y="3841250"/>
            <a:ext cx="5257800" cy="4964100"/>
          </a:xfrm>
          <a:prstGeom prst="roundRect">
            <a:avLst>
              <a:gd fmla="val 444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547" name="Google Shape;547;p74"/>
          <p:cNvSpPr/>
          <p:nvPr/>
        </p:nvSpPr>
        <p:spPr>
          <a:xfrm>
            <a:off x="1295400" y="4260337"/>
            <a:ext cx="5029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700" u="none" cap="none" strike="noStrike">
                <a:solidFill>
                  <a:srgbClr val="05058C"/>
                </a:solidFill>
                <a:latin typeface="Montserrat"/>
                <a:ea typeface="Montserrat"/>
                <a:cs typeface="Montserrat"/>
                <a:sym typeface="Montserrat"/>
              </a:rPr>
              <a:t>COMPONENTE 1</a:t>
            </a:r>
            <a:endParaRPr b="0" i="0" sz="1700" u="none" cap="none" strike="noStrike">
              <a:solidFill>
                <a:schemeClr val="dk1"/>
              </a:solidFill>
              <a:latin typeface="Montserrat"/>
              <a:ea typeface="Montserrat"/>
              <a:cs typeface="Montserrat"/>
              <a:sym typeface="Montserrat"/>
            </a:endParaRPr>
          </a:p>
        </p:txBody>
      </p:sp>
      <p:sp>
        <p:nvSpPr>
          <p:cNvPr id="548" name="Google Shape;548;p74"/>
          <p:cNvSpPr/>
          <p:nvPr/>
        </p:nvSpPr>
        <p:spPr>
          <a:xfrm>
            <a:off x="1295400" y="4708025"/>
            <a:ext cx="42939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450" u="none" cap="none" strike="noStrike">
                <a:solidFill>
                  <a:srgbClr val="000033"/>
                </a:solidFill>
                <a:latin typeface="Montserrat"/>
                <a:ea typeface="Montserrat"/>
                <a:cs typeface="Montserrat"/>
                <a:sym typeface="Montserrat"/>
              </a:rPr>
              <a:t>Título del componente</a:t>
            </a:r>
            <a:endParaRPr b="0" i="0" sz="2450" u="none" cap="none" strike="noStrike">
              <a:solidFill>
                <a:schemeClr val="dk1"/>
              </a:solidFill>
              <a:latin typeface="Montserrat"/>
              <a:ea typeface="Montserrat"/>
              <a:cs typeface="Montserrat"/>
              <a:sym typeface="Montserrat"/>
            </a:endParaRPr>
          </a:p>
        </p:txBody>
      </p:sp>
      <p:sp>
        <p:nvSpPr>
          <p:cNvPr id="549" name="Google Shape;549;p74"/>
          <p:cNvSpPr/>
          <p:nvPr/>
        </p:nvSpPr>
        <p:spPr>
          <a:xfrm>
            <a:off x="1295400" y="5620661"/>
            <a:ext cx="4709100" cy="1638300"/>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2000" u="none" cap="none" strike="noStrike">
                <a:solidFill>
                  <a:srgbClr val="4A4A6A"/>
                </a:solidFill>
                <a:latin typeface="Montserrat"/>
                <a:ea typeface="Montserrat"/>
                <a:cs typeface="Montserrat"/>
                <a:sym typeface="Montserrat"/>
              </a:rPr>
              <a:t>Descripción del componente.</a:t>
            </a:r>
            <a:endParaRPr b="0" i="0" sz="2000" u="none" cap="none" strike="noStrike">
              <a:solidFill>
                <a:schemeClr val="dk1"/>
              </a:solidFill>
              <a:latin typeface="Montserrat"/>
              <a:ea typeface="Montserrat"/>
              <a:cs typeface="Montserrat"/>
              <a:sym typeface="Montserrat"/>
            </a:endParaRPr>
          </a:p>
        </p:txBody>
      </p:sp>
      <p:sp>
        <p:nvSpPr>
          <p:cNvPr id="550" name="Google Shape;550;p74"/>
          <p:cNvSpPr/>
          <p:nvPr/>
        </p:nvSpPr>
        <p:spPr>
          <a:xfrm>
            <a:off x="6515100" y="3841250"/>
            <a:ext cx="5257800" cy="4964100"/>
          </a:xfrm>
          <a:prstGeom prst="roundRect">
            <a:avLst>
              <a:gd fmla="val 444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551" name="Google Shape;551;p74"/>
          <p:cNvSpPr/>
          <p:nvPr/>
        </p:nvSpPr>
        <p:spPr>
          <a:xfrm>
            <a:off x="6858000" y="4260337"/>
            <a:ext cx="5029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700" u="none" cap="none" strike="noStrike">
                <a:solidFill>
                  <a:srgbClr val="05058C"/>
                </a:solidFill>
                <a:latin typeface="Montserrat"/>
                <a:ea typeface="Montserrat"/>
                <a:cs typeface="Montserrat"/>
                <a:sym typeface="Montserrat"/>
              </a:rPr>
              <a:t>COMPONENTE 2</a:t>
            </a:r>
            <a:endParaRPr b="0" i="0" sz="1700" u="none" cap="none" strike="noStrike">
              <a:solidFill>
                <a:schemeClr val="dk1"/>
              </a:solidFill>
              <a:latin typeface="Montserrat"/>
              <a:ea typeface="Montserrat"/>
              <a:cs typeface="Montserrat"/>
              <a:sym typeface="Montserrat"/>
            </a:endParaRPr>
          </a:p>
        </p:txBody>
      </p:sp>
      <p:sp>
        <p:nvSpPr>
          <p:cNvPr id="552" name="Google Shape;552;p74"/>
          <p:cNvSpPr/>
          <p:nvPr/>
        </p:nvSpPr>
        <p:spPr>
          <a:xfrm>
            <a:off x="6858000" y="4708013"/>
            <a:ext cx="50292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450" u="none" cap="none" strike="noStrike">
                <a:solidFill>
                  <a:srgbClr val="000033"/>
                </a:solidFill>
                <a:latin typeface="Montserrat"/>
                <a:ea typeface="Montserrat"/>
                <a:cs typeface="Montserrat"/>
                <a:sym typeface="Montserrat"/>
              </a:rPr>
              <a:t>Título del componente</a:t>
            </a:r>
            <a:endParaRPr b="0" i="0" sz="2450" u="none" cap="none" strike="noStrike">
              <a:solidFill>
                <a:schemeClr val="dk1"/>
              </a:solidFill>
              <a:latin typeface="Montserrat"/>
              <a:ea typeface="Montserrat"/>
              <a:cs typeface="Montserrat"/>
              <a:sym typeface="Montserrat"/>
            </a:endParaRPr>
          </a:p>
        </p:txBody>
      </p:sp>
      <p:sp>
        <p:nvSpPr>
          <p:cNvPr id="553" name="Google Shape;553;p74"/>
          <p:cNvSpPr/>
          <p:nvPr/>
        </p:nvSpPr>
        <p:spPr>
          <a:xfrm>
            <a:off x="6858000" y="5620661"/>
            <a:ext cx="4709100" cy="1638300"/>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2000" u="none" cap="none" strike="noStrike">
                <a:solidFill>
                  <a:srgbClr val="4A4A6A"/>
                </a:solidFill>
                <a:latin typeface="Montserrat"/>
                <a:ea typeface="Montserrat"/>
                <a:cs typeface="Montserrat"/>
                <a:sym typeface="Montserrat"/>
              </a:rPr>
              <a:t>Descripción del componente.</a:t>
            </a:r>
            <a:endParaRPr b="0" i="0" sz="2000" u="none" cap="none" strike="noStrike">
              <a:solidFill>
                <a:schemeClr val="dk1"/>
              </a:solidFill>
              <a:latin typeface="Montserrat"/>
              <a:ea typeface="Montserrat"/>
              <a:cs typeface="Montserrat"/>
              <a:sym typeface="Montserrat"/>
            </a:endParaRPr>
          </a:p>
        </p:txBody>
      </p:sp>
      <p:sp>
        <p:nvSpPr>
          <p:cNvPr id="554" name="Google Shape;554;p74"/>
          <p:cNvSpPr/>
          <p:nvPr/>
        </p:nvSpPr>
        <p:spPr>
          <a:xfrm>
            <a:off x="12077700" y="3841250"/>
            <a:ext cx="5257800" cy="4964100"/>
          </a:xfrm>
          <a:prstGeom prst="roundRect">
            <a:avLst>
              <a:gd fmla="val 4444"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555" name="Google Shape;555;p74"/>
          <p:cNvSpPr/>
          <p:nvPr/>
        </p:nvSpPr>
        <p:spPr>
          <a:xfrm>
            <a:off x="12420600" y="4260337"/>
            <a:ext cx="5029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700" u="none" cap="none" strike="noStrike">
                <a:solidFill>
                  <a:srgbClr val="05058C"/>
                </a:solidFill>
                <a:latin typeface="Montserrat"/>
                <a:ea typeface="Montserrat"/>
                <a:cs typeface="Montserrat"/>
                <a:sym typeface="Montserrat"/>
              </a:rPr>
              <a:t>COMPONENTE 3</a:t>
            </a:r>
            <a:endParaRPr b="0" i="0" sz="1700" u="none" cap="none" strike="noStrike">
              <a:solidFill>
                <a:schemeClr val="dk1"/>
              </a:solidFill>
              <a:latin typeface="Montserrat"/>
              <a:ea typeface="Montserrat"/>
              <a:cs typeface="Montserrat"/>
              <a:sym typeface="Montserrat"/>
            </a:endParaRPr>
          </a:p>
        </p:txBody>
      </p:sp>
      <p:sp>
        <p:nvSpPr>
          <p:cNvPr id="556" name="Google Shape;556;p74"/>
          <p:cNvSpPr/>
          <p:nvPr/>
        </p:nvSpPr>
        <p:spPr>
          <a:xfrm>
            <a:off x="12420600" y="4708013"/>
            <a:ext cx="5029200" cy="4095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550"/>
              <a:buFont typeface="Arial"/>
              <a:buNone/>
            </a:pPr>
            <a:r>
              <a:rPr b="1" i="0" lang="en-US" sz="2450" u="none" cap="none" strike="noStrike">
                <a:solidFill>
                  <a:srgbClr val="000033"/>
                </a:solidFill>
                <a:latin typeface="Montserrat"/>
                <a:ea typeface="Montserrat"/>
                <a:cs typeface="Montserrat"/>
                <a:sym typeface="Montserrat"/>
              </a:rPr>
              <a:t>Título del componente</a:t>
            </a:r>
            <a:endParaRPr b="0" i="0" sz="2450" u="none" cap="none" strike="noStrike">
              <a:solidFill>
                <a:schemeClr val="dk1"/>
              </a:solidFill>
              <a:latin typeface="Montserrat"/>
              <a:ea typeface="Montserrat"/>
              <a:cs typeface="Montserrat"/>
              <a:sym typeface="Montserrat"/>
            </a:endParaRPr>
          </a:p>
        </p:txBody>
      </p:sp>
      <p:sp>
        <p:nvSpPr>
          <p:cNvPr id="557" name="Google Shape;557;p74"/>
          <p:cNvSpPr/>
          <p:nvPr/>
        </p:nvSpPr>
        <p:spPr>
          <a:xfrm>
            <a:off x="12420600" y="5620652"/>
            <a:ext cx="4709100" cy="2393700"/>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2000" u="none" cap="none" strike="noStrike">
                <a:solidFill>
                  <a:srgbClr val="4A4A6A"/>
                </a:solidFill>
                <a:latin typeface="Montserrat"/>
                <a:ea typeface="Montserrat"/>
                <a:cs typeface="Montserrat"/>
                <a:sym typeface="Montserrat"/>
              </a:rPr>
              <a:t>Descripción del componente.</a:t>
            </a:r>
            <a:endParaRPr b="0" i="0" sz="200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62" name="Shape 562"/>
        <p:cNvGrpSpPr/>
        <p:nvPr/>
      </p:nvGrpSpPr>
      <p:grpSpPr>
        <a:xfrm>
          <a:off x="0" y="0"/>
          <a:ext cx="0" cy="0"/>
          <a:chOff x="0" y="0"/>
          <a:chExt cx="0" cy="0"/>
        </a:xfrm>
      </p:grpSpPr>
      <p:pic>
        <p:nvPicPr>
          <p:cNvPr descr="preencoded.png" id="563" name="Google Shape;563;p75"/>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564" name="Google Shape;564;p75"/>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565" name="Google Shape;565;p75"/>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05</a:t>
            </a:r>
            <a:endParaRPr b="0" i="0" sz="9000" u="none" cap="none" strike="noStrike">
              <a:solidFill>
                <a:schemeClr val="dk1"/>
              </a:solidFill>
              <a:latin typeface="Montserrat"/>
              <a:ea typeface="Montserrat"/>
              <a:cs typeface="Montserrat"/>
              <a:sym typeface="Montserrat"/>
            </a:endParaRPr>
          </a:p>
        </p:txBody>
      </p:sp>
      <p:sp>
        <p:nvSpPr>
          <p:cNvPr id="566" name="Google Shape;566;p75"/>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Enfoque metodológico</a:t>
            </a:r>
            <a:endParaRPr b="0" i="0" sz="6600" u="none" cap="none" strike="noStrike">
              <a:solidFill>
                <a:schemeClr val="dk1"/>
              </a:solidFill>
              <a:latin typeface="Calibri"/>
              <a:ea typeface="Calibri"/>
              <a:cs typeface="Calibri"/>
              <a:sym typeface="Calibri"/>
            </a:endParaRPr>
          </a:p>
        </p:txBody>
      </p:sp>
      <p:sp>
        <p:nvSpPr>
          <p:cNvPr id="567" name="Google Shape;567;p75"/>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76"/>
          <p:cNvSpPr/>
          <p:nvPr/>
        </p:nvSpPr>
        <p:spPr>
          <a:xfrm>
            <a:off x="850400" y="7208526"/>
            <a:ext cx="4087500" cy="1995600"/>
          </a:xfrm>
          <a:prstGeom prst="roundRect">
            <a:avLst>
              <a:gd fmla="val 16667" name="adj"/>
            </a:avLst>
          </a:prstGeom>
          <a:solidFill>
            <a:srgbClr val="00133A"/>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76"/>
          <p:cNvSpPr/>
          <p:nvPr/>
        </p:nvSpPr>
        <p:spPr>
          <a:xfrm>
            <a:off x="5010919" y="7208526"/>
            <a:ext cx="4087500" cy="1995600"/>
          </a:xfrm>
          <a:prstGeom prst="roundRect">
            <a:avLst>
              <a:gd fmla="val 16667" name="adj"/>
            </a:avLst>
          </a:prstGeom>
          <a:solidFill>
            <a:srgbClr val="00133A"/>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76"/>
          <p:cNvSpPr/>
          <p:nvPr/>
        </p:nvSpPr>
        <p:spPr>
          <a:xfrm>
            <a:off x="9171438" y="7208526"/>
            <a:ext cx="4087500" cy="1995600"/>
          </a:xfrm>
          <a:prstGeom prst="roundRect">
            <a:avLst>
              <a:gd fmla="val 16667" name="adj"/>
            </a:avLst>
          </a:prstGeom>
          <a:solidFill>
            <a:srgbClr val="00133A"/>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 name="Google Shape;576;p76"/>
          <p:cNvSpPr/>
          <p:nvPr/>
        </p:nvSpPr>
        <p:spPr>
          <a:xfrm>
            <a:off x="13331958" y="7208526"/>
            <a:ext cx="4087500" cy="1995600"/>
          </a:xfrm>
          <a:prstGeom prst="roundRect">
            <a:avLst>
              <a:gd fmla="val 16667" name="adj"/>
            </a:avLst>
          </a:prstGeom>
          <a:solidFill>
            <a:srgbClr val="00133A"/>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76"/>
          <p:cNvSpPr/>
          <p:nvPr/>
        </p:nvSpPr>
        <p:spPr>
          <a:xfrm>
            <a:off x="952500" y="723900"/>
            <a:ext cx="42864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Montserrat"/>
                <a:ea typeface="Montserrat"/>
                <a:cs typeface="Montserrat"/>
                <a:sym typeface="Montserrat"/>
              </a:rPr>
              <a:t>ENFOQUE METODOLÓGICO</a:t>
            </a:r>
            <a:endParaRPr b="0" i="0" sz="1800" u="none" cap="none" strike="noStrike">
              <a:solidFill>
                <a:schemeClr val="dk1"/>
              </a:solidFill>
              <a:latin typeface="Montserrat"/>
              <a:ea typeface="Montserrat"/>
              <a:cs typeface="Montserrat"/>
              <a:sym typeface="Montserrat"/>
            </a:endParaRPr>
          </a:p>
        </p:txBody>
      </p:sp>
      <p:sp>
        <p:nvSpPr>
          <p:cNvPr id="578" name="Google Shape;578;p76"/>
          <p:cNvSpPr/>
          <p:nvPr/>
        </p:nvSpPr>
        <p:spPr>
          <a:xfrm>
            <a:off x="952500" y="1428750"/>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579" name="Google Shape;579;p76"/>
          <p:cNvSpPr/>
          <p:nvPr/>
        </p:nvSpPr>
        <p:spPr>
          <a:xfrm>
            <a:off x="950976" y="3154680"/>
            <a:ext cx="3886200" cy="57300"/>
          </a:xfrm>
          <a:prstGeom prst="rect">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 name="Google Shape;580;p76"/>
          <p:cNvSpPr/>
          <p:nvPr/>
        </p:nvSpPr>
        <p:spPr>
          <a:xfrm>
            <a:off x="950976" y="3474720"/>
            <a:ext cx="3886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900" u="none" cap="none" strike="noStrike">
                <a:solidFill>
                  <a:srgbClr val="6E6EB9"/>
                </a:solidFill>
                <a:latin typeface="Montserrat"/>
                <a:ea typeface="Montserrat"/>
                <a:cs typeface="Montserrat"/>
                <a:sym typeface="Montserrat"/>
              </a:rPr>
              <a:t>FASE 1</a:t>
            </a:r>
            <a:endParaRPr b="0" i="0" sz="1900" u="none" cap="none" strike="noStrike">
              <a:solidFill>
                <a:schemeClr val="dk1"/>
              </a:solidFill>
              <a:latin typeface="Montserrat"/>
              <a:ea typeface="Montserrat"/>
              <a:cs typeface="Montserrat"/>
              <a:sym typeface="Montserrat"/>
            </a:endParaRPr>
          </a:p>
        </p:txBody>
      </p:sp>
      <p:sp>
        <p:nvSpPr>
          <p:cNvPr id="581" name="Google Shape;581;p76"/>
          <p:cNvSpPr/>
          <p:nvPr/>
        </p:nvSpPr>
        <p:spPr>
          <a:xfrm>
            <a:off x="950976" y="3904488"/>
            <a:ext cx="3886200" cy="841248"/>
          </a:xfrm>
          <a:prstGeom prst="rect">
            <a:avLst/>
          </a:prstGeom>
          <a:noFill/>
          <a:ln>
            <a:noFill/>
          </a:ln>
        </p:spPr>
        <p:txBody>
          <a:bodyPr anchorCtr="0" anchor="t" bIns="25400" lIns="25400" spcFirstLastPara="1" rIns="25400" wrap="square" tIns="25400">
            <a:noAutofit/>
          </a:bodyPr>
          <a:lstStyle/>
          <a:p>
            <a:pPr indent="0" lvl="0" marL="0" marR="0" rtl="0" algn="l">
              <a:lnSpc>
                <a:spcPct val="108108"/>
              </a:lnSpc>
              <a:spcBef>
                <a:spcPts val="0"/>
              </a:spcBef>
              <a:spcAft>
                <a:spcPts val="0"/>
              </a:spcAft>
              <a:buClr>
                <a:srgbClr val="000033"/>
              </a:buClr>
              <a:buSzPts val="2400"/>
              <a:buFont typeface="Arial"/>
              <a:buNone/>
            </a:pPr>
            <a:r>
              <a:rPr b="1" i="0" lang="en-US" sz="2500" u="none" cap="none" strike="noStrike">
                <a:solidFill>
                  <a:srgbClr val="000033"/>
                </a:solidFill>
                <a:latin typeface="Montserrat"/>
                <a:ea typeface="Montserrat"/>
                <a:cs typeface="Montserrat"/>
                <a:sym typeface="Montserrat"/>
              </a:rPr>
              <a:t>Nombre de la fase</a:t>
            </a:r>
            <a:endParaRPr b="0" i="0" sz="2500" u="none" cap="none" strike="noStrike">
              <a:solidFill>
                <a:schemeClr val="dk1"/>
              </a:solidFill>
              <a:latin typeface="Montserrat"/>
              <a:ea typeface="Montserrat"/>
              <a:cs typeface="Montserrat"/>
              <a:sym typeface="Montserrat"/>
            </a:endParaRPr>
          </a:p>
        </p:txBody>
      </p:sp>
      <p:sp>
        <p:nvSpPr>
          <p:cNvPr id="582" name="Google Shape;582;p76"/>
          <p:cNvSpPr/>
          <p:nvPr/>
        </p:nvSpPr>
        <p:spPr>
          <a:xfrm>
            <a:off x="5111496" y="3154680"/>
            <a:ext cx="38862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76"/>
          <p:cNvSpPr/>
          <p:nvPr/>
        </p:nvSpPr>
        <p:spPr>
          <a:xfrm>
            <a:off x="5111496" y="3474720"/>
            <a:ext cx="3886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900" u="none" cap="none" strike="noStrike">
                <a:solidFill>
                  <a:srgbClr val="6E6EB9"/>
                </a:solidFill>
                <a:latin typeface="Montserrat"/>
                <a:ea typeface="Montserrat"/>
                <a:cs typeface="Montserrat"/>
                <a:sym typeface="Montserrat"/>
              </a:rPr>
              <a:t>FASE 2</a:t>
            </a:r>
            <a:endParaRPr b="0" i="0" sz="1900" u="none" cap="none" strike="noStrike">
              <a:solidFill>
                <a:schemeClr val="dk1"/>
              </a:solidFill>
              <a:latin typeface="Montserrat"/>
              <a:ea typeface="Montserrat"/>
              <a:cs typeface="Montserrat"/>
              <a:sym typeface="Montserrat"/>
            </a:endParaRPr>
          </a:p>
        </p:txBody>
      </p:sp>
      <p:sp>
        <p:nvSpPr>
          <p:cNvPr id="584" name="Google Shape;584;p76"/>
          <p:cNvSpPr/>
          <p:nvPr/>
        </p:nvSpPr>
        <p:spPr>
          <a:xfrm>
            <a:off x="5111496" y="3904488"/>
            <a:ext cx="3886200" cy="841248"/>
          </a:xfrm>
          <a:prstGeom prst="rect">
            <a:avLst/>
          </a:prstGeom>
          <a:noFill/>
          <a:ln>
            <a:noFill/>
          </a:ln>
        </p:spPr>
        <p:txBody>
          <a:bodyPr anchorCtr="0" anchor="t" bIns="25400" lIns="25400" spcFirstLastPara="1" rIns="25400" wrap="square" tIns="25400">
            <a:noAutofit/>
          </a:bodyPr>
          <a:lstStyle/>
          <a:p>
            <a:pPr indent="0" lvl="0" marL="0" marR="0" rtl="0" algn="l">
              <a:lnSpc>
                <a:spcPct val="108108"/>
              </a:lnSpc>
              <a:spcBef>
                <a:spcPts val="0"/>
              </a:spcBef>
              <a:spcAft>
                <a:spcPts val="0"/>
              </a:spcAft>
              <a:buClr>
                <a:srgbClr val="000033"/>
              </a:buClr>
              <a:buSzPts val="2400"/>
              <a:buFont typeface="Arial"/>
              <a:buNone/>
            </a:pPr>
            <a:r>
              <a:rPr b="1" i="0" lang="en-US" sz="2500" u="none" cap="none" strike="noStrike">
                <a:solidFill>
                  <a:srgbClr val="000033"/>
                </a:solidFill>
                <a:latin typeface="Montserrat"/>
                <a:ea typeface="Montserrat"/>
                <a:cs typeface="Montserrat"/>
                <a:sym typeface="Montserrat"/>
              </a:rPr>
              <a:t>Nombre de la fase</a:t>
            </a:r>
            <a:endParaRPr b="0" i="0" sz="2500" u="none" cap="none" strike="noStrike">
              <a:solidFill>
                <a:schemeClr val="dk1"/>
              </a:solidFill>
              <a:latin typeface="Montserrat"/>
              <a:ea typeface="Montserrat"/>
              <a:cs typeface="Montserrat"/>
              <a:sym typeface="Montserrat"/>
            </a:endParaRPr>
          </a:p>
        </p:txBody>
      </p:sp>
      <p:sp>
        <p:nvSpPr>
          <p:cNvPr id="585" name="Google Shape;585;p76"/>
          <p:cNvSpPr/>
          <p:nvPr/>
        </p:nvSpPr>
        <p:spPr>
          <a:xfrm>
            <a:off x="9272016" y="3154680"/>
            <a:ext cx="38862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76"/>
          <p:cNvSpPr/>
          <p:nvPr/>
        </p:nvSpPr>
        <p:spPr>
          <a:xfrm>
            <a:off x="9272016" y="3474720"/>
            <a:ext cx="3886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900" u="none" cap="none" strike="noStrike">
                <a:solidFill>
                  <a:srgbClr val="6E6EB9"/>
                </a:solidFill>
                <a:latin typeface="Montserrat"/>
                <a:ea typeface="Montserrat"/>
                <a:cs typeface="Montserrat"/>
                <a:sym typeface="Montserrat"/>
              </a:rPr>
              <a:t>FASE 3</a:t>
            </a:r>
            <a:endParaRPr b="0" i="0" sz="1900" u="none" cap="none" strike="noStrike">
              <a:solidFill>
                <a:schemeClr val="dk1"/>
              </a:solidFill>
              <a:latin typeface="Montserrat"/>
              <a:ea typeface="Montserrat"/>
              <a:cs typeface="Montserrat"/>
              <a:sym typeface="Montserrat"/>
            </a:endParaRPr>
          </a:p>
        </p:txBody>
      </p:sp>
      <p:sp>
        <p:nvSpPr>
          <p:cNvPr id="587" name="Google Shape;587;p76"/>
          <p:cNvSpPr/>
          <p:nvPr/>
        </p:nvSpPr>
        <p:spPr>
          <a:xfrm>
            <a:off x="9272016" y="3904488"/>
            <a:ext cx="3886200" cy="841248"/>
          </a:xfrm>
          <a:prstGeom prst="rect">
            <a:avLst/>
          </a:prstGeom>
          <a:noFill/>
          <a:ln>
            <a:noFill/>
          </a:ln>
        </p:spPr>
        <p:txBody>
          <a:bodyPr anchorCtr="0" anchor="t" bIns="25400" lIns="25400" spcFirstLastPara="1" rIns="25400" wrap="square" tIns="25400">
            <a:noAutofit/>
          </a:bodyPr>
          <a:lstStyle/>
          <a:p>
            <a:pPr indent="0" lvl="0" marL="0" marR="0" rtl="0" algn="l">
              <a:lnSpc>
                <a:spcPct val="108108"/>
              </a:lnSpc>
              <a:spcBef>
                <a:spcPts val="0"/>
              </a:spcBef>
              <a:spcAft>
                <a:spcPts val="0"/>
              </a:spcAft>
              <a:buClr>
                <a:srgbClr val="000033"/>
              </a:buClr>
              <a:buSzPts val="2400"/>
              <a:buFont typeface="Arial"/>
              <a:buNone/>
            </a:pPr>
            <a:r>
              <a:rPr b="1" i="0" lang="en-US" sz="2500" u="none" cap="none" strike="noStrike">
                <a:solidFill>
                  <a:srgbClr val="000033"/>
                </a:solidFill>
                <a:latin typeface="Montserrat"/>
                <a:ea typeface="Montserrat"/>
                <a:cs typeface="Montserrat"/>
                <a:sym typeface="Montserrat"/>
              </a:rPr>
              <a:t>Nombre de la fase</a:t>
            </a:r>
            <a:endParaRPr b="0" i="0" sz="2500" u="none" cap="none" strike="noStrike">
              <a:solidFill>
                <a:schemeClr val="dk1"/>
              </a:solidFill>
              <a:latin typeface="Montserrat"/>
              <a:ea typeface="Montserrat"/>
              <a:cs typeface="Montserrat"/>
              <a:sym typeface="Montserrat"/>
            </a:endParaRPr>
          </a:p>
        </p:txBody>
      </p:sp>
      <p:sp>
        <p:nvSpPr>
          <p:cNvPr id="588" name="Google Shape;588;p76"/>
          <p:cNvSpPr/>
          <p:nvPr/>
        </p:nvSpPr>
        <p:spPr>
          <a:xfrm>
            <a:off x="13432536" y="3154680"/>
            <a:ext cx="3886200" cy="57300"/>
          </a:xfrm>
          <a:prstGeom prst="rect">
            <a:avLst/>
          </a:prstGeom>
          <a:solidFill>
            <a:srgbClr val="6E6E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 name="Google Shape;589;p76"/>
          <p:cNvSpPr/>
          <p:nvPr/>
        </p:nvSpPr>
        <p:spPr>
          <a:xfrm>
            <a:off x="13432536" y="3474720"/>
            <a:ext cx="3886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0" i="0" lang="en-US" sz="1900" u="none" cap="none" strike="noStrike">
                <a:solidFill>
                  <a:srgbClr val="6E6EB9"/>
                </a:solidFill>
                <a:latin typeface="Montserrat"/>
                <a:ea typeface="Montserrat"/>
                <a:cs typeface="Montserrat"/>
                <a:sym typeface="Montserrat"/>
              </a:rPr>
              <a:t>FASE 4</a:t>
            </a:r>
            <a:endParaRPr b="0" i="0" sz="1900" u="none" cap="none" strike="noStrike">
              <a:solidFill>
                <a:schemeClr val="dk1"/>
              </a:solidFill>
              <a:latin typeface="Montserrat"/>
              <a:ea typeface="Montserrat"/>
              <a:cs typeface="Montserrat"/>
              <a:sym typeface="Montserrat"/>
            </a:endParaRPr>
          </a:p>
        </p:txBody>
      </p:sp>
      <p:sp>
        <p:nvSpPr>
          <p:cNvPr id="590" name="Google Shape;590;p76"/>
          <p:cNvSpPr/>
          <p:nvPr/>
        </p:nvSpPr>
        <p:spPr>
          <a:xfrm>
            <a:off x="13432536" y="3904488"/>
            <a:ext cx="3886200" cy="841248"/>
          </a:xfrm>
          <a:prstGeom prst="rect">
            <a:avLst/>
          </a:prstGeom>
          <a:noFill/>
          <a:ln>
            <a:noFill/>
          </a:ln>
        </p:spPr>
        <p:txBody>
          <a:bodyPr anchorCtr="0" anchor="t" bIns="25400" lIns="25400" spcFirstLastPara="1" rIns="25400" wrap="square" tIns="25400">
            <a:noAutofit/>
          </a:bodyPr>
          <a:lstStyle/>
          <a:p>
            <a:pPr indent="0" lvl="0" marL="0" marR="0" rtl="0" algn="l">
              <a:lnSpc>
                <a:spcPct val="108108"/>
              </a:lnSpc>
              <a:spcBef>
                <a:spcPts val="0"/>
              </a:spcBef>
              <a:spcAft>
                <a:spcPts val="0"/>
              </a:spcAft>
              <a:buClr>
                <a:srgbClr val="000033"/>
              </a:buClr>
              <a:buSzPts val="2400"/>
              <a:buFont typeface="Arial"/>
              <a:buNone/>
            </a:pPr>
            <a:r>
              <a:rPr b="1" i="0" lang="en-US" sz="2500" u="none" cap="none" strike="noStrike">
                <a:solidFill>
                  <a:srgbClr val="000033"/>
                </a:solidFill>
                <a:latin typeface="Montserrat"/>
                <a:ea typeface="Montserrat"/>
                <a:cs typeface="Montserrat"/>
                <a:sym typeface="Montserrat"/>
              </a:rPr>
              <a:t>Nombre de la fase</a:t>
            </a:r>
            <a:endParaRPr b="0" i="0" sz="2500" u="none" cap="none" strike="noStrike">
              <a:solidFill>
                <a:schemeClr val="dk1"/>
              </a:solidFill>
              <a:latin typeface="Montserrat"/>
              <a:ea typeface="Montserrat"/>
              <a:cs typeface="Montserrat"/>
              <a:sym typeface="Montserrat"/>
            </a:endParaRPr>
          </a:p>
        </p:txBody>
      </p:sp>
      <p:sp>
        <p:nvSpPr>
          <p:cNvPr id="591" name="Google Shape;591;p76"/>
          <p:cNvSpPr/>
          <p:nvPr/>
        </p:nvSpPr>
        <p:spPr>
          <a:xfrm>
            <a:off x="950975" y="5102350"/>
            <a:ext cx="3749100" cy="1816500"/>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4A4A6A"/>
              </a:buClr>
              <a:buSzPts val="1500"/>
              <a:buFont typeface="Arial"/>
              <a:buNone/>
            </a:pPr>
            <a:r>
              <a:rPr b="0" i="0" lang="en-US" sz="1600" u="none" cap="none" strike="noStrike">
                <a:solidFill>
                  <a:schemeClr val="dk1"/>
                </a:solidFill>
                <a:latin typeface="Montserrat"/>
                <a:ea typeface="Montserrat"/>
                <a:cs typeface="Montserrat"/>
                <a:sym typeface="Montserrat"/>
              </a:rPr>
              <a:t>Descripción de la fase.</a:t>
            </a:r>
            <a:endParaRPr b="0" i="0" sz="1600" u="none" cap="none" strike="noStrike">
              <a:solidFill>
                <a:schemeClr val="dk1"/>
              </a:solidFill>
              <a:latin typeface="Montserrat"/>
              <a:ea typeface="Montserrat"/>
              <a:cs typeface="Montserrat"/>
              <a:sym typeface="Montserrat"/>
            </a:endParaRPr>
          </a:p>
        </p:txBody>
      </p:sp>
      <p:sp>
        <p:nvSpPr>
          <p:cNvPr id="592" name="Google Shape;592;p76"/>
          <p:cNvSpPr/>
          <p:nvPr/>
        </p:nvSpPr>
        <p:spPr>
          <a:xfrm>
            <a:off x="5111496" y="5102352"/>
            <a:ext cx="3749040" cy="2203704"/>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4A4A6A"/>
              </a:buClr>
              <a:buSzPts val="1500"/>
              <a:buFont typeface="Arial"/>
              <a:buNone/>
            </a:pPr>
            <a:r>
              <a:rPr b="0" i="0" lang="en-US" sz="1600" u="none" cap="none" strike="noStrike">
                <a:solidFill>
                  <a:schemeClr val="dk1"/>
                </a:solidFill>
                <a:latin typeface="Montserrat"/>
                <a:ea typeface="Montserrat"/>
                <a:cs typeface="Montserrat"/>
                <a:sym typeface="Montserrat"/>
              </a:rPr>
              <a:t>Descripción de la fase.</a:t>
            </a:r>
            <a:endParaRPr b="0" i="0" sz="1600" u="none" cap="none" strike="noStrike">
              <a:solidFill>
                <a:schemeClr val="dk1"/>
              </a:solidFill>
              <a:latin typeface="Montserrat"/>
              <a:ea typeface="Montserrat"/>
              <a:cs typeface="Montserrat"/>
              <a:sym typeface="Montserrat"/>
            </a:endParaRPr>
          </a:p>
        </p:txBody>
      </p:sp>
      <p:sp>
        <p:nvSpPr>
          <p:cNvPr id="593" name="Google Shape;593;p76"/>
          <p:cNvSpPr/>
          <p:nvPr/>
        </p:nvSpPr>
        <p:spPr>
          <a:xfrm>
            <a:off x="9272016" y="5102352"/>
            <a:ext cx="3749040" cy="2203704"/>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4A4A6A"/>
              </a:buClr>
              <a:buSzPts val="1500"/>
              <a:buFont typeface="Arial"/>
              <a:buNone/>
            </a:pPr>
            <a:r>
              <a:rPr b="0" i="0" lang="en-US" sz="1600" u="none" cap="none" strike="noStrike">
                <a:solidFill>
                  <a:schemeClr val="dk1"/>
                </a:solidFill>
                <a:latin typeface="Montserrat"/>
                <a:ea typeface="Montserrat"/>
                <a:cs typeface="Montserrat"/>
                <a:sym typeface="Montserrat"/>
              </a:rPr>
              <a:t>Descripción de la fase.</a:t>
            </a:r>
            <a:endParaRPr b="0" i="0" sz="1600" u="none" cap="none" strike="noStrike">
              <a:solidFill>
                <a:schemeClr val="dk1"/>
              </a:solidFill>
              <a:latin typeface="Montserrat"/>
              <a:ea typeface="Montserrat"/>
              <a:cs typeface="Montserrat"/>
              <a:sym typeface="Montserrat"/>
            </a:endParaRPr>
          </a:p>
        </p:txBody>
      </p:sp>
      <p:sp>
        <p:nvSpPr>
          <p:cNvPr id="594" name="Google Shape;594;p76"/>
          <p:cNvSpPr/>
          <p:nvPr/>
        </p:nvSpPr>
        <p:spPr>
          <a:xfrm>
            <a:off x="13432524" y="5102350"/>
            <a:ext cx="3886200" cy="2203800"/>
          </a:xfrm>
          <a:prstGeom prst="rect">
            <a:avLst/>
          </a:prstGeom>
          <a:noFill/>
          <a:ln>
            <a:noFill/>
          </a:ln>
        </p:spPr>
        <p:txBody>
          <a:bodyPr anchorCtr="0" anchor="t" bIns="25400" lIns="25400" spcFirstLastPara="1" rIns="25400" wrap="square" tIns="25400">
            <a:noAutofit/>
          </a:bodyPr>
          <a:lstStyle/>
          <a:p>
            <a:pPr indent="0" lvl="0" marL="0" marR="0" rtl="0" algn="l">
              <a:lnSpc>
                <a:spcPct val="130000"/>
              </a:lnSpc>
              <a:spcBef>
                <a:spcPts val="0"/>
              </a:spcBef>
              <a:spcAft>
                <a:spcPts val="0"/>
              </a:spcAft>
              <a:buClr>
                <a:srgbClr val="4A4A6A"/>
              </a:buClr>
              <a:buSzPts val="1500"/>
              <a:buFont typeface="Arial"/>
              <a:buNone/>
            </a:pPr>
            <a:r>
              <a:rPr b="0" i="0" lang="en-US" sz="1600" u="none" cap="none" strike="noStrike">
                <a:solidFill>
                  <a:schemeClr val="dk1"/>
                </a:solidFill>
                <a:latin typeface="Montserrat"/>
                <a:ea typeface="Montserrat"/>
                <a:cs typeface="Montserrat"/>
                <a:sym typeface="Montserrat"/>
              </a:rPr>
              <a:t>Descripción de la fase.</a:t>
            </a:r>
            <a:endParaRPr b="0" i="0" sz="1600" u="none" cap="none" strike="noStrike">
              <a:solidFill>
                <a:schemeClr val="dk1"/>
              </a:solidFill>
              <a:latin typeface="Montserrat"/>
              <a:ea typeface="Montserrat"/>
              <a:cs typeface="Montserrat"/>
              <a:sym typeface="Montserrat"/>
            </a:endParaRPr>
          </a:p>
        </p:txBody>
      </p:sp>
      <p:sp>
        <p:nvSpPr>
          <p:cNvPr id="595" name="Google Shape;595;p76"/>
          <p:cNvSpPr txBox="1"/>
          <p:nvPr/>
        </p:nvSpPr>
        <p:spPr>
          <a:xfrm>
            <a:off x="950984" y="7397011"/>
            <a:ext cx="3749100" cy="1416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lt1"/>
                </a:solidFill>
                <a:latin typeface="Montserrat"/>
                <a:ea typeface="Montserrat"/>
                <a:cs typeface="Montserrat"/>
                <a:sym typeface="Montserrat"/>
              </a:rPr>
              <a:t>Entregable:</a:t>
            </a:r>
            <a:endParaRPr b="1" i="0" sz="1600" u="none" cap="none" strike="noStrike">
              <a:solidFill>
                <a:schemeClr val="lt1"/>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lt1"/>
                </a:solidFill>
                <a:latin typeface="Montserrat"/>
                <a:ea typeface="Montserrat"/>
                <a:cs typeface="Montserrat"/>
                <a:sym typeface="Montserrat"/>
              </a:rPr>
              <a:t>Entregable de la fase.</a:t>
            </a:r>
            <a:br>
              <a:rPr i="0" lang="en-US" sz="1600" u="none" cap="none" strike="noStrike">
                <a:solidFill>
                  <a:schemeClr val="lt1"/>
                </a:solidFill>
                <a:latin typeface="Montserrat"/>
                <a:ea typeface="Montserrat"/>
                <a:cs typeface="Montserrat"/>
                <a:sym typeface="Montserrat"/>
              </a:rPr>
            </a:br>
            <a:endParaRPr i="0" sz="1600" u="none" cap="none" strike="noStrike">
              <a:solidFill>
                <a:schemeClr val="lt1"/>
              </a:solidFill>
              <a:latin typeface="Montserrat"/>
              <a:ea typeface="Montserrat"/>
              <a:cs typeface="Montserrat"/>
              <a:sym typeface="Montserrat"/>
            </a:endParaRPr>
          </a:p>
        </p:txBody>
      </p:sp>
      <p:sp>
        <p:nvSpPr>
          <p:cNvPr id="596" name="Google Shape;596;p76"/>
          <p:cNvSpPr txBox="1"/>
          <p:nvPr/>
        </p:nvSpPr>
        <p:spPr>
          <a:xfrm>
            <a:off x="5118943" y="7347919"/>
            <a:ext cx="3749100" cy="1416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lt1"/>
                </a:solidFill>
                <a:latin typeface="Montserrat"/>
                <a:ea typeface="Montserrat"/>
                <a:cs typeface="Montserrat"/>
                <a:sym typeface="Montserrat"/>
              </a:rPr>
              <a:t>Entregable:</a:t>
            </a:r>
            <a:endParaRPr b="1" i="0" sz="1600" u="none" cap="none" strike="noStrike">
              <a:solidFill>
                <a:schemeClr val="lt1"/>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lt1"/>
                </a:solidFill>
                <a:latin typeface="Montserrat"/>
                <a:ea typeface="Montserrat"/>
                <a:cs typeface="Montserrat"/>
                <a:sym typeface="Montserrat"/>
              </a:rPr>
              <a:t>Entregable de la fase.</a:t>
            </a:r>
            <a:endParaRPr b="0" i="0" sz="1600" u="none" cap="none" strike="noStrike">
              <a:solidFill>
                <a:schemeClr val="lt1"/>
              </a:solidFill>
              <a:latin typeface="Montserrat"/>
              <a:ea typeface="Montserrat"/>
              <a:cs typeface="Montserrat"/>
              <a:sym typeface="Montserrat"/>
            </a:endParaRPr>
          </a:p>
        </p:txBody>
      </p:sp>
      <p:sp>
        <p:nvSpPr>
          <p:cNvPr id="597" name="Google Shape;597;p76"/>
          <p:cNvSpPr txBox="1"/>
          <p:nvPr/>
        </p:nvSpPr>
        <p:spPr>
          <a:xfrm>
            <a:off x="9272022" y="7397011"/>
            <a:ext cx="3749100" cy="1416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lt1"/>
                </a:solidFill>
                <a:latin typeface="Montserrat"/>
                <a:ea typeface="Montserrat"/>
                <a:cs typeface="Montserrat"/>
                <a:sym typeface="Montserrat"/>
              </a:rPr>
              <a:t>Entregable:</a:t>
            </a:r>
            <a:endParaRPr b="1" i="0" sz="1600" u="none" cap="none" strike="noStrike">
              <a:solidFill>
                <a:schemeClr val="lt1"/>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lt1"/>
                </a:solidFill>
                <a:latin typeface="Montserrat"/>
                <a:ea typeface="Montserrat"/>
                <a:cs typeface="Montserrat"/>
                <a:sym typeface="Montserrat"/>
              </a:rPr>
              <a:t>Entregable de la fase.</a:t>
            </a:r>
            <a:endParaRPr b="0" i="0" sz="1500" u="none" cap="none" strike="noStrike">
              <a:solidFill>
                <a:schemeClr val="lt1"/>
              </a:solidFill>
              <a:latin typeface="Arial"/>
              <a:ea typeface="Arial"/>
              <a:cs typeface="Arial"/>
              <a:sym typeface="Arial"/>
            </a:endParaRPr>
          </a:p>
        </p:txBody>
      </p:sp>
      <p:sp>
        <p:nvSpPr>
          <p:cNvPr id="598" name="Google Shape;598;p76"/>
          <p:cNvSpPr txBox="1"/>
          <p:nvPr/>
        </p:nvSpPr>
        <p:spPr>
          <a:xfrm>
            <a:off x="13432542" y="7397011"/>
            <a:ext cx="37491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lt1"/>
                </a:solidFill>
                <a:latin typeface="Montserrat"/>
                <a:ea typeface="Montserrat"/>
                <a:cs typeface="Montserrat"/>
                <a:sym typeface="Montserrat"/>
              </a:rPr>
              <a:t>Entregable:</a:t>
            </a:r>
            <a:endParaRPr b="1" sz="1600">
              <a:solidFill>
                <a:schemeClr val="lt1"/>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1600"/>
              <a:buFont typeface="Arial"/>
              <a:buNone/>
            </a:pPr>
            <a:r>
              <a:rPr lang="en-US" sz="1600">
                <a:solidFill>
                  <a:schemeClr val="lt1"/>
                </a:solidFill>
                <a:latin typeface="Montserrat"/>
                <a:ea typeface="Montserrat"/>
                <a:cs typeface="Montserrat"/>
                <a:sym typeface="Montserrat"/>
              </a:rPr>
              <a:t>Entregable de la fase.</a:t>
            </a:r>
            <a:endParaRPr b="0" i="0" sz="1500" u="none" cap="none" strike="noStrik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03" name="Shape 603"/>
        <p:cNvGrpSpPr/>
        <p:nvPr/>
      </p:nvGrpSpPr>
      <p:grpSpPr>
        <a:xfrm>
          <a:off x="0" y="0"/>
          <a:ext cx="0" cy="0"/>
          <a:chOff x="0" y="0"/>
          <a:chExt cx="0" cy="0"/>
        </a:xfrm>
      </p:grpSpPr>
      <p:pic>
        <p:nvPicPr>
          <p:cNvPr descr="preencoded.png" id="604" name="Google Shape;604;p77"/>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605" name="Google Shape;605;p77"/>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606" name="Google Shape;606;p77"/>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06</a:t>
            </a:r>
            <a:endParaRPr b="0" i="0" sz="9000" u="none" cap="none" strike="noStrike">
              <a:solidFill>
                <a:schemeClr val="dk1"/>
              </a:solidFill>
              <a:latin typeface="Montserrat"/>
              <a:ea typeface="Montserrat"/>
              <a:cs typeface="Montserrat"/>
              <a:sym typeface="Montserrat"/>
            </a:endParaRPr>
          </a:p>
        </p:txBody>
      </p:sp>
      <p:sp>
        <p:nvSpPr>
          <p:cNvPr id="607" name="Google Shape;607;p77"/>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Detalle por fases</a:t>
            </a:r>
            <a:endParaRPr b="0" i="0" sz="6600" u="none" cap="none" strike="noStrike">
              <a:solidFill>
                <a:schemeClr val="dk1"/>
              </a:solidFill>
              <a:latin typeface="Calibri"/>
              <a:ea typeface="Calibri"/>
              <a:cs typeface="Calibri"/>
              <a:sym typeface="Calibri"/>
            </a:endParaRPr>
          </a:p>
        </p:txBody>
      </p:sp>
      <p:sp>
        <p:nvSpPr>
          <p:cNvPr id="608" name="Google Shape;608;p77"/>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2" name="Shape 612"/>
        <p:cNvGrpSpPr/>
        <p:nvPr/>
      </p:nvGrpSpPr>
      <p:grpSpPr>
        <a:xfrm>
          <a:off x="0" y="0"/>
          <a:ext cx="0" cy="0"/>
          <a:chOff x="0" y="0"/>
          <a:chExt cx="0" cy="0"/>
        </a:xfrm>
      </p:grpSpPr>
      <p:sp>
        <p:nvSpPr>
          <p:cNvPr id="613" name="Google Shape;613;p78"/>
          <p:cNvSpPr/>
          <p:nvPr/>
        </p:nvSpPr>
        <p:spPr>
          <a:xfrm>
            <a:off x="952500" y="723900"/>
            <a:ext cx="500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5058C"/>
                </a:solidFill>
                <a:latin typeface="Montserrat"/>
                <a:ea typeface="Montserrat"/>
                <a:cs typeface="Montserrat"/>
                <a:sym typeface="Montserrat"/>
              </a:rPr>
              <a:t>FASE 1</a:t>
            </a:r>
            <a:endParaRPr b="0" i="0" sz="1400" u="none" cap="none" strike="noStrike">
              <a:solidFill>
                <a:srgbClr val="000000"/>
              </a:solidFill>
              <a:latin typeface="Montserrat"/>
              <a:ea typeface="Montserrat"/>
              <a:cs typeface="Montserrat"/>
              <a:sym typeface="Montserrat"/>
            </a:endParaRPr>
          </a:p>
        </p:txBody>
      </p:sp>
      <p:sp>
        <p:nvSpPr>
          <p:cNvPr id="614" name="Google Shape;614;p78"/>
          <p:cNvSpPr/>
          <p:nvPr/>
        </p:nvSpPr>
        <p:spPr>
          <a:xfrm>
            <a:off x="952500" y="1298260"/>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000033"/>
                </a:solidFill>
                <a:latin typeface="Georgia"/>
                <a:ea typeface="Georgia"/>
                <a:cs typeface="Georgia"/>
                <a:sym typeface="Georgia"/>
              </a:rPr>
              <a:t>Nombre del paso</a:t>
            </a:r>
            <a:endParaRPr b="0" i="0" sz="1400" u="none" cap="none" strike="noStrike">
              <a:solidFill>
                <a:srgbClr val="000000"/>
              </a:solidFill>
              <a:latin typeface="Arial"/>
              <a:ea typeface="Arial"/>
              <a:cs typeface="Arial"/>
              <a:sym typeface="Arial"/>
            </a:endParaRPr>
          </a:p>
        </p:txBody>
      </p:sp>
      <p:sp>
        <p:nvSpPr>
          <p:cNvPr id="615" name="Google Shape;615;p78"/>
          <p:cNvSpPr/>
          <p:nvPr/>
        </p:nvSpPr>
        <p:spPr>
          <a:xfrm>
            <a:off x="952500" y="2165035"/>
            <a:ext cx="16383000" cy="7200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000000"/>
              </a:buClr>
              <a:buSzPts val="2200"/>
              <a:buFont typeface="Arial"/>
              <a:buNone/>
            </a:pPr>
            <a:r>
              <a:rPr b="0" i="0" lang="en-US" sz="2000" u="none" cap="none" strike="noStrike">
                <a:solidFill>
                  <a:srgbClr val="000033"/>
                </a:solidFill>
                <a:latin typeface="Montserrat"/>
                <a:ea typeface="Montserrat"/>
                <a:cs typeface="Montserrat"/>
                <a:sym typeface="Montserrat"/>
              </a:rPr>
              <a:t>Descripción del paso.</a:t>
            </a:r>
            <a:endParaRPr b="0" i="0" sz="1200" u="none" cap="none" strike="noStrike">
              <a:solidFill>
                <a:srgbClr val="000000"/>
              </a:solidFill>
              <a:latin typeface="Montserrat"/>
              <a:ea typeface="Montserrat"/>
              <a:cs typeface="Montserrat"/>
              <a:sym typeface="Montserrat"/>
            </a:endParaRPr>
          </a:p>
        </p:txBody>
      </p:sp>
      <p:sp>
        <p:nvSpPr>
          <p:cNvPr id="616" name="Google Shape;616;p78"/>
          <p:cNvSpPr/>
          <p:nvPr/>
        </p:nvSpPr>
        <p:spPr>
          <a:xfrm>
            <a:off x="952500" y="2939510"/>
            <a:ext cx="7899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ACTIVIDADES CLAVE</a:t>
            </a:r>
            <a:endParaRPr b="1" i="0" sz="1400" u="none" cap="none" strike="noStrike">
              <a:solidFill>
                <a:srgbClr val="000000"/>
              </a:solidFill>
              <a:latin typeface="Montserrat"/>
              <a:ea typeface="Montserrat"/>
              <a:cs typeface="Montserrat"/>
              <a:sym typeface="Montserrat"/>
            </a:endParaRPr>
          </a:p>
        </p:txBody>
      </p:sp>
      <p:sp>
        <p:nvSpPr>
          <p:cNvPr id="617" name="Google Shape;617;p78"/>
          <p:cNvSpPr/>
          <p:nvPr/>
        </p:nvSpPr>
        <p:spPr>
          <a:xfrm>
            <a:off x="7311896" y="2965763"/>
            <a:ext cx="5106600" cy="4845900"/>
          </a:xfrm>
          <a:prstGeom prst="roundRect">
            <a:avLst>
              <a:gd fmla="val 3016"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618" name="Google Shape;618;p78"/>
          <p:cNvSpPr/>
          <p:nvPr/>
        </p:nvSpPr>
        <p:spPr>
          <a:xfrm>
            <a:off x="7692898" y="3209256"/>
            <a:ext cx="47256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REQUERIMIENTOS AL CLIENTE</a:t>
            </a:r>
            <a:endParaRPr b="1" i="0" sz="1400" u="none" cap="none" strike="noStrike">
              <a:solidFill>
                <a:srgbClr val="000000"/>
              </a:solidFill>
              <a:latin typeface="Montserrat"/>
              <a:ea typeface="Montserrat"/>
              <a:cs typeface="Montserrat"/>
              <a:sym typeface="Montserrat"/>
            </a:endParaRPr>
          </a:p>
        </p:txBody>
      </p:sp>
      <p:sp>
        <p:nvSpPr>
          <p:cNvPr id="619" name="Google Shape;619;p78"/>
          <p:cNvSpPr/>
          <p:nvPr/>
        </p:nvSpPr>
        <p:spPr>
          <a:xfrm>
            <a:off x="952500" y="347472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20" name="Google Shape;620;p78"/>
          <p:cNvSpPr/>
          <p:nvPr/>
        </p:nvSpPr>
        <p:spPr>
          <a:xfrm>
            <a:off x="1276275" y="3474720"/>
            <a:ext cx="557784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800" u="none" cap="none" strike="noStrike">
                <a:solidFill>
                  <a:srgbClr val="000033"/>
                </a:solidFill>
                <a:latin typeface="Montserrat"/>
                <a:ea typeface="Montserrat"/>
                <a:cs typeface="Montserrat"/>
                <a:sym typeface="Montserrat"/>
              </a:rPr>
              <a:t>Actividad clave.</a:t>
            </a:r>
            <a:endParaRPr b="0" i="0" sz="1200" u="none" cap="none" strike="noStrike">
              <a:solidFill>
                <a:srgbClr val="000000"/>
              </a:solidFill>
              <a:latin typeface="Montserrat"/>
              <a:ea typeface="Montserrat"/>
              <a:cs typeface="Montserrat"/>
              <a:sym typeface="Montserrat"/>
            </a:endParaRPr>
          </a:p>
        </p:txBody>
      </p:sp>
      <p:sp>
        <p:nvSpPr>
          <p:cNvPr id="621" name="Google Shape;621;p78"/>
          <p:cNvSpPr/>
          <p:nvPr/>
        </p:nvSpPr>
        <p:spPr>
          <a:xfrm>
            <a:off x="952500" y="4310601"/>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22" name="Google Shape;622;p78"/>
          <p:cNvSpPr/>
          <p:nvPr/>
        </p:nvSpPr>
        <p:spPr>
          <a:xfrm>
            <a:off x="1276275" y="4310601"/>
            <a:ext cx="557790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800" u="none" cap="none" strike="noStrike">
                <a:solidFill>
                  <a:srgbClr val="000033"/>
                </a:solidFill>
                <a:latin typeface="Montserrat"/>
                <a:ea typeface="Montserrat"/>
                <a:cs typeface="Montserrat"/>
                <a:sym typeface="Montserrat"/>
              </a:rPr>
              <a:t>Actividad clave.</a:t>
            </a:r>
            <a:endParaRPr b="0" i="0" sz="1200" u="none" cap="none" strike="noStrike">
              <a:solidFill>
                <a:srgbClr val="000000"/>
              </a:solidFill>
              <a:latin typeface="Montserrat"/>
              <a:ea typeface="Montserrat"/>
              <a:cs typeface="Montserrat"/>
              <a:sym typeface="Montserrat"/>
            </a:endParaRPr>
          </a:p>
        </p:txBody>
      </p:sp>
      <p:sp>
        <p:nvSpPr>
          <p:cNvPr id="623" name="Google Shape;623;p78"/>
          <p:cNvSpPr/>
          <p:nvPr/>
        </p:nvSpPr>
        <p:spPr>
          <a:xfrm>
            <a:off x="952500" y="5208601"/>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24" name="Google Shape;624;p78"/>
          <p:cNvSpPr/>
          <p:nvPr/>
        </p:nvSpPr>
        <p:spPr>
          <a:xfrm>
            <a:off x="1276275" y="5208601"/>
            <a:ext cx="557790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800" u="none" cap="none" strike="noStrike">
                <a:solidFill>
                  <a:srgbClr val="000033"/>
                </a:solidFill>
                <a:latin typeface="Montserrat"/>
                <a:ea typeface="Montserrat"/>
                <a:cs typeface="Montserrat"/>
                <a:sym typeface="Montserrat"/>
              </a:rPr>
              <a:t>Actividad clave.</a:t>
            </a:r>
            <a:endParaRPr b="0" i="0" sz="1200" u="none" cap="none" strike="noStrike">
              <a:solidFill>
                <a:srgbClr val="000000"/>
              </a:solidFill>
              <a:latin typeface="Montserrat"/>
              <a:ea typeface="Montserrat"/>
              <a:cs typeface="Montserrat"/>
              <a:sym typeface="Montserrat"/>
            </a:endParaRPr>
          </a:p>
        </p:txBody>
      </p:sp>
      <p:sp>
        <p:nvSpPr>
          <p:cNvPr id="625" name="Google Shape;625;p78"/>
          <p:cNvSpPr/>
          <p:nvPr/>
        </p:nvSpPr>
        <p:spPr>
          <a:xfrm>
            <a:off x="952500" y="6168721"/>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26" name="Google Shape;626;p78"/>
          <p:cNvSpPr/>
          <p:nvPr/>
        </p:nvSpPr>
        <p:spPr>
          <a:xfrm>
            <a:off x="1276275" y="6168721"/>
            <a:ext cx="557790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800" u="none" cap="none" strike="noStrike">
                <a:solidFill>
                  <a:srgbClr val="000033"/>
                </a:solidFill>
                <a:latin typeface="Montserrat"/>
                <a:ea typeface="Montserrat"/>
                <a:cs typeface="Montserrat"/>
                <a:sym typeface="Montserrat"/>
              </a:rPr>
              <a:t>Actividad clave.</a:t>
            </a:r>
            <a:endParaRPr b="0" i="0" sz="1200" u="none" cap="none" strike="noStrike">
              <a:solidFill>
                <a:srgbClr val="000000"/>
              </a:solidFill>
              <a:latin typeface="Montserrat"/>
              <a:ea typeface="Montserrat"/>
              <a:cs typeface="Montserrat"/>
              <a:sym typeface="Montserrat"/>
            </a:endParaRPr>
          </a:p>
        </p:txBody>
      </p:sp>
      <p:sp>
        <p:nvSpPr>
          <p:cNvPr id="627" name="Google Shape;627;p78"/>
          <p:cNvSpPr/>
          <p:nvPr/>
        </p:nvSpPr>
        <p:spPr>
          <a:xfrm>
            <a:off x="952500" y="7128841"/>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28" name="Google Shape;628;p78"/>
          <p:cNvSpPr/>
          <p:nvPr/>
        </p:nvSpPr>
        <p:spPr>
          <a:xfrm>
            <a:off x="1276275" y="7128841"/>
            <a:ext cx="557790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800" u="none" cap="none" strike="noStrike">
                <a:solidFill>
                  <a:srgbClr val="000033"/>
                </a:solidFill>
                <a:latin typeface="Montserrat"/>
                <a:ea typeface="Montserrat"/>
                <a:cs typeface="Montserrat"/>
                <a:sym typeface="Montserrat"/>
              </a:rPr>
              <a:t>Actividad clave.</a:t>
            </a:r>
            <a:endParaRPr b="0" i="0" sz="1200" u="none" cap="none" strike="noStrike">
              <a:solidFill>
                <a:srgbClr val="000000"/>
              </a:solidFill>
              <a:latin typeface="Montserrat"/>
              <a:ea typeface="Montserrat"/>
              <a:cs typeface="Montserrat"/>
              <a:sym typeface="Montserrat"/>
            </a:endParaRPr>
          </a:p>
        </p:txBody>
      </p:sp>
      <p:sp>
        <p:nvSpPr>
          <p:cNvPr id="629" name="Google Shape;629;p78"/>
          <p:cNvSpPr/>
          <p:nvPr/>
        </p:nvSpPr>
        <p:spPr>
          <a:xfrm>
            <a:off x="952500" y="8275320"/>
            <a:ext cx="16383000" cy="1554480"/>
          </a:xfrm>
          <a:prstGeom prst="roundRect">
            <a:avLst>
              <a:gd fmla="val 10417"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600" u="none" cap="none" strike="noStrike">
              <a:solidFill>
                <a:srgbClr val="000000"/>
              </a:solidFill>
              <a:latin typeface="Montserrat"/>
              <a:ea typeface="Montserrat"/>
              <a:cs typeface="Montserrat"/>
              <a:sym typeface="Montserrat"/>
            </a:endParaRPr>
          </a:p>
        </p:txBody>
      </p:sp>
      <p:sp>
        <p:nvSpPr>
          <p:cNvPr id="630" name="Google Shape;630;p78"/>
          <p:cNvSpPr/>
          <p:nvPr/>
        </p:nvSpPr>
        <p:spPr>
          <a:xfrm>
            <a:off x="1250000" y="8453987"/>
            <a:ext cx="5000100" cy="2799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500"/>
              <a:buFont typeface="Arial"/>
              <a:buNone/>
            </a:pPr>
            <a:r>
              <a:rPr b="1" i="0" lang="en-US" sz="1700" u="none" cap="none" strike="noStrike">
                <a:solidFill>
                  <a:srgbClr val="9C9CCB"/>
                </a:solidFill>
                <a:latin typeface="Montserrat"/>
                <a:ea typeface="Montserrat"/>
                <a:cs typeface="Montserrat"/>
                <a:sym typeface="Montserrat"/>
              </a:rPr>
              <a:t>ENTREGABLES</a:t>
            </a:r>
            <a:endParaRPr b="0" i="0" sz="1600" u="none" cap="none" strike="noStrike">
              <a:solidFill>
                <a:srgbClr val="000000"/>
              </a:solidFill>
              <a:latin typeface="Montserrat"/>
              <a:ea typeface="Montserrat"/>
              <a:cs typeface="Montserrat"/>
              <a:sym typeface="Montserrat"/>
            </a:endParaRPr>
          </a:p>
        </p:txBody>
      </p:sp>
      <p:sp>
        <p:nvSpPr>
          <p:cNvPr id="631" name="Google Shape;631;p78"/>
          <p:cNvSpPr/>
          <p:nvPr/>
        </p:nvSpPr>
        <p:spPr>
          <a:xfrm>
            <a:off x="1250000" y="8805789"/>
            <a:ext cx="150876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700" u="none" cap="none" strike="noStrike">
                <a:solidFill>
                  <a:srgbClr val="FFFFFF"/>
                </a:solidFill>
                <a:latin typeface="Montserrat"/>
                <a:ea typeface="Montserrat"/>
                <a:cs typeface="Montserrat"/>
                <a:sym typeface="Montserrat"/>
              </a:rPr>
              <a:t>-  Entregable del paso.</a:t>
            </a:r>
            <a:endParaRPr b="1" i="0" sz="1600" u="none" cap="none" strike="noStrike">
              <a:solidFill>
                <a:srgbClr val="000000"/>
              </a:solidFill>
              <a:latin typeface="Montserrat"/>
              <a:ea typeface="Montserrat"/>
              <a:cs typeface="Montserrat"/>
              <a:sym typeface="Montserrat"/>
            </a:endParaRPr>
          </a:p>
        </p:txBody>
      </p:sp>
      <p:sp>
        <p:nvSpPr>
          <p:cNvPr id="632" name="Google Shape;632;p78"/>
          <p:cNvSpPr/>
          <p:nvPr/>
        </p:nvSpPr>
        <p:spPr>
          <a:xfrm>
            <a:off x="1250000" y="9189720"/>
            <a:ext cx="150876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700" u="none" cap="none" strike="noStrike">
                <a:solidFill>
                  <a:srgbClr val="FFFFFF"/>
                </a:solidFill>
                <a:latin typeface="Montserrat"/>
                <a:ea typeface="Montserrat"/>
                <a:cs typeface="Montserrat"/>
                <a:sym typeface="Montserrat"/>
              </a:rPr>
              <a:t>-  Entregable del paso.</a:t>
            </a:r>
            <a:endParaRPr b="1" i="0" sz="1600" u="none" cap="none" strike="noStrike">
              <a:solidFill>
                <a:srgbClr val="000000"/>
              </a:solidFill>
              <a:latin typeface="Montserrat"/>
              <a:ea typeface="Montserrat"/>
              <a:cs typeface="Montserrat"/>
              <a:sym typeface="Montserrat"/>
            </a:endParaRPr>
          </a:p>
        </p:txBody>
      </p:sp>
      <p:pic>
        <p:nvPicPr>
          <p:cNvPr id="633" name="Google Shape;633;p78"/>
          <p:cNvPicPr preferRelativeResize="0"/>
          <p:nvPr/>
        </p:nvPicPr>
        <p:blipFill rotWithShape="1">
          <a:blip r:embed="rId3">
            <a:alphaModFix/>
          </a:blip>
          <a:srcRect b="7695" l="13474" r="20511" t="20254"/>
          <a:stretch/>
        </p:blipFill>
        <p:spPr>
          <a:xfrm>
            <a:off x="12705525" y="2987500"/>
            <a:ext cx="4439849" cy="4845901"/>
          </a:xfrm>
          <a:prstGeom prst="rect">
            <a:avLst/>
          </a:prstGeom>
          <a:noFill/>
          <a:ln>
            <a:noFill/>
          </a:ln>
        </p:spPr>
      </p:pic>
      <p:sp>
        <p:nvSpPr>
          <p:cNvPr id="634" name="Google Shape;634;p78"/>
          <p:cNvSpPr txBox="1"/>
          <p:nvPr/>
        </p:nvSpPr>
        <p:spPr>
          <a:xfrm>
            <a:off x="7349550" y="3638650"/>
            <a:ext cx="4963800" cy="3488100"/>
          </a:xfrm>
          <a:prstGeom prst="rect">
            <a:avLst/>
          </a:prstGeom>
          <a:noFill/>
          <a:ln>
            <a:noFill/>
          </a:ln>
        </p:spPr>
        <p:txBody>
          <a:bodyPr anchorCtr="0" anchor="t" bIns="91425" lIns="91425" spcFirstLastPara="1" rIns="91425" wrap="square" tIns="91425">
            <a:noAutofit/>
          </a:bodyPr>
          <a:lstStyle/>
          <a:p>
            <a:pPr indent="-342900" lvl="0" marL="457200" marR="0" rtl="0" algn="l">
              <a:lnSpc>
                <a:spcPct val="100000"/>
              </a:lnSpc>
              <a:spcBef>
                <a:spcPts val="0"/>
              </a:spcBef>
              <a:spcAft>
                <a:spcPts val="0"/>
              </a:spcAft>
              <a:buClr>
                <a:srgbClr val="000000"/>
              </a:buClr>
              <a:buSzPts val="1800"/>
              <a:buFont typeface="Montserrat"/>
              <a:buChar char="●"/>
            </a:pPr>
            <a:r>
              <a:rPr b="0" i="0" lang="en-US" sz="1800" u="none" cap="none" strike="noStrike">
                <a:solidFill>
                  <a:srgbClr val="000000"/>
                </a:solidFill>
                <a:latin typeface="Montserrat"/>
                <a:ea typeface="Montserrat"/>
                <a:cs typeface="Montserrat"/>
                <a:sym typeface="Montserrat"/>
              </a:rPr>
              <a:t>Requerimiento al cliente.</a:t>
            </a:r>
            <a:endParaRPr b="0" i="0" sz="1800" u="none" cap="none" strike="noStrike">
              <a:solidFill>
                <a:srgbClr val="000000"/>
              </a:solidFill>
              <a:latin typeface="Montserrat"/>
              <a:ea typeface="Montserrat"/>
              <a:cs typeface="Montserrat"/>
              <a:sym typeface="Montserrat"/>
            </a:endParaRPr>
          </a:p>
          <a:p>
            <a:pPr indent="0" lvl="0" marL="457200" marR="0" rtl="0" algn="l">
              <a:lnSpc>
                <a:spcPct val="100000"/>
              </a:lnSpc>
              <a:spcBef>
                <a:spcPts val="0"/>
              </a:spcBef>
              <a:spcAft>
                <a:spcPts val="0"/>
              </a:spcAft>
              <a:buClr>
                <a:srgbClr val="000000"/>
              </a:buClr>
              <a:buSzPts val="1800"/>
              <a:buFont typeface="Arial"/>
              <a:buNone/>
            </a:pPr>
            <a:r>
              <a:t>Requerimiento al cliente.</a:t>
            </a:r>
            <a:endParaRPr b="0" i="0" sz="1800" u="none" cap="none" strike="noStrike">
              <a:solidFill>
                <a:srgbClr val="000000"/>
              </a:solidFill>
              <a:latin typeface="Montserrat"/>
              <a:ea typeface="Montserrat"/>
              <a:cs typeface="Montserrat"/>
              <a:sym typeface="Montserrat"/>
            </a:endParaRPr>
          </a:p>
          <a:p>
            <a:pPr indent="-342900" lvl="0" marL="457200" marR="0" rtl="0" algn="l">
              <a:lnSpc>
                <a:spcPct val="100000"/>
              </a:lnSpc>
              <a:spcBef>
                <a:spcPts val="0"/>
              </a:spcBef>
              <a:spcAft>
                <a:spcPts val="0"/>
              </a:spcAft>
              <a:buClr>
                <a:srgbClr val="000000"/>
              </a:buClr>
              <a:buSzPts val="1800"/>
              <a:buFont typeface="Montserrat"/>
              <a:buChar char="●"/>
            </a:pPr>
            <a:r>
              <a:rPr b="0" i="0" lang="en-US" sz="1800" u="none" cap="none" strike="noStrike">
                <a:solidFill>
                  <a:srgbClr val="000000"/>
                </a:solidFill>
                <a:latin typeface="Montserrat"/>
                <a:ea typeface="Montserrat"/>
                <a:cs typeface="Montserrat"/>
                <a:sym typeface="Montserrat"/>
              </a:rPr>
              <a:t>Requerimiento al cliente.</a:t>
            </a:r>
            <a:endParaRPr b="0" i="0" sz="1800" u="none" cap="none" strike="noStrike">
              <a:solidFill>
                <a:srgbClr val="000000"/>
              </a:solidFill>
              <a:latin typeface="Montserrat"/>
              <a:ea typeface="Montserrat"/>
              <a:cs typeface="Montserrat"/>
              <a:sym typeface="Montserrat"/>
            </a:endParaRPr>
          </a:p>
          <a:p>
            <a:pPr indent="0" lvl="0" marL="457200" marR="0" rtl="0" algn="l">
              <a:lnSpc>
                <a:spcPct val="100000"/>
              </a:lnSpc>
              <a:spcBef>
                <a:spcPts val="0"/>
              </a:spcBef>
              <a:spcAft>
                <a:spcPts val="0"/>
              </a:spcAft>
              <a:buClr>
                <a:srgbClr val="000000"/>
              </a:buClr>
              <a:buSzPts val="1800"/>
              <a:buFont typeface="Arial"/>
              <a:buNone/>
            </a:pPr>
            <a:r>
              <a:t>Requerimiento al cliente.</a:t>
            </a:r>
            <a:endParaRPr b="0" i="0" sz="1800" u="none" cap="none" strike="noStrike">
              <a:solidFill>
                <a:srgbClr val="000000"/>
              </a:solidFill>
              <a:latin typeface="Montserrat"/>
              <a:ea typeface="Montserrat"/>
              <a:cs typeface="Montserrat"/>
              <a:sym typeface="Montserrat"/>
            </a:endParaRPr>
          </a:p>
          <a:p>
            <a:pPr indent="-342900" lvl="0" marL="457200" marR="0" rtl="0" algn="l">
              <a:lnSpc>
                <a:spcPct val="100000"/>
              </a:lnSpc>
              <a:spcBef>
                <a:spcPts val="0"/>
              </a:spcBef>
              <a:spcAft>
                <a:spcPts val="0"/>
              </a:spcAft>
              <a:buClr>
                <a:srgbClr val="000000"/>
              </a:buClr>
              <a:buSzPts val="1800"/>
              <a:buFont typeface="Montserrat"/>
              <a:buChar char="●"/>
            </a:pPr>
            <a:r>
              <a:rPr b="0" i="0" lang="en-US" sz="1800" u="none" cap="none" strike="noStrike">
                <a:solidFill>
                  <a:srgbClr val="000000"/>
                </a:solidFill>
                <a:latin typeface="Montserrat"/>
                <a:ea typeface="Montserrat"/>
                <a:cs typeface="Montserrat"/>
                <a:sym typeface="Montserrat"/>
              </a:rPr>
              <a:t>Requerimiento al cliente.</a:t>
            </a:r>
            <a:endParaRPr b="0" i="0" sz="18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8" name="Shape 638"/>
        <p:cNvGrpSpPr/>
        <p:nvPr/>
      </p:nvGrpSpPr>
      <p:grpSpPr>
        <a:xfrm>
          <a:off x="0" y="0"/>
          <a:ext cx="0" cy="0"/>
          <a:chOff x="0" y="0"/>
          <a:chExt cx="0" cy="0"/>
        </a:xfrm>
      </p:grpSpPr>
      <p:sp>
        <p:nvSpPr>
          <p:cNvPr id="639" name="Google Shape;639;p79"/>
          <p:cNvSpPr/>
          <p:nvPr/>
        </p:nvSpPr>
        <p:spPr>
          <a:xfrm>
            <a:off x="952500" y="723900"/>
            <a:ext cx="500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5058C"/>
                </a:solidFill>
                <a:latin typeface="Montserrat"/>
                <a:ea typeface="Montserrat"/>
                <a:cs typeface="Montserrat"/>
                <a:sym typeface="Montserrat"/>
              </a:rPr>
              <a:t>FASE 2</a:t>
            </a:r>
            <a:endParaRPr b="0" i="0" sz="1400" u="none" cap="none" strike="noStrike">
              <a:solidFill>
                <a:srgbClr val="000000"/>
              </a:solidFill>
              <a:latin typeface="Montserrat"/>
              <a:ea typeface="Montserrat"/>
              <a:cs typeface="Montserrat"/>
              <a:sym typeface="Montserrat"/>
            </a:endParaRPr>
          </a:p>
        </p:txBody>
      </p:sp>
      <p:sp>
        <p:nvSpPr>
          <p:cNvPr id="640" name="Google Shape;640;p79"/>
          <p:cNvSpPr/>
          <p:nvPr/>
        </p:nvSpPr>
        <p:spPr>
          <a:xfrm>
            <a:off x="952500" y="1233014"/>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000033"/>
                </a:solidFill>
                <a:latin typeface="Georgia"/>
                <a:ea typeface="Georgia"/>
                <a:cs typeface="Georgia"/>
                <a:sym typeface="Georgia"/>
              </a:rPr>
              <a:t>Nombre del paso</a:t>
            </a:r>
            <a:endParaRPr b="0" i="0" sz="1400" u="none" cap="none" strike="noStrike">
              <a:solidFill>
                <a:srgbClr val="000000"/>
              </a:solidFill>
              <a:latin typeface="Arial"/>
              <a:ea typeface="Arial"/>
              <a:cs typeface="Arial"/>
              <a:sym typeface="Arial"/>
            </a:endParaRPr>
          </a:p>
        </p:txBody>
      </p:sp>
      <p:sp>
        <p:nvSpPr>
          <p:cNvPr id="641" name="Google Shape;641;p79"/>
          <p:cNvSpPr/>
          <p:nvPr/>
        </p:nvSpPr>
        <p:spPr>
          <a:xfrm>
            <a:off x="952500" y="2099789"/>
            <a:ext cx="16383000" cy="7200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000000"/>
              </a:buClr>
              <a:buSzPts val="2200"/>
              <a:buFont typeface="Arial"/>
              <a:buNone/>
            </a:pPr>
            <a:r>
              <a:rPr b="0" i="0" lang="en-US" sz="2000" u="none" cap="none" strike="noStrike">
                <a:solidFill>
                  <a:srgbClr val="000033"/>
                </a:solidFill>
                <a:latin typeface="Montserrat"/>
                <a:ea typeface="Montserrat"/>
                <a:cs typeface="Montserrat"/>
                <a:sym typeface="Montserrat"/>
              </a:rPr>
              <a:t>Descripción del paso.</a:t>
            </a:r>
            <a:endParaRPr b="0" i="0" sz="2000" u="none" cap="none" strike="noStrike">
              <a:solidFill>
                <a:srgbClr val="000033"/>
              </a:solidFill>
              <a:latin typeface="Montserrat"/>
              <a:ea typeface="Montserrat"/>
              <a:cs typeface="Montserrat"/>
              <a:sym typeface="Montserrat"/>
            </a:endParaRPr>
          </a:p>
        </p:txBody>
      </p:sp>
      <p:sp>
        <p:nvSpPr>
          <p:cNvPr id="642" name="Google Shape;642;p79"/>
          <p:cNvSpPr/>
          <p:nvPr/>
        </p:nvSpPr>
        <p:spPr>
          <a:xfrm>
            <a:off x="952500" y="2961258"/>
            <a:ext cx="7899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ACTIVIDADES CLAVE</a:t>
            </a:r>
            <a:endParaRPr b="1" i="0" sz="1400" u="none" cap="none" strike="noStrike">
              <a:solidFill>
                <a:srgbClr val="000000"/>
              </a:solidFill>
              <a:latin typeface="Montserrat"/>
              <a:ea typeface="Montserrat"/>
              <a:cs typeface="Montserrat"/>
              <a:sym typeface="Montserrat"/>
            </a:endParaRPr>
          </a:p>
        </p:txBody>
      </p:sp>
      <p:sp>
        <p:nvSpPr>
          <p:cNvPr id="643" name="Google Shape;643;p79"/>
          <p:cNvSpPr/>
          <p:nvPr/>
        </p:nvSpPr>
        <p:spPr>
          <a:xfrm>
            <a:off x="7023150" y="2869925"/>
            <a:ext cx="5025600" cy="4878900"/>
          </a:xfrm>
          <a:prstGeom prst="roundRect">
            <a:avLst>
              <a:gd fmla="val 3016"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644" name="Google Shape;644;p79"/>
          <p:cNvSpPr/>
          <p:nvPr/>
        </p:nvSpPr>
        <p:spPr>
          <a:xfrm>
            <a:off x="7404150" y="3069933"/>
            <a:ext cx="46446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REQUERIMIENTOS AL CLIENTE</a:t>
            </a:r>
            <a:endParaRPr b="1" i="0" sz="1400" u="none" cap="none" strike="noStrike">
              <a:solidFill>
                <a:srgbClr val="000000"/>
              </a:solidFill>
              <a:latin typeface="Montserrat"/>
              <a:ea typeface="Montserrat"/>
              <a:cs typeface="Montserrat"/>
              <a:sym typeface="Montserrat"/>
            </a:endParaRPr>
          </a:p>
        </p:txBody>
      </p:sp>
      <p:sp>
        <p:nvSpPr>
          <p:cNvPr id="645" name="Google Shape;645;p79"/>
          <p:cNvSpPr/>
          <p:nvPr/>
        </p:nvSpPr>
        <p:spPr>
          <a:xfrm>
            <a:off x="952500" y="3547872"/>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1900" u="none" cap="none" strike="noStrike">
                <a:solidFill>
                  <a:srgbClr val="05058C"/>
                </a:solidFill>
                <a:latin typeface="Montserrat"/>
                <a:ea typeface="Montserrat"/>
                <a:cs typeface="Montserrat"/>
                <a:sym typeface="Montserrat"/>
              </a:rPr>
              <a:t>›</a:t>
            </a:r>
            <a:endParaRPr b="0" i="0" sz="1300" u="none" cap="none" strike="noStrike">
              <a:solidFill>
                <a:srgbClr val="000000"/>
              </a:solidFill>
              <a:latin typeface="Montserrat"/>
              <a:ea typeface="Montserrat"/>
              <a:cs typeface="Montserrat"/>
              <a:sym typeface="Montserrat"/>
            </a:endParaRPr>
          </a:p>
        </p:txBody>
      </p:sp>
      <p:sp>
        <p:nvSpPr>
          <p:cNvPr id="646" name="Google Shape;646;p79"/>
          <p:cNvSpPr/>
          <p:nvPr/>
        </p:nvSpPr>
        <p:spPr>
          <a:xfrm>
            <a:off x="1276275" y="3547872"/>
            <a:ext cx="5394960" cy="96012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47" name="Google Shape;647;p79"/>
          <p:cNvSpPr/>
          <p:nvPr/>
        </p:nvSpPr>
        <p:spPr>
          <a:xfrm>
            <a:off x="952500" y="4698658"/>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1900" u="none" cap="none" strike="noStrike">
                <a:solidFill>
                  <a:srgbClr val="05058C"/>
                </a:solidFill>
                <a:latin typeface="Montserrat"/>
                <a:ea typeface="Montserrat"/>
                <a:cs typeface="Montserrat"/>
                <a:sym typeface="Montserrat"/>
              </a:rPr>
              <a:t>›</a:t>
            </a:r>
            <a:endParaRPr b="0" i="0" sz="1300" u="none" cap="none" strike="noStrike">
              <a:solidFill>
                <a:srgbClr val="000000"/>
              </a:solidFill>
              <a:latin typeface="Montserrat"/>
              <a:ea typeface="Montserrat"/>
              <a:cs typeface="Montserrat"/>
              <a:sym typeface="Montserrat"/>
            </a:endParaRPr>
          </a:p>
        </p:txBody>
      </p:sp>
      <p:sp>
        <p:nvSpPr>
          <p:cNvPr id="648" name="Google Shape;648;p79"/>
          <p:cNvSpPr/>
          <p:nvPr/>
        </p:nvSpPr>
        <p:spPr>
          <a:xfrm>
            <a:off x="1276275" y="4698658"/>
            <a:ext cx="53949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49" name="Google Shape;649;p79"/>
          <p:cNvSpPr/>
          <p:nvPr/>
        </p:nvSpPr>
        <p:spPr>
          <a:xfrm>
            <a:off x="952500" y="580803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1900" u="none" cap="none" strike="noStrike">
                <a:solidFill>
                  <a:srgbClr val="05058C"/>
                </a:solidFill>
                <a:latin typeface="Montserrat"/>
                <a:ea typeface="Montserrat"/>
                <a:cs typeface="Montserrat"/>
                <a:sym typeface="Montserrat"/>
              </a:rPr>
              <a:t>›</a:t>
            </a:r>
            <a:endParaRPr b="0" i="0" sz="1300" u="none" cap="none" strike="noStrike">
              <a:solidFill>
                <a:srgbClr val="000000"/>
              </a:solidFill>
              <a:latin typeface="Montserrat"/>
              <a:ea typeface="Montserrat"/>
              <a:cs typeface="Montserrat"/>
              <a:sym typeface="Montserrat"/>
            </a:endParaRPr>
          </a:p>
        </p:txBody>
      </p:sp>
      <p:sp>
        <p:nvSpPr>
          <p:cNvPr id="650" name="Google Shape;650;p79"/>
          <p:cNvSpPr/>
          <p:nvPr/>
        </p:nvSpPr>
        <p:spPr>
          <a:xfrm>
            <a:off x="1276275" y="5808030"/>
            <a:ext cx="53949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51" name="Google Shape;651;p79"/>
          <p:cNvSpPr/>
          <p:nvPr/>
        </p:nvSpPr>
        <p:spPr>
          <a:xfrm>
            <a:off x="952500" y="6710338"/>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1900" u="none" cap="none" strike="noStrike">
                <a:solidFill>
                  <a:srgbClr val="05058C"/>
                </a:solidFill>
                <a:latin typeface="Montserrat"/>
                <a:ea typeface="Montserrat"/>
                <a:cs typeface="Montserrat"/>
                <a:sym typeface="Montserrat"/>
              </a:rPr>
              <a:t>›</a:t>
            </a:r>
            <a:endParaRPr b="0" i="0" sz="1300" u="none" cap="none" strike="noStrike">
              <a:solidFill>
                <a:srgbClr val="000000"/>
              </a:solidFill>
              <a:latin typeface="Montserrat"/>
              <a:ea typeface="Montserrat"/>
              <a:cs typeface="Montserrat"/>
              <a:sym typeface="Montserrat"/>
            </a:endParaRPr>
          </a:p>
        </p:txBody>
      </p:sp>
      <p:sp>
        <p:nvSpPr>
          <p:cNvPr id="652" name="Google Shape;652;p79"/>
          <p:cNvSpPr/>
          <p:nvPr/>
        </p:nvSpPr>
        <p:spPr>
          <a:xfrm>
            <a:off x="1276275" y="6710338"/>
            <a:ext cx="53949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53" name="Google Shape;653;p79"/>
          <p:cNvSpPr/>
          <p:nvPr/>
        </p:nvSpPr>
        <p:spPr>
          <a:xfrm>
            <a:off x="7404150" y="3611880"/>
            <a:ext cx="4206240" cy="731520"/>
          </a:xfrm>
          <a:prstGeom prst="rect">
            <a:avLst/>
          </a:prstGeom>
          <a:noFill/>
          <a:ln>
            <a:noFill/>
          </a:ln>
        </p:spPr>
        <p:txBody>
          <a:bodyPr anchorCtr="0" anchor="t" bIns="25400" lIns="25400" spcFirstLastPara="1" rIns="25400" wrap="square" tIns="25400">
            <a:noAutofit/>
          </a:bodyPr>
          <a:lstStyle/>
          <a:p>
            <a:pPr indent="-336550" lvl="0" marL="457200" marR="0" rtl="0" algn="l">
              <a:lnSpc>
                <a:spcPct val="118000"/>
              </a:lnSpc>
              <a:spcBef>
                <a:spcPts val="0"/>
              </a:spcBef>
              <a:spcAft>
                <a:spcPts val="0"/>
              </a:spcAft>
              <a:buClr>
                <a:srgbClr val="000033"/>
              </a:buClr>
              <a:buSzPts val="1700"/>
              <a:buFont typeface="Montserrat"/>
              <a:buChar char="●"/>
            </a:pPr>
            <a:r>
              <a:rPr b="0" i="0" lang="en-US" sz="1700" u="none" cap="none" strike="noStrike">
                <a:solidFill>
                  <a:srgbClr val="000033"/>
                </a:solidFill>
                <a:latin typeface="Montserrat"/>
                <a:ea typeface="Montserrat"/>
                <a:cs typeface="Montserrat"/>
                <a:sym typeface="Montserrat"/>
              </a:rPr>
              <a:t>Requerimiento al cliente.</a:t>
            </a:r>
            <a:endParaRPr b="0" i="0" sz="1200" u="none" cap="none" strike="noStrike">
              <a:solidFill>
                <a:srgbClr val="000000"/>
              </a:solidFill>
              <a:latin typeface="Montserrat"/>
              <a:ea typeface="Montserrat"/>
              <a:cs typeface="Montserrat"/>
              <a:sym typeface="Montserrat"/>
            </a:endParaRPr>
          </a:p>
        </p:txBody>
      </p:sp>
      <p:sp>
        <p:nvSpPr>
          <p:cNvPr id="654" name="Google Shape;654;p79"/>
          <p:cNvSpPr/>
          <p:nvPr/>
        </p:nvSpPr>
        <p:spPr>
          <a:xfrm>
            <a:off x="7404150" y="4370832"/>
            <a:ext cx="4206240" cy="731520"/>
          </a:xfrm>
          <a:prstGeom prst="rect">
            <a:avLst/>
          </a:prstGeom>
          <a:noFill/>
          <a:ln>
            <a:noFill/>
          </a:ln>
        </p:spPr>
        <p:txBody>
          <a:bodyPr anchorCtr="0" anchor="t" bIns="25400" lIns="25400" spcFirstLastPara="1" rIns="25400" wrap="square" tIns="25400">
            <a:noAutofit/>
          </a:bodyPr>
          <a:lstStyle/>
          <a:p>
            <a:pPr indent="-336550" lvl="0" marL="457200" marR="0" rtl="0" algn="l">
              <a:lnSpc>
                <a:spcPct val="118000"/>
              </a:lnSpc>
              <a:spcBef>
                <a:spcPts val="0"/>
              </a:spcBef>
              <a:spcAft>
                <a:spcPts val="0"/>
              </a:spcAft>
              <a:buClr>
                <a:srgbClr val="000033"/>
              </a:buClr>
              <a:buSzPts val="1700"/>
              <a:buFont typeface="Montserrat"/>
              <a:buChar char="●"/>
            </a:pPr>
            <a:r>
              <a:rPr b="0" i="0" lang="en-US" sz="1700" u="none" cap="none" strike="noStrike">
                <a:solidFill>
                  <a:srgbClr val="000033"/>
                </a:solidFill>
                <a:latin typeface="Montserrat"/>
                <a:ea typeface="Montserrat"/>
                <a:cs typeface="Montserrat"/>
                <a:sym typeface="Montserrat"/>
              </a:rPr>
              <a:t>Requerimiento al cliente.</a:t>
            </a:r>
            <a:endParaRPr b="0" i="0" sz="1200" u="none" cap="none" strike="noStrike">
              <a:solidFill>
                <a:srgbClr val="000000"/>
              </a:solidFill>
              <a:latin typeface="Montserrat"/>
              <a:ea typeface="Montserrat"/>
              <a:cs typeface="Montserrat"/>
              <a:sym typeface="Montserrat"/>
            </a:endParaRPr>
          </a:p>
        </p:txBody>
      </p:sp>
      <p:sp>
        <p:nvSpPr>
          <p:cNvPr id="655" name="Google Shape;655;p79"/>
          <p:cNvSpPr/>
          <p:nvPr/>
        </p:nvSpPr>
        <p:spPr>
          <a:xfrm>
            <a:off x="7404150" y="5129784"/>
            <a:ext cx="4206240" cy="731520"/>
          </a:xfrm>
          <a:prstGeom prst="rect">
            <a:avLst/>
          </a:prstGeom>
          <a:noFill/>
          <a:ln>
            <a:noFill/>
          </a:ln>
        </p:spPr>
        <p:txBody>
          <a:bodyPr anchorCtr="0" anchor="t" bIns="25400" lIns="25400" spcFirstLastPara="1" rIns="25400" wrap="square" tIns="25400">
            <a:noAutofit/>
          </a:bodyPr>
          <a:lstStyle/>
          <a:p>
            <a:pPr indent="-336550" lvl="0" marL="457200" marR="0" rtl="0" algn="l">
              <a:lnSpc>
                <a:spcPct val="118000"/>
              </a:lnSpc>
              <a:spcBef>
                <a:spcPts val="0"/>
              </a:spcBef>
              <a:spcAft>
                <a:spcPts val="0"/>
              </a:spcAft>
              <a:buClr>
                <a:srgbClr val="000033"/>
              </a:buClr>
              <a:buSzPts val="1700"/>
              <a:buFont typeface="Montserrat"/>
              <a:buChar char="●"/>
            </a:pPr>
            <a:r>
              <a:rPr b="0" i="0" lang="en-US" sz="1700" u="none" cap="none" strike="noStrike">
                <a:solidFill>
                  <a:srgbClr val="000033"/>
                </a:solidFill>
                <a:latin typeface="Montserrat"/>
                <a:ea typeface="Montserrat"/>
                <a:cs typeface="Montserrat"/>
                <a:sym typeface="Montserrat"/>
              </a:rPr>
              <a:t>Requerimiento al cliente.</a:t>
            </a:r>
            <a:endParaRPr b="0" i="0" sz="1200" u="none" cap="none" strike="noStrike">
              <a:solidFill>
                <a:srgbClr val="000000"/>
              </a:solidFill>
              <a:latin typeface="Montserrat"/>
              <a:ea typeface="Montserrat"/>
              <a:cs typeface="Montserrat"/>
              <a:sym typeface="Montserrat"/>
            </a:endParaRPr>
          </a:p>
        </p:txBody>
      </p:sp>
      <p:sp>
        <p:nvSpPr>
          <p:cNvPr id="656" name="Google Shape;656;p79"/>
          <p:cNvSpPr/>
          <p:nvPr/>
        </p:nvSpPr>
        <p:spPr>
          <a:xfrm>
            <a:off x="7404150" y="5888736"/>
            <a:ext cx="4206240" cy="731520"/>
          </a:xfrm>
          <a:prstGeom prst="rect">
            <a:avLst/>
          </a:prstGeom>
          <a:noFill/>
          <a:ln>
            <a:noFill/>
          </a:ln>
        </p:spPr>
        <p:txBody>
          <a:bodyPr anchorCtr="0" anchor="t" bIns="25400" lIns="25400" spcFirstLastPara="1" rIns="25400" wrap="square" tIns="25400">
            <a:noAutofit/>
          </a:bodyPr>
          <a:lstStyle/>
          <a:p>
            <a:pPr indent="-336550" lvl="0" marL="457200" marR="0" rtl="0" algn="l">
              <a:lnSpc>
                <a:spcPct val="118000"/>
              </a:lnSpc>
              <a:spcBef>
                <a:spcPts val="0"/>
              </a:spcBef>
              <a:spcAft>
                <a:spcPts val="0"/>
              </a:spcAft>
              <a:buClr>
                <a:srgbClr val="000033"/>
              </a:buClr>
              <a:buSzPts val="1700"/>
              <a:buFont typeface="Montserrat"/>
              <a:buChar char="●"/>
            </a:pPr>
            <a:r>
              <a:rPr b="0" i="0" lang="en-US" sz="1700" u="none" cap="none" strike="noStrike">
                <a:solidFill>
                  <a:srgbClr val="000033"/>
                </a:solidFill>
                <a:latin typeface="Montserrat"/>
                <a:ea typeface="Montserrat"/>
                <a:cs typeface="Montserrat"/>
                <a:sym typeface="Montserrat"/>
              </a:rPr>
              <a:t>Requerimiento al cliente.</a:t>
            </a:r>
            <a:endParaRPr b="0" i="0" sz="1200" u="none" cap="none" strike="noStrike">
              <a:solidFill>
                <a:srgbClr val="000000"/>
              </a:solidFill>
              <a:latin typeface="Montserrat"/>
              <a:ea typeface="Montserrat"/>
              <a:cs typeface="Montserrat"/>
              <a:sym typeface="Montserrat"/>
            </a:endParaRPr>
          </a:p>
        </p:txBody>
      </p:sp>
      <p:sp>
        <p:nvSpPr>
          <p:cNvPr id="657" name="Google Shape;657;p79"/>
          <p:cNvSpPr/>
          <p:nvPr/>
        </p:nvSpPr>
        <p:spPr>
          <a:xfrm>
            <a:off x="7404150" y="6647688"/>
            <a:ext cx="4206240" cy="731520"/>
          </a:xfrm>
          <a:prstGeom prst="rect">
            <a:avLst/>
          </a:prstGeom>
          <a:noFill/>
          <a:ln>
            <a:noFill/>
          </a:ln>
        </p:spPr>
        <p:txBody>
          <a:bodyPr anchorCtr="0" anchor="t" bIns="25400" lIns="25400" spcFirstLastPara="1" rIns="25400" wrap="square" tIns="25400">
            <a:noAutofit/>
          </a:bodyPr>
          <a:lstStyle/>
          <a:p>
            <a:pPr indent="-336550" lvl="0" marL="457200" marR="0" rtl="0" algn="l">
              <a:lnSpc>
                <a:spcPct val="118000"/>
              </a:lnSpc>
              <a:spcBef>
                <a:spcPts val="0"/>
              </a:spcBef>
              <a:spcAft>
                <a:spcPts val="0"/>
              </a:spcAft>
              <a:buClr>
                <a:srgbClr val="000033"/>
              </a:buClr>
              <a:buSzPts val="1700"/>
              <a:buFont typeface="Montserrat"/>
              <a:buChar char="●"/>
            </a:pPr>
            <a:r>
              <a:rPr b="0" i="0" lang="en-US" sz="1700" u="none" cap="none" strike="noStrike">
                <a:solidFill>
                  <a:srgbClr val="000033"/>
                </a:solidFill>
                <a:latin typeface="Montserrat"/>
                <a:ea typeface="Montserrat"/>
                <a:cs typeface="Montserrat"/>
                <a:sym typeface="Montserrat"/>
              </a:rPr>
              <a:t>Requerimiento al cliente.</a:t>
            </a:r>
            <a:endParaRPr b="0" i="0" sz="1200" u="none" cap="none" strike="noStrike">
              <a:solidFill>
                <a:srgbClr val="000000"/>
              </a:solidFill>
              <a:latin typeface="Montserrat"/>
              <a:ea typeface="Montserrat"/>
              <a:cs typeface="Montserrat"/>
              <a:sym typeface="Montserrat"/>
            </a:endParaRPr>
          </a:p>
        </p:txBody>
      </p:sp>
      <p:sp>
        <p:nvSpPr>
          <p:cNvPr id="658" name="Google Shape;658;p79"/>
          <p:cNvSpPr/>
          <p:nvPr/>
        </p:nvSpPr>
        <p:spPr>
          <a:xfrm>
            <a:off x="952500" y="8183880"/>
            <a:ext cx="16383000" cy="1417320"/>
          </a:xfrm>
          <a:prstGeom prst="roundRect">
            <a:avLst>
              <a:gd fmla="val 10417"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Montserrat"/>
              <a:ea typeface="Montserrat"/>
              <a:cs typeface="Montserrat"/>
              <a:sym typeface="Montserrat"/>
            </a:endParaRPr>
          </a:p>
        </p:txBody>
      </p:sp>
      <p:sp>
        <p:nvSpPr>
          <p:cNvPr id="659" name="Google Shape;659;p79"/>
          <p:cNvSpPr/>
          <p:nvPr/>
        </p:nvSpPr>
        <p:spPr>
          <a:xfrm>
            <a:off x="1250000" y="8280000"/>
            <a:ext cx="5000100" cy="2799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500"/>
              <a:buFont typeface="Arial"/>
              <a:buNone/>
            </a:pPr>
            <a:r>
              <a:rPr b="1" i="0" lang="en-US" sz="1900" u="none" cap="none" strike="noStrike">
                <a:solidFill>
                  <a:srgbClr val="9C9CCB"/>
                </a:solidFill>
                <a:latin typeface="Montserrat"/>
                <a:ea typeface="Montserrat"/>
                <a:cs typeface="Montserrat"/>
                <a:sym typeface="Montserrat"/>
              </a:rPr>
              <a:t>ENTREGABLES</a:t>
            </a:r>
            <a:endParaRPr b="0" i="0" sz="1800" u="none" cap="none" strike="noStrike">
              <a:solidFill>
                <a:srgbClr val="000000"/>
              </a:solidFill>
              <a:latin typeface="Montserrat"/>
              <a:ea typeface="Montserrat"/>
              <a:cs typeface="Montserrat"/>
              <a:sym typeface="Montserrat"/>
            </a:endParaRPr>
          </a:p>
        </p:txBody>
      </p:sp>
      <p:sp>
        <p:nvSpPr>
          <p:cNvPr id="660" name="Google Shape;660;p79"/>
          <p:cNvSpPr/>
          <p:nvPr/>
        </p:nvSpPr>
        <p:spPr>
          <a:xfrm>
            <a:off x="1250000" y="8778240"/>
            <a:ext cx="150876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900" u="none" cap="none" strike="noStrike">
                <a:solidFill>
                  <a:srgbClr val="FFFFFF"/>
                </a:solidFill>
                <a:latin typeface="Montserrat"/>
                <a:ea typeface="Montserrat"/>
                <a:cs typeface="Montserrat"/>
                <a:sym typeface="Montserrat"/>
              </a:rPr>
              <a:t>-  Entregable del paso.</a:t>
            </a:r>
            <a:endParaRPr b="1" i="0" sz="1800" u="none" cap="none" strike="noStrike">
              <a:solidFill>
                <a:srgbClr val="000000"/>
              </a:solidFill>
              <a:latin typeface="Montserrat"/>
              <a:ea typeface="Montserrat"/>
              <a:cs typeface="Montserrat"/>
              <a:sym typeface="Montserrat"/>
            </a:endParaRPr>
          </a:p>
        </p:txBody>
      </p:sp>
      <p:pic>
        <p:nvPicPr>
          <p:cNvPr descr="dos persoans trabajando" id="661" name="Google Shape;661;p79"/>
          <p:cNvPicPr preferRelativeResize="0"/>
          <p:nvPr/>
        </p:nvPicPr>
        <p:blipFill rotWithShape="1">
          <a:blip r:embed="rId3">
            <a:alphaModFix/>
          </a:blip>
          <a:srcRect b="11473" l="17142" r="8392" t="15869"/>
          <a:stretch/>
        </p:blipFill>
        <p:spPr>
          <a:xfrm>
            <a:off x="12286425" y="2796350"/>
            <a:ext cx="5000100" cy="48789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80"/>
          <p:cNvSpPr/>
          <p:nvPr/>
        </p:nvSpPr>
        <p:spPr>
          <a:xfrm>
            <a:off x="952500" y="723900"/>
            <a:ext cx="500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5058C"/>
                </a:solidFill>
                <a:latin typeface="Montserrat"/>
                <a:ea typeface="Montserrat"/>
                <a:cs typeface="Montserrat"/>
                <a:sym typeface="Montserrat"/>
              </a:rPr>
              <a:t>FASE 3A</a:t>
            </a:r>
            <a:endParaRPr b="0" i="0" sz="1400" u="none" cap="none" strike="noStrike">
              <a:solidFill>
                <a:srgbClr val="000000"/>
              </a:solidFill>
              <a:latin typeface="Montserrat"/>
              <a:ea typeface="Montserrat"/>
              <a:cs typeface="Montserrat"/>
              <a:sym typeface="Montserrat"/>
            </a:endParaRPr>
          </a:p>
        </p:txBody>
      </p:sp>
      <p:sp>
        <p:nvSpPr>
          <p:cNvPr id="667" name="Google Shape;667;p80"/>
          <p:cNvSpPr/>
          <p:nvPr/>
        </p:nvSpPr>
        <p:spPr>
          <a:xfrm>
            <a:off x="952500" y="1276511"/>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000033"/>
                </a:solidFill>
                <a:latin typeface="Georgia"/>
                <a:ea typeface="Georgia"/>
                <a:cs typeface="Georgia"/>
                <a:sym typeface="Georgia"/>
              </a:rPr>
              <a:t>Nombre del paso</a:t>
            </a:r>
            <a:endParaRPr b="0" i="0" sz="1400" u="none" cap="none" strike="noStrike">
              <a:solidFill>
                <a:srgbClr val="000000"/>
              </a:solidFill>
              <a:latin typeface="Arial"/>
              <a:ea typeface="Arial"/>
              <a:cs typeface="Arial"/>
              <a:sym typeface="Arial"/>
            </a:endParaRPr>
          </a:p>
        </p:txBody>
      </p:sp>
      <p:sp>
        <p:nvSpPr>
          <p:cNvPr id="668" name="Google Shape;668;p80"/>
          <p:cNvSpPr/>
          <p:nvPr/>
        </p:nvSpPr>
        <p:spPr>
          <a:xfrm>
            <a:off x="952500" y="2205406"/>
            <a:ext cx="16383000" cy="7200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000000"/>
              </a:buClr>
              <a:buSzPts val="2200"/>
              <a:buFont typeface="Arial"/>
              <a:buNone/>
            </a:pPr>
            <a:r>
              <a:rPr b="0" i="0" lang="en-US" sz="2000" u="none" cap="none" strike="noStrike">
                <a:solidFill>
                  <a:srgbClr val="000033"/>
                </a:solidFill>
                <a:latin typeface="Montserrat"/>
                <a:ea typeface="Montserrat"/>
                <a:cs typeface="Montserrat"/>
                <a:sym typeface="Montserrat"/>
              </a:rPr>
              <a:t>Descripción del paso.</a:t>
            </a:r>
            <a:endParaRPr b="0" i="0" sz="2000" u="none" cap="none" strike="noStrike">
              <a:solidFill>
                <a:srgbClr val="000033"/>
              </a:solidFill>
              <a:latin typeface="Montserrat"/>
              <a:ea typeface="Montserrat"/>
              <a:cs typeface="Montserrat"/>
              <a:sym typeface="Montserrat"/>
            </a:endParaRPr>
          </a:p>
        </p:txBody>
      </p:sp>
      <p:sp>
        <p:nvSpPr>
          <p:cNvPr id="669" name="Google Shape;669;p80"/>
          <p:cNvSpPr/>
          <p:nvPr/>
        </p:nvSpPr>
        <p:spPr>
          <a:xfrm>
            <a:off x="952500" y="3004755"/>
            <a:ext cx="7899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ACTIVIDADES CLAVE</a:t>
            </a:r>
            <a:endParaRPr b="1" i="0" sz="1400" u="none" cap="none" strike="noStrike">
              <a:solidFill>
                <a:srgbClr val="000000"/>
              </a:solidFill>
              <a:latin typeface="Montserrat"/>
              <a:ea typeface="Montserrat"/>
              <a:cs typeface="Montserrat"/>
              <a:sym typeface="Montserrat"/>
            </a:endParaRPr>
          </a:p>
        </p:txBody>
      </p:sp>
      <p:sp>
        <p:nvSpPr>
          <p:cNvPr id="670" name="Google Shape;670;p80"/>
          <p:cNvSpPr/>
          <p:nvPr/>
        </p:nvSpPr>
        <p:spPr>
          <a:xfrm>
            <a:off x="7507625" y="2950274"/>
            <a:ext cx="4606200" cy="4136400"/>
          </a:xfrm>
          <a:prstGeom prst="roundRect">
            <a:avLst>
              <a:gd fmla="val 3016"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Montserrat"/>
              <a:ea typeface="Montserrat"/>
              <a:cs typeface="Montserrat"/>
              <a:sym typeface="Montserrat"/>
            </a:endParaRPr>
          </a:p>
        </p:txBody>
      </p:sp>
      <p:sp>
        <p:nvSpPr>
          <p:cNvPr id="671" name="Google Shape;671;p80"/>
          <p:cNvSpPr/>
          <p:nvPr/>
        </p:nvSpPr>
        <p:spPr>
          <a:xfrm>
            <a:off x="7888625" y="3150280"/>
            <a:ext cx="7299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REQUERIMIENTOS AL CLIENTE</a:t>
            </a:r>
            <a:endParaRPr b="1" i="0" sz="1400" u="none" cap="none" strike="noStrike">
              <a:solidFill>
                <a:srgbClr val="000000"/>
              </a:solidFill>
              <a:latin typeface="Montserrat"/>
              <a:ea typeface="Montserrat"/>
              <a:cs typeface="Montserrat"/>
              <a:sym typeface="Montserrat"/>
            </a:endParaRPr>
          </a:p>
        </p:txBody>
      </p:sp>
      <p:sp>
        <p:nvSpPr>
          <p:cNvPr id="672" name="Google Shape;672;p80"/>
          <p:cNvSpPr/>
          <p:nvPr/>
        </p:nvSpPr>
        <p:spPr>
          <a:xfrm>
            <a:off x="952500" y="352044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1900" u="none" cap="none" strike="noStrike">
                <a:solidFill>
                  <a:srgbClr val="05058C"/>
                </a:solidFill>
                <a:latin typeface="Montserrat"/>
                <a:ea typeface="Montserrat"/>
                <a:cs typeface="Montserrat"/>
                <a:sym typeface="Montserrat"/>
              </a:rPr>
              <a:t>›</a:t>
            </a:r>
            <a:endParaRPr b="0" i="0" sz="1300" u="none" cap="none" strike="noStrike">
              <a:solidFill>
                <a:srgbClr val="000000"/>
              </a:solidFill>
              <a:latin typeface="Montserrat"/>
              <a:ea typeface="Montserrat"/>
              <a:cs typeface="Montserrat"/>
              <a:sym typeface="Montserrat"/>
            </a:endParaRPr>
          </a:p>
        </p:txBody>
      </p:sp>
      <p:sp>
        <p:nvSpPr>
          <p:cNvPr id="673" name="Google Shape;673;p80"/>
          <p:cNvSpPr/>
          <p:nvPr/>
        </p:nvSpPr>
        <p:spPr>
          <a:xfrm>
            <a:off x="1276275" y="3520440"/>
            <a:ext cx="539496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74" name="Google Shape;674;p80"/>
          <p:cNvSpPr/>
          <p:nvPr/>
        </p:nvSpPr>
        <p:spPr>
          <a:xfrm>
            <a:off x="952500" y="448056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1900" u="none" cap="none" strike="noStrike">
                <a:solidFill>
                  <a:srgbClr val="05058C"/>
                </a:solidFill>
                <a:latin typeface="Montserrat"/>
                <a:ea typeface="Montserrat"/>
                <a:cs typeface="Montserrat"/>
                <a:sym typeface="Montserrat"/>
              </a:rPr>
              <a:t>›</a:t>
            </a:r>
            <a:endParaRPr b="0" i="0" sz="1300" u="none" cap="none" strike="noStrike">
              <a:solidFill>
                <a:srgbClr val="000000"/>
              </a:solidFill>
              <a:latin typeface="Montserrat"/>
              <a:ea typeface="Montserrat"/>
              <a:cs typeface="Montserrat"/>
              <a:sym typeface="Montserrat"/>
            </a:endParaRPr>
          </a:p>
        </p:txBody>
      </p:sp>
      <p:sp>
        <p:nvSpPr>
          <p:cNvPr id="675" name="Google Shape;675;p80"/>
          <p:cNvSpPr/>
          <p:nvPr/>
        </p:nvSpPr>
        <p:spPr>
          <a:xfrm>
            <a:off x="1276275" y="4480560"/>
            <a:ext cx="5394960" cy="9144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76" name="Google Shape;676;p80"/>
          <p:cNvSpPr/>
          <p:nvPr/>
        </p:nvSpPr>
        <p:spPr>
          <a:xfrm>
            <a:off x="7888625" y="3703320"/>
            <a:ext cx="3968496" cy="914400"/>
          </a:xfrm>
          <a:prstGeom prst="rect">
            <a:avLst/>
          </a:prstGeom>
          <a:noFill/>
          <a:ln>
            <a:noFill/>
          </a:ln>
        </p:spPr>
        <p:txBody>
          <a:bodyPr anchorCtr="0" anchor="t" bIns="25400" lIns="25400" spcFirstLastPara="1" rIns="25400" wrap="square" tIns="25400">
            <a:noAutofit/>
          </a:bodyPr>
          <a:lstStyle/>
          <a:p>
            <a:pPr indent="-342900" lvl="0" marL="457200" marR="0" rtl="0" algn="l">
              <a:lnSpc>
                <a:spcPct val="118000"/>
              </a:lnSpc>
              <a:spcBef>
                <a:spcPts val="0"/>
              </a:spcBef>
              <a:spcAft>
                <a:spcPts val="0"/>
              </a:spcAft>
              <a:buClr>
                <a:srgbClr val="000033"/>
              </a:buClr>
              <a:buSzPts val="1800"/>
              <a:buFont typeface="Montserrat"/>
              <a:buChar char="●"/>
            </a:pPr>
            <a:r>
              <a:rPr b="0" i="0" lang="en-US" sz="1800" u="none" cap="none" strike="noStrike">
                <a:solidFill>
                  <a:srgbClr val="000033"/>
                </a:solidFill>
                <a:latin typeface="Montserrat"/>
                <a:ea typeface="Montserrat"/>
                <a:cs typeface="Montserrat"/>
                <a:sym typeface="Montserrat"/>
              </a:rPr>
              <a:t>Requerimiento al cliente.</a:t>
            </a:r>
            <a:endParaRPr b="0" i="0" sz="1300" u="none" cap="none" strike="noStrike">
              <a:solidFill>
                <a:srgbClr val="000000"/>
              </a:solidFill>
              <a:latin typeface="Montserrat"/>
              <a:ea typeface="Montserrat"/>
              <a:cs typeface="Montserrat"/>
              <a:sym typeface="Montserrat"/>
            </a:endParaRPr>
          </a:p>
        </p:txBody>
      </p:sp>
      <p:sp>
        <p:nvSpPr>
          <p:cNvPr id="677" name="Google Shape;677;p80"/>
          <p:cNvSpPr/>
          <p:nvPr/>
        </p:nvSpPr>
        <p:spPr>
          <a:xfrm>
            <a:off x="7888625" y="4709150"/>
            <a:ext cx="3968400" cy="914400"/>
          </a:xfrm>
          <a:prstGeom prst="rect">
            <a:avLst/>
          </a:prstGeom>
          <a:noFill/>
          <a:ln>
            <a:noFill/>
          </a:ln>
        </p:spPr>
        <p:txBody>
          <a:bodyPr anchorCtr="0" anchor="t" bIns="25400" lIns="25400" spcFirstLastPara="1" rIns="25400" wrap="square" tIns="25400">
            <a:noAutofit/>
          </a:bodyPr>
          <a:lstStyle/>
          <a:p>
            <a:pPr indent="-342900" lvl="0" marL="457200" marR="0" rtl="0" algn="l">
              <a:lnSpc>
                <a:spcPct val="118000"/>
              </a:lnSpc>
              <a:spcBef>
                <a:spcPts val="0"/>
              </a:spcBef>
              <a:spcAft>
                <a:spcPts val="0"/>
              </a:spcAft>
              <a:buClr>
                <a:srgbClr val="000033"/>
              </a:buClr>
              <a:buSzPts val="1800"/>
              <a:buFont typeface="Montserrat"/>
              <a:buChar char="●"/>
            </a:pPr>
            <a:r>
              <a:rPr b="0" i="0" lang="en-US" sz="1800" u="none" cap="none" strike="noStrike">
                <a:solidFill>
                  <a:srgbClr val="000033"/>
                </a:solidFill>
                <a:latin typeface="Montserrat"/>
                <a:ea typeface="Montserrat"/>
                <a:cs typeface="Montserrat"/>
                <a:sym typeface="Montserrat"/>
              </a:rPr>
              <a:t>Requerimiento al cliente.</a:t>
            </a:r>
            <a:endParaRPr b="0" i="0" sz="1300" u="none" cap="none" strike="noStrike">
              <a:solidFill>
                <a:srgbClr val="000000"/>
              </a:solidFill>
              <a:latin typeface="Montserrat"/>
              <a:ea typeface="Montserrat"/>
              <a:cs typeface="Montserrat"/>
              <a:sym typeface="Montserrat"/>
            </a:endParaRPr>
          </a:p>
        </p:txBody>
      </p:sp>
      <p:sp>
        <p:nvSpPr>
          <p:cNvPr id="678" name="Google Shape;678;p80"/>
          <p:cNvSpPr/>
          <p:nvPr/>
        </p:nvSpPr>
        <p:spPr>
          <a:xfrm>
            <a:off x="7888675" y="5715000"/>
            <a:ext cx="3968496" cy="914400"/>
          </a:xfrm>
          <a:prstGeom prst="rect">
            <a:avLst/>
          </a:prstGeom>
          <a:noFill/>
          <a:ln>
            <a:noFill/>
          </a:ln>
        </p:spPr>
        <p:txBody>
          <a:bodyPr anchorCtr="0" anchor="t" bIns="25400" lIns="25400" spcFirstLastPara="1" rIns="25400" wrap="square" tIns="25400">
            <a:noAutofit/>
          </a:bodyPr>
          <a:lstStyle/>
          <a:p>
            <a:pPr indent="-342900" lvl="0" marL="457200" marR="0" rtl="0" algn="l">
              <a:lnSpc>
                <a:spcPct val="118000"/>
              </a:lnSpc>
              <a:spcBef>
                <a:spcPts val="0"/>
              </a:spcBef>
              <a:spcAft>
                <a:spcPts val="0"/>
              </a:spcAft>
              <a:buClr>
                <a:srgbClr val="000033"/>
              </a:buClr>
              <a:buSzPts val="1800"/>
              <a:buFont typeface="Montserrat"/>
              <a:buChar char="●"/>
            </a:pPr>
            <a:r>
              <a:rPr b="0" i="0" lang="en-US" sz="1800" u="none" cap="none" strike="noStrike">
                <a:solidFill>
                  <a:srgbClr val="000033"/>
                </a:solidFill>
                <a:latin typeface="Montserrat"/>
                <a:ea typeface="Montserrat"/>
                <a:cs typeface="Montserrat"/>
                <a:sym typeface="Montserrat"/>
              </a:rPr>
              <a:t>Requerimiento al cliente.</a:t>
            </a:r>
            <a:endParaRPr b="0" i="0" sz="1300" u="none" cap="none" strike="noStrike">
              <a:solidFill>
                <a:srgbClr val="000000"/>
              </a:solidFill>
              <a:latin typeface="Montserrat"/>
              <a:ea typeface="Montserrat"/>
              <a:cs typeface="Montserrat"/>
              <a:sym typeface="Montserrat"/>
            </a:endParaRPr>
          </a:p>
        </p:txBody>
      </p:sp>
      <p:sp>
        <p:nvSpPr>
          <p:cNvPr id="679" name="Google Shape;679;p80"/>
          <p:cNvSpPr/>
          <p:nvPr/>
        </p:nvSpPr>
        <p:spPr>
          <a:xfrm>
            <a:off x="952500" y="8229600"/>
            <a:ext cx="16383000" cy="1417320"/>
          </a:xfrm>
          <a:prstGeom prst="roundRect">
            <a:avLst>
              <a:gd fmla="val 10417"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700" u="none" cap="none" strike="noStrike">
              <a:solidFill>
                <a:srgbClr val="000000"/>
              </a:solidFill>
              <a:latin typeface="Montserrat"/>
              <a:ea typeface="Montserrat"/>
              <a:cs typeface="Montserrat"/>
              <a:sym typeface="Montserrat"/>
            </a:endParaRPr>
          </a:p>
        </p:txBody>
      </p:sp>
      <p:sp>
        <p:nvSpPr>
          <p:cNvPr id="680" name="Google Shape;680;p80"/>
          <p:cNvSpPr/>
          <p:nvPr/>
        </p:nvSpPr>
        <p:spPr>
          <a:xfrm>
            <a:off x="1250000" y="8388742"/>
            <a:ext cx="5000100" cy="2799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500"/>
              <a:buFont typeface="Arial"/>
              <a:buNone/>
            </a:pPr>
            <a:r>
              <a:rPr b="1" i="0" lang="en-US" sz="1800" u="none" cap="none" strike="noStrike">
                <a:solidFill>
                  <a:srgbClr val="9C9CCB"/>
                </a:solidFill>
                <a:latin typeface="Montserrat"/>
                <a:ea typeface="Montserrat"/>
                <a:cs typeface="Montserrat"/>
                <a:sym typeface="Montserrat"/>
              </a:rPr>
              <a:t>ENTREGABLES</a:t>
            </a:r>
            <a:endParaRPr b="0" i="0" sz="1700" u="none" cap="none" strike="noStrike">
              <a:solidFill>
                <a:srgbClr val="000000"/>
              </a:solidFill>
              <a:latin typeface="Montserrat"/>
              <a:ea typeface="Montserrat"/>
              <a:cs typeface="Montserrat"/>
              <a:sym typeface="Montserrat"/>
            </a:endParaRPr>
          </a:p>
        </p:txBody>
      </p:sp>
      <p:sp>
        <p:nvSpPr>
          <p:cNvPr id="681" name="Google Shape;681;p80"/>
          <p:cNvSpPr/>
          <p:nvPr/>
        </p:nvSpPr>
        <p:spPr>
          <a:xfrm>
            <a:off x="1252724" y="8778250"/>
            <a:ext cx="92973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800" u="none" cap="none" strike="noStrike">
                <a:solidFill>
                  <a:srgbClr val="FFFFFF"/>
                </a:solidFill>
                <a:latin typeface="Montserrat"/>
                <a:ea typeface="Montserrat"/>
                <a:cs typeface="Montserrat"/>
                <a:sym typeface="Montserrat"/>
              </a:rPr>
              <a:t>-  Entregable del paso.</a:t>
            </a:r>
            <a:endParaRPr b="1" i="0" sz="1700" u="none" cap="none" strike="noStrike">
              <a:solidFill>
                <a:srgbClr val="000000"/>
              </a:solidFill>
              <a:latin typeface="Montserrat"/>
              <a:ea typeface="Montserrat"/>
              <a:cs typeface="Montserrat"/>
              <a:sym typeface="Montserrat"/>
            </a:endParaRPr>
          </a:p>
        </p:txBody>
      </p:sp>
      <p:pic>
        <p:nvPicPr>
          <p:cNvPr id="682" name="Google Shape;682;p80" title="Captura de pantalla 2026-08-06 a las 23.20.09.png"/>
          <p:cNvPicPr preferRelativeResize="0"/>
          <p:nvPr/>
        </p:nvPicPr>
        <p:blipFill rotWithShape="1">
          <a:blip r:embed="rId3">
            <a:alphaModFix/>
          </a:blip>
          <a:srcRect b="836" l="29178" r="8153" t="826"/>
          <a:stretch/>
        </p:blipFill>
        <p:spPr>
          <a:xfrm>
            <a:off x="12624350" y="3163700"/>
            <a:ext cx="4606200" cy="48276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6" name="Shape 686"/>
        <p:cNvGrpSpPr/>
        <p:nvPr/>
      </p:nvGrpSpPr>
      <p:grpSpPr>
        <a:xfrm>
          <a:off x="0" y="0"/>
          <a:ext cx="0" cy="0"/>
          <a:chOff x="0" y="0"/>
          <a:chExt cx="0" cy="0"/>
        </a:xfrm>
      </p:grpSpPr>
      <p:sp>
        <p:nvSpPr>
          <p:cNvPr id="687" name="Google Shape;687;p81"/>
          <p:cNvSpPr/>
          <p:nvPr/>
        </p:nvSpPr>
        <p:spPr>
          <a:xfrm>
            <a:off x="952500" y="723900"/>
            <a:ext cx="500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5058C"/>
                </a:solidFill>
                <a:latin typeface="Montserrat"/>
                <a:ea typeface="Montserrat"/>
                <a:cs typeface="Montserrat"/>
                <a:sym typeface="Montserrat"/>
              </a:rPr>
              <a:t>FASE 3B</a:t>
            </a:r>
            <a:endParaRPr b="0" i="0" sz="1400" u="none" cap="none" strike="noStrike">
              <a:solidFill>
                <a:srgbClr val="000000"/>
              </a:solidFill>
              <a:latin typeface="Montserrat"/>
              <a:ea typeface="Montserrat"/>
              <a:cs typeface="Montserrat"/>
              <a:sym typeface="Montserrat"/>
            </a:endParaRPr>
          </a:p>
        </p:txBody>
      </p:sp>
      <p:sp>
        <p:nvSpPr>
          <p:cNvPr id="688" name="Google Shape;688;p81"/>
          <p:cNvSpPr/>
          <p:nvPr/>
        </p:nvSpPr>
        <p:spPr>
          <a:xfrm>
            <a:off x="952500" y="1254763"/>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000033"/>
                </a:solidFill>
                <a:latin typeface="Georgia"/>
                <a:ea typeface="Georgia"/>
                <a:cs typeface="Georgia"/>
                <a:sym typeface="Georgia"/>
              </a:rPr>
              <a:t>Nombre del paso</a:t>
            </a:r>
            <a:endParaRPr b="0" i="0" sz="1400" u="none" cap="none" strike="noStrike">
              <a:solidFill>
                <a:srgbClr val="000000"/>
              </a:solidFill>
              <a:latin typeface="Arial"/>
              <a:ea typeface="Arial"/>
              <a:cs typeface="Arial"/>
              <a:sym typeface="Arial"/>
            </a:endParaRPr>
          </a:p>
        </p:txBody>
      </p:sp>
      <p:sp>
        <p:nvSpPr>
          <p:cNvPr id="689" name="Google Shape;689;p81"/>
          <p:cNvSpPr/>
          <p:nvPr/>
        </p:nvSpPr>
        <p:spPr>
          <a:xfrm>
            <a:off x="952500" y="2287198"/>
            <a:ext cx="16383000" cy="4626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000000"/>
              </a:buClr>
              <a:buSzPts val="2200"/>
              <a:buFont typeface="Arial"/>
              <a:buNone/>
            </a:pPr>
            <a:r>
              <a:rPr lang="en-US" sz="1800">
                <a:solidFill>
                  <a:srgbClr val="000033"/>
                </a:solidFill>
                <a:latin typeface="Montserrat"/>
                <a:ea typeface="Montserrat"/>
                <a:cs typeface="Montserrat"/>
                <a:sym typeface="Montserrat"/>
              </a:rPr>
              <a:t>Descripción del paso.</a:t>
            </a:r>
            <a:endParaRPr sz="1800">
              <a:solidFill>
                <a:srgbClr val="000033"/>
              </a:solidFill>
              <a:latin typeface="Montserrat"/>
              <a:ea typeface="Montserrat"/>
              <a:cs typeface="Montserrat"/>
              <a:sym typeface="Montserrat"/>
            </a:endParaRPr>
          </a:p>
        </p:txBody>
      </p:sp>
      <p:sp>
        <p:nvSpPr>
          <p:cNvPr id="690" name="Google Shape;690;p81"/>
          <p:cNvSpPr/>
          <p:nvPr/>
        </p:nvSpPr>
        <p:spPr>
          <a:xfrm>
            <a:off x="952500" y="3070000"/>
            <a:ext cx="7899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ACTIVIDADES CLAVE</a:t>
            </a:r>
            <a:endParaRPr b="1" i="0" sz="1400" u="none" cap="none" strike="noStrike">
              <a:solidFill>
                <a:srgbClr val="000000"/>
              </a:solidFill>
              <a:latin typeface="Montserrat"/>
              <a:ea typeface="Montserrat"/>
              <a:cs typeface="Montserrat"/>
              <a:sym typeface="Montserrat"/>
            </a:endParaRPr>
          </a:p>
        </p:txBody>
      </p:sp>
      <p:sp>
        <p:nvSpPr>
          <p:cNvPr id="691" name="Google Shape;691;p81"/>
          <p:cNvSpPr/>
          <p:nvPr/>
        </p:nvSpPr>
        <p:spPr>
          <a:xfrm>
            <a:off x="6871050" y="2920725"/>
            <a:ext cx="5000100" cy="4770000"/>
          </a:xfrm>
          <a:prstGeom prst="roundRect">
            <a:avLst>
              <a:gd fmla="val 3016"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692" name="Google Shape;692;p81"/>
          <p:cNvSpPr/>
          <p:nvPr/>
        </p:nvSpPr>
        <p:spPr>
          <a:xfrm>
            <a:off x="7252050" y="3182845"/>
            <a:ext cx="4144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REQUERIMIENTOS AL CLIENTE</a:t>
            </a:r>
            <a:endParaRPr b="1" i="0" sz="1400" u="none" cap="none" strike="noStrike">
              <a:solidFill>
                <a:srgbClr val="000000"/>
              </a:solidFill>
              <a:latin typeface="Montserrat"/>
              <a:ea typeface="Montserrat"/>
              <a:cs typeface="Montserrat"/>
              <a:sym typeface="Montserrat"/>
            </a:endParaRPr>
          </a:p>
        </p:txBody>
      </p:sp>
      <p:sp>
        <p:nvSpPr>
          <p:cNvPr id="693" name="Google Shape;693;p81"/>
          <p:cNvSpPr/>
          <p:nvPr/>
        </p:nvSpPr>
        <p:spPr>
          <a:xfrm>
            <a:off x="647700" y="364236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94" name="Google Shape;694;p81"/>
          <p:cNvSpPr/>
          <p:nvPr/>
        </p:nvSpPr>
        <p:spPr>
          <a:xfrm>
            <a:off x="971475" y="3642350"/>
            <a:ext cx="59757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95" name="Google Shape;695;p81"/>
          <p:cNvSpPr/>
          <p:nvPr/>
        </p:nvSpPr>
        <p:spPr>
          <a:xfrm>
            <a:off x="647700" y="458608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96" name="Google Shape;696;p81"/>
          <p:cNvSpPr/>
          <p:nvPr/>
        </p:nvSpPr>
        <p:spPr>
          <a:xfrm>
            <a:off x="971475" y="4586080"/>
            <a:ext cx="53949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97" name="Google Shape;697;p81"/>
          <p:cNvSpPr/>
          <p:nvPr/>
        </p:nvSpPr>
        <p:spPr>
          <a:xfrm>
            <a:off x="647700" y="5550507"/>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698" name="Google Shape;698;p81"/>
          <p:cNvSpPr/>
          <p:nvPr/>
        </p:nvSpPr>
        <p:spPr>
          <a:xfrm>
            <a:off x="971475" y="5550507"/>
            <a:ext cx="53949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699" name="Google Shape;699;p81"/>
          <p:cNvSpPr/>
          <p:nvPr/>
        </p:nvSpPr>
        <p:spPr>
          <a:xfrm>
            <a:off x="647700" y="6514934"/>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700" name="Google Shape;700;p81"/>
          <p:cNvSpPr/>
          <p:nvPr/>
        </p:nvSpPr>
        <p:spPr>
          <a:xfrm>
            <a:off x="971475" y="6514934"/>
            <a:ext cx="5394900" cy="9600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1900" u="none" cap="none" strike="noStrike">
                <a:solidFill>
                  <a:srgbClr val="000033"/>
                </a:solidFill>
                <a:latin typeface="Montserrat"/>
                <a:ea typeface="Montserrat"/>
                <a:cs typeface="Montserrat"/>
                <a:sym typeface="Montserrat"/>
              </a:rPr>
              <a:t>Actividad clave.</a:t>
            </a:r>
            <a:endParaRPr b="0" i="0" sz="1300" u="none" cap="none" strike="noStrike">
              <a:solidFill>
                <a:srgbClr val="000000"/>
              </a:solidFill>
              <a:latin typeface="Montserrat"/>
              <a:ea typeface="Montserrat"/>
              <a:cs typeface="Montserrat"/>
              <a:sym typeface="Montserrat"/>
            </a:endParaRPr>
          </a:p>
        </p:txBody>
      </p:sp>
      <p:sp>
        <p:nvSpPr>
          <p:cNvPr id="701" name="Google Shape;701;p81"/>
          <p:cNvSpPr/>
          <p:nvPr/>
        </p:nvSpPr>
        <p:spPr>
          <a:xfrm>
            <a:off x="7252050" y="3724258"/>
            <a:ext cx="4312200" cy="804600"/>
          </a:xfrm>
          <a:prstGeom prst="rect">
            <a:avLst/>
          </a:prstGeom>
          <a:noFill/>
          <a:ln>
            <a:noFill/>
          </a:ln>
        </p:spPr>
        <p:txBody>
          <a:bodyPr anchorCtr="0" anchor="t" bIns="25400" lIns="25400" spcFirstLastPara="1" rIns="25400" wrap="square" tIns="25400">
            <a:noAutofit/>
          </a:bodyPr>
          <a:lstStyle/>
          <a:p>
            <a:pPr indent="-349250" lvl="0" marL="457200" marR="0" rtl="0" algn="l">
              <a:lnSpc>
                <a:spcPct val="118000"/>
              </a:lnSpc>
              <a:spcBef>
                <a:spcPts val="0"/>
              </a:spcBef>
              <a:spcAft>
                <a:spcPts val="0"/>
              </a:spcAft>
              <a:buClr>
                <a:srgbClr val="000033"/>
              </a:buClr>
              <a:buSzPts val="1900"/>
              <a:buFont typeface="Montserrat"/>
              <a:buChar char="●"/>
            </a:pPr>
            <a:r>
              <a:rPr b="0" i="0" lang="en-US" sz="1900" u="none" cap="none" strike="noStrike">
                <a:solidFill>
                  <a:srgbClr val="000033"/>
                </a:solidFill>
                <a:latin typeface="Montserrat"/>
                <a:ea typeface="Montserrat"/>
                <a:cs typeface="Montserrat"/>
                <a:sym typeface="Montserrat"/>
              </a:rPr>
              <a:t>Requerimiento al cliente.</a:t>
            </a:r>
            <a:endParaRPr b="0" i="0" sz="1400" u="none" cap="none" strike="noStrike">
              <a:solidFill>
                <a:srgbClr val="000000"/>
              </a:solidFill>
              <a:latin typeface="Montserrat"/>
              <a:ea typeface="Montserrat"/>
              <a:cs typeface="Montserrat"/>
              <a:sym typeface="Montserrat"/>
            </a:endParaRPr>
          </a:p>
        </p:txBody>
      </p:sp>
      <p:sp>
        <p:nvSpPr>
          <p:cNvPr id="702" name="Google Shape;702;p81"/>
          <p:cNvSpPr/>
          <p:nvPr/>
        </p:nvSpPr>
        <p:spPr>
          <a:xfrm>
            <a:off x="7252050" y="4877292"/>
            <a:ext cx="4312200" cy="782400"/>
          </a:xfrm>
          <a:prstGeom prst="rect">
            <a:avLst/>
          </a:prstGeom>
          <a:noFill/>
          <a:ln>
            <a:noFill/>
          </a:ln>
        </p:spPr>
        <p:txBody>
          <a:bodyPr anchorCtr="0" anchor="t" bIns="25400" lIns="25400" spcFirstLastPara="1" rIns="25400" wrap="square" tIns="25400">
            <a:noAutofit/>
          </a:bodyPr>
          <a:lstStyle/>
          <a:p>
            <a:pPr indent="-349250" lvl="0" marL="457200" marR="0" rtl="0" algn="l">
              <a:lnSpc>
                <a:spcPct val="118000"/>
              </a:lnSpc>
              <a:spcBef>
                <a:spcPts val="0"/>
              </a:spcBef>
              <a:spcAft>
                <a:spcPts val="0"/>
              </a:spcAft>
              <a:buClr>
                <a:srgbClr val="000033"/>
              </a:buClr>
              <a:buSzPts val="1900"/>
              <a:buFont typeface="Montserrat"/>
              <a:buChar char="●"/>
            </a:pPr>
            <a:r>
              <a:rPr b="0" i="0" lang="en-US" sz="1900" u="none" cap="none" strike="noStrike">
                <a:solidFill>
                  <a:srgbClr val="000033"/>
                </a:solidFill>
                <a:latin typeface="Montserrat"/>
                <a:ea typeface="Montserrat"/>
                <a:cs typeface="Montserrat"/>
                <a:sym typeface="Montserrat"/>
              </a:rPr>
              <a:t>Requerimiento al cliente.</a:t>
            </a:r>
            <a:endParaRPr b="0" i="0" sz="1400" u="none" cap="none" strike="noStrike">
              <a:solidFill>
                <a:srgbClr val="000000"/>
              </a:solidFill>
              <a:latin typeface="Montserrat"/>
              <a:ea typeface="Montserrat"/>
              <a:cs typeface="Montserrat"/>
              <a:sym typeface="Montserrat"/>
            </a:endParaRPr>
          </a:p>
        </p:txBody>
      </p:sp>
      <p:sp>
        <p:nvSpPr>
          <p:cNvPr id="703" name="Google Shape;703;p81"/>
          <p:cNvSpPr/>
          <p:nvPr/>
        </p:nvSpPr>
        <p:spPr>
          <a:xfrm>
            <a:off x="7252050" y="6108362"/>
            <a:ext cx="4312200" cy="782400"/>
          </a:xfrm>
          <a:prstGeom prst="rect">
            <a:avLst/>
          </a:prstGeom>
          <a:noFill/>
          <a:ln>
            <a:noFill/>
          </a:ln>
        </p:spPr>
        <p:txBody>
          <a:bodyPr anchorCtr="0" anchor="t" bIns="25400" lIns="25400" spcFirstLastPara="1" rIns="25400" wrap="square" tIns="25400">
            <a:noAutofit/>
          </a:bodyPr>
          <a:lstStyle/>
          <a:p>
            <a:pPr indent="-349250" lvl="0" marL="457200" marR="0" rtl="0" algn="l">
              <a:lnSpc>
                <a:spcPct val="118000"/>
              </a:lnSpc>
              <a:spcBef>
                <a:spcPts val="0"/>
              </a:spcBef>
              <a:spcAft>
                <a:spcPts val="0"/>
              </a:spcAft>
              <a:buClr>
                <a:srgbClr val="000033"/>
              </a:buClr>
              <a:buSzPts val="1900"/>
              <a:buFont typeface="Montserrat"/>
              <a:buChar char="●"/>
            </a:pPr>
            <a:r>
              <a:rPr b="0" i="0" lang="en-US" sz="1900" u="none" cap="none" strike="noStrike">
                <a:solidFill>
                  <a:srgbClr val="000033"/>
                </a:solidFill>
                <a:latin typeface="Montserrat"/>
                <a:ea typeface="Montserrat"/>
                <a:cs typeface="Montserrat"/>
                <a:sym typeface="Montserrat"/>
              </a:rPr>
              <a:t>Requerimiento al cliente.</a:t>
            </a:r>
            <a:endParaRPr b="0" i="0" sz="1400" u="none" cap="none" strike="noStrike">
              <a:solidFill>
                <a:srgbClr val="000000"/>
              </a:solidFill>
              <a:latin typeface="Montserrat"/>
              <a:ea typeface="Montserrat"/>
              <a:cs typeface="Montserrat"/>
              <a:sym typeface="Montserrat"/>
            </a:endParaRPr>
          </a:p>
        </p:txBody>
      </p:sp>
      <p:sp>
        <p:nvSpPr>
          <p:cNvPr id="704" name="Google Shape;704;p81"/>
          <p:cNvSpPr/>
          <p:nvPr/>
        </p:nvSpPr>
        <p:spPr>
          <a:xfrm>
            <a:off x="952500" y="8156448"/>
            <a:ext cx="16383000" cy="1463040"/>
          </a:xfrm>
          <a:prstGeom prst="roundRect">
            <a:avLst>
              <a:gd fmla="val 10417"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700" u="none" cap="none" strike="noStrike">
              <a:solidFill>
                <a:srgbClr val="000000"/>
              </a:solidFill>
              <a:latin typeface="Montserrat"/>
              <a:ea typeface="Montserrat"/>
              <a:cs typeface="Montserrat"/>
              <a:sym typeface="Montserrat"/>
            </a:endParaRPr>
          </a:p>
        </p:txBody>
      </p:sp>
      <p:sp>
        <p:nvSpPr>
          <p:cNvPr id="705" name="Google Shape;705;p81"/>
          <p:cNvSpPr/>
          <p:nvPr/>
        </p:nvSpPr>
        <p:spPr>
          <a:xfrm>
            <a:off x="1250000" y="8345245"/>
            <a:ext cx="5000100" cy="2799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500"/>
              <a:buFont typeface="Arial"/>
              <a:buNone/>
            </a:pPr>
            <a:r>
              <a:rPr b="1" i="0" lang="en-US" sz="1800" u="none" cap="none" strike="noStrike">
                <a:solidFill>
                  <a:srgbClr val="9C9CCB"/>
                </a:solidFill>
                <a:latin typeface="Montserrat"/>
                <a:ea typeface="Montserrat"/>
                <a:cs typeface="Montserrat"/>
                <a:sym typeface="Montserrat"/>
              </a:rPr>
              <a:t>ENTREGABLES</a:t>
            </a:r>
            <a:endParaRPr b="0" i="0" sz="1700" u="none" cap="none" strike="noStrike">
              <a:solidFill>
                <a:srgbClr val="000000"/>
              </a:solidFill>
              <a:latin typeface="Montserrat"/>
              <a:ea typeface="Montserrat"/>
              <a:cs typeface="Montserrat"/>
              <a:sym typeface="Montserrat"/>
            </a:endParaRPr>
          </a:p>
        </p:txBody>
      </p:sp>
      <p:sp>
        <p:nvSpPr>
          <p:cNvPr id="706" name="Google Shape;706;p81"/>
          <p:cNvSpPr/>
          <p:nvPr/>
        </p:nvSpPr>
        <p:spPr>
          <a:xfrm>
            <a:off x="1250000" y="8732520"/>
            <a:ext cx="82296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800" u="none" cap="none" strike="noStrike">
                <a:solidFill>
                  <a:srgbClr val="FFFFFF"/>
                </a:solidFill>
                <a:latin typeface="Montserrat"/>
                <a:ea typeface="Montserrat"/>
                <a:cs typeface="Montserrat"/>
                <a:sym typeface="Montserrat"/>
              </a:rPr>
              <a:t>-  Entregable del paso.</a:t>
            </a:r>
            <a:endParaRPr b="1" i="0" sz="1700" u="none" cap="none" strike="noStrike">
              <a:solidFill>
                <a:srgbClr val="000000"/>
              </a:solidFill>
              <a:latin typeface="Montserrat"/>
              <a:ea typeface="Montserrat"/>
              <a:cs typeface="Montserrat"/>
              <a:sym typeface="Montserrat"/>
            </a:endParaRPr>
          </a:p>
        </p:txBody>
      </p:sp>
      <p:sp>
        <p:nvSpPr>
          <p:cNvPr id="707" name="Google Shape;707;p81"/>
          <p:cNvSpPr/>
          <p:nvPr/>
        </p:nvSpPr>
        <p:spPr>
          <a:xfrm>
            <a:off x="9692640" y="8732520"/>
            <a:ext cx="740664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800" u="none" cap="none" strike="noStrike">
                <a:solidFill>
                  <a:srgbClr val="FFFFFF"/>
                </a:solidFill>
                <a:latin typeface="Montserrat"/>
                <a:ea typeface="Montserrat"/>
                <a:cs typeface="Montserrat"/>
                <a:sym typeface="Montserrat"/>
              </a:rPr>
              <a:t>-  Entregable del paso.</a:t>
            </a:r>
            <a:endParaRPr b="1" i="0" sz="1700" u="none" cap="none" strike="noStrike">
              <a:solidFill>
                <a:srgbClr val="000000"/>
              </a:solidFill>
              <a:latin typeface="Montserrat"/>
              <a:ea typeface="Montserrat"/>
              <a:cs typeface="Montserrat"/>
              <a:sym typeface="Montserrat"/>
            </a:endParaRPr>
          </a:p>
        </p:txBody>
      </p:sp>
      <p:pic>
        <p:nvPicPr>
          <p:cNvPr id="708" name="Google Shape;708;p81" title="ChatGPT Image 4 mar 2026, 09_13_34 p.m..png"/>
          <p:cNvPicPr preferRelativeResize="0"/>
          <p:nvPr/>
        </p:nvPicPr>
        <p:blipFill rotWithShape="1">
          <a:blip r:embed="rId3">
            <a:alphaModFix/>
          </a:blip>
          <a:srcRect b="20865" l="0" r="9041" t="6361"/>
          <a:stretch/>
        </p:blipFill>
        <p:spPr>
          <a:xfrm>
            <a:off x="12375825" y="2865650"/>
            <a:ext cx="4312200" cy="5174949"/>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82"/>
          <p:cNvSpPr/>
          <p:nvPr/>
        </p:nvSpPr>
        <p:spPr>
          <a:xfrm>
            <a:off x="952500" y="723900"/>
            <a:ext cx="500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5058C"/>
                </a:solidFill>
                <a:latin typeface="Montserrat"/>
                <a:ea typeface="Montserrat"/>
                <a:cs typeface="Montserrat"/>
                <a:sym typeface="Montserrat"/>
              </a:rPr>
              <a:t>FASE 4</a:t>
            </a:r>
            <a:endParaRPr b="0" i="0" sz="1400" u="none" cap="none" strike="noStrike">
              <a:solidFill>
                <a:srgbClr val="000000"/>
              </a:solidFill>
              <a:latin typeface="Montserrat"/>
              <a:ea typeface="Montserrat"/>
              <a:cs typeface="Montserrat"/>
              <a:sym typeface="Montserrat"/>
            </a:endParaRPr>
          </a:p>
        </p:txBody>
      </p:sp>
      <p:sp>
        <p:nvSpPr>
          <p:cNvPr id="714" name="Google Shape;714;p82"/>
          <p:cNvSpPr/>
          <p:nvPr/>
        </p:nvSpPr>
        <p:spPr>
          <a:xfrm>
            <a:off x="952500" y="1254763"/>
            <a:ext cx="18021300" cy="7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4800"/>
              <a:buFont typeface="Arial"/>
              <a:buNone/>
            </a:pPr>
            <a:r>
              <a:rPr b="1" i="0" lang="en-US" sz="4800" u="none" cap="none" strike="noStrike">
                <a:solidFill>
                  <a:srgbClr val="000033"/>
                </a:solidFill>
                <a:latin typeface="Georgia"/>
                <a:ea typeface="Georgia"/>
                <a:cs typeface="Georgia"/>
                <a:sym typeface="Georgia"/>
              </a:rPr>
              <a:t>Nombre del paso</a:t>
            </a:r>
            <a:endParaRPr b="0" i="0" sz="1400" u="none" cap="none" strike="noStrike">
              <a:solidFill>
                <a:srgbClr val="000000"/>
              </a:solidFill>
              <a:latin typeface="Arial"/>
              <a:ea typeface="Arial"/>
              <a:cs typeface="Arial"/>
              <a:sym typeface="Arial"/>
            </a:endParaRPr>
          </a:p>
        </p:txBody>
      </p:sp>
      <p:sp>
        <p:nvSpPr>
          <p:cNvPr id="715" name="Google Shape;715;p82"/>
          <p:cNvSpPr/>
          <p:nvPr/>
        </p:nvSpPr>
        <p:spPr>
          <a:xfrm>
            <a:off x="952500" y="2121538"/>
            <a:ext cx="16383000" cy="720000"/>
          </a:xfrm>
          <a:prstGeom prst="rect">
            <a:avLst/>
          </a:prstGeom>
          <a:noFill/>
          <a:ln>
            <a:noFill/>
          </a:ln>
        </p:spPr>
        <p:txBody>
          <a:bodyPr anchorCtr="0" anchor="t" bIns="25400" lIns="25400" spcFirstLastPara="1" rIns="25400" wrap="square" tIns="25400">
            <a:noAutofit/>
          </a:bodyPr>
          <a:lstStyle/>
          <a:p>
            <a:pPr indent="0" lvl="0" marL="0" marR="0" rtl="0" algn="l">
              <a:lnSpc>
                <a:spcPct val="120000"/>
              </a:lnSpc>
              <a:spcBef>
                <a:spcPts val="0"/>
              </a:spcBef>
              <a:spcAft>
                <a:spcPts val="0"/>
              </a:spcAft>
              <a:buClr>
                <a:srgbClr val="000000"/>
              </a:buClr>
              <a:buSzPts val="2200"/>
              <a:buFont typeface="Arial"/>
              <a:buNone/>
            </a:pPr>
            <a:r>
              <a:rPr lang="en-US" sz="2000">
                <a:solidFill>
                  <a:srgbClr val="000033"/>
                </a:solidFill>
                <a:latin typeface="Montserrat"/>
                <a:ea typeface="Montserrat"/>
                <a:cs typeface="Montserrat"/>
                <a:sym typeface="Montserrat"/>
              </a:rPr>
              <a:t>Descripción del paso.</a:t>
            </a:r>
            <a:endParaRPr sz="2000">
              <a:solidFill>
                <a:srgbClr val="000033"/>
              </a:solidFill>
              <a:latin typeface="Montserrat"/>
              <a:ea typeface="Montserrat"/>
              <a:cs typeface="Montserrat"/>
              <a:sym typeface="Montserrat"/>
            </a:endParaRPr>
          </a:p>
        </p:txBody>
      </p:sp>
      <p:sp>
        <p:nvSpPr>
          <p:cNvPr id="716" name="Google Shape;716;p82"/>
          <p:cNvSpPr/>
          <p:nvPr/>
        </p:nvSpPr>
        <p:spPr>
          <a:xfrm>
            <a:off x="952500" y="3070000"/>
            <a:ext cx="78999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ACTIVIDADES CLAVE</a:t>
            </a:r>
            <a:endParaRPr b="1" i="0" sz="1400" u="none" cap="none" strike="noStrike">
              <a:solidFill>
                <a:srgbClr val="000000"/>
              </a:solidFill>
              <a:latin typeface="Montserrat"/>
              <a:ea typeface="Montserrat"/>
              <a:cs typeface="Montserrat"/>
              <a:sym typeface="Montserrat"/>
            </a:endParaRPr>
          </a:p>
        </p:txBody>
      </p:sp>
      <p:sp>
        <p:nvSpPr>
          <p:cNvPr id="717" name="Google Shape;717;p82"/>
          <p:cNvSpPr/>
          <p:nvPr/>
        </p:nvSpPr>
        <p:spPr>
          <a:xfrm>
            <a:off x="6871050" y="2920725"/>
            <a:ext cx="5000100" cy="4770000"/>
          </a:xfrm>
          <a:prstGeom prst="roundRect">
            <a:avLst>
              <a:gd fmla="val 3016"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718" name="Google Shape;718;p82"/>
          <p:cNvSpPr/>
          <p:nvPr/>
        </p:nvSpPr>
        <p:spPr>
          <a:xfrm>
            <a:off x="7252050" y="3182845"/>
            <a:ext cx="4144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6E6EB9"/>
                </a:solidFill>
                <a:latin typeface="Montserrat"/>
                <a:ea typeface="Montserrat"/>
                <a:cs typeface="Montserrat"/>
                <a:sym typeface="Montserrat"/>
              </a:rPr>
              <a:t>REQUERIMIENTOS AL CLIENTE</a:t>
            </a:r>
            <a:endParaRPr b="1" i="0" sz="1400" u="none" cap="none" strike="noStrike">
              <a:solidFill>
                <a:srgbClr val="000000"/>
              </a:solidFill>
              <a:latin typeface="Montserrat"/>
              <a:ea typeface="Montserrat"/>
              <a:cs typeface="Montserrat"/>
              <a:sym typeface="Montserrat"/>
            </a:endParaRPr>
          </a:p>
        </p:txBody>
      </p:sp>
      <p:sp>
        <p:nvSpPr>
          <p:cNvPr id="719" name="Google Shape;719;p82"/>
          <p:cNvSpPr/>
          <p:nvPr/>
        </p:nvSpPr>
        <p:spPr>
          <a:xfrm>
            <a:off x="952500" y="3566160"/>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720" name="Google Shape;720;p82"/>
          <p:cNvSpPr/>
          <p:nvPr/>
        </p:nvSpPr>
        <p:spPr>
          <a:xfrm>
            <a:off x="1276275" y="3566160"/>
            <a:ext cx="5532120" cy="105156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2000" u="none" cap="none" strike="noStrike">
                <a:solidFill>
                  <a:srgbClr val="000033"/>
                </a:solidFill>
                <a:latin typeface="Montserrat"/>
                <a:ea typeface="Montserrat"/>
                <a:cs typeface="Montserrat"/>
                <a:sym typeface="Montserrat"/>
              </a:rPr>
              <a:t>Actividad clave.</a:t>
            </a:r>
            <a:endParaRPr b="0" i="0" sz="1400" u="none" cap="none" strike="noStrike">
              <a:solidFill>
                <a:srgbClr val="000000"/>
              </a:solidFill>
              <a:latin typeface="Montserrat"/>
              <a:ea typeface="Montserrat"/>
              <a:cs typeface="Montserrat"/>
              <a:sym typeface="Montserrat"/>
            </a:endParaRPr>
          </a:p>
        </p:txBody>
      </p:sp>
      <p:sp>
        <p:nvSpPr>
          <p:cNvPr id="721" name="Google Shape;721;p82"/>
          <p:cNvSpPr/>
          <p:nvPr/>
        </p:nvSpPr>
        <p:spPr>
          <a:xfrm>
            <a:off x="952500" y="4544215"/>
            <a:ext cx="2601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5058C"/>
                </a:solidFill>
                <a:latin typeface="Montserrat"/>
                <a:ea typeface="Montserrat"/>
                <a:cs typeface="Montserrat"/>
                <a:sym typeface="Montserrat"/>
              </a:rPr>
              <a:t>›</a:t>
            </a:r>
            <a:endParaRPr b="0" i="0" sz="1400" u="none" cap="none" strike="noStrike">
              <a:solidFill>
                <a:srgbClr val="000000"/>
              </a:solidFill>
              <a:latin typeface="Montserrat"/>
              <a:ea typeface="Montserrat"/>
              <a:cs typeface="Montserrat"/>
              <a:sym typeface="Montserrat"/>
            </a:endParaRPr>
          </a:p>
        </p:txBody>
      </p:sp>
      <p:sp>
        <p:nvSpPr>
          <p:cNvPr id="722" name="Google Shape;722;p82"/>
          <p:cNvSpPr/>
          <p:nvPr/>
        </p:nvSpPr>
        <p:spPr>
          <a:xfrm>
            <a:off x="1276275" y="4544215"/>
            <a:ext cx="5532000" cy="10515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2000"/>
              <a:buFont typeface="Arial"/>
              <a:buNone/>
            </a:pPr>
            <a:r>
              <a:rPr b="0" i="0" lang="en-US" sz="2000" u="none" cap="none" strike="noStrike">
                <a:solidFill>
                  <a:srgbClr val="000033"/>
                </a:solidFill>
                <a:latin typeface="Montserrat"/>
                <a:ea typeface="Montserrat"/>
                <a:cs typeface="Montserrat"/>
                <a:sym typeface="Montserrat"/>
              </a:rPr>
              <a:t>Actividad clave.</a:t>
            </a:r>
            <a:endParaRPr b="0" i="0" sz="1400" u="none" cap="none" strike="noStrike">
              <a:solidFill>
                <a:srgbClr val="000000"/>
              </a:solidFill>
              <a:latin typeface="Montserrat"/>
              <a:ea typeface="Montserrat"/>
              <a:cs typeface="Montserrat"/>
              <a:sym typeface="Montserrat"/>
            </a:endParaRPr>
          </a:p>
        </p:txBody>
      </p:sp>
      <p:sp>
        <p:nvSpPr>
          <p:cNvPr id="723" name="Google Shape;723;p82"/>
          <p:cNvSpPr/>
          <p:nvPr/>
        </p:nvSpPr>
        <p:spPr>
          <a:xfrm>
            <a:off x="7252050" y="3724258"/>
            <a:ext cx="4312200" cy="804600"/>
          </a:xfrm>
          <a:prstGeom prst="rect">
            <a:avLst/>
          </a:prstGeom>
          <a:noFill/>
          <a:ln>
            <a:noFill/>
          </a:ln>
        </p:spPr>
        <p:txBody>
          <a:bodyPr anchorCtr="0" anchor="t" bIns="25400" lIns="25400" spcFirstLastPara="1" rIns="25400" wrap="square" tIns="25400">
            <a:noAutofit/>
          </a:bodyPr>
          <a:lstStyle/>
          <a:p>
            <a:pPr indent="-349250" lvl="0" marL="457200" marR="0" rtl="0" algn="l">
              <a:lnSpc>
                <a:spcPct val="118000"/>
              </a:lnSpc>
              <a:spcBef>
                <a:spcPts val="0"/>
              </a:spcBef>
              <a:spcAft>
                <a:spcPts val="0"/>
              </a:spcAft>
              <a:buClr>
                <a:srgbClr val="000033"/>
              </a:buClr>
              <a:buSzPts val="1900"/>
              <a:buFont typeface="Montserrat"/>
              <a:buChar char="●"/>
            </a:pPr>
            <a:r>
              <a:rPr b="0" i="0" lang="en-US" sz="1900" u="none" cap="none" strike="noStrike">
                <a:solidFill>
                  <a:srgbClr val="000033"/>
                </a:solidFill>
                <a:latin typeface="Montserrat"/>
                <a:ea typeface="Montserrat"/>
                <a:cs typeface="Montserrat"/>
                <a:sym typeface="Montserrat"/>
              </a:rPr>
              <a:t>Requerimiento al cliente.</a:t>
            </a:r>
            <a:endParaRPr b="0" i="0" sz="1400" u="none" cap="none" strike="noStrike">
              <a:solidFill>
                <a:srgbClr val="000000"/>
              </a:solidFill>
              <a:latin typeface="Montserrat"/>
              <a:ea typeface="Montserrat"/>
              <a:cs typeface="Montserrat"/>
              <a:sym typeface="Montserrat"/>
            </a:endParaRPr>
          </a:p>
        </p:txBody>
      </p:sp>
      <p:sp>
        <p:nvSpPr>
          <p:cNvPr id="724" name="Google Shape;724;p82"/>
          <p:cNvSpPr/>
          <p:nvPr/>
        </p:nvSpPr>
        <p:spPr>
          <a:xfrm>
            <a:off x="7252050" y="4877292"/>
            <a:ext cx="4312200" cy="782400"/>
          </a:xfrm>
          <a:prstGeom prst="rect">
            <a:avLst/>
          </a:prstGeom>
          <a:noFill/>
          <a:ln>
            <a:noFill/>
          </a:ln>
        </p:spPr>
        <p:txBody>
          <a:bodyPr anchorCtr="0" anchor="t" bIns="25400" lIns="25400" spcFirstLastPara="1" rIns="25400" wrap="square" tIns="25400">
            <a:noAutofit/>
          </a:bodyPr>
          <a:lstStyle/>
          <a:p>
            <a:pPr indent="-349250" lvl="0" marL="457200" marR="0" rtl="0" algn="l">
              <a:lnSpc>
                <a:spcPct val="118000"/>
              </a:lnSpc>
              <a:spcBef>
                <a:spcPts val="0"/>
              </a:spcBef>
              <a:spcAft>
                <a:spcPts val="0"/>
              </a:spcAft>
              <a:buClr>
                <a:srgbClr val="000033"/>
              </a:buClr>
              <a:buSzPts val="1900"/>
              <a:buFont typeface="Montserrat"/>
              <a:buChar char="●"/>
            </a:pPr>
            <a:r>
              <a:rPr b="0" i="0" lang="en-US" sz="1900" u="none" cap="none" strike="noStrike">
                <a:solidFill>
                  <a:srgbClr val="000033"/>
                </a:solidFill>
                <a:latin typeface="Montserrat"/>
                <a:ea typeface="Montserrat"/>
                <a:cs typeface="Montserrat"/>
                <a:sym typeface="Montserrat"/>
              </a:rPr>
              <a:t>Requerimiento al cliente.</a:t>
            </a:r>
            <a:endParaRPr b="0" i="0" sz="1400" u="none" cap="none" strike="noStrike">
              <a:solidFill>
                <a:srgbClr val="000000"/>
              </a:solidFill>
              <a:latin typeface="Montserrat"/>
              <a:ea typeface="Montserrat"/>
              <a:cs typeface="Montserrat"/>
              <a:sym typeface="Montserrat"/>
            </a:endParaRPr>
          </a:p>
        </p:txBody>
      </p:sp>
      <p:sp>
        <p:nvSpPr>
          <p:cNvPr id="725" name="Google Shape;725;p82"/>
          <p:cNvSpPr/>
          <p:nvPr/>
        </p:nvSpPr>
        <p:spPr>
          <a:xfrm>
            <a:off x="7252050" y="6108362"/>
            <a:ext cx="4312200" cy="782400"/>
          </a:xfrm>
          <a:prstGeom prst="rect">
            <a:avLst/>
          </a:prstGeom>
          <a:noFill/>
          <a:ln>
            <a:noFill/>
          </a:ln>
        </p:spPr>
        <p:txBody>
          <a:bodyPr anchorCtr="0" anchor="t" bIns="25400" lIns="25400" spcFirstLastPara="1" rIns="25400" wrap="square" tIns="25400">
            <a:noAutofit/>
          </a:bodyPr>
          <a:lstStyle/>
          <a:p>
            <a:pPr indent="-349250" lvl="0" marL="457200" marR="0" rtl="0" algn="l">
              <a:lnSpc>
                <a:spcPct val="118000"/>
              </a:lnSpc>
              <a:spcBef>
                <a:spcPts val="0"/>
              </a:spcBef>
              <a:spcAft>
                <a:spcPts val="0"/>
              </a:spcAft>
              <a:buClr>
                <a:srgbClr val="000033"/>
              </a:buClr>
              <a:buSzPts val="1900"/>
              <a:buFont typeface="Montserrat"/>
              <a:buChar char="●"/>
            </a:pPr>
            <a:r>
              <a:rPr b="0" i="0" lang="en-US" sz="1900" u="none" cap="none" strike="noStrike">
                <a:solidFill>
                  <a:srgbClr val="000033"/>
                </a:solidFill>
                <a:latin typeface="Montserrat"/>
                <a:ea typeface="Montserrat"/>
                <a:cs typeface="Montserrat"/>
                <a:sym typeface="Montserrat"/>
              </a:rPr>
              <a:t>Requerimiento al cliente.</a:t>
            </a:r>
            <a:endParaRPr b="0" i="0" sz="1400" u="none" cap="none" strike="noStrike">
              <a:solidFill>
                <a:srgbClr val="000000"/>
              </a:solidFill>
              <a:latin typeface="Montserrat"/>
              <a:ea typeface="Montserrat"/>
              <a:cs typeface="Montserrat"/>
              <a:sym typeface="Montserrat"/>
            </a:endParaRPr>
          </a:p>
        </p:txBody>
      </p:sp>
      <p:sp>
        <p:nvSpPr>
          <p:cNvPr id="726" name="Google Shape;726;p82"/>
          <p:cNvSpPr/>
          <p:nvPr/>
        </p:nvSpPr>
        <p:spPr>
          <a:xfrm>
            <a:off x="952500" y="8156448"/>
            <a:ext cx="16383000" cy="1463040"/>
          </a:xfrm>
          <a:prstGeom prst="roundRect">
            <a:avLst>
              <a:gd fmla="val 10417"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700" u="none" cap="none" strike="noStrike">
              <a:solidFill>
                <a:srgbClr val="000000"/>
              </a:solidFill>
              <a:latin typeface="Montserrat"/>
              <a:ea typeface="Montserrat"/>
              <a:cs typeface="Montserrat"/>
              <a:sym typeface="Montserrat"/>
            </a:endParaRPr>
          </a:p>
        </p:txBody>
      </p:sp>
      <p:sp>
        <p:nvSpPr>
          <p:cNvPr id="727" name="Google Shape;727;p82"/>
          <p:cNvSpPr/>
          <p:nvPr/>
        </p:nvSpPr>
        <p:spPr>
          <a:xfrm>
            <a:off x="1250000" y="8345245"/>
            <a:ext cx="5000100" cy="2799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00"/>
              </a:buClr>
              <a:buSzPts val="1500"/>
              <a:buFont typeface="Arial"/>
              <a:buNone/>
            </a:pPr>
            <a:r>
              <a:rPr b="1" i="0" lang="en-US" sz="1800" u="none" cap="none" strike="noStrike">
                <a:solidFill>
                  <a:srgbClr val="9C9CCB"/>
                </a:solidFill>
                <a:latin typeface="Montserrat"/>
                <a:ea typeface="Montserrat"/>
                <a:cs typeface="Montserrat"/>
                <a:sym typeface="Montserrat"/>
              </a:rPr>
              <a:t>ENTREGABLES</a:t>
            </a:r>
            <a:endParaRPr b="0" i="0" sz="1700" u="none" cap="none" strike="noStrike">
              <a:solidFill>
                <a:srgbClr val="000000"/>
              </a:solidFill>
              <a:latin typeface="Montserrat"/>
              <a:ea typeface="Montserrat"/>
              <a:cs typeface="Montserrat"/>
              <a:sym typeface="Montserrat"/>
            </a:endParaRPr>
          </a:p>
        </p:txBody>
      </p:sp>
      <p:sp>
        <p:nvSpPr>
          <p:cNvPr id="728" name="Google Shape;728;p82"/>
          <p:cNvSpPr/>
          <p:nvPr/>
        </p:nvSpPr>
        <p:spPr>
          <a:xfrm>
            <a:off x="1250000" y="8732520"/>
            <a:ext cx="82296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lang="en-US" sz="1800">
                <a:solidFill>
                  <a:srgbClr val="FFFFFF"/>
                </a:solidFill>
                <a:latin typeface="Montserrat"/>
                <a:ea typeface="Montserrat"/>
                <a:cs typeface="Montserrat"/>
                <a:sym typeface="Montserrat"/>
              </a:rPr>
              <a:t>-  Entregable del paso.</a:t>
            </a:r>
            <a:endParaRPr b="1" i="0" sz="1700" u="none" cap="none" strike="noStrike">
              <a:solidFill>
                <a:srgbClr val="000000"/>
              </a:solidFill>
              <a:latin typeface="Montserrat"/>
              <a:ea typeface="Montserrat"/>
              <a:cs typeface="Montserrat"/>
              <a:sym typeface="Montserrat"/>
            </a:endParaRPr>
          </a:p>
        </p:txBody>
      </p:sp>
      <p:sp>
        <p:nvSpPr>
          <p:cNvPr id="729" name="Google Shape;729;p82"/>
          <p:cNvSpPr/>
          <p:nvPr/>
        </p:nvSpPr>
        <p:spPr>
          <a:xfrm>
            <a:off x="1276265" y="9129995"/>
            <a:ext cx="7406700" cy="2901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000000"/>
              </a:buClr>
              <a:buSzPts val="1500"/>
              <a:buFont typeface="Arial"/>
              <a:buNone/>
            </a:pPr>
            <a:r>
              <a:rPr b="1" i="0" lang="en-US" sz="1800" u="none" cap="none" strike="noStrike">
                <a:solidFill>
                  <a:srgbClr val="FFFFFF"/>
                </a:solidFill>
                <a:latin typeface="Montserrat"/>
                <a:ea typeface="Montserrat"/>
                <a:cs typeface="Montserrat"/>
                <a:sym typeface="Montserrat"/>
              </a:rPr>
              <a:t>-  Entregable del paso.</a:t>
            </a:r>
            <a:endParaRPr b="1" i="0" sz="1700" u="none" cap="none" strike="noStrike">
              <a:solidFill>
                <a:srgbClr val="000000"/>
              </a:solidFill>
              <a:latin typeface="Montserrat"/>
              <a:ea typeface="Montserrat"/>
              <a:cs typeface="Montserrat"/>
              <a:sym typeface="Montserrat"/>
            </a:endParaRPr>
          </a:p>
        </p:txBody>
      </p:sp>
      <p:pic>
        <p:nvPicPr>
          <p:cNvPr descr="dame una imagen de empresarios capacitando sobre awareness de IA generativa" id="730" name="Google Shape;730;p82"/>
          <p:cNvPicPr preferRelativeResize="0"/>
          <p:nvPr/>
        </p:nvPicPr>
        <p:blipFill rotWithShape="1">
          <a:blip r:embed="rId3">
            <a:alphaModFix/>
          </a:blip>
          <a:srcRect b="24609" l="14607" r="27500" t="20461"/>
          <a:stretch/>
        </p:blipFill>
        <p:spPr>
          <a:xfrm>
            <a:off x="12237550" y="2985350"/>
            <a:ext cx="5000100" cy="474386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35" name="Shape 735"/>
        <p:cNvGrpSpPr/>
        <p:nvPr/>
      </p:nvGrpSpPr>
      <p:grpSpPr>
        <a:xfrm>
          <a:off x="0" y="0"/>
          <a:ext cx="0" cy="0"/>
          <a:chOff x="0" y="0"/>
          <a:chExt cx="0" cy="0"/>
        </a:xfrm>
      </p:grpSpPr>
      <p:pic>
        <p:nvPicPr>
          <p:cNvPr descr="preencoded.png" id="736" name="Google Shape;736;p83"/>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737" name="Google Shape;737;p83"/>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738" name="Google Shape;738;p83"/>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07</a:t>
            </a:r>
            <a:endParaRPr b="0" i="0" sz="9000" u="none" cap="none" strike="noStrike">
              <a:solidFill>
                <a:schemeClr val="dk1"/>
              </a:solidFill>
              <a:latin typeface="Montserrat"/>
              <a:ea typeface="Montserrat"/>
              <a:cs typeface="Montserrat"/>
              <a:sym typeface="Montserrat"/>
            </a:endParaRPr>
          </a:p>
        </p:txBody>
      </p:sp>
      <p:sp>
        <p:nvSpPr>
          <p:cNvPr id="739" name="Google Shape;739;p83"/>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Cronograma</a:t>
            </a:r>
            <a:endParaRPr b="0" i="0" sz="6600" u="none" cap="none" strike="noStrike">
              <a:solidFill>
                <a:schemeClr val="dk1"/>
              </a:solidFill>
              <a:latin typeface="Calibri"/>
              <a:ea typeface="Calibri"/>
              <a:cs typeface="Calibri"/>
              <a:sym typeface="Calibri"/>
            </a:endParaRPr>
          </a:p>
        </p:txBody>
      </p:sp>
      <p:sp>
        <p:nvSpPr>
          <p:cNvPr id="740" name="Google Shape;740;p83"/>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5" name="Shape 745"/>
        <p:cNvGrpSpPr/>
        <p:nvPr/>
      </p:nvGrpSpPr>
      <p:grpSpPr>
        <a:xfrm>
          <a:off x="0" y="0"/>
          <a:ext cx="0" cy="0"/>
          <a:chOff x="0" y="0"/>
          <a:chExt cx="0" cy="0"/>
        </a:xfrm>
      </p:grpSpPr>
      <p:sp>
        <p:nvSpPr>
          <p:cNvPr id="746" name="Google Shape;746;p84"/>
          <p:cNvSpPr/>
          <p:nvPr/>
        </p:nvSpPr>
        <p:spPr>
          <a:xfrm>
            <a:off x="685800" y="960121"/>
            <a:ext cx="65100" cy="685800"/>
          </a:xfrm>
          <a:prstGeom prst="rect">
            <a:avLst/>
          </a:prstGeom>
          <a:solidFill>
            <a:srgbClr val="000033"/>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 name="Google Shape;747;p84"/>
          <p:cNvSpPr/>
          <p:nvPr/>
        </p:nvSpPr>
        <p:spPr>
          <a:xfrm>
            <a:off x="874808" y="877825"/>
            <a:ext cx="7678500" cy="85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3900"/>
              <a:buFont typeface="Georgia"/>
              <a:buNone/>
            </a:pPr>
            <a:r>
              <a:rPr b="1" i="0" lang="en-US" sz="3900" u="none" cap="none" strike="noStrike">
                <a:solidFill>
                  <a:srgbClr val="000033"/>
                </a:solidFill>
                <a:latin typeface="Georgia"/>
                <a:ea typeface="Georgia"/>
                <a:cs typeface="Georgia"/>
                <a:sym typeface="Georgia"/>
              </a:rPr>
              <a:t>Cronograma del programa</a:t>
            </a:r>
            <a:endParaRPr b="0" i="0" sz="3900" u="none" cap="none" strike="noStrike">
              <a:solidFill>
                <a:schemeClr val="dk1"/>
              </a:solidFill>
              <a:latin typeface="Calibri"/>
              <a:ea typeface="Calibri"/>
              <a:cs typeface="Calibri"/>
              <a:sym typeface="Calibri"/>
            </a:endParaRPr>
          </a:p>
        </p:txBody>
      </p:sp>
      <p:sp>
        <p:nvSpPr>
          <p:cNvPr id="748" name="Google Shape;748;p84"/>
          <p:cNvSpPr/>
          <p:nvPr/>
        </p:nvSpPr>
        <p:spPr>
          <a:xfrm>
            <a:off x="685800" y="2084825"/>
            <a:ext cx="15418200" cy="669600"/>
          </a:xfrm>
          <a:prstGeom prst="rect">
            <a:avLst/>
          </a:prstGeom>
          <a:solidFill>
            <a:srgbClr val="000033"/>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 name="Google Shape;749;p84"/>
          <p:cNvSpPr/>
          <p:nvPr/>
        </p:nvSpPr>
        <p:spPr>
          <a:xfrm>
            <a:off x="877824" y="2084835"/>
            <a:ext cx="3319200" cy="66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Calibri"/>
              <a:buNone/>
            </a:pPr>
            <a:r>
              <a:rPr b="1" i="0" lang="en-US" sz="1600" u="none" cap="none" strike="noStrike">
                <a:solidFill>
                  <a:srgbClr val="FFFFFF"/>
                </a:solidFill>
                <a:latin typeface="Montserrat"/>
                <a:ea typeface="Montserrat"/>
                <a:cs typeface="Montserrat"/>
                <a:sym typeface="Montserrat"/>
              </a:rPr>
              <a:t>Fase e iniciativa</a:t>
            </a:r>
            <a:endParaRPr b="0" i="0" sz="1600" u="none" cap="none" strike="noStrike">
              <a:solidFill>
                <a:schemeClr val="dk1"/>
              </a:solidFill>
              <a:latin typeface="Montserrat"/>
              <a:ea typeface="Montserrat"/>
              <a:cs typeface="Montserrat"/>
              <a:sym typeface="Montserrat"/>
            </a:endParaRPr>
          </a:p>
        </p:txBody>
      </p:sp>
      <p:sp>
        <p:nvSpPr>
          <p:cNvPr id="750" name="Google Shape;750;p84"/>
          <p:cNvSpPr/>
          <p:nvPr/>
        </p:nvSpPr>
        <p:spPr>
          <a:xfrm>
            <a:off x="4224527" y="2084835"/>
            <a:ext cx="4608600" cy="66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Calibri"/>
              <a:buNone/>
            </a:pPr>
            <a:r>
              <a:rPr b="1" i="0" lang="en-US" sz="1600" u="none" cap="none" strike="noStrike">
                <a:solidFill>
                  <a:srgbClr val="FFFFFF"/>
                </a:solidFill>
                <a:latin typeface="Montserrat"/>
                <a:ea typeface="Montserrat"/>
                <a:cs typeface="Montserrat"/>
                <a:sym typeface="Montserrat"/>
              </a:rPr>
              <a:t>Entregable</a:t>
            </a:r>
            <a:endParaRPr b="0" i="0" sz="1600" u="none" cap="none" strike="noStrike">
              <a:solidFill>
                <a:schemeClr val="dk1"/>
              </a:solidFill>
              <a:latin typeface="Montserrat"/>
              <a:ea typeface="Montserrat"/>
              <a:cs typeface="Montserrat"/>
              <a:sym typeface="Montserrat"/>
            </a:endParaRPr>
          </a:p>
        </p:txBody>
      </p:sp>
      <p:sp>
        <p:nvSpPr>
          <p:cNvPr id="751" name="Google Shape;751;p84"/>
          <p:cNvSpPr/>
          <p:nvPr/>
        </p:nvSpPr>
        <p:spPr>
          <a:xfrm>
            <a:off x="8613646" y="2084835"/>
            <a:ext cx="1874400" cy="66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US" sz="1600" u="none" cap="none" strike="noStrike">
                <a:solidFill>
                  <a:srgbClr val="FFFFFF"/>
                </a:solidFill>
                <a:latin typeface="Montserrat"/>
                <a:ea typeface="Montserrat"/>
                <a:cs typeface="Montserrat"/>
                <a:sym typeface="Montserrat"/>
              </a:rPr>
              <a:t>Mes 1</a:t>
            </a:r>
            <a:endParaRPr b="0" i="0" sz="1600" u="none" cap="none" strike="noStrike">
              <a:solidFill>
                <a:schemeClr val="dk1"/>
              </a:solidFill>
              <a:latin typeface="Montserrat"/>
              <a:ea typeface="Montserrat"/>
              <a:cs typeface="Montserrat"/>
              <a:sym typeface="Montserrat"/>
            </a:endParaRPr>
          </a:p>
        </p:txBody>
      </p:sp>
      <p:sp>
        <p:nvSpPr>
          <p:cNvPr id="752" name="Google Shape;752;p84"/>
          <p:cNvSpPr/>
          <p:nvPr/>
        </p:nvSpPr>
        <p:spPr>
          <a:xfrm>
            <a:off x="10488166" y="2084835"/>
            <a:ext cx="1874400" cy="66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US" sz="1600" u="none" cap="none" strike="noStrike">
                <a:solidFill>
                  <a:srgbClr val="FFFFFF"/>
                </a:solidFill>
                <a:latin typeface="Montserrat"/>
                <a:ea typeface="Montserrat"/>
                <a:cs typeface="Montserrat"/>
                <a:sym typeface="Montserrat"/>
              </a:rPr>
              <a:t>Mes 2</a:t>
            </a:r>
            <a:endParaRPr b="0" i="0" sz="1600" u="none" cap="none" strike="noStrike">
              <a:solidFill>
                <a:schemeClr val="dk1"/>
              </a:solidFill>
              <a:latin typeface="Montserrat"/>
              <a:ea typeface="Montserrat"/>
              <a:cs typeface="Montserrat"/>
              <a:sym typeface="Montserrat"/>
            </a:endParaRPr>
          </a:p>
        </p:txBody>
      </p:sp>
      <p:sp>
        <p:nvSpPr>
          <p:cNvPr id="753" name="Google Shape;753;p84"/>
          <p:cNvSpPr/>
          <p:nvPr/>
        </p:nvSpPr>
        <p:spPr>
          <a:xfrm>
            <a:off x="12362686" y="2084835"/>
            <a:ext cx="1874400" cy="66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US" sz="1600" u="none" cap="none" strike="noStrike">
                <a:solidFill>
                  <a:srgbClr val="FFFFFF"/>
                </a:solidFill>
                <a:latin typeface="Montserrat"/>
                <a:ea typeface="Montserrat"/>
                <a:cs typeface="Montserrat"/>
                <a:sym typeface="Montserrat"/>
              </a:rPr>
              <a:t>Mes 3</a:t>
            </a:r>
            <a:endParaRPr b="0" i="0" sz="1600" u="none" cap="none" strike="noStrike">
              <a:solidFill>
                <a:schemeClr val="dk1"/>
              </a:solidFill>
              <a:latin typeface="Montserrat"/>
              <a:ea typeface="Montserrat"/>
              <a:cs typeface="Montserrat"/>
              <a:sym typeface="Montserrat"/>
            </a:endParaRPr>
          </a:p>
        </p:txBody>
      </p:sp>
      <p:sp>
        <p:nvSpPr>
          <p:cNvPr id="754" name="Google Shape;754;p84"/>
          <p:cNvSpPr/>
          <p:nvPr/>
        </p:nvSpPr>
        <p:spPr>
          <a:xfrm>
            <a:off x="14237205" y="2084835"/>
            <a:ext cx="1874400" cy="66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Calibri"/>
              <a:buNone/>
            </a:pPr>
            <a:r>
              <a:rPr b="1" i="0" lang="en-US" sz="1600" u="none" cap="none" strike="noStrike">
                <a:solidFill>
                  <a:srgbClr val="FFFFFF"/>
                </a:solidFill>
                <a:latin typeface="Montserrat"/>
                <a:ea typeface="Montserrat"/>
                <a:cs typeface="Montserrat"/>
                <a:sym typeface="Montserrat"/>
              </a:rPr>
              <a:t>Mes 4</a:t>
            </a:r>
            <a:endParaRPr b="0" i="0" sz="1600" u="none" cap="none" strike="noStrike">
              <a:solidFill>
                <a:schemeClr val="dk1"/>
              </a:solidFill>
              <a:latin typeface="Montserrat"/>
              <a:ea typeface="Montserrat"/>
              <a:cs typeface="Montserrat"/>
              <a:sym typeface="Montserrat"/>
            </a:endParaRPr>
          </a:p>
        </p:txBody>
      </p:sp>
      <p:cxnSp>
        <p:nvCxnSpPr>
          <p:cNvPr id="755" name="Google Shape;755;p84"/>
          <p:cNvCxnSpPr/>
          <p:nvPr/>
        </p:nvCxnSpPr>
        <p:spPr>
          <a:xfrm>
            <a:off x="4005071" y="2189464"/>
            <a:ext cx="0" cy="460800"/>
          </a:xfrm>
          <a:prstGeom prst="straightConnector1">
            <a:avLst/>
          </a:prstGeom>
          <a:noFill/>
          <a:ln cap="flat" cmpd="sng" w="14300">
            <a:solidFill>
              <a:srgbClr val="FFFFFF">
                <a:alpha val="30196"/>
              </a:srgbClr>
            </a:solidFill>
            <a:prstDash val="solid"/>
            <a:round/>
            <a:headEnd len="sm" w="sm" type="none"/>
            <a:tailEnd len="sm" w="sm" type="none"/>
          </a:ln>
        </p:spPr>
      </p:cxnSp>
      <p:cxnSp>
        <p:nvCxnSpPr>
          <p:cNvPr id="756" name="Google Shape;756;p84"/>
          <p:cNvCxnSpPr/>
          <p:nvPr/>
        </p:nvCxnSpPr>
        <p:spPr>
          <a:xfrm>
            <a:off x="8613646" y="2189464"/>
            <a:ext cx="0" cy="460800"/>
          </a:xfrm>
          <a:prstGeom prst="straightConnector1">
            <a:avLst/>
          </a:prstGeom>
          <a:noFill/>
          <a:ln cap="flat" cmpd="sng" w="14300">
            <a:solidFill>
              <a:srgbClr val="FFFFFF">
                <a:alpha val="30196"/>
              </a:srgbClr>
            </a:solidFill>
            <a:prstDash val="solid"/>
            <a:round/>
            <a:headEnd len="sm" w="sm" type="none"/>
            <a:tailEnd len="sm" w="sm" type="none"/>
          </a:ln>
        </p:spPr>
      </p:cxnSp>
      <p:cxnSp>
        <p:nvCxnSpPr>
          <p:cNvPr id="757" name="Google Shape;757;p84"/>
          <p:cNvCxnSpPr/>
          <p:nvPr/>
        </p:nvCxnSpPr>
        <p:spPr>
          <a:xfrm>
            <a:off x="10488166" y="2189464"/>
            <a:ext cx="0" cy="460800"/>
          </a:xfrm>
          <a:prstGeom prst="straightConnector1">
            <a:avLst/>
          </a:prstGeom>
          <a:noFill/>
          <a:ln cap="flat" cmpd="sng" w="14300">
            <a:solidFill>
              <a:srgbClr val="FFFFFF">
                <a:alpha val="30196"/>
              </a:srgbClr>
            </a:solidFill>
            <a:prstDash val="solid"/>
            <a:round/>
            <a:headEnd len="sm" w="sm" type="none"/>
            <a:tailEnd len="sm" w="sm" type="none"/>
          </a:ln>
        </p:spPr>
      </p:cxnSp>
      <p:cxnSp>
        <p:nvCxnSpPr>
          <p:cNvPr id="758" name="Google Shape;758;p84"/>
          <p:cNvCxnSpPr/>
          <p:nvPr/>
        </p:nvCxnSpPr>
        <p:spPr>
          <a:xfrm>
            <a:off x="12362686" y="2189464"/>
            <a:ext cx="0" cy="460800"/>
          </a:xfrm>
          <a:prstGeom prst="straightConnector1">
            <a:avLst/>
          </a:prstGeom>
          <a:noFill/>
          <a:ln cap="flat" cmpd="sng" w="14300">
            <a:solidFill>
              <a:srgbClr val="FFFFFF">
                <a:alpha val="30196"/>
              </a:srgbClr>
            </a:solidFill>
            <a:prstDash val="solid"/>
            <a:round/>
            <a:headEnd len="sm" w="sm" type="none"/>
            <a:tailEnd len="sm" w="sm" type="none"/>
          </a:ln>
        </p:spPr>
      </p:cxnSp>
      <p:cxnSp>
        <p:nvCxnSpPr>
          <p:cNvPr id="759" name="Google Shape;759;p84"/>
          <p:cNvCxnSpPr/>
          <p:nvPr/>
        </p:nvCxnSpPr>
        <p:spPr>
          <a:xfrm>
            <a:off x="14237205" y="2189464"/>
            <a:ext cx="0" cy="460800"/>
          </a:xfrm>
          <a:prstGeom prst="straightConnector1">
            <a:avLst/>
          </a:prstGeom>
          <a:noFill/>
          <a:ln cap="flat" cmpd="sng" w="14300">
            <a:solidFill>
              <a:srgbClr val="FFFFFF">
                <a:alpha val="30196"/>
              </a:srgbClr>
            </a:solidFill>
            <a:prstDash val="solid"/>
            <a:round/>
            <a:headEnd len="sm" w="sm" type="none"/>
            <a:tailEnd len="sm" w="sm" type="none"/>
          </a:ln>
        </p:spPr>
      </p:cxnSp>
      <p:cxnSp>
        <p:nvCxnSpPr>
          <p:cNvPr id="760" name="Google Shape;760;p84"/>
          <p:cNvCxnSpPr/>
          <p:nvPr/>
        </p:nvCxnSpPr>
        <p:spPr>
          <a:xfrm>
            <a:off x="16111728" y="2176069"/>
            <a:ext cx="0" cy="401700"/>
          </a:xfrm>
          <a:prstGeom prst="straightConnector1">
            <a:avLst/>
          </a:prstGeom>
          <a:noFill/>
          <a:ln cap="flat" cmpd="sng" w="14300">
            <a:solidFill>
              <a:srgbClr val="FFFFFF">
                <a:alpha val="30196"/>
              </a:srgbClr>
            </a:solidFill>
            <a:prstDash val="solid"/>
            <a:round/>
            <a:headEnd len="sm" w="sm" type="none"/>
            <a:tailEnd len="sm" w="sm" type="none"/>
          </a:ln>
        </p:spPr>
      </p:cxnSp>
      <p:sp>
        <p:nvSpPr>
          <p:cNvPr id="761" name="Google Shape;761;p84"/>
          <p:cNvSpPr/>
          <p:nvPr/>
        </p:nvSpPr>
        <p:spPr>
          <a:xfrm>
            <a:off x="685800" y="2754463"/>
            <a:ext cx="15418200" cy="836400"/>
          </a:xfrm>
          <a:prstGeom prst="rect">
            <a:avLst/>
          </a:prstGeom>
          <a:solidFill>
            <a:srgbClr val="FFFFFF"/>
          </a:solidFill>
          <a:ln cap="flat" cmpd="sng" w="14300">
            <a:solidFill>
              <a:srgbClr val="D0D0E0"/>
            </a:solidFill>
            <a:prstDash val="solid"/>
            <a:round/>
            <a:headEnd len="sm" w="sm" type="none"/>
            <a:tailEnd len="sm" w="sm" type="none"/>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62" name="Google Shape;762;p84"/>
          <p:cNvCxnSpPr/>
          <p:nvPr/>
        </p:nvCxnSpPr>
        <p:spPr>
          <a:xfrm>
            <a:off x="10488166" y="2754454"/>
            <a:ext cx="0" cy="836400"/>
          </a:xfrm>
          <a:prstGeom prst="straightConnector1">
            <a:avLst/>
          </a:prstGeom>
          <a:noFill/>
          <a:ln cap="flat" cmpd="sng" w="14300">
            <a:solidFill>
              <a:srgbClr val="E8E8F0"/>
            </a:solidFill>
            <a:prstDash val="solid"/>
            <a:round/>
            <a:headEnd len="sm" w="sm" type="none"/>
            <a:tailEnd len="sm" w="sm" type="none"/>
          </a:ln>
        </p:spPr>
      </p:cxnSp>
      <p:cxnSp>
        <p:nvCxnSpPr>
          <p:cNvPr id="763" name="Google Shape;763;p84"/>
          <p:cNvCxnSpPr/>
          <p:nvPr/>
        </p:nvCxnSpPr>
        <p:spPr>
          <a:xfrm>
            <a:off x="12362686" y="2754454"/>
            <a:ext cx="0" cy="836400"/>
          </a:xfrm>
          <a:prstGeom prst="straightConnector1">
            <a:avLst/>
          </a:prstGeom>
          <a:noFill/>
          <a:ln cap="flat" cmpd="sng" w="14300">
            <a:solidFill>
              <a:srgbClr val="E8E8F0"/>
            </a:solidFill>
            <a:prstDash val="solid"/>
            <a:round/>
            <a:headEnd len="sm" w="sm" type="none"/>
            <a:tailEnd len="sm" w="sm" type="none"/>
          </a:ln>
        </p:spPr>
      </p:cxnSp>
      <p:cxnSp>
        <p:nvCxnSpPr>
          <p:cNvPr id="764" name="Google Shape;764;p84"/>
          <p:cNvCxnSpPr/>
          <p:nvPr/>
        </p:nvCxnSpPr>
        <p:spPr>
          <a:xfrm>
            <a:off x="14237205" y="2754454"/>
            <a:ext cx="0" cy="836400"/>
          </a:xfrm>
          <a:prstGeom prst="straightConnector1">
            <a:avLst/>
          </a:prstGeom>
          <a:noFill/>
          <a:ln cap="flat" cmpd="sng" w="14300">
            <a:solidFill>
              <a:srgbClr val="E8E8F0"/>
            </a:solidFill>
            <a:prstDash val="solid"/>
            <a:round/>
            <a:headEnd len="sm" w="sm" type="none"/>
            <a:tailEnd len="sm" w="sm" type="none"/>
          </a:ln>
        </p:spPr>
      </p:cxnSp>
      <p:cxnSp>
        <p:nvCxnSpPr>
          <p:cNvPr id="765" name="Google Shape;765;p84"/>
          <p:cNvCxnSpPr/>
          <p:nvPr/>
        </p:nvCxnSpPr>
        <p:spPr>
          <a:xfrm>
            <a:off x="16111728" y="2668733"/>
            <a:ext cx="0" cy="729300"/>
          </a:xfrm>
          <a:prstGeom prst="straightConnector1">
            <a:avLst/>
          </a:prstGeom>
          <a:noFill/>
          <a:ln cap="flat" cmpd="sng" w="14300">
            <a:solidFill>
              <a:srgbClr val="E8E8F0"/>
            </a:solidFill>
            <a:prstDash val="solid"/>
            <a:round/>
            <a:headEnd len="sm" w="sm" type="none"/>
            <a:tailEnd len="sm" w="sm" type="none"/>
          </a:ln>
        </p:spPr>
      </p:cxnSp>
      <p:cxnSp>
        <p:nvCxnSpPr>
          <p:cNvPr id="766" name="Google Shape;766;p84"/>
          <p:cNvCxnSpPr/>
          <p:nvPr/>
        </p:nvCxnSpPr>
        <p:spPr>
          <a:xfrm>
            <a:off x="4005071" y="2754454"/>
            <a:ext cx="0" cy="836400"/>
          </a:xfrm>
          <a:prstGeom prst="straightConnector1">
            <a:avLst/>
          </a:prstGeom>
          <a:noFill/>
          <a:ln cap="flat" cmpd="sng" w="14300">
            <a:solidFill>
              <a:srgbClr val="D0D0E0"/>
            </a:solidFill>
            <a:prstDash val="solid"/>
            <a:round/>
            <a:headEnd len="sm" w="sm" type="none"/>
            <a:tailEnd len="sm" w="sm" type="none"/>
          </a:ln>
        </p:spPr>
      </p:cxnSp>
      <p:cxnSp>
        <p:nvCxnSpPr>
          <p:cNvPr id="767" name="Google Shape;767;p84"/>
          <p:cNvCxnSpPr/>
          <p:nvPr/>
        </p:nvCxnSpPr>
        <p:spPr>
          <a:xfrm>
            <a:off x="8613646" y="2754454"/>
            <a:ext cx="0" cy="836400"/>
          </a:xfrm>
          <a:prstGeom prst="straightConnector1">
            <a:avLst/>
          </a:prstGeom>
          <a:noFill/>
          <a:ln cap="flat" cmpd="sng" w="14300">
            <a:solidFill>
              <a:srgbClr val="D0D0E0"/>
            </a:solidFill>
            <a:prstDash val="solid"/>
            <a:round/>
            <a:headEnd len="sm" w="sm" type="none"/>
            <a:tailEnd len="sm" w="sm" type="none"/>
          </a:ln>
        </p:spPr>
      </p:cxnSp>
      <p:sp>
        <p:nvSpPr>
          <p:cNvPr id="768" name="Google Shape;768;p84"/>
          <p:cNvSpPr/>
          <p:nvPr/>
        </p:nvSpPr>
        <p:spPr>
          <a:xfrm>
            <a:off x="877824" y="2754454"/>
            <a:ext cx="3045300" cy="8364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000033"/>
              </a:buClr>
              <a:buSzPts val="1500"/>
              <a:buFont typeface="Calibri"/>
              <a:buNone/>
            </a:pPr>
            <a:r>
              <a:rPr b="1" i="0" lang="en-US" sz="1700" u="none" cap="none" strike="noStrike">
                <a:solidFill>
                  <a:srgbClr val="000033"/>
                </a:solidFill>
                <a:latin typeface="Calibri"/>
                <a:ea typeface="Calibri"/>
                <a:cs typeface="Calibri"/>
                <a:sym typeface="Calibri"/>
              </a:rPr>
              <a:t>Fase 1 · Nombre de la fase</a:t>
            </a:r>
            <a:endParaRPr b="0" i="0" sz="1800" u="none" cap="none" strike="noStrike">
              <a:solidFill>
                <a:schemeClr val="dk1"/>
              </a:solidFill>
              <a:latin typeface="Calibri"/>
              <a:ea typeface="Calibri"/>
              <a:cs typeface="Calibri"/>
              <a:sym typeface="Calibri"/>
            </a:endParaRPr>
          </a:p>
        </p:txBody>
      </p:sp>
      <p:sp>
        <p:nvSpPr>
          <p:cNvPr id="769" name="Google Shape;769;p84"/>
          <p:cNvSpPr/>
          <p:nvPr/>
        </p:nvSpPr>
        <p:spPr>
          <a:xfrm>
            <a:off x="4164250" y="2774533"/>
            <a:ext cx="4389000" cy="868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4A4A6A"/>
              </a:buClr>
              <a:buSzPts val="1200"/>
              <a:buFont typeface="Calibri"/>
              <a:buNone/>
            </a:pPr>
            <a:r>
              <a:rPr lang="en-US" sz="1300">
                <a:solidFill>
                  <a:schemeClr val="dk1"/>
                </a:solidFill>
                <a:latin typeface="Montserrat"/>
                <a:ea typeface="Montserrat"/>
                <a:cs typeface="Montserrat"/>
                <a:sym typeface="Montserrat"/>
              </a:rPr>
              <a:t>-  Entregable de la fase.</a:t>
            </a:r>
            <a:endParaRPr sz="1300">
              <a:solidFill>
                <a:schemeClr val="dk1"/>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6A"/>
              </a:buClr>
              <a:buSzPts val="1200"/>
              <a:buFont typeface="Calibri"/>
              <a:buNone/>
            </a:pPr>
            <a:r>
              <a:rPr lang="en-US" sz="1300">
                <a:solidFill>
                  <a:schemeClr val="dk1"/>
                </a:solidFill>
                <a:latin typeface="Montserrat"/>
                <a:ea typeface="Montserrat"/>
                <a:cs typeface="Montserrat"/>
                <a:sym typeface="Montserrat"/>
              </a:rPr>
              <a:t>-  Entregable de la fase.</a:t>
            </a:r>
            <a:endParaRPr sz="1300"/>
          </a:p>
        </p:txBody>
      </p:sp>
      <p:sp>
        <p:nvSpPr>
          <p:cNvPr id="770" name="Google Shape;770;p84"/>
          <p:cNvSpPr/>
          <p:nvPr/>
        </p:nvSpPr>
        <p:spPr>
          <a:xfrm>
            <a:off x="8714230" y="2942784"/>
            <a:ext cx="1673400" cy="460800"/>
          </a:xfrm>
          <a:prstGeom prst="roundRect">
            <a:avLst>
              <a:gd fmla="val 50000" name="adj"/>
            </a:avLst>
          </a:prstGeom>
          <a:solidFill>
            <a:srgbClr val="000033"/>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84"/>
          <p:cNvSpPr/>
          <p:nvPr/>
        </p:nvSpPr>
        <p:spPr>
          <a:xfrm>
            <a:off x="685800" y="4419912"/>
            <a:ext cx="15418200" cy="836400"/>
          </a:xfrm>
          <a:prstGeom prst="rect">
            <a:avLst/>
          </a:prstGeom>
          <a:solidFill>
            <a:srgbClr val="F8F8FC"/>
          </a:solidFill>
          <a:ln cap="flat" cmpd="sng" w="14300">
            <a:solidFill>
              <a:srgbClr val="D0D0E0"/>
            </a:solidFill>
            <a:prstDash val="solid"/>
            <a:round/>
            <a:headEnd len="sm" w="sm" type="none"/>
            <a:tailEnd len="sm" w="sm" type="none"/>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72" name="Google Shape;772;p84"/>
          <p:cNvCxnSpPr/>
          <p:nvPr/>
        </p:nvCxnSpPr>
        <p:spPr>
          <a:xfrm>
            <a:off x="10488166" y="4419902"/>
            <a:ext cx="0" cy="836400"/>
          </a:xfrm>
          <a:prstGeom prst="straightConnector1">
            <a:avLst/>
          </a:prstGeom>
          <a:noFill/>
          <a:ln cap="flat" cmpd="sng" w="14300">
            <a:solidFill>
              <a:srgbClr val="E8E8F0"/>
            </a:solidFill>
            <a:prstDash val="solid"/>
            <a:round/>
            <a:headEnd len="sm" w="sm" type="none"/>
            <a:tailEnd len="sm" w="sm" type="none"/>
          </a:ln>
        </p:spPr>
      </p:cxnSp>
      <p:cxnSp>
        <p:nvCxnSpPr>
          <p:cNvPr id="773" name="Google Shape;773;p84"/>
          <p:cNvCxnSpPr/>
          <p:nvPr/>
        </p:nvCxnSpPr>
        <p:spPr>
          <a:xfrm>
            <a:off x="12362686" y="4419902"/>
            <a:ext cx="0" cy="836400"/>
          </a:xfrm>
          <a:prstGeom prst="straightConnector1">
            <a:avLst/>
          </a:prstGeom>
          <a:noFill/>
          <a:ln cap="flat" cmpd="sng" w="14300">
            <a:solidFill>
              <a:srgbClr val="E8E8F0"/>
            </a:solidFill>
            <a:prstDash val="solid"/>
            <a:round/>
            <a:headEnd len="sm" w="sm" type="none"/>
            <a:tailEnd len="sm" w="sm" type="none"/>
          </a:ln>
        </p:spPr>
      </p:cxnSp>
      <p:cxnSp>
        <p:nvCxnSpPr>
          <p:cNvPr id="774" name="Google Shape;774;p84"/>
          <p:cNvCxnSpPr/>
          <p:nvPr/>
        </p:nvCxnSpPr>
        <p:spPr>
          <a:xfrm>
            <a:off x="14237205" y="4419902"/>
            <a:ext cx="0" cy="836400"/>
          </a:xfrm>
          <a:prstGeom prst="straightConnector1">
            <a:avLst/>
          </a:prstGeom>
          <a:noFill/>
          <a:ln cap="flat" cmpd="sng" w="14300">
            <a:solidFill>
              <a:srgbClr val="E8E8F0"/>
            </a:solidFill>
            <a:prstDash val="solid"/>
            <a:round/>
            <a:headEnd len="sm" w="sm" type="none"/>
            <a:tailEnd len="sm" w="sm" type="none"/>
          </a:ln>
        </p:spPr>
      </p:cxnSp>
      <p:cxnSp>
        <p:nvCxnSpPr>
          <p:cNvPr id="775" name="Google Shape;775;p84"/>
          <p:cNvCxnSpPr/>
          <p:nvPr/>
        </p:nvCxnSpPr>
        <p:spPr>
          <a:xfrm>
            <a:off x="16111728" y="4120983"/>
            <a:ext cx="0" cy="729300"/>
          </a:xfrm>
          <a:prstGeom prst="straightConnector1">
            <a:avLst/>
          </a:prstGeom>
          <a:noFill/>
          <a:ln cap="flat" cmpd="sng" w="14300">
            <a:solidFill>
              <a:srgbClr val="E8E8F0"/>
            </a:solidFill>
            <a:prstDash val="solid"/>
            <a:round/>
            <a:headEnd len="sm" w="sm" type="none"/>
            <a:tailEnd len="sm" w="sm" type="none"/>
          </a:ln>
        </p:spPr>
      </p:cxnSp>
      <p:cxnSp>
        <p:nvCxnSpPr>
          <p:cNvPr id="776" name="Google Shape;776;p84"/>
          <p:cNvCxnSpPr/>
          <p:nvPr/>
        </p:nvCxnSpPr>
        <p:spPr>
          <a:xfrm>
            <a:off x="4005071" y="4419902"/>
            <a:ext cx="0" cy="836400"/>
          </a:xfrm>
          <a:prstGeom prst="straightConnector1">
            <a:avLst/>
          </a:prstGeom>
          <a:noFill/>
          <a:ln cap="flat" cmpd="sng" w="14300">
            <a:solidFill>
              <a:srgbClr val="D0D0E0"/>
            </a:solidFill>
            <a:prstDash val="solid"/>
            <a:round/>
            <a:headEnd len="sm" w="sm" type="none"/>
            <a:tailEnd len="sm" w="sm" type="none"/>
          </a:ln>
        </p:spPr>
      </p:cxnSp>
      <p:cxnSp>
        <p:nvCxnSpPr>
          <p:cNvPr id="777" name="Google Shape;777;p84"/>
          <p:cNvCxnSpPr/>
          <p:nvPr/>
        </p:nvCxnSpPr>
        <p:spPr>
          <a:xfrm>
            <a:off x="8613646" y="4419902"/>
            <a:ext cx="0" cy="836400"/>
          </a:xfrm>
          <a:prstGeom prst="straightConnector1">
            <a:avLst/>
          </a:prstGeom>
          <a:noFill/>
          <a:ln cap="flat" cmpd="sng" w="14300">
            <a:solidFill>
              <a:srgbClr val="D0D0E0"/>
            </a:solidFill>
            <a:prstDash val="solid"/>
            <a:round/>
            <a:headEnd len="sm" w="sm" type="none"/>
            <a:tailEnd len="sm" w="sm" type="none"/>
          </a:ln>
        </p:spPr>
      </p:cxnSp>
      <p:sp>
        <p:nvSpPr>
          <p:cNvPr id="778" name="Google Shape;778;p84"/>
          <p:cNvSpPr/>
          <p:nvPr/>
        </p:nvSpPr>
        <p:spPr>
          <a:xfrm>
            <a:off x="877824" y="4419902"/>
            <a:ext cx="3045300" cy="8364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000033"/>
              </a:buClr>
              <a:buSzPts val="1400"/>
              <a:buFont typeface="Calibri"/>
              <a:buNone/>
            </a:pPr>
            <a:r>
              <a:rPr b="1" i="0" lang="en-US" sz="1700" u="none" cap="none" strike="noStrike">
                <a:solidFill>
                  <a:srgbClr val="000033"/>
                </a:solidFill>
                <a:latin typeface="Calibri"/>
                <a:ea typeface="Calibri"/>
                <a:cs typeface="Calibri"/>
                <a:sym typeface="Calibri"/>
              </a:rPr>
              <a:t>Fase 3 · Nombre de la fase</a:t>
            </a:r>
            <a:endParaRPr b="0" i="0" sz="1800" u="none" cap="none" strike="noStrike">
              <a:solidFill>
                <a:schemeClr val="dk1"/>
              </a:solidFill>
              <a:latin typeface="Calibri"/>
              <a:ea typeface="Calibri"/>
              <a:cs typeface="Calibri"/>
              <a:sym typeface="Calibri"/>
            </a:endParaRPr>
          </a:p>
        </p:txBody>
      </p:sp>
      <p:sp>
        <p:nvSpPr>
          <p:cNvPr id="779" name="Google Shape;779;p84"/>
          <p:cNvSpPr/>
          <p:nvPr/>
        </p:nvSpPr>
        <p:spPr>
          <a:xfrm>
            <a:off x="10588700" y="5375980"/>
            <a:ext cx="5422500" cy="606900"/>
          </a:xfrm>
          <a:prstGeom prst="roundRect">
            <a:avLst>
              <a:gd fmla="val 48276" name="adj"/>
            </a:avLst>
          </a:prstGeom>
          <a:solidFill>
            <a:srgbClr val="05058C">
              <a:alpha val="27843"/>
            </a:srgbClr>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84"/>
          <p:cNvSpPr/>
          <p:nvPr/>
        </p:nvSpPr>
        <p:spPr>
          <a:xfrm>
            <a:off x="685800" y="5265536"/>
            <a:ext cx="15418200" cy="836400"/>
          </a:xfrm>
          <a:prstGeom prst="rect">
            <a:avLst/>
          </a:prstGeom>
          <a:solidFill>
            <a:srgbClr val="F4F2FA"/>
          </a:solidFill>
          <a:ln cap="flat" cmpd="sng" w="14300">
            <a:solidFill>
              <a:srgbClr val="D0D0E0"/>
            </a:solidFill>
            <a:prstDash val="solid"/>
            <a:round/>
            <a:headEnd len="sm" w="sm" type="none"/>
            <a:tailEnd len="sm" w="sm" type="none"/>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81" name="Google Shape;781;p84"/>
          <p:cNvCxnSpPr/>
          <p:nvPr/>
        </p:nvCxnSpPr>
        <p:spPr>
          <a:xfrm>
            <a:off x="10488166" y="5265524"/>
            <a:ext cx="0" cy="836400"/>
          </a:xfrm>
          <a:prstGeom prst="straightConnector1">
            <a:avLst/>
          </a:prstGeom>
          <a:noFill/>
          <a:ln cap="flat" cmpd="sng" w="14300">
            <a:solidFill>
              <a:srgbClr val="E8E8F0"/>
            </a:solidFill>
            <a:prstDash val="solid"/>
            <a:round/>
            <a:headEnd len="sm" w="sm" type="none"/>
            <a:tailEnd len="sm" w="sm" type="none"/>
          </a:ln>
        </p:spPr>
      </p:cxnSp>
      <p:cxnSp>
        <p:nvCxnSpPr>
          <p:cNvPr id="782" name="Google Shape;782;p84"/>
          <p:cNvCxnSpPr/>
          <p:nvPr/>
        </p:nvCxnSpPr>
        <p:spPr>
          <a:xfrm>
            <a:off x="12362686" y="5265524"/>
            <a:ext cx="0" cy="836400"/>
          </a:xfrm>
          <a:prstGeom prst="straightConnector1">
            <a:avLst/>
          </a:prstGeom>
          <a:noFill/>
          <a:ln cap="flat" cmpd="sng" w="14300">
            <a:solidFill>
              <a:srgbClr val="E8E8F0"/>
            </a:solidFill>
            <a:prstDash val="solid"/>
            <a:round/>
            <a:headEnd len="sm" w="sm" type="none"/>
            <a:tailEnd len="sm" w="sm" type="none"/>
          </a:ln>
        </p:spPr>
      </p:cxnSp>
      <p:cxnSp>
        <p:nvCxnSpPr>
          <p:cNvPr id="783" name="Google Shape;783;p84"/>
          <p:cNvCxnSpPr/>
          <p:nvPr/>
        </p:nvCxnSpPr>
        <p:spPr>
          <a:xfrm>
            <a:off x="14237205" y="5265524"/>
            <a:ext cx="0" cy="836400"/>
          </a:xfrm>
          <a:prstGeom prst="straightConnector1">
            <a:avLst/>
          </a:prstGeom>
          <a:noFill/>
          <a:ln cap="flat" cmpd="sng" w="14300">
            <a:solidFill>
              <a:srgbClr val="E8E8F0"/>
            </a:solidFill>
            <a:prstDash val="solid"/>
            <a:round/>
            <a:headEnd len="sm" w="sm" type="none"/>
            <a:tailEnd len="sm" w="sm" type="none"/>
          </a:ln>
        </p:spPr>
      </p:cxnSp>
      <p:cxnSp>
        <p:nvCxnSpPr>
          <p:cNvPr id="784" name="Google Shape;784;p84"/>
          <p:cNvCxnSpPr/>
          <p:nvPr/>
        </p:nvCxnSpPr>
        <p:spPr>
          <a:xfrm>
            <a:off x="16111728" y="4858355"/>
            <a:ext cx="0" cy="729300"/>
          </a:xfrm>
          <a:prstGeom prst="straightConnector1">
            <a:avLst/>
          </a:prstGeom>
          <a:noFill/>
          <a:ln cap="flat" cmpd="sng" w="14300">
            <a:solidFill>
              <a:srgbClr val="E8E8F0"/>
            </a:solidFill>
            <a:prstDash val="solid"/>
            <a:round/>
            <a:headEnd len="sm" w="sm" type="none"/>
            <a:tailEnd len="sm" w="sm" type="none"/>
          </a:ln>
        </p:spPr>
      </p:cxnSp>
      <p:cxnSp>
        <p:nvCxnSpPr>
          <p:cNvPr id="785" name="Google Shape;785;p84"/>
          <p:cNvCxnSpPr/>
          <p:nvPr/>
        </p:nvCxnSpPr>
        <p:spPr>
          <a:xfrm>
            <a:off x="4005071" y="5265524"/>
            <a:ext cx="0" cy="836400"/>
          </a:xfrm>
          <a:prstGeom prst="straightConnector1">
            <a:avLst/>
          </a:prstGeom>
          <a:noFill/>
          <a:ln cap="flat" cmpd="sng" w="14300">
            <a:solidFill>
              <a:srgbClr val="D0D0E0"/>
            </a:solidFill>
            <a:prstDash val="solid"/>
            <a:round/>
            <a:headEnd len="sm" w="sm" type="none"/>
            <a:tailEnd len="sm" w="sm" type="none"/>
          </a:ln>
        </p:spPr>
      </p:cxnSp>
      <p:cxnSp>
        <p:nvCxnSpPr>
          <p:cNvPr id="786" name="Google Shape;786;p84"/>
          <p:cNvCxnSpPr/>
          <p:nvPr/>
        </p:nvCxnSpPr>
        <p:spPr>
          <a:xfrm>
            <a:off x="8613646" y="5265524"/>
            <a:ext cx="0" cy="836400"/>
          </a:xfrm>
          <a:prstGeom prst="straightConnector1">
            <a:avLst/>
          </a:prstGeom>
          <a:noFill/>
          <a:ln cap="flat" cmpd="sng" w="14300">
            <a:solidFill>
              <a:srgbClr val="D0D0E0"/>
            </a:solidFill>
            <a:prstDash val="solid"/>
            <a:round/>
            <a:headEnd len="sm" w="sm" type="none"/>
            <a:tailEnd len="sm" w="sm" type="none"/>
          </a:ln>
        </p:spPr>
      </p:cxnSp>
      <p:sp>
        <p:nvSpPr>
          <p:cNvPr id="787" name="Google Shape;787;p84"/>
          <p:cNvSpPr/>
          <p:nvPr/>
        </p:nvSpPr>
        <p:spPr>
          <a:xfrm>
            <a:off x="960120" y="5265524"/>
            <a:ext cx="246900" cy="836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B9"/>
              </a:buClr>
              <a:buSzPts val="1200"/>
              <a:buFont typeface="Calibri"/>
              <a:buNone/>
            </a:pPr>
            <a:r>
              <a:rPr b="0" i="0" lang="en-US" sz="1200" u="none" cap="none" strike="noStrike">
                <a:solidFill>
                  <a:srgbClr val="6E6EB9"/>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788" name="Google Shape;788;p84"/>
          <p:cNvSpPr/>
          <p:nvPr/>
        </p:nvSpPr>
        <p:spPr>
          <a:xfrm>
            <a:off x="1234440" y="5265524"/>
            <a:ext cx="2633400" cy="836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5058C"/>
              </a:buClr>
              <a:buSzPts val="1300"/>
              <a:buFont typeface="Calibri"/>
              <a:buNone/>
            </a:pPr>
            <a:r>
              <a:rPr b="1" i="0" lang="en-US" sz="1600" u="none" cap="none" strike="noStrike">
                <a:solidFill>
                  <a:srgbClr val="05058C"/>
                </a:solidFill>
                <a:latin typeface="Calibri"/>
                <a:ea typeface="Calibri"/>
                <a:cs typeface="Calibri"/>
                <a:sym typeface="Calibri"/>
              </a:rPr>
              <a:t>Fase 3A · Nombre de la subfase</a:t>
            </a:r>
            <a:endParaRPr b="0" i="0" sz="1600" u="none" cap="none" strike="noStrike">
              <a:solidFill>
                <a:schemeClr val="dk1"/>
              </a:solidFill>
              <a:latin typeface="Calibri"/>
              <a:ea typeface="Calibri"/>
              <a:cs typeface="Calibri"/>
              <a:sym typeface="Calibri"/>
            </a:endParaRPr>
          </a:p>
        </p:txBody>
      </p:sp>
      <p:sp>
        <p:nvSpPr>
          <p:cNvPr id="789" name="Google Shape;789;p84"/>
          <p:cNvSpPr/>
          <p:nvPr/>
        </p:nvSpPr>
        <p:spPr>
          <a:xfrm>
            <a:off x="10488225" y="5480525"/>
            <a:ext cx="1874400" cy="397800"/>
          </a:xfrm>
          <a:prstGeom prst="roundRect">
            <a:avLst>
              <a:gd fmla="val 47368" name="adj"/>
            </a:avLst>
          </a:prstGeom>
          <a:solidFill>
            <a:srgbClr val="6E6EB9"/>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84"/>
          <p:cNvSpPr/>
          <p:nvPr/>
        </p:nvSpPr>
        <p:spPr>
          <a:xfrm>
            <a:off x="685800" y="6102560"/>
            <a:ext cx="15418200" cy="836400"/>
          </a:xfrm>
          <a:prstGeom prst="rect">
            <a:avLst/>
          </a:prstGeom>
          <a:solidFill>
            <a:srgbClr val="F4F2FA"/>
          </a:solidFill>
          <a:ln cap="flat" cmpd="sng" w="14300">
            <a:solidFill>
              <a:srgbClr val="D0D0E0"/>
            </a:solidFill>
            <a:prstDash val="solid"/>
            <a:round/>
            <a:headEnd len="sm" w="sm" type="none"/>
            <a:tailEnd len="sm" w="sm" type="none"/>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91" name="Google Shape;791;p84"/>
          <p:cNvCxnSpPr/>
          <p:nvPr/>
        </p:nvCxnSpPr>
        <p:spPr>
          <a:xfrm>
            <a:off x="10488166" y="6102547"/>
            <a:ext cx="0" cy="836400"/>
          </a:xfrm>
          <a:prstGeom prst="straightConnector1">
            <a:avLst/>
          </a:prstGeom>
          <a:noFill/>
          <a:ln cap="flat" cmpd="sng" w="14300">
            <a:solidFill>
              <a:srgbClr val="E8E8F0"/>
            </a:solidFill>
            <a:prstDash val="solid"/>
            <a:round/>
            <a:headEnd len="sm" w="sm" type="none"/>
            <a:tailEnd len="sm" w="sm" type="none"/>
          </a:ln>
        </p:spPr>
      </p:cxnSp>
      <p:cxnSp>
        <p:nvCxnSpPr>
          <p:cNvPr id="792" name="Google Shape;792;p84"/>
          <p:cNvCxnSpPr/>
          <p:nvPr/>
        </p:nvCxnSpPr>
        <p:spPr>
          <a:xfrm>
            <a:off x="12362686" y="6102547"/>
            <a:ext cx="0" cy="836400"/>
          </a:xfrm>
          <a:prstGeom prst="straightConnector1">
            <a:avLst/>
          </a:prstGeom>
          <a:noFill/>
          <a:ln cap="flat" cmpd="sng" w="14300">
            <a:solidFill>
              <a:srgbClr val="E8E8F0"/>
            </a:solidFill>
            <a:prstDash val="solid"/>
            <a:round/>
            <a:headEnd len="sm" w="sm" type="none"/>
            <a:tailEnd len="sm" w="sm" type="none"/>
          </a:ln>
        </p:spPr>
      </p:cxnSp>
      <p:cxnSp>
        <p:nvCxnSpPr>
          <p:cNvPr id="793" name="Google Shape;793;p84"/>
          <p:cNvCxnSpPr/>
          <p:nvPr/>
        </p:nvCxnSpPr>
        <p:spPr>
          <a:xfrm>
            <a:off x="14237205" y="6102547"/>
            <a:ext cx="0" cy="836400"/>
          </a:xfrm>
          <a:prstGeom prst="straightConnector1">
            <a:avLst/>
          </a:prstGeom>
          <a:noFill/>
          <a:ln cap="flat" cmpd="sng" w="14300">
            <a:solidFill>
              <a:srgbClr val="E8E8F0"/>
            </a:solidFill>
            <a:prstDash val="solid"/>
            <a:round/>
            <a:headEnd len="sm" w="sm" type="none"/>
            <a:tailEnd len="sm" w="sm" type="none"/>
          </a:ln>
        </p:spPr>
      </p:cxnSp>
      <p:cxnSp>
        <p:nvCxnSpPr>
          <p:cNvPr id="794" name="Google Shape;794;p84"/>
          <p:cNvCxnSpPr/>
          <p:nvPr/>
        </p:nvCxnSpPr>
        <p:spPr>
          <a:xfrm>
            <a:off x="16111728" y="5588229"/>
            <a:ext cx="0" cy="729300"/>
          </a:xfrm>
          <a:prstGeom prst="straightConnector1">
            <a:avLst/>
          </a:prstGeom>
          <a:noFill/>
          <a:ln cap="flat" cmpd="sng" w="14300">
            <a:solidFill>
              <a:srgbClr val="E8E8F0"/>
            </a:solidFill>
            <a:prstDash val="solid"/>
            <a:round/>
            <a:headEnd len="sm" w="sm" type="none"/>
            <a:tailEnd len="sm" w="sm" type="none"/>
          </a:ln>
        </p:spPr>
      </p:cxnSp>
      <p:cxnSp>
        <p:nvCxnSpPr>
          <p:cNvPr id="795" name="Google Shape;795;p84"/>
          <p:cNvCxnSpPr/>
          <p:nvPr/>
        </p:nvCxnSpPr>
        <p:spPr>
          <a:xfrm>
            <a:off x="4005071" y="6102547"/>
            <a:ext cx="0" cy="836400"/>
          </a:xfrm>
          <a:prstGeom prst="straightConnector1">
            <a:avLst/>
          </a:prstGeom>
          <a:noFill/>
          <a:ln cap="flat" cmpd="sng" w="14300">
            <a:solidFill>
              <a:srgbClr val="D0D0E0"/>
            </a:solidFill>
            <a:prstDash val="solid"/>
            <a:round/>
            <a:headEnd len="sm" w="sm" type="none"/>
            <a:tailEnd len="sm" w="sm" type="none"/>
          </a:ln>
        </p:spPr>
      </p:cxnSp>
      <p:cxnSp>
        <p:nvCxnSpPr>
          <p:cNvPr id="796" name="Google Shape;796;p84"/>
          <p:cNvCxnSpPr/>
          <p:nvPr/>
        </p:nvCxnSpPr>
        <p:spPr>
          <a:xfrm>
            <a:off x="8613646" y="6102547"/>
            <a:ext cx="0" cy="836400"/>
          </a:xfrm>
          <a:prstGeom prst="straightConnector1">
            <a:avLst/>
          </a:prstGeom>
          <a:noFill/>
          <a:ln cap="flat" cmpd="sng" w="14300">
            <a:solidFill>
              <a:srgbClr val="D0D0E0"/>
            </a:solidFill>
            <a:prstDash val="solid"/>
            <a:round/>
            <a:headEnd len="sm" w="sm" type="none"/>
            <a:tailEnd len="sm" w="sm" type="none"/>
          </a:ln>
        </p:spPr>
      </p:cxnSp>
      <p:sp>
        <p:nvSpPr>
          <p:cNvPr id="797" name="Google Shape;797;p84"/>
          <p:cNvSpPr/>
          <p:nvPr/>
        </p:nvSpPr>
        <p:spPr>
          <a:xfrm>
            <a:off x="960120" y="6102547"/>
            <a:ext cx="246900" cy="836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B9"/>
              </a:buClr>
              <a:buSzPts val="1200"/>
              <a:buFont typeface="Calibri"/>
              <a:buNone/>
            </a:pPr>
            <a:r>
              <a:rPr b="0" i="0" lang="en-US" sz="1200" u="none" cap="none" strike="noStrike">
                <a:solidFill>
                  <a:srgbClr val="6E6EB9"/>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798" name="Google Shape;798;p84"/>
          <p:cNvSpPr/>
          <p:nvPr/>
        </p:nvSpPr>
        <p:spPr>
          <a:xfrm>
            <a:off x="1234440" y="6102547"/>
            <a:ext cx="2633400" cy="836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5058C"/>
              </a:buClr>
              <a:buSzPts val="1300"/>
              <a:buFont typeface="Calibri"/>
              <a:buNone/>
            </a:pPr>
            <a:r>
              <a:rPr b="1" i="0" lang="en-US" sz="1600" u="none" cap="none" strike="noStrike">
                <a:solidFill>
                  <a:srgbClr val="05058C"/>
                </a:solidFill>
                <a:latin typeface="Calibri"/>
                <a:ea typeface="Calibri"/>
                <a:cs typeface="Calibri"/>
                <a:sym typeface="Calibri"/>
              </a:rPr>
              <a:t>Fase 3B · Nombre de la subfase</a:t>
            </a:r>
            <a:endParaRPr b="0" i="0" sz="1600" u="none" cap="none" strike="noStrike">
              <a:solidFill>
                <a:schemeClr val="dk1"/>
              </a:solidFill>
              <a:latin typeface="Calibri"/>
              <a:ea typeface="Calibri"/>
              <a:cs typeface="Calibri"/>
              <a:sym typeface="Calibri"/>
            </a:endParaRPr>
          </a:p>
        </p:txBody>
      </p:sp>
      <p:sp>
        <p:nvSpPr>
          <p:cNvPr id="799" name="Google Shape;799;p84"/>
          <p:cNvSpPr/>
          <p:nvPr/>
        </p:nvSpPr>
        <p:spPr>
          <a:xfrm>
            <a:off x="12362575" y="6321325"/>
            <a:ext cx="3648600" cy="397800"/>
          </a:xfrm>
          <a:prstGeom prst="roundRect">
            <a:avLst>
              <a:gd fmla="val 47368" name="adj"/>
            </a:avLst>
          </a:prstGeom>
          <a:solidFill>
            <a:srgbClr val="6E6EB9"/>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 name="Google Shape;800;p84"/>
          <p:cNvSpPr/>
          <p:nvPr/>
        </p:nvSpPr>
        <p:spPr>
          <a:xfrm>
            <a:off x="685800" y="3592540"/>
            <a:ext cx="15418200" cy="836400"/>
          </a:xfrm>
          <a:prstGeom prst="rect">
            <a:avLst/>
          </a:prstGeom>
          <a:solidFill>
            <a:srgbClr val="FFFFFF"/>
          </a:solidFill>
          <a:ln cap="flat" cmpd="sng" w="14300">
            <a:solidFill>
              <a:srgbClr val="D0D0E0"/>
            </a:solidFill>
            <a:prstDash val="solid"/>
            <a:round/>
            <a:headEnd len="sm" w="sm" type="none"/>
            <a:tailEnd len="sm" w="sm" type="none"/>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01" name="Google Shape;801;p84"/>
          <p:cNvCxnSpPr/>
          <p:nvPr/>
        </p:nvCxnSpPr>
        <p:spPr>
          <a:xfrm>
            <a:off x="10488166" y="3592525"/>
            <a:ext cx="0" cy="836400"/>
          </a:xfrm>
          <a:prstGeom prst="straightConnector1">
            <a:avLst/>
          </a:prstGeom>
          <a:noFill/>
          <a:ln cap="flat" cmpd="sng" w="14300">
            <a:solidFill>
              <a:srgbClr val="E8E8F0"/>
            </a:solidFill>
            <a:prstDash val="solid"/>
            <a:round/>
            <a:headEnd len="sm" w="sm" type="none"/>
            <a:tailEnd len="sm" w="sm" type="none"/>
          </a:ln>
        </p:spPr>
      </p:cxnSp>
      <p:cxnSp>
        <p:nvCxnSpPr>
          <p:cNvPr id="802" name="Google Shape;802;p84"/>
          <p:cNvCxnSpPr/>
          <p:nvPr/>
        </p:nvCxnSpPr>
        <p:spPr>
          <a:xfrm>
            <a:off x="12362686" y="3592525"/>
            <a:ext cx="0" cy="836400"/>
          </a:xfrm>
          <a:prstGeom prst="straightConnector1">
            <a:avLst/>
          </a:prstGeom>
          <a:noFill/>
          <a:ln cap="flat" cmpd="sng" w="14300">
            <a:solidFill>
              <a:srgbClr val="E8E8F0"/>
            </a:solidFill>
            <a:prstDash val="solid"/>
            <a:round/>
            <a:headEnd len="sm" w="sm" type="none"/>
            <a:tailEnd len="sm" w="sm" type="none"/>
          </a:ln>
        </p:spPr>
      </p:cxnSp>
      <p:cxnSp>
        <p:nvCxnSpPr>
          <p:cNvPr id="803" name="Google Shape;803;p84"/>
          <p:cNvCxnSpPr/>
          <p:nvPr/>
        </p:nvCxnSpPr>
        <p:spPr>
          <a:xfrm>
            <a:off x="14237205" y="3592525"/>
            <a:ext cx="0" cy="836400"/>
          </a:xfrm>
          <a:prstGeom prst="straightConnector1">
            <a:avLst/>
          </a:prstGeom>
          <a:noFill/>
          <a:ln cap="flat" cmpd="sng" w="14300">
            <a:solidFill>
              <a:srgbClr val="E8E8F0"/>
            </a:solidFill>
            <a:prstDash val="solid"/>
            <a:round/>
            <a:headEnd len="sm" w="sm" type="none"/>
            <a:tailEnd len="sm" w="sm" type="none"/>
          </a:ln>
        </p:spPr>
      </p:cxnSp>
      <p:cxnSp>
        <p:nvCxnSpPr>
          <p:cNvPr id="804" name="Google Shape;804;p84"/>
          <p:cNvCxnSpPr/>
          <p:nvPr/>
        </p:nvCxnSpPr>
        <p:spPr>
          <a:xfrm>
            <a:off x="16111728" y="3399521"/>
            <a:ext cx="0" cy="729300"/>
          </a:xfrm>
          <a:prstGeom prst="straightConnector1">
            <a:avLst/>
          </a:prstGeom>
          <a:noFill/>
          <a:ln cap="flat" cmpd="sng" w="14300">
            <a:solidFill>
              <a:srgbClr val="E8E8F0"/>
            </a:solidFill>
            <a:prstDash val="solid"/>
            <a:round/>
            <a:headEnd len="sm" w="sm" type="none"/>
            <a:tailEnd len="sm" w="sm" type="none"/>
          </a:ln>
        </p:spPr>
      </p:cxnSp>
      <p:cxnSp>
        <p:nvCxnSpPr>
          <p:cNvPr id="805" name="Google Shape;805;p84"/>
          <p:cNvCxnSpPr/>
          <p:nvPr/>
        </p:nvCxnSpPr>
        <p:spPr>
          <a:xfrm>
            <a:off x="4005071" y="3592525"/>
            <a:ext cx="0" cy="836400"/>
          </a:xfrm>
          <a:prstGeom prst="straightConnector1">
            <a:avLst/>
          </a:prstGeom>
          <a:noFill/>
          <a:ln cap="flat" cmpd="sng" w="14300">
            <a:solidFill>
              <a:srgbClr val="D0D0E0"/>
            </a:solidFill>
            <a:prstDash val="solid"/>
            <a:round/>
            <a:headEnd len="sm" w="sm" type="none"/>
            <a:tailEnd len="sm" w="sm" type="none"/>
          </a:ln>
        </p:spPr>
      </p:cxnSp>
      <p:cxnSp>
        <p:nvCxnSpPr>
          <p:cNvPr id="806" name="Google Shape;806;p84"/>
          <p:cNvCxnSpPr/>
          <p:nvPr/>
        </p:nvCxnSpPr>
        <p:spPr>
          <a:xfrm>
            <a:off x="8613646" y="3592525"/>
            <a:ext cx="0" cy="836400"/>
          </a:xfrm>
          <a:prstGeom prst="straightConnector1">
            <a:avLst/>
          </a:prstGeom>
          <a:noFill/>
          <a:ln cap="flat" cmpd="sng" w="14300">
            <a:solidFill>
              <a:srgbClr val="D0D0E0"/>
            </a:solidFill>
            <a:prstDash val="solid"/>
            <a:round/>
            <a:headEnd len="sm" w="sm" type="none"/>
            <a:tailEnd len="sm" w="sm" type="none"/>
          </a:ln>
        </p:spPr>
      </p:cxnSp>
      <p:sp>
        <p:nvSpPr>
          <p:cNvPr id="807" name="Google Shape;807;p84"/>
          <p:cNvSpPr/>
          <p:nvPr/>
        </p:nvSpPr>
        <p:spPr>
          <a:xfrm>
            <a:off x="877824" y="3592525"/>
            <a:ext cx="3045300" cy="8364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000033"/>
              </a:buClr>
              <a:buSzPts val="1400"/>
              <a:buFont typeface="Calibri"/>
              <a:buNone/>
            </a:pPr>
            <a:r>
              <a:rPr b="1" i="0" lang="en-US" sz="1700" u="none" cap="none" strike="noStrike">
                <a:solidFill>
                  <a:srgbClr val="000033"/>
                </a:solidFill>
                <a:latin typeface="Calibri"/>
                <a:ea typeface="Calibri"/>
                <a:cs typeface="Calibri"/>
                <a:sym typeface="Calibri"/>
              </a:rPr>
              <a:t>Fase 2 · Nombre de la fase</a:t>
            </a:r>
            <a:endParaRPr b="0" i="0" sz="1800" u="none" cap="none" strike="noStrike">
              <a:solidFill>
                <a:schemeClr val="dk1"/>
              </a:solidFill>
              <a:latin typeface="Calibri"/>
              <a:ea typeface="Calibri"/>
              <a:cs typeface="Calibri"/>
              <a:sym typeface="Calibri"/>
            </a:endParaRPr>
          </a:p>
        </p:txBody>
      </p:sp>
      <p:sp>
        <p:nvSpPr>
          <p:cNvPr id="808" name="Google Shape;808;p84"/>
          <p:cNvSpPr/>
          <p:nvPr/>
        </p:nvSpPr>
        <p:spPr>
          <a:xfrm>
            <a:off x="4164252" y="3592525"/>
            <a:ext cx="4224600" cy="8364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4A4A6A"/>
              </a:buClr>
              <a:buSzPts val="1200"/>
              <a:buFont typeface="Calibri"/>
              <a:buNone/>
            </a:pPr>
            <a:r>
              <a:rPr lang="en-US">
                <a:solidFill>
                  <a:schemeClr val="dk1"/>
                </a:solidFill>
                <a:latin typeface="Montserrat"/>
                <a:ea typeface="Montserrat"/>
                <a:cs typeface="Montserrat"/>
                <a:sym typeface="Montserrat"/>
              </a:rPr>
              <a:t>-  Entregable de la fase.</a:t>
            </a:r>
            <a:endParaRPr>
              <a:solidFill>
                <a:schemeClr val="dk1"/>
              </a:solidFill>
              <a:latin typeface="Montserrat"/>
              <a:ea typeface="Montserrat"/>
              <a:cs typeface="Montserrat"/>
              <a:sym typeface="Montserrat"/>
            </a:endParaRPr>
          </a:p>
        </p:txBody>
      </p:sp>
      <p:sp>
        <p:nvSpPr>
          <p:cNvPr id="809" name="Google Shape;809;p84"/>
          <p:cNvSpPr/>
          <p:nvPr/>
        </p:nvSpPr>
        <p:spPr>
          <a:xfrm>
            <a:off x="8714230" y="3780856"/>
            <a:ext cx="3547800" cy="460800"/>
          </a:xfrm>
          <a:prstGeom prst="roundRect">
            <a:avLst>
              <a:gd fmla="val 50000" name="adj"/>
            </a:avLst>
          </a:prstGeom>
          <a:solidFill>
            <a:srgbClr val="000033"/>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84"/>
          <p:cNvSpPr/>
          <p:nvPr/>
        </p:nvSpPr>
        <p:spPr>
          <a:xfrm>
            <a:off x="685800" y="6935810"/>
            <a:ext cx="15418200" cy="836400"/>
          </a:xfrm>
          <a:prstGeom prst="rect">
            <a:avLst/>
          </a:prstGeom>
          <a:solidFill>
            <a:srgbClr val="F8F8FC"/>
          </a:solidFill>
          <a:ln cap="flat" cmpd="sng" w="14300">
            <a:solidFill>
              <a:srgbClr val="D0D0E0"/>
            </a:solidFill>
            <a:prstDash val="solid"/>
            <a:round/>
            <a:headEnd len="sm" w="sm" type="none"/>
            <a:tailEnd len="sm" w="sm" type="none"/>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11" name="Google Shape;811;p84"/>
          <p:cNvCxnSpPr/>
          <p:nvPr/>
        </p:nvCxnSpPr>
        <p:spPr>
          <a:xfrm>
            <a:off x="10488166" y="6935795"/>
            <a:ext cx="0" cy="836400"/>
          </a:xfrm>
          <a:prstGeom prst="straightConnector1">
            <a:avLst/>
          </a:prstGeom>
          <a:noFill/>
          <a:ln cap="flat" cmpd="sng" w="14300">
            <a:solidFill>
              <a:srgbClr val="E8E8F0"/>
            </a:solidFill>
            <a:prstDash val="solid"/>
            <a:round/>
            <a:headEnd len="sm" w="sm" type="none"/>
            <a:tailEnd len="sm" w="sm" type="none"/>
          </a:ln>
        </p:spPr>
      </p:cxnSp>
      <p:cxnSp>
        <p:nvCxnSpPr>
          <p:cNvPr id="812" name="Google Shape;812;p84"/>
          <p:cNvCxnSpPr/>
          <p:nvPr/>
        </p:nvCxnSpPr>
        <p:spPr>
          <a:xfrm>
            <a:off x="12362686" y="6935795"/>
            <a:ext cx="0" cy="836400"/>
          </a:xfrm>
          <a:prstGeom prst="straightConnector1">
            <a:avLst/>
          </a:prstGeom>
          <a:noFill/>
          <a:ln cap="flat" cmpd="sng" w="14300">
            <a:solidFill>
              <a:srgbClr val="E8E8F0"/>
            </a:solidFill>
            <a:prstDash val="solid"/>
            <a:round/>
            <a:headEnd len="sm" w="sm" type="none"/>
            <a:tailEnd len="sm" w="sm" type="none"/>
          </a:ln>
        </p:spPr>
      </p:cxnSp>
      <p:cxnSp>
        <p:nvCxnSpPr>
          <p:cNvPr id="813" name="Google Shape;813;p84"/>
          <p:cNvCxnSpPr/>
          <p:nvPr/>
        </p:nvCxnSpPr>
        <p:spPr>
          <a:xfrm>
            <a:off x="14237205" y="6935795"/>
            <a:ext cx="0" cy="836400"/>
          </a:xfrm>
          <a:prstGeom prst="straightConnector1">
            <a:avLst/>
          </a:prstGeom>
          <a:noFill/>
          <a:ln cap="flat" cmpd="sng" w="14300">
            <a:solidFill>
              <a:srgbClr val="E8E8F0"/>
            </a:solidFill>
            <a:prstDash val="solid"/>
            <a:round/>
            <a:headEnd len="sm" w="sm" type="none"/>
            <a:tailEnd len="sm" w="sm" type="none"/>
          </a:ln>
        </p:spPr>
      </p:cxnSp>
      <p:cxnSp>
        <p:nvCxnSpPr>
          <p:cNvPr id="814" name="Google Shape;814;p84"/>
          <p:cNvCxnSpPr/>
          <p:nvPr/>
        </p:nvCxnSpPr>
        <p:spPr>
          <a:xfrm>
            <a:off x="16111728" y="6314811"/>
            <a:ext cx="0" cy="729300"/>
          </a:xfrm>
          <a:prstGeom prst="straightConnector1">
            <a:avLst/>
          </a:prstGeom>
          <a:noFill/>
          <a:ln cap="flat" cmpd="sng" w="14300">
            <a:solidFill>
              <a:srgbClr val="E8E8F0"/>
            </a:solidFill>
            <a:prstDash val="solid"/>
            <a:round/>
            <a:headEnd len="sm" w="sm" type="none"/>
            <a:tailEnd len="sm" w="sm" type="none"/>
          </a:ln>
        </p:spPr>
      </p:cxnSp>
      <p:cxnSp>
        <p:nvCxnSpPr>
          <p:cNvPr id="815" name="Google Shape;815;p84"/>
          <p:cNvCxnSpPr/>
          <p:nvPr/>
        </p:nvCxnSpPr>
        <p:spPr>
          <a:xfrm>
            <a:off x="4005071" y="6935795"/>
            <a:ext cx="0" cy="836400"/>
          </a:xfrm>
          <a:prstGeom prst="straightConnector1">
            <a:avLst/>
          </a:prstGeom>
          <a:noFill/>
          <a:ln cap="flat" cmpd="sng" w="14300">
            <a:solidFill>
              <a:srgbClr val="D0D0E0"/>
            </a:solidFill>
            <a:prstDash val="solid"/>
            <a:round/>
            <a:headEnd len="sm" w="sm" type="none"/>
            <a:tailEnd len="sm" w="sm" type="none"/>
          </a:ln>
        </p:spPr>
      </p:cxnSp>
      <p:cxnSp>
        <p:nvCxnSpPr>
          <p:cNvPr id="816" name="Google Shape;816;p84"/>
          <p:cNvCxnSpPr/>
          <p:nvPr/>
        </p:nvCxnSpPr>
        <p:spPr>
          <a:xfrm>
            <a:off x="8613646" y="6935795"/>
            <a:ext cx="0" cy="836400"/>
          </a:xfrm>
          <a:prstGeom prst="straightConnector1">
            <a:avLst/>
          </a:prstGeom>
          <a:noFill/>
          <a:ln cap="flat" cmpd="sng" w="14300">
            <a:solidFill>
              <a:srgbClr val="D0D0E0"/>
            </a:solidFill>
            <a:prstDash val="solid"/>
            <a:round/>
            <a:headEnd len="sm" w="sm" type="none"/>
            <a:tailEnd len="sm" w="sm" type="none"/>
          </a:ln>
        </p:spPr>
      </p:cxnSp>
      <p:sp>
        <p:nvSpPr>
          <p:cNvPr id="817" name="Google Shape;817;p84"/>
          <p:cNvSpPr/>
          <p:nvPr/>
        </p:nvSpPr>
        <p:spPr>
          <a:xfrm>
            <a:off x="877824" y="6935795"/>
            <a:ext cx="3045300" cy="8364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000033"/>
              </a:buClr>
              <a:buSzPts val="1400"/>
              <a:buFont typeface="Calibri"/>
              <a:buNone/>
            </a:pPr>
            <a:r>
              <a:rPr b="1" i="0" lang="en-US" sz="1700" u="none" cap="none" strike="noStrike">
                <a:solidFill>
                  <a:srgbClr val="000033"/>
                </a:solidFill>
                <a:latin typeface="Calibri"/>
                <a:ea typeface="Calibri"/>
                <a:cs typeface="Calibri"/>
                <a:sym typeface="Calibri"/>
              </a:rPr>
              <a:t>Fase 4 · Nombre de la fase</a:t>
            </a:r>
            <a:endParaRPr b="0" i="0" sz="1800" u="none" cap="none" strike="noStrike">
              <a:solidFill>
                <a:schemeClr val="dk1"/>
              </a:solidFill>
              <a:latin typeface="Calibri"/>
              <a:ea typeface="Calibri"/>
              <a:cs typeface="Calibri"/>
              <a:sym typeface="Calibri"/>
            </a:endParaRPr>
          </a:p>
        </p:txBody>
      </p:sp>
      <p:sp>
        <p:nvSpPr>
          <p:cNvPr id="818" name="Google Shape;818;p84"/>
          <p:cNvSpPr/>
          <p:nvPr/>
        </p:nvSpPr>
        <p:spPr>
          <a:xfrm>
            <a:off x="4224527" y="6935795"/>
            <a:ext cx="4224600" cy="8364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4A4A6A"/>
              </a:buClr>
              <a:buSzPts val="1200"/>
              <a:buFont typeface="Calibri"/>
              <a:buNone/>
            </a:pPr>
            <a:r>
              <a:rPr lang="en-US">
                <a:solidFill>
                  <a:schemeClr val="dk1"/>
                </a:solidFill>
                <a:latin typeface="Montserrat"/>
                <a:ea typeface="Montserrat"/>
                <a:cs typeface="Montserrat"/>
                <a:sym typeface="Montserrat"/>
              </a:rPr>
              <a:t>-  Entregable de la fase.</a:t>
            </a:r>
            <a:endParaRPr>
              <a:solidFill>
                <a:schemeClr val="dk1"/>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6A"/>
              </a:buClr>
              <a:buSzPts val="1200"/>
              <a:buFont typeface="Calibri"/>
              <a:buNone/>
            </a:pPr>
            <a:r>
              <a:rPr lang="en-US">
                <a:solidFill>
                  <a:schemeClr val="dk1"/>
                </a:solidFill>
                <a:latin typeface="Montserrat"/>
                <a:ea typeface="Montserrat"/>
                <a:cs typeface="Montserrat"/>
                <a:sym typeface="Montserrat"/>
              </a:rPr>
              <a:t>-  Entregable de la fase.</a:t>
            </a:r>
            <a:endParaRPr>
              <a:solidFill>
                <a:schemeClr val="dk1"/>
              </a:solidFill>
              <a:latin typeface="Montserrat"/>
              <a:ea typeface="Montserrat"/>
              <a:cs typeface="Montserrat"/>
              <a:sym typeface="Montserrat"/>
            </a:endParaRPr>
          </a:p>
        </p:txBody>
      </p:sp>
      <p:sp>
        <p:nvSpPr>
          <p:cNvPr id="819" name="Google Shape;819;p84"/>
          <p:cNvSpPr/>
          <p:nvPr/>
        </p:nvSpPr>
        <p:spPr>
          <a:xfrm>
            <a:off x="12463227" y="7127376"/>
            <a:ext cx="1673400" cy="460800"/>
          </a:xfrm>
          <a:prstGeom prst="roundRect">
            <a:avLst>
              <a:gd fmla="val 50000" name="adj"/>
            </a:avLst>
          </a:prstGeom>
          <a:solidFill>
            <a:srgbClr val="000033"/>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 name="Google Shape;820;p84"/>
          <p:cNvSpPr/>
          <p:nvPr/>
        </p:nvSpPr>
        <p:spPr>
          <a:xfrm>
            <a:off x="685800" y="8245274"/>
            <a:ext cx="3154500" cy="10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400"/>
              <a:buFont typeface="Calibri"/>
              <a:buNone/>
            </a:pPr>
            <a:r>
              <a:rPr b="1" i="0" lang="en-US" sz="1400" u="none" cap="none" strike="noStrike">
                <a:solidFill>
                  <a:srgbClr val="000033"/>
                </a:solidFill>
                <a:latin typeface="Calibri"/>
                <a:ea typeface="Calibri"/>
                <a:cs typeface="Calibri"/>
                <a:sym typeface="Calibri"/>
              </a:rPr>
              <a:t>HITOS DE CONTROL</a:t>
            </a:r>
            <a:endParaRPr b="0" i="0" sz="1400" u="none" cap="none" strike="noStrike">
              <a:solidFill>
                <a:schemeClr val="dk1"/>
              </a:solidFill>
              <a:latin typeface="Calibri"/>
              <a:ea typeface="Calibri"/>
              <a:cs typeface="Calibri"/>
              <a:sym typeface="Calibri"/>
            </a:endParaRPr>
          </a:p>
        </p:txBody>
      </p:sp>
      <p:sp>
        <p:nvSpPr>
          <p:cNvPr id="821" name="Google Shape;821;p84"/>
          <p:cNvSpPr/>
          <p:nvPr/>
        </p:nvSpPr>
        <p:spPr>
          <a:xfrm>
            <a:off x="4005075" y="8229600"/>
            <a:ext cx="2898600" cy="1571100"/>
          </a:xfrm>
          <a:prstGeom prst="roundRect">
            <a:avLst>
              <a:gd fmla="val 6410" name="adj"/>
            </a:avLst>
          </a:prstGeom>
          <a:solidFill>
            <a:srgbClr val="F4F2FA"/>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 name="Google Shape;822;p84"/>
          <p:cNvSpPr/>
          <p:nvPr/>
        </p:nvSpPr>
        <p:spPr>
          <a:xfrm>
            <a:off x="4187955" y="8340243"/>
            <a:ext cx="2606100" cy="331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5058C"/>
              </a:buClr>
              <a:buSzPts val="1000"/>
              <a:buFont typeface="Calibri"/>
              <a:buNone/>
            </a:pPr>
            <a:r>
              <a:rPr b="1" i="0" lang="en-US" sz="1400" u="none" cap="none" strike="noStrike">
                <a:solidFill>
                  <a:srgbClr val="05058C"/>
                </a:solidFill>
                <a:latin typeface="Calibri"/>
                <a:ea typeface="Calibri"/>
                <a:cs typeface="Calibri"/>
                <a:sym typeface="Calibri"/>
              </a:rPr>
              <a:t>◆  MES 1</a:t>
            </a:r>
            <a:endParaRPr b="0" i="0" sz="1400" u="none" cap="none" strike="noStrike">
              <a:solidFill>
                <a:schemeClr val="dk1"/>
              </a:solidFill>
              <a:latin typeface="Calibri"/>
              <a:ea typeface="Calibri"/>
              <a:cs typeface="Calibri"/>
              <a:sym typeface="Calibri"/>
            </a:endParaRPr>
          </a:p>
        </p:txBody>
      </p:sp>
      <p:sp>
        <p:nvSpPr>
          <p:cNvPr id="823" name="Google Shape;823;p84"/>
          <p:cNvSpPr/>
          <p:nvPr/>
        </p:nvSpPr>
        <p:spPr>
          <a:xfrm>
            <a:off x="4187955" y="8694299"/>
            <a:ext cx="2606100" cy="1051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Calibri"/>
              <a:buNone/>
            </a:pPr>
            <a:r>
              <a:rPr b="0" i="0" lang="en-US" sz="1400" u="none" cap="none" strike="noStrike">
                <a:solidFill>
                  <a:srgbClr val="000033"/>
                </a:solidFill>
                <a:latin typeface="Montserrat"/>
                <a:ea typeface="Montserrat"/>
                <a:cs typeface="Montserrat"/>
                <a:sym typeface="Montserrat"/>
              </a:rPr>
              <a:t>Hito del mes.</a:t>
            </a:r>
            <a:endParaRPr b="0" i="0" sz="1400" u="none" cap="none" strike="noStrike">
              <a:solidFill>
                <a:schemeClr val="dk1"/>
              </a:solidFill>
              <a:latin typeface="Montserrat"/>
              <a:ea typeface="Montserrat"/>
              <a:cs typeface="Montserrat"/>
              <a:sym typeface="Montserrat"/>
            </a:endParaRPr>
          </a:p>
        </p:txBody>
      </p:sp>
      <p:sp>
        <p:nvSpPr>
          <p:cNvPr id="824" name="Google Shape;824;p84"/>
          <p:cNvSpPr/>
          <p:nvPr/>
        </p:nvSpPr>
        <p:spPr>
          <a:xfrm>
            <a:off x="7077456" y="8229600"/>
            <a:ext cx="2898600" cy="1571100"/>
          </a:xfrm>
          <a:prstGeom prst="roundRect">
            <a:avLst>
              <a:gd fmla="val 6410" name="adj"/>
            </a:avLst>
          </a:prstGeom>
          <a:solidFill>
            <a:srgbClr val="F4F2FA"/>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84"/>
          <p:cNvSpPr/>
          <p:nvPr/>
        </p:nvSpPr>
        <p:spPr>
          <a:xfrm>
            <a:off x="7260336" y="8340243"/>
            <a:ext cx="2606100" cy="331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5058C"/>
              </a:buClr>
              <a:buSzPts val="1000"/>
              <a:buFont typeface="Calibri"/>
              <a:buNone/>
            </a:pPr>
            <a:r>
              <a:rPr b="1" i="0" lang="en-US" sz="1400" u="none" cap="none" strike="noStrike">
                <a:solidFill>
                  <a:srgbClr val="05058C"/>
                </a:solidFill>
                <a:latin typeface="Calibri"/>
                <a:ea typeface="Calibri"/>
                <a:cs typeface="Calibri"/>
                <a:sym typeface="Calibri"/>
              </a:rPr>
              <a:t>◆  MES 2</a:t>
            </a:r>
            <a:endParaRPr b="0" i="0" sz="1400" u="none" cap="none" strike="noStrike">
              <a:solidFill>
                <a:schemeClr val="dk1"/>
              </a:solidFill>
              <a:latin typeface="Calibri"/>
              <a:ea typeface="Calibri"/>
              <a:cs typeface="Calibri"/>
              <a:sym typeface="Calibri"/>
            </a:endParaRPr>
          </a:p>
        </p:txBody>
      </p:sp>
      <p:sp>
        <p:nvSpPr>
          <p:cNvPr id="826" name="Google Shape;826;p84"/>
          <p:cNvSpPr/>
          <p:nvPr/>
        </p:nvSpPr>
        <p:spPr>
          <a:xfrm>
            <a:off x="7260336" y="8694299"/>
            <a:ext cx="2606100" cy="1051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Calibri"/>
              <a:buNone/>
            </a:pPr>
            <a:r>
              <a:rPr b="0" i="0" lang="en-US" sz="1400" u="none" cap="none" strike="noStrike">
                <a:solidFill>
                  <a:srgbClr val="000033"/>
                </a:solidFill>
                <a:latin typeface="Montserrat"/>
                <a:ea typeface="Montserrat"/>
                <a:cs typeface="Montserrat"/>
                <a:sym typeface="Montserrat"/>
              </a:rPr>
              <a:t>Hito del mes.</a:t>
            </a:r>
            <a:endParaRPr b="0" i="0" sz="1400" u="none" cap="none" strike="noStrike">
              <a:solidFill>
                <a:schemeClr val="dk1"/>
              </a:solidFill>
              <a:latin typeface="Montserrat"/>
              <a:ea typeface="Montserrat"/>
              <a:cs typeface="Montserrat"/>
              <a:sym typeface="Montserrat"/>
            </a:endParaRPr>
          </a:p>
        </p:txBody>
      </p:sp>
      <p:sp>
        <p:nvSpPr>
          <p:cNvPr id="827" name="Google Shape;827;p84"/>
          <p:cNvSpPr/>
          <p:nvPr/>
        </p:nvSpPr>
        <p:spPr>
          <a:xfrm>
            <a:off x="10149837" y="8229600"/>
            <a:ext cx="2898600" cy="1571100"/>
          </a:xfrm>
          <a:prstGeom prst="roundRect">
            <a:avLst>
              <a:gd fmla="val 6410" name="adj"/>
            </a:avLst>
          </a:prstGeom>
          <a:solidFill>
            <a:srgbClr val="F4F2FA"/>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84"/>
          <p:cNvSpPr/>
          <p:nvPr/>
        </p:nvSpPr>
        <p:spPr>
          <a:xfrm>
            <a:off x="10332717" y="8340243"/>
            <a:ext cx="2606100" cy="331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5058C"/>
              </a:buClr>
              <a:buSzPts val="1000"/>
              <a:buFont typeface="Calibri"/>
              <a:buNone/>
            </a:pPr>
            <a:r>
              <a:rPr b="1" i="0" lang="en-US" sz="1400" u="none" cap="none" strike="noStrike">
                <a:solidFill>
                  <a:srgbClr val="05058C"/>
                </a:solidFill>
                <a:latin typeface="Calibri"/>
                <a:ea typeface="Calibri"/>
                <a:cs typeface="Calibri"/>
                <a:sym typeface="Calibri"/>
              </a:rPr>
              <a:t>◆  MES 3</a:t>
            </a:r>
            <a:endParaRPr b="0" i="0" sz="1400" u="none" cap="none" strike="noStrike">
              <a:solidFill>
                <a:schemeClr val="dk1"/>
              </a:solidFill>
              <a:latin typeface="Calibri"/>
              <a:ea typeface="Calibri"/>
              <a:cs typeface="Calibri"/>
              <a:sym typeface="Calibri"/>
            </a:endParaRPr>
          </a:p>
        </p:txBody>
      </p:sp>
      <p:sp>
        <p:nvSpPr>
          <p:cNvPr id="829" name="Google Shape;829;p84"/>
          <p:cNvSpPr/>
          <p:nvPr/>
        </p:nvSpPr>
        <p:spPr>
          <a:xfrm>
            <a:off x="10332717" y="8694299"/>
            <a:ext cx="2606100" cy="1051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Calibri"/>
              <a:buNone/>
            </a:pPr>
            <a:r>
              <a:rPr b="0" i="0" lang="en-US" sz="1400" u="none" cap="none" strike="noStrike">
                <a:solidFill>
                  <a:srgbClr val="000033"/>
                </a:solidFill>
                <a:latin typeface="Montserrat"/>
                <a:ea typeface="Montserrat"/>
                <a:cs typeface="Montserrat"/>
                <a:sym typeface="Montserrat"/>
              </a:rPr>
              <a:t>Hito del mes.</a:t>
            </a:r>
            <a:endParaRPr b="0" i="0" sz="1400" u="none" cap="none" strike="noStrike">
              <a:solidFill>
                <a:srgbClr val="000033"/>
              </a:solidFill>
              <a:latin typeface="Montserrat"/>
              <a:ea typeface="Montserrat"/>
              <a:cs typeface="Montserrat"/>
              <a:sym typeface="Montserrat"/>
            </a:endParaRPr>
          </a:p>
          <a:p>
            <a:pPr indent="0" lvl="0" marL="0" marR="0" rtl="0" algn="l">
              <a:lnSpc>
                <a:spcPct val="110000"/>
              </a:lnSpc>
              <a:spcBef>
                <a:spcPts val="0"/>
              </a:spcBef>
              <a:spcAft>
                <a:spcPts val="0"/>
              </a:spcAft>
              <a:buClr>
                <a:srgbClr val="000033"/>
              </a:buClr>
              <a:buSzPts val="1200"/>
              <a:buFont typeface="Calibri"/>
              <a:buNone/>
            </a:pPr>
            <a:r>
              <a:rPr lang="en-US">
                <a:solidFill>
                  <a:srgbClr val="000033"/>
                </a:solidFill>
                <a:latin typeface="Montserrat"/>
                <a:ea typeface="Montserrat"/>
                <a:cs typeface="Montserrat"/>
                <a:sym typeface="Montserrat"/>
              </a:rPr>
              <a:t>Hito del mes.</a:t>
            </a:r>
            <a:endParaRPr>
              <a:solidFill>
                <a:srgbClr val="000033"/>
              </a:solidFill>
              <a:latin typeface="Montserrat"/>
              <a:ea typeface="Montserrat"/>
              <a:cs typeface="Montserrat"/>
              <a:sym typeface="Montserrat"/>
            </a:endParaRPr>
          </a:p>
        </p:txBody>
      </p:sp>
      <p:sp>
        <p:nvSpPr>
          <p:cNvPr id="830" name="Google Shape;830;p84"/>
          <p:cNvSpPr/>
          <p:nvPr/>
        </p:nvSpPr>
        <p:spPr>
          <a:xfrm>
            <a:off x="13222218" y="8229600"/>
            <a:ext cx="2880300" cy="1571100"/>
          </a:xfrm>
          <a:prstGeom prst="roundRect">
            <a:avLst>
              <a:gd fmla="val 6410" name="adj"/>
            </a:avLst>
          </a:prstGeom>
          <a:solidFill>
            <a:srgbClr val="F4F2FA"/>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84"/>
          <p:cNvSpPr/>
          <p:nvPr/>
        </p:nvSpPr>
        <p:spPr>
          <a:xfrm>
            <a:off x="13405098" y="8340243"/>
            <a:ext cx="2587800" cy="331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5058C"/>
              </a:buClr>
              <a:buSzPts val="1000"/>
              <a:buFont typeface="Calibri"/>
              <a:buNone/>
            </a:pPr>
            <a:r>
              <a:rPr b="1" i="0" lang="en-US" sz="1400" u="none" cap="none" strike="noStrike">
                <a:solidFill>
                  <a:srgbClr val="05058C"/>
                </a:solidFill>
                <a:latin typeface="Calibri"/>
                <a:ea typeface="Calibri"/>
                <a:cs typeface="Calibri"/>
                <a:sym typeface="Calibri"/>
              </a:rPr>
              <a:t>◆  MES 4</a:t>
            </a:r>
            <a:endParaRPr b="0" i="0" sz="1400" u="none" cap="none" strike="noStrike">
              <a:solidFill>
                <a:schemeClr val="dk1"/>
              </a:solidFill>
              <a:latin typeface="Calibri"/>
              <a:ea typeface="Calibri"/>
              <a:cs typeface="Calibri"/>
              <a:sym typeface="Calibri"/>
            </a:endParaRPr>
          </a:p>
        </p:txBody>
      </p:sp>
      <p:sp>
        <p:nvSpPr>
          <p:cNvPr id="832" name="Google Shape;832;p84"/>
          <p:cNvSpPr/>
          <p:nvPr/>
        </p:nvSpPr>
        <p:spPr>
          <a:xfrm>
            <a:off x="13405098" y="8694299"/>
            <a:ext cx="2587800" cy="1051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Calibri"/>
              <a:buNone/>
            </a:pPr>
            <a:r>
              <a:rPr b="0" i="0" lang="en-US" sz="1400" u="none" cap="none" strike="noStrike">
                <a:solidFill>
                  <a:srgbClr val="000033"/>
                </a:solidFill>
                <a:latin typeface="Montserrat"/>
                <a:ea typeface="Montserrat"/>
                <a:cs typeface="Montserrat"/>
                <a:sym typeface="Montserrat"/>
              </a:rPr>
              <a:t>Hito del mes.</a:t>
            </a:r>
            <a:endParaRPr b="0" i="0" sz="1400" u="none" cap="none" strike="noStrike">
              <a:solidFill>
                <a:schemeClr val="dk1"/>
              </a:solidFill>
              <a:latin typeface="Montserrat"/>
              <a:ea typeface="Montserrat"/>
              <a:cs typeface="Montserrat"/>
              <a:sym typeface="Montserrat"/>
            </a:endParaRPr>
          </a:p>
        </p:txBody>
      </p:sp>
      <p:sp>
        <p:nvSpPr>
          <p:cNvPr id="833" name="Google Shape;833;p84"/>
          <p:cNvSpPr/>
          <p:nvPr/>
        </p:nvSpPr>
        <p:spPr>
          <a:xfrm>
            <a:off x="4224527" y="5262208"/>
            <a:ext cx="4224600" cy="838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4A4A6A"/>
              </a:buClr>
              <a:buSzPts val="1200"/>
              <a:buFont typeface="Calibri"/>
              <a:buNone/>
            </a:pPr>
            <a:r>
              <a:rPr lang="en-US">
                <a:solidFill>
                  <a:schemeClr val="dk1"/>
                </a:solidFill>
                <a:latin typeface="Montserrat"/>
                <a:ea typeface="Montserrat"/>
                <a:cs typeface="Montserrat"/>
                <a:sym typeface="Montserrat"/>
              </a:rPr>
              <a:t>-  Entregable de la subfase.</a:t>
            </a:r>
            <a:endParaRPr>
              <a:solidFill>
                <a:schemeClr val="dk1"/>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6A"/>
              </a:buClr>
              <a:buSzPts val="1200"/>
              <a:buFont typeface="Calibri"/>
              <a:buNone/>
            </a:pPr>
            <a:r>
              <a:rPr lang="en-US">
                <a:solidFill>
                  <a:schemeClr val="dk1"/>
                </a:solidFill>
                <a:latin typeface="Montserrat"/>
                <a:ea typeface="Montserrat"/>
                <a:cs typeface="Montserrat"/>
                <a:sym typeface="Montserrat"/>
              </a:rPr>
              <a:t>-  Entregable de la subfase.</a:t>
            </a:r>
            <a:endParaRPr b="0" i="0" u="none" cap="none" strike="noStrike">
              <a:solidFill>
                <a:schemeClr val="dk1"/>
              </a:solidFill>
              <a:latin typeface="Montserrat"/>
              <a:ea typeface="Montserrat"/>
              <a:cs typeface="Montserrat"/>
              <a:sym typeface="Montserrat"/>
            </a:endParaRPr>
          </a:p>
        </p:txBody>
      </p:sp>
      <p:sp>
        <p:nvSpPr>
          <p:cNvPr id="834" name="Google Shape;834;p84"/>
          <p:cNvSpPr/>
          <p:nvPr/>
        </p:nvSpPr>
        <p:spPr>
          <a:xfrm>
            <a:off x="4224527" y="6101119"/>
            <a:ext cx="4224600" cy="838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4A4A6A"/>
              </a:buClr>
              <a:buSzPts val="1200"/>
              <a:buFont typeface="Calibri"/>
              <a:buNone/>
            </a:pPr>
            <a:r>
              <a:rPr lang="en-US">
                <a:solidFill>
                  <a:schemeClr val="dk1"/>
                </a:solidFill>
                <a:latin typeface="Montserrat"/>
                <a:ea typeface="Montserrat"/>
                <a:cs typeface="Montserrat"/>
                <a:sym typeface="Montserrat"/>
              </a:rPr>
              <a:t>-  Entregable de la subfase.</a:t>
            </a:r>
            <a:endParaRPr>
              <a:solidFill>
                <a:schemeClr val="dk1"/>
              </a:solidFill>
              <a:latin typeface="Montserrat"/>
              <a:ea typeface="Montserrat"/>
              <a:cs typeface="Montserrat"/>
              <a:sym typeface="Montserrat"/>
            </a:endParaRPr>
          </a:p>
        </p:txBody>
      </p:sp>
      <p:sp>
        <p:nvSpPr>
          <p:cNvPr id="835" name="Google Shape;835;p84"/>
          <p:cNvSpPr/>
          <p:nvPr/>
        </p:nvSpPr>
        <p:spPr>
          <a:xfrm>
            <a:off x="12399450" y="5480525"/>
            <a:ext cx="3547800" cy="397800"/>
          </a:xfrm>
          <a:prstGeom prst="roundRect">
            <a:avLst>
              <a:gd fmla="val 47368" name="adj"/>
            </a:avLst>
          </a:prstGeom>
          <a:solidFill>
            <a:srgbClr val="D0D0E0"/>
          </a:solidFill>
          <a:ln>
            <a:noFill/>
          </a:ln>
        </p:spPr>
        <p:txBody>
          <a:bodyPr anchorCtr="0" anchor="ctr" bIns="137150" lIns="137150" spcFirstLastPara="1" rIns="137150" wrap="square" tIns="137150">
            <a:noAutofit/>
          </a:bodyPr>
          <a:lstStyle/>
          <a:p>
            <a:pPr indent="0" lvl="0" marL="0" marR="0" rtl="0" algn="ctr">
              <a:lnSpc>
                <a:spcPct val="100000"/>
              </a:lnSpc>
              <a:spcBef>
                <a:spcPts val="0"/>
              </a:spcBef>
              <a:spcAft>
                <a:spcPts val="0"/>
              </a:spcAft>
              <a:buClr>
                <a:srgbClr val="000000"/>
              </a:buClr>
              <a:buSzPts val="1400"/>
              <a:buFont typeface="Arial"/>
              <a:buNone/>
            </a:pPr>
            <a:r>
              <a:rPr lang="en-US">
                <a:latin typeface="Montserrat"/>
                <a:ea typeface="Montserrat"/>
                <a:cs typeface="Montserrat"/>
                <a:sym typeface="Montserrat"/>
              </a:rPr>
              <a:t>Etiqueta de la barra</a:t>
            </a:r>
            <a:endParaRPr i="0" sz="14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840" name="Shape 840"/>
        <p:cNvGrpSpPr/>
        <p:nvPr/>
      </p:nvGrpSpPr>
      <p:grpSpPr>
        <a:xfrm>
          <a:off x="0" y="0"/>
          <a:ext cx="0" cy="0"/>
          <a:chOff x="0" y="0"/>
          <a:chExt cx="0" cy="0"/>
        </a:xfrm>
      </p:grpSpPr>
      <p:pic>
        <p:nvPicPr>
          <p:cNvPr descr="preencoded.png" id="841" name="Google Shape;841;p85"/>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842" name="Google Shape;842;p85"/>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843" name="Google Shape;843;p85"/>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08</a:t>
            </a:r>
            <a:endParaRPr b="0" i="0" sz="9000" u="none" cap="none" strike="noStrike">
              <a:solidFill>
                <a:schemeClr val="dk1"/>
              </a:solidFill>
              <a:latin typeface="Montserrat"/>
              <a:ea typeface="Montserrat"/>
              <a:cs typeface="Montserrat"/>
              <a:sym typeface="Montserrat"/>
            </a:endParaRPr>
          </a:p>
        </p:txBody>
      </p:sp>
      <p:sp>
        <p:nvSpPr>
          <p:cNvPr id="844" name="Google Shape;844;p85"/>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Consideraciones </a:t>
            </a:r>
            <a:endParaRPr b="0" i="0" sz="6600" u="none" cap="none" strike="noStrike">
              <a:solidFill>
                <a:schemeClr val="dk1"/>
              </a:solidFill>
              <a:latin typeface="Calibri"/>
              <a:ea typeface="Calibri"/>
              <a:cs typeface="Calibri"/>
              <a:sym typeface="Calibri"/>
            </a:endParaRPr>
          </a:p>
        </p:txBody>
      </p:sp>
      <p:sp>
        <p:nvSpPr>
          <p:cNvPr id="845" name="Google Shape;845;p85"/>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0" name="Shape 850"/>
        <p:cNvGrpSpPr/>
        <p:nvPr/>
      </p:nvGrpSpPr>
      <p:grpSpPr>
        <a:xfrm>
          <a:off x="0" y="0"/>
          <a:ext cx="0" cy="0"/>
          <a:chOff x="0" y="0"/>
          <a:chExt cx="0" cy="0"/>
        </a:xfrm>
      </p:grpSpPr>
      <p:sp>
        <p:nvSpPr>
          <p:cNvPr id="851" name="Google Shape;851;p86"/>
          <p:cNvSpPr/>
          <p:nvPr/>
        </p:nvSpPr>
        <p:spPr>
          <a:xfrm>
            <a:off x="952500" y="723900"/>
            <a:ext cx="4762351"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Montserrat"/>
                <a:ea typeface="Montserrat"/>
                <a:cs typeface="Montserrat"/>
                <a:sym typeface="Montserrat"/>
              </a:rPr>
              <a:t>CONSIDERACIONES</a:t>
            </a:r>
            <a:endParaRPr b="0" i="0" sz="1800" u="none" cap="none" strike="noStrike">
              <a:solidFill>
                <a:schemeClr val="dk1"/>
              </a:solidFill>
              <a:latin typeface="Montserrat"/>
              <a:ea typeface="Montserrat"/>
              <a:cs typeface="Montserrat"/>
              <a:sym typeface="Montserrat"/>
            </a:endParaRPr>
          </a:p>
        </p:txBody>
      </p:sp>
      <p:sp>
        <p:nvSpPr>
          <p:cNvPr id="852" name="Google Shape;852;p86"/>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853" name="Google Shape;853;p86"/>
          <p:cNvSpPr/>
          <p:nvPr/>
        </p:nvSpPr>
        <p:spPr>
          <a:xfrm>
            <a:off x="952500" y="2347925"/>
            <a:ext cx="16383000" cy="866700"/>
          </a:xfrm>
          <a:prstGeom prst="rect">
            <a:avLst/>
          </a:prstGeom>
          <a:noFill/>
          <a:ln>
            <a:noFill/>
          </a:ln>
        </p:spPr>
        <p:txBody>
          <a:bodyPr anchorCtr="0" anchor="t" bIns="25400" lIns="25400" spcFirstLastPara="1" rIns="25400" wrap="square" tIns="25400">
            <a:noAutofit/>
          </a:bodyPr>
          <a:lstStyle/>
          <a:p>
            <a:pPr indent="0" lvl="0" marL="0" marR="0" rtl="0" algn="l">
              <a:lnSpc>
                <a:spcPct val="126087"/>
              </a:lnSpc>
              <a:spcBef>
                <a:spcPts val="0"/>
              </a:spcBef>
              <a:spcAft>
                <a:spcPts val="0"/>
              </a:spcAft>
              <a:buClr>
                <a:srgbClr val="4A4A6A"/>
              </a:buClr>
              <a:buSzPts val="2250"/>
              <a:buFont typeface="Arial"/>
              <a:buNone/>
            </a:pPr>
            <a:r>
              <a:rPr b="0" i="0" lang="en-US" sz="2250" u="none" cap="none" strike="noStrike">
                <a:solidFill>
                  <a:srgbClr val="4A4A6A"/>
                </a:solidFill>
                <a:latin typeface="Montserrat"/>
                <a:ea typeface="Montserrat"/>
                <a:cs typeface="Montserrat"/>
                <a:sym typeface="Montserrat"/>
              </a:rPr>
              <a:t>Bajada de la slide</a:t>
            </a:r>
            <a:endParaRPr b="0" i="0" sz="2250" u="none" cap="none" strike="noStrike">
              <a:solidFill>
                <a:schemeClr val="dk1"/>
              </a:solidFill>
              <a:latin typeface="Montserrat"/>
              <a:ea typeface="Montserrat"/>
              <a:cs typeface="Montserrat"/>
              <a:sym typeface="Montserrat"/>
            </a:endParaRPr>
          </a:p>
        </p:txBody>
      </p:sp>
      <p:sp>
        <p:nvSpPr>
          <p:cNvPr id="854" name="Google Shape;854;p86"/>
          <p:cNvSpPr/>
          <p:nvPr/>
        </p:nvSpPr>
        <p:spPr>
          <a:xfrm>
            <a:off x="952500" y="3638552"/>
            <a:ext cx="8001000" cy="3774300"/>
          </a:xfrm>
          <a:prstGeom prst="roundRect">
            <a:avLst>
              <a:gd fmla="val 4819" name="adj"/>
            </a:avLst>
          </a:prstGeom>
          <a:solidFill>
            <a:srgbClr val="F4F2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855" name="Google Shape;855;p86"/>
          <p:cNvSpPr/>
          <p:nvPr/>
        </p:nvSpPr>
        <p:spPr>
          <a:xfrm>
            <a:off x="1371600" y="4095737"/>
            <a:ext cx="7879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6E6EB9"/>
              </a:buClr>
              <a:buSzPts val="1800"/>
              <a:buFont typeface="Arial"/>
              <a:buNone/>
            </a:pPr>
            <a:r>
              <a:rPr b="1" i="0" lang="en-US" sz="1800" u="none" cap="none" strike="noStrike">
                <a:solidFill>
                  <a:srgbClr val="6E6EB9"/>
                </a:solidFill>
                <a:latin typeface="Montserrat"/>
                <a:ea typeface="Montserrat"/>
                <a:cs typeface="Montserrat"/>
                <a:sym typeface="Montserrat"/>
              </a:rPr>
              <a:t>NEO ENTREGA</a:t>
            </a:r>
            <a:endParaRPr b="1" i="0" sz="1800" u="none" cap="none" strike="noStrike">
              <a:solidFill>
                <a:schemeClr val="dk1"/>
              </a:solidFill>
              <a:latin typeface="Montserrat"/>
              <a:ea typeface="Montserrat"/>
              <a:cs typeface="Montserrat"/>
              <a:sym typeface="Montserrat"/>
            </a:endParaRPr>
          </a:p>
        </p:txBody>
      </p:sp>
      <p:sp>
        <p:nvSpPr>
          <p:cNvPr id="856" name="Google Shape;856;p86"/>
          <p:cNvSpPr/>
          <p:nvPr/>
        </p:nvSpPr>
        <p:spPr>
          <a:xfrm>
            <a:off x="1371600" y="4562463"/>
            <a:ext cx="7879200" cy="4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700"/>
              <a:buFont typeface="Arial"/>
              <a:buNone/>
            </a:pPr>
            <a:r>
              <a:rPr b="1" i="0" lang="en-US" sz="2700" u="none" cap="none" strike="noStrike">
                <a:solidFill>
                  <a:srgbClr val="000033"/>
                </a:solidFill>
                <a:latin typeface="Montserrat"/>
                <a:ea typeface="Montserrat"/>
                <a:cs typeface="Montserrat"/>
                <a:sym typeface="Montserrat"/>
              </a:rPr>
              <a:t>Título del bloque</a:t>
            </a:r>
            <a:endParaRPr b="0" i="0" sz="2700" u="none" cap="none" strike="noStrike">
              <a:solidFill>
                <a:schemeClr val="dk1"/>
              </a:solidFill>
              <a:latin typeface="Montserrat"/>
              <a:ea typeface="Montserrat"/>
              <a:cs typeface="Montserrat"/>
              <a:sym typeface="Montserrat"/>
            </a:endParaRPr>
          </a:p>
        </p:txBody>
      </p:sp>
      <p:sp>
        <p:nvSpPr>
          <p:cNvPr id="857" name="Google Shape;857;p86"/>
          <p:cNvSpPr/>
          <p:nvPr/>
        </p:nvSpPr>
        <p:spPr>
          <a:xfrm>
            <a:off x="1371600" y="5143488"/>
            <a:ext cx="7377600" cy="1238400"/>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4A4A6A"/>
              </a:buClr>
              <a:buSzPts val="2100"/>
              <a:buFont typeface="Arial"/>
              <a:buNone/>
            </a:pPr>
            <a:r>
              <a:rPr b="0" i="0" lang="en-US" sz="2100" u="none" cap="none" strike="noStrike">
                <a:solidFill>
                  <a:srgbClr val="4A4A6A"/>
                </a:solidFill>
                <a:latin typeface="Montserrat"/>
                <a:ea typeface="Montserrat"/>
                <a:cs typeface="Montserrat"/>
                <a:sym typeface="Montserrat"/>
              </a:rPr>
              <a:t>Descripción del bloque.</a:t>
            </a:r>
            <a:endParaRPr b="0" i="0" sz="2100" u="none" cap="none" strike="noStrike">
              <a:solidFill>
                <a:schemeClr val="dk1"/>
              </a:solidFill>
              <a:latin typeface="Montserrat"/>
              <a:ea typeface="Montserrat"/>
              <a:cs typeface="Montserrat"/>
              <a:sym typeface="Montserrat"/>
            </a:endParaRPr>
          </a:p>
        </p:txBody>
      </p:sp>
      <p:sp>
        <p:nvSpPr>
          <p:cNvPr id="858" name="Google Shape;858;p86"/>
          <p:cNvSpPr/>
          <p:nvPr/>
        </p:nvSpPr>
        <p:spPr>
          <a:xfrm>
            <a:off x="9334500" y="3638552"/>
            <a:ext cx="8001000" cy="3774300"/>
          </a:xfrm>
          <a:prstGeom prst="roundRect">
            <a:avLst>
              <a:gd fmla="val 4819"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ontserrat"/>
              <a:ea typeface="Montserrat"/>
              <a:cs typeface="Montserrat"/>
              <a:sym typeface="Montserrat"/>
            </a:endParaRPr>
          </a:p>
        </p:txBody>
      </p:sp>
      <p:sp>
        <p:nvSpPr>
          <p:cNvPr id="859" name="Google Shape;859;p86"/>
          <p:cNvSpPr/>
          <p:nvPr/>
        </p:nvSpPr>
        <p:spPr>
          <a:xfrm>
            <a:off x="9753600" y="4095737"/>
            <a:ext cx="7879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1" i="0" lang="en-US" sz="1800" u="none" cap="none" strike="noStrike">
                <a:solidFill>
                  <a:srgbClr val="9C9CCB"/>
                </a:solidFill>
                <a:latin typeface="Montserrat"/>
                <a:ea typeface="Montserrat"/>
                <a:cs typeface="Montserrat"/>
                <a:sym typeface="Montserrat"/>
              </a:rPr>
              <a:t>EL CLIENTE EJECUTA</a:t>
            </a:r>
            <a:endParaRPr b="1" i="0" sz="1800" u="none" cap="none" strike="noStrike">
              <a:solidFill>
                <a:schemeClr val="dk1"/>
              </a:solidFill>
              <a:latin typeface="Montserrat"/>
              <a:ea typeface="Montserrat"/>
              <a:cs typeface="Montserrat"/>
              <a:sym typeface="Montserrat"/>
            </a:endParaRPr>
          </a:p>
        </p:txBody>
      </p:sp>
      <p:sp>
        <p:nvSpPr>
          <p:cNvPr id="860" name="Google Shape;860;p86"/>
          <p:cNvSpPr/>
          <p:nvPr/>
        </p:nvSpPr>
        <p:spPr>
          <a:xfrm>
            <a:off x="9753600" y="4562463"/>
            <a:ext cx="7879200" cy="428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2700"/>
              <a:buFont typeface="Arial"/>
              <a:buNone/>
            </a:pPr>
            <a:r>
              <a:rPr b="1" i="0" lang="en-US" sz="2700" u="none" cap="none" strike="noStrike">
                <a:solidFill>
                  <a:srgbClr val="FFFFFF"/>
                </a:solidFill>
                <a:latin typeface="Montserrat"/>
                <a:ea typeface="Montserrat"/>
                <a:cs typeface="Montserrat"/>
                <a:sym typeface="Montserrat"/>
              </a:rPr>
              <a:t>Título del bloque</a:t>
            </a:r>
            <a:endParaRPr b="0" i="0" sz="2700" u="none" cap="none" strike="noStrike">
              <a:solidFill>
                <a:schemeClr val="dk1"/>
              </a:solidFill>
              <a:latin typeface="Montserrat"/>
              <a:ea typeface="Montserrat"/>
              <a:cs typeface="Montserrat"/>
              <a:sym typeface="Montserrat"/>
            </a:endParaRPr>
          </a:p>
        </p:txBody>
      </p:sp>
      <p:sp>
        <p:nvSpPr>
          <p:cNvPr id="861" name="Google Shape;861;p86"/>
          <p:cNvSpPr/>
          <p:nvPr/>
        </p:nvSpPr>
        <p:spPr>
          <a:xfrm>
            <a:off x="9753600" y="5143488"/>
            <a:ext cx="7377600" cy="1238400"/>
          </a:xfrm>
          <a:prstGeom prst="rect">
            <a:avLst/>
          </a:prstGeom>
          <a:noFill/>
          <a:ln>
            <a:noFill/>
          </a:ln>
        </p:spPr>
        <p:txBody>
          <a:bodyPr anchorCtr="0" anchor="t" bIns="25400" lIns="25400" spcFirstLastPara="1" rIns="25400" wrap="square" tIns="25400">
            <a:noAutofit/>
          </a:bodyPr>
          <a:lstStyle/>
          <a:p>
            <a:pPr indent="0" lvl="0" marL="0" marR="0" rtl="0" algn="l">
              <a:lnSpc>
                <a:spcPct val="129231"/>
              </a:lnSpc>
              <a:spcBef>
                <a:spcPts val="0"/>
              </a:spcBef>
              <a:spcAft>
                <a:spcPts val="0"/>
              </a:spcAft>
              <a:buClr>
                <a:srgbClr val="C8C8DE"/>
              </a:buClr>
              <a:buSzPts val="2100"/>
              <a:buFont typeface="Arial"/>
              <a:buNone/>
            </a:pPr>
            <a:r>
              <a:rPr b="0" i="0" lang="en-US" sz="2100" u="none" cap="none" strike="noStrike">
                <a:solidFill>
                  <a:srgbClr val="C8C8DE"/>
                </a:solidFill>
                <a:latin typeface="Montserrat"/>
                <a:ea typeface="Montserrat"/>
                <a:cs typeface="Montserrat"/>
                <a:sym typeface="Montserrat"/>
              </a:rPr>
              <a:t>Descripción del bloque.</a:t>
            </a:r>
            <a:endParaRPr b="0" i="0" sz="2100" u="none" cap="none" strike="noStrike">
              <a:solidFill>
                <a:schemeClr val="dk1"/>
              </a:solidFill>
              <a:latin typeface="Montserrat"/>
              <a:ea typeface="Montserrat"/>
              <a:cs typeface="Montserrat"/>
              <a:sym typeface="Montserrat"/>
            </a:endParaRPr>
          </a:p>
        </p:txBody>
      </p:sp>
      <p:sp>
        <p:nvSpPr>
          <p:cNvPr id="862" name="Google Shape;862;p86"/>
          <p:cNvSpPr/>
          <p:nvPr/>
        </p:nvSpPr>
        <p:spPr>
          <a:xfrm>
            <a:off x="952500" y="9401175"/>
            <a:ext cx="1687449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4A4A6A"/>
              </a:buClr>
              <a:buSzPts val="1800"/>
              <a:buFont typeface="Arial"/>
              <a:buNone/>
            </a:pPr>
            <a:r>
              <a:rPr b="0" i="0" lang="en-US" sz="1800" u="none" cap="none" strike="noStrike">
                <a:solidFill>
                  <a:srgbClr val="4A4A6A"/>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867" name="Shape 867"/>
        <p:cNvGrpSpPr/>
        <p:nvPr/>
      </p:nvGrpSpPr>
      <p:grpSpPr>
        <a:xfrm>
          <a:off x="0" y="0"/>
          <a:ext cx="0" cy="0"/>
          <a:chOff x="0" y="0"/>
          <a:chExt cx="0" cy="0"/>
        </a:xfrm>
      </p:grpSpPr>
      <p:pic>
        <p:nvPicPr>
          <p:cNvPr descr="preencoded.png" id="868" name="Google Shape;868;p87"/>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869" name="Google Shape;869;p87"/>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870" name="Google Shape;870;p87"/>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09</a:t>
            </a:r>
            <a:endParaRPr b="0" i="0" sz="9000" u="none" cap="none" strike="noStrike">
              <a:solidFill>
                <a:schemeClr val="dk1"/>
              </a:solidFill>
              <a:latin typeface="Montserrat"/>
              <a:ea typeface="Montserrat"/>
              <a:cs typeface="Montserrat"/>
              <a:sym typeface="Montserrat"/>
            </a:endParaRPr>
          </a:p>
        </p:txBody>
      </p:sp>
      <p:sp>
        <p:nvSpPr>
          <p:cNvPr id="871" name="Google Shape;871;p87"/>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Estimación de impacto</a:t>
            </a:r>
            <a:endParaRPr b="0" i="0" sz="6600" u="none" cap="none" strike="noStrike">
              <a:solidFill>
                <a:schemeClr val="dk1"/>
              </a:solidFill>
              <a:latin typeface="Calibri"/>
              <a:ea typeface="Calibri"/>
              <a:cs typeface="Calibri"/>
              <a:sym typeface="Calibri"/>
            </a:endParaRPr>
          </a:p>
        </p:txBody>
      </p:sp>
      <p:sp>
        <p:nvSpPr>
          <p:cNvPr id="872" name="Google Shape;872;p87"/>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7" name="Shape 877"/>
        <p:cNvGrpSpPr/>
        <p:nvPr/>
      </p:nvGrpSpPr>
      <p:grpSpPr>
        <a:xfrm>
          <a:off x="0" y="0"/>
          <a:ext cx="0" cy="0"/>
          <a:chOff x="0" y="0"/>
          <a:chExt cx="0" cy="0"/>
        </a:xfrm>
      </p:grpSpPr>
      <p:sp>
        <p:nvSpPr>
          <p:cNvPr id="878" name="Google Shape;878;p88"/>
          <p:cNvSpPr/>
          <p:nvPr/>
        </p:nvSpPr>
        <p:spPr>
          <a:xfrm>
            <a:off x="952500" y="723900"/>
            <a:ext cx="4093428"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800"/>
              <a:buFont typeface="Arial"/>
              <a:buNone/>
            </a:pPr>
            <a:r>
              <a:rPr b="0" i="0" lang="en-US" sz="1800" u="none" cap="none" strike="noStrike">
                <a:solidFill>
                  <a:srgbClr val="05058C"/>
                </a:solidFill>
                <a:latin typeface="Montserrat"/>
                <a:ea typeface="Montserrat"/>
                <a:cs typeface="Montserrat"/>
                <a:sym typeface="Montserrat"/>
              </a:rPr>
              <a:t>ESTIMACIÓN DE IMPACTO</a:t>
            </a:r>
            <a:endParaRPr b="0" i="0" sz="1800" u="none" cap="none" strike="noStrike">
              <a:solidFill>
                <a:schemeClr val="dk1"/>
              </a:solidFill>
              <a:latin typeface="Montserrat"/>
              <a:ea typeface="Montserrat"/>
              <a:cs typeface="Montserrat"/>
              <a:sym typeface="Montserrat"/>
            </a:endParaRPr>
          </a:p>
        </p:txBody>
      </p:sp>
      <p:sp>
        <p:nvSpPr>
          <p:cNvPr id="879" name="Google Shape;879;p88"/>
          <p:cNvSpPr/>
          <p:nvPr/>
        </p:nvSpPr>
        <p:spPr>
          <a:xfrm>
            <a:off x="952500" y="1428750"/>
            <a:ext cx="18021300" cy="72866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4800"/>
              <a:buFont typeface="Georgia"/>
              <a:buNone/>
            </a:pPr>
            <a:r>
              <a:rPr b="1" i="0" lang="en-US" sz="4800" u="none" cap="none" strike="noStrike">
                <a:solidFill>
                  <a:srgbClr val="000033"/>
                </a:solidFill>
                <a:latin typeface="Georgia"/>
                <a:ea typeface="Georgia"/>
                <a:cs typeface="Georgia"/>
                <a:sym typeface="Georgia"/>
              </a:rPr>
              <a:t>Título de la slide</a:t>
            </a:r>
            <a:endParaRPr b="0" i="0" sz="4800" u="none" cap="none" strike="noStrike">
              <a:solidFill>
                <a:schemeClr val="dk1"/>
              </a:solidFill>
              <a:latin typeface="Calibri"/>
              <a:ea typeface="Calibri"/>
              <a:cs typeface="Calibri"/>
              <a:sym typeface="Calibri"/>
            </a:endParaRPr>
          </a:p>
        </p:txBody>
      </p:sp>
      <p:sp>
        <p:nvSpPr>
          <p:cNvPr id="880" name="Google Shape;880;p88"/>
          <p:cNvSpPr/>
          <p:nvPr/>
        </p:nvSpPr>
        <p:spPr>
          <a:xfrm>
            <a:off x="952500" y="3883788"/>
            <a:ext cx="52071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 name="Google Shape;881;p88"/>
          <p:cNvSpPr/>
          <p:nvPr/>
        </p:nvSpPr>
        <p:spPr>
          <a:xfrm>
            <a:off x="952500" y="4207638"/>
            <a:ext cx="5202936" cy="952500"/>
          </a:xfrm>
          <a:prstGeom prst="rect">
            <a:avLst/>
          </a:prstGeom>
          <a:noFill/>
          <a:ln>
            <a:noFill/>
          </a:ln>
        </p:spPr>
        <p:txBody>
          <a:bodyPr anchorCtr="0" anchor="t" bIns="25400" lIns="25400" spcFirstLastPara="1" rIns="25400" wrap="square" tIns="25400">
            <a:noAutofit/>
          </a:bodyPr>
          <a:lstStyle/>
          <a:p>
            <a:pPr indent="0" lvl="0" marL="0" marR="0" rtl="0" algn="l">
              <a:lnSpc>
                <a:spcPct val="86878"/>
              </a:lnSpc>
              <a:spcBef>
                <a:spcPts val="0"/>
              </a:spcBef>
              <a:spcAft>
                <a:spcPts val="0"/>
              </a:spcAft>
              <a:buClr>
                <a:srgbClr val="05058C"/>
              </a:buClr>
              <a:buSzPts val="7200"/>
              <a:buFont typeface="Arial"/>
              <a:buNone/>
            </a:pPr>
            <a:r>
              <a:rPr b="1" i="0" lang="en-US" sz="7100" u="none" cap="none" strike="noStrike">
                <a:solidFill>
                  <a:srgbClr val="05058C"/>
                </a:solidFill>
                <a:latin typeface="Montserrat"/>
                <a:ea typeface="Montserrat"/>
                <a:cs typeface="Montserrat"/>
                <a:sym typeface="Montserrat"/>
              </a:rPr>
              <a:t>00%</a:t>
            </a:r>
            <a:endParaRPr b="0" i="0" sz="7100" u="none" cap="none" strike="noStrike">
              <a:solidFill>
                <a:schemeClr val="dk1"/>
              </a:solidFill>
              <a:latin typeface="Montserrat"/>
              <a:ea typeface="Montserrat"/>
              <a:cs typeface="Montserrat"/>
              <a:sym typeface="Montserrat"/>
            </a:endParaRPr>
          </a:p>
        </p:txBody>
      </p:sp>
      <p:sp>
        <p:nvSpPr>
          <p:cNvPr id="882" name="Google Shape;882;p88"/>
          <p:cNvSpPr/>
          <p:nvPr/>
        </p:nvSpPr>
        <p:spPr>
          <a:xfrm>
            <a:off x="952500" y="5274437"/>
            <a:ext cx="5202936" cy="786384"/>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1" i="0" lang="en-US" sz="2200" u="none" cap="none" strike="noStrike">
                <a:solidFill>
                  <a:srgbClr val="000033"/>
                </a:solidFill>
                <a:latin typeface="Montserrat"/>
                <a:ea typeface="Montserrat"/>
                <a:cs typeface="Montserrat"/>
                <a:sym typeface="Montserrat"/>
              </a:rPr>
              <a:t>Título de la cifra</a:t>
            </a:r>
            <a:endParaRPr b="0" i="0" sz="2200" u="none" cap="none" strike="noStrike">
              <a:solidFill>
                <a:schemeClr val="dk1"/>
              </a:solidFill>
              <a:latin typeface="Montserrat"/>
              <a:ea typeface="Montserrat"/>
              <a:cs typeface="Montserrat"/>
              <a:sym typeface="Montserrat"/>
            </a:endParaRPr>
          </a:p>
        </p:txBody>
      </p:sp>
      <p:sp>
        <p:nvSpPr>
          <p:cNvPr id="883" name="Google Shape;883;p88"/>
          <p:cNvSpPr/>
          <p:nvPr/>
        </p:nvSpPr>
        <p:spPr>
          <a:xfrm>
            <a:off x="952500" y="6145963"/>
            <a:ext cx="5363100" cy="756300"/>
          </a:xfrm>
          <a:prstGeom prst="rect">
            <a:avLst/>
          </a:prstGeom>
          <a:noFill/>
          <a:ln>
            <a:noFill/>
          </a:ln>
        </p:spPr>
        <p:txBody>
          <a:bodyPr anchorCtr="0" anchor="t" bIns="25400" lIns="25400" spcFirstLastPara="1" rIns="25400" wrap="square" tIns="25400">
            <a:noAutofit/>
          </a:bodyPr>
          <a:lstStyle/>
          <a:p>
            <a:pPr indent="0" lvl="0" marL="0" marR="0" rtl="0" algn="l">
              <a:lnSpc>
                <a:spcPct val="125667"/>
              </a:lnSpc>
              <a:spcBef>
                <a:spcPts val="0"/>
              </a:spcBef>
              <a:spcAft>
                <a:spcPts val="0"/>
              </a:spcAft>
              <a:buClr>
                <a:srgbClr val="4A4A6A"/>
              </a:buClr>
              <a:buSzPts val="1950"/>
              <a:buFont typeface="Arial"/>
              <a:buNone/>
            </a:pPr>
            <a:r>
              <a:rPr b="0" i="0" lang="en-US" sz="1750" u="none" cap="none" strike="noStrike">
                <a:solidFill>
                  <a:srgbClr val="4A4A6A"/>
                </a:solidFill>
                <a:latin typeface="Montserrat"/>
                <a:ea typeface="Montserrat"/>
                <a:cs typeface="Montserrat"/>
                <a:sym typeface="Montserrat"/>
              </a:rPr>
              <a:t>Descripción de la cifra.</a:t>
            </a:r>
            <a:endParaRPr b="0" i="0" sz="1750" u="none" cap="none" strike="noStrike">
              <a:solidFill>
                <a:schemeClr val="dk1"/>
              </a:solidFill>
              <a:latin typeface="Montserrat"/>
              <a:ea typeface="Montserrat"/>
              <a:cs typeface="Montserrat"/>
              <a:sym typeface="Montserrat"/>
            </a:endParaRPr>
          </a:p>
        </p:txBody>
      </p:sp>
      <p:sp>
        <p:nvSpPr>
          <p:cNvPr id="884" name="Google Shape;884;p88"/>
          <p:cNvSpPr/>
          <p:nvPr/>
        </p:nvSpPr>
        <p:spPr>
          <a:xfrm>
            <a:off x="6904575" y="3883788"/>
            <a:ext cx="5207100" cy="573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88"/>
          <p:cNvSpPr/>
          <p:nvPr/>
        </p:nvSpPr>
        <p:spPr>
          <a:xfrm>
            <a:off x="6904575" y="4207638"/>
            <a:ext cx="5202900" cy="952500"/>
          </a:xfrm>
          <a:prstGeom prst="rect">
            <a:avLst/>
          </a:prstGeom>
          <a:noFill/>
          <a:ln>
            <a:noFill/>
          </a:ln>
        </p:spPr>
        <p:txBody>
          <a:bodyPr anchorCtr="0" anchor="t" bIns="25400" lIns="25400" spcFirstLastPara="1" rIns="25400" wrap="square" tIns="25400">
            <a:noAutofit/>
          </a:bodyPr>
          <a:lstStyle/>
          <a:p>
            <a:pPr indent="0" lvl="0" marL="0" marR="0" rtl="0" algn="l">
              <a:lnSpc>
                <a:spcPct val="86878"/>
              </a:lnSpc>
              <a:spcBef>
                <a:spcPts val="0"/>
              </a:spcBef>
              <a:spcAft>
                <a:spcPts val="0"/>
              </a:spcAft>
              <a:buClr>
                <a:srgbClr val="05058C"/>
              </a:buClr>
              <a:buSzPts val="7200"/>
              <a:buFont typeface="Arial"/>
              <a:buNone/>
            </a:pPr>
            <a:r>
              <a:rPr b="1" i="0" lang="en-US" sz="7100" u="none" cap="none" strike="noStrike">
                <a:solidFill>
                  <a:srgbClr val="05058C"/>
                </a:solidFill>
                <a:latin typeface="Montserrat"/>
                <a:ea typeface="Montserrat"/>
                <a:cs typeface="Montserrat"/>
                <a:sym typeface="Montserrat"/>
              </a:rPr>
              <a:t>00%</a:t>
            </a:r>
            <a:endParaRPr b="0" i="0" sz="7100" u="none" cap="none" strike="noStrike">
              <a:solidFill>
                <a:schemeClr val="dk1"/>
              </a:solidFill>
              <a:latin typeface="Montserrat"/>
              <a:ea typeface="Montserrat"/>
              <a:cs typeface="Montserrat"/>
              <a:sym typeface="Montserrat"/>
            </a:endParaRPr>
          </a:p>
        </p:txBody>
      </p:sp>
      <p:sp>
        <p:nvSpPr>
          <p:cNvPr id="886" name="Google Shape;886;p88"/>
          <p:cNvSpPr/>
          <p:nvPr/>
        </p:nvSpPr>
        <p:spPr>
          <a:xfrm>
            <a:off x="6904575" y="5274437"/>
            <a:ext cx="5202900" cy="7863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2400"/>
              <a:buFont typeface="Arial"/>
              <a:buNone/>
            </a:pPr>
            <a:r>
              <a:rPr b="1" i="0" lang="en-US" sz="2200" u="none" cap="none" strike="noStrike">
                <a:solidFill>
                  <a:srgbClr val="000033"/>
                </a:solidFill>
                <a:latin typeface="Montserrat"/>
                <a:ea typeface="Montserrat"/>
                <a:cs typeface="Montserrat"/>
                <a:sym typeface="Montserrat"/>
              </a:rPr>
              <a:t>Título de la cifra</a:t>
            </a:r>
            <a:endParaRPr b="0" i="0" sz="2200" u="none" cap="none" strike="noStrike">
              <a:solidFill>
                <a:schemeClr val="dk1"/>
              </a:solidFill>
              <a:latin typeface="Montserrat"/>
              <a:ea typeface="Montserrat"/>
              <a:cs typeface="Montserrat"/>
              <a:sym typeface="Montserrat"/>
            </a:endParaRPr>
          </a:p>
        </p:txBody>
      </p:sp>
      <p:sp>
        <p:nvSpPr>
          <p:cNvPr id="887" name="Google Shape;887;p88"/>
          <p:cNvSpPr/>
          <p:nvPr/>
        </p:nvSpPr>
        <p:spPr>
          <a:xfrm>
            <a:off x="6904575" y="6145963"/>
            <a:ext cx="5363400" cy="756300"/>
          </a:xfrm>
          <a:prstGeom prst="rect">
            <a:avLst/>
          </a:prstGeom>
          <a:noFill/>
          <a:ln>
            <a:noFill/>
          </a:ln>
        </p:spPr>
        <p:txBody>
          <a:bodyPr anchorCtr="0" anchor="t" bIns="25400" lIns="25400" spcFirstLastPara="1" rIns="25400" wrap="square" tIns="25400">
            <a:noAutofit/>
          </a:bodyPr>
          <a:lstStyle/>
          <a:p>
            <a:pPr indent="0" lvl="0" marL="0" marR="0" rtl="0" algn="l">
              <a:lnSpc>
                <a:spcPct val="125667"/>
              </a:lnSpc>
              <a:spcBef>
                <a:spcPts val="0"/>
              </a:spcBef>
              <a:spcAft>
                <a:spcPts val="0"/>
              </a:spcAft>
              <a:buClr>
                <a:srgbClr val="4A4A6A"/>
              </a:buClr>
              <a:buSzPts val="1950"/>
              <a:buFont typeface="Arial"/>
              <a:buNone/>
            </a:pPr>
            <a:r>
              <a:rPr b="0" i="0" lang="en-US" sz="1750" u="none" cap="none" strike="noStrike">
                <a:solidFill>
                  <a:srgbClr val="4A4A6A"/>
                </a:solidFill>
                <a:latin typeface="Montserrat"/>
                <a:ea typeface="Montserrat"/>
                <a:cs typeface="Montserrat"/>
                <a:sym typeface="Montserrat"/>
              </a:rPr>
              <a:t>Descripción de la cifra.</a:t>
            </a:r>
            <a:endParaRPr b="0" i="0" sz="1750" u="none" cap="none" strike="noStrike">
              <a:solidFill>
                <a:schemeClr val="dk1"/>
              </a:solidFill>
              <a:latin typeface="Montserrat"/>
              <a:ea typeface="Montserrat"/>
              <a:cs typeface="Montserrat"/>
              <a:sym typeface="Montserrat"/>
            </a:endParaRPr>
          </a:p>
        </p:txBody>
      </p:sp>
      <p:sp>
        <p:nvSpPr>
          <p:cNvPr id="888" name="Google Shape;888;p88"/>
          <p:cNvSpPr/>
          <p:nvPr/>
        </p:nvSpPr>
        <p:spPr>
          <a:xfrm>
            <a:off x="952500" y="9401175"/>
            <a:ext cx="1687449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4A4A6A"/>
              </a:buClr>
              <a:buSzPts val="1800"/>
              <a:buFont typeface="Arial"/>
              <a:buNone/>
            </a:pPr>
            <a:r>
              <a:rPr b="0" i="0" lang="en-US" sz="1800" u="none" cap="none" strike="noStrike">
                <a:solidFill>
                  <a:srgbClr val="4A4A6A"/>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893" name="Shape 893"/>
        <p:cNvGrpSpPr/>
        <p:nvPr/>
      </p:nvGrpSpPr>
      <p:grpSpPr>
        <a:xfrm>
          <a:off x="0" y="0"/>
          <a:ext cx="0" cy="0"/>
          <a:chOff x="0" y="0"/>
          <a:chExt cx="0" cy="0"/>
        </a:xfrm>
      </p:grpSpPr>
      <p:pic>
        <p:nvPicPr>
          <p:cNvPr descr="preencoded.png" id="894" name="Google Shape;894;p89"/>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895" name="Google Shape;895;p89"/>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896" name="Google Shape;896;p89"/>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10</a:t>
            </a:r>
            <a:endParaRPr b="0" i="0" sz="9000" u="none" cap="none" strike="noStrike">
              <a:solidFill>
                <a:schemeClr val="dk1"/>
              </a:solidFill>
              <a:latin typeface="Montserrat"/>
              <a:ea typeface="Montserrat"/>
              <a:cs typeface="Montserrat"/>
              <a:sym typeface="Montserrat"/>
            </a:endParaRPr>
          </a:p>
        </p:txBody>
      </p:sp>
      <p:sp>
        <p:nvSpPr>
          <p:cNvPr id="897" name="Google Shape;897;p89"/>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Inversión</a:t>
            </a:r>
            <a:endParaRPr b="0" i="0" sz="66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graphicFrame>
        <p:nvGraphicFramePr>
          <p:cNvPr id="902" name="Google Shape;902;p90"/>
          <p:cNvGraphicFramePr/>
          <p:nvPr/>
        </p:nvGraphicFramePr>
        <p:xfrm>
          <a:off x="736500" y="1813506"/>
          <a:ext cx="3000000" cy="3000000"/>
        </p:xfrm>
        <a:graphic>
          <a:graphicData uri="http://schemas.openxmlformats.org/drawingml/2006/table">
            <a:tbl>
              <a:tblPr>
                <a:noFill/>
                <a:tableStyleId>{FA5794C2-47CE-4763-A2D5-C820BB21BA5E}</a:tableStyleId>
              </a:tblPr>
              <a:tblGrid>
                <a:gridCol w="4951025"/>
                <a:gridCol w="424675"/>
                <a:gridCol w="7175275"/>
                <a:gridCol w="4335275"/>
              </a:tblGrid>
              <a:tr h="712875">
                <a:tc gridSpan="2">
                  <a:txBody>
                    <a:bodyPr/>
                    <a:lstStyle/>
                    <a:p>
                      <a:pPr indent="0" lvl="0" marL="0" marR="0" rtl="0" algn="ctr">
                        <a:lnSpc>
                          <a:spcPct val="115000"/>
                        </a:lnSpc>
                        <a:spcBef>
                          <a:spcPts val="0"/>
                        </a:spcBef>
                        <a:spcAft>
                          <a:spcPts val="0"/>
                        </a:spcAft>
                        <a:buClr>
                          <a:srgbClr val="000000"/>
                        </a:buClr>
                        <a:buSzPts val="2200"/>
                        <a:buFont typeface="Arial"/>
                        <a:buNone/>
                      </a:pPr>
                      <a:r>
                        <a:rPr b="1" lang="en-US" sz="2000" u="none" cap="none" strike="noStrike">
                          <a:solidFill>
                            <a:srgbClr val="FFFFFF"/>
                          </a:solidFill>
                          <a:latin typeface="Montserrat"/>
                          <a:ea typeface="Montserrat"/>
                          <a:cs typeface="Montserrat"/>
                          <a:sym typeface="Montserrat"/>
                        </a:rPr>
                        <a:t>Etapa</a:t>
                      </a:r>
                      <a:endParaRPr b="1" sz="2000" u="none" cap="none" strike="noStrike">
                        <a:solidFill>
                          <a:srgbClr val="FFFFFF"/>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solidFill>
                      <a:srgbClr val="000332"/>
                    </a:solidFill>
                  </a:tcPr>
                </a:tc>
                <a:tc hMerge="1"/>
                <a:tc>
                  <a:txBody>
                    <a:bodyPr/>
                    <a:lstStyle/>
                    <a:p>
                      <a:pPr indent="0" lvl="0" marL="0" marR="0" rtl="0" algn="ctr">
                        <a:lnSpc>
                          <a:spcPct val="115000"/>
                        </a:lnSpc>
                        <a:spcBef>
                          <a:spcPts val="0"/>
                        </a:spcBef>
                        <a:spcAft>
                          <a:spcPts val="0"/>
                        </a:spcAft>
                        <a:buClr>
                          <a:srgbClr val="000000"/>
                        </a:buClr>
                        <a:buSzPts val="2200"/>
                        <a:buFont typeface="Arial"/>
                        <a:buNone/>
                      </a:pPr>
                      <a:r>
                        <a:rPr b="1" lang="en-US" sz="2000">
                          <a:solidFill>
                            <a:srgbClr val="FFFFFF"/>
                          </a:solidFill>
                          <a:latin typeface="Montserrat"/>
                          <a:ea typeface="Montserrat"/>
                          <a:cs typeface="Montserrat"/>
                          <a:sym typeface="Montserrat"/>
                        </a:rPr>
                        <a:t>Entregable</a:t>
                      </a:r>
                      <a:endParaRPr b="1" sz="2000" u="none" cap="none" strike="noStrike">
                        <a:solidFill>
                          <a:srgbClr val="FFFFFF"/>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solidFill>
                      <a:srgbClr val="000332"/>
                    </a:solidFill>
                  </a:tcPr>
                </a:tc>
                <a:tc>
                  <a:txBody>
                    <a:bodyPr/>
                    <a:lstStyle/>
                    <a:p>
                      <a:pPr indent="0" lvl="0" marL="0" marR="0" rtl="0" algn="ctr">
                        <a:lnSpc>
                          <a:spcPct val="115000"/>
                        </a:lnSpc>
                        <a:spcBef>
                          <a:spcPts val="0"/>
                        </a:spcBef>
                        <a:spcAft>
                          <a:spcPts val="0"/>
                        </a:spcAft>
                        <a:buClr>
                          <a:srgbClr val="000000"/>
                        </a:buClr>
                        <a:buSzPts val="2200"/>
                        <a:buFont typeface="Arial"/>
                        <a:buNone/>
                      </a:pPr>
                      <a:r>
                        <a:rPr b="1" lang="en-US" sz="2000" u="none" cap="none" strike="noStrike">
                          <a:solidFill>
                            <a:schemeClr val="lt1"/>
                          </a:solidFill>
                          <a:latin typeface="Montserrat"/>
                          <a:ea typeface="Montserrat"/>
                          <a:cs typeface="Montserrat"/>
                          <a:sym typeface="Montserrat"/>
                        </a:rPr>
                        <a:t>Inversión</a:t>
                      </a:r>
                      <a:endParaRPr b="1" sz="2000" u="none" cap="none" strike="noStrike">
                        <a:solidFill>
                          <a:schemeClr val="lt1"/>
                        </a:solidFill>
                        <a:latin typeface="Montserrat"/>
                        <a:ea typeface="Montserrat"/>
                        <a:cs typeface="Montserrat"/>
                        <a:sym typeface="Montserrat"/>
                      </a:endParaRPr>
                    </a:p>
                    <a:p>
                      <a:pPr indent="0" lvl="0" marL="0" marR="0" rtl="0" algn="ctr">
                        <a:lnSpc>
                          <a:spcPct val="115000"/>
                        </a:lnSpc>
                        <a:spcBef>
                          <a:spcPts val="0"/>
                        </a:spcBef>
                        <a:spcAft>
                          <a:spcPts val="0"/>
                        </a:spcAft>
                        <a:buClr>
                          <a:schemeClr val="dk1"/>
                        </a:buClr>
                        <a:buSzPts val="2200"/>
                        <a:buFont typeface="Arial"/>
                        <a:buNone/>
                      </a:pPr>
                      <a:r>
                        <a:rPr b="1" lang="en-US" sz="2000" u="none" cap="none" strike="noStrike">
                          <a:solidFill>
                            <a:schemeClr val="lt1"/>
                          </a:solidFill>
                          <a:latin typeface="Montserrat"/>
                          <a:ea typeface="Montserrat"/>
                          <a:cs typeface="Montserrat"/>
                          <a:sym typeface="Montserrat"/>
                        </a:rPr>
                        <a:t>Total </a:t>
                      </a:r>
                      <a:endParaRPr b="1" sz="2000" u="none" cap="none" strike="noStrike">
                        <a:solidFill>
                          <a:srgbClr val="FFFFFF"/>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solidFill>
                      <a:srgbClr val="000332"/>
                    </a:solidFill>
                  </a:tcPr>
                </a:tc>
              </a:tr>
              <a:tr h="1052825">
                <a:tc gridSpan="2">
                  <a:txBody>
                    <a:bodyPr/>
                    <a:lstStyle/>
                    <a:p>
                      <a:pPr indent="0" lvl="0" marL="0" marR="0" rtl="0" algn="l">
                        <a:lnSpc>
                          <a:spcPct val="100000"/>
                        </a:lnSpc>
                        <a:spcBef>
                          <a:spcPts val="0"/>
                        </a:spcBef>
                        <a:spcAft>
                          <a:spcPts val="0"/>
                        </a:spcAft>
                        <a:buClr>
                          <a:srgbClr val="000000"/>
                        </a:buClr>
                        <a:buSzPts val="2000"/>
                        <a:buFont typeface="Arial"/>
                        <a:buNone/>
                      </a:pPr>
                      <a:r>
                        <a:rPr b="1" lang="en-US" sz="1800">
                          <a:solidFill>
                            <a:srgbClr val="020332"/>
                          </a:solidFill>
                          <a:latin typeface="Montserrat"/>
                          <a:ea typeface="Montserrat"/>
                          <a:cs typeface="Montserrat"/>
                          <a:sym typeface="Montserrat"/>
                        </a:rPr>
                        <a:t>Fase 1: Nombre de la fase</a:t>
                      </a:r>
                      <a:endParaRPr b="1" sz="1800">
                        <a:solidFill>
                          <a:srgbClr val="020332"/>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hMerge="1"/>
                <a:tc>
                  <a:txBody>
                    <a:bodyPr/>
                    <a:lstStyle/>
                    <a:p>
                      <a:pPr indent="0" lvl="0" marL="0" rtl="0" algn="l">
                        <a:spcBef>
                          <a:spcPts val="0"/>
                        </a:spcBef>
                        <a:spcAft>
                          <a:spcPts val="0"/>
                        </a:spcAft>
                        <a:buNone/>
                      </a:pPr>
                      <a:r>
                        <a:rPr lang="en-US" sz="1800">
                          <a:latin typeface="Montserrat"/>
                          <a:ea typeface="Montserrat"/>
                          <a:cs typeface="Montserrat"/>
                          <a:sym typeface="Montserrat"/>
                        </a:rPr>
                        <a:t>-  Entregable de la fase.</a:t>
                      </a:r>
                      <a:endParaRPr sz="1800">
                        <a:latin typeface="Montserrat"/>
                        <a:ea typeface="Montserrat"/>
                        <a:cs typeface="Montserrat"/>
                        <a:sym typeface="Montserrat"/>
                      </a:endParaRPr>
                    </a:p>
                    <a:p>
                      <a:pPr indent="0" lvl="0" marL="0" rtl="0" algn="l">
                        <a:spcBef>
                          <a:spcPts val="0"/>
                        </a:spcBef>
                        <a:spcAft>
                          <a:spcPts val="0"/>
                        </a:spcAft>
                        <a:buNone/>
                      </a:pPr>
                      <a:r>
                        <a:rPr lang="en-US" sz="1800">
                          <a:latin typeface="Montserrat"/>
                          <a:ea typeface="Montserrat"/>
                          <a:cs typeface="Montserrat"/>
                          <a:sym typeface="Montserrat"/>
                        </a:rPr>
                        <a:t>-  Entregable de la fase.</a:t>
                      </a:r>
                      <a:endParaRPr sz="1800">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a:txBody>
                    <a:bodyPr/>
                    <a:lstStyle/>
                    <a:p>
                      <a:pPr indent="0" lvl="0" marL="0" rtl="0" algn="ctr">
                        <a:spcBef>
                          <a:spcPts val="0"/>
                        </a:spcBef>
                        <a:spcAft>
                          <a:spcPts val="0"/>
                        </a:spcAft>
                        <a:buNone/>
                      </a:pPr>
                      <a:r>
                        <a:rPr lang="en-US" sz="2100">
                          <a:latin typeface="Montserrat"/>
                          <a:ea typeface="Montserrat"/>
                          <a:cs typeface="Montserrat"/>
                          <a:sym typeface="Montserrat"/>
                        </a:rPr>
                        <a:t>[a completar a mano]</a:t>
                      </a:r>
                      <a:endParaRPr sz="1700"/>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r>
              <a:tr h="1292450">
                <a:tc gridSpan="2">
                  <a:txBody>
                    <a:bodyPr/>
                    <a:lstStyle/>
                    <a:p>
                      <a:pPr indent="0" lvl="0" marL="0" marR="0" rtl="0" algn="l">
                        <a:lnSpc>
                          <a:spcPct val="100000"/>
                        </a:lnSpc>
                        <a:spcBef>
                          <a:spcPts val="0"/>
                        </a:spcBef>
                        <a:spcAft>
                          <a:spcPts val="0"/>
                        </a:spcAft>
                        <a:buNone/>
                      </a:pPr>
                      <a:r>
                        <a:rPr b="1" lang="en-US" sz="1800">
                          <a:latin typeface="Montserrat"/>
                          <a:ea typeface="Montserrat"/>
                          <a:cs typeface="Montserrat"/>
                          <a:sym typeface="Montserrat"/>
                        </a:rPr>
                        <a:t>Fase 2: Nombre de la fase</a:t>
                      </a:r>
                      <a:endParaRPr b="1" sz="1800">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hMerge="1"/>
                <a:tc>
                  <a:txBody>
                    <a:bodyPr/>
                    <a:lstStyle/>
                    <a:p>
                      <a:pPr indent="0" lvl="0" marL="0" marR="0" rtl="0" algn="l">
                        <a:lnSpc>
                          <a:spcPct val="100000"/>
                        </a:lnSpc>
                        <a:spcBef>
                          <a:spcPts val="0"/>
                        </a:spcBef>
                        <a:spcAft>
                          <a:spcPts val="0"/>
                        </a:spcAft>
                        <a:buNone/>
                      </a:pPr>
                      <a:r>
                        <a:rPr lang="en-US" sz="1800">
                          <a:latin typeface="Montserrat"/>
                          <a:ea typeface="Montserrat"/>
                          <a:cs typeface="Montserrat"/>
                          <a:sym typeface="Montserrat"/>
                        </a:rPr>
                        <a:t>-  Entregable de la fase.</a:t>
                      </a:r>
                      <a:endParaRPr sz="1800">
                        <a:latin typeface="Montserrat"/>
                        <a:ea typeface="Montserrat"/>
                        <a:cs typeface="Montserrat"/>
                        <a:sym typeface="Montserrat"/>
                      </a:endParaRPr>
                    </a:p>
                    <a:p>
                      <a:pPr indent="0" lvl="0" marL="0" marR="0" rtl="0" algn="l">
                        <a:lnSpc>
                          <a:spcPct val="100000"/>
                        </a:lnSpc>
                        <a:spcBef>
                          <a:spcPts val="0"/>
                        </a:spcBef>
                        <a:spcAft>
                          <a:spcPts val="0"/>
                        </a:spcAft>
                        <a:buNone/>
                      </a:pPr>
                      <a:r>
                        <a:t/>
                      </a:r>
                      <a:endParaRPr sz="1800">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a:txBody>
                    <a:bodyPr/>
                    <a:lstStyle/>
                    <a:p>
                      <a:pPr indent="0" lvl="0" marL="0" rtl="0" algn="ctr">
                        <a:spcBef>
                          <a:spcPts val="0"/>
                        </a:spcBef>
                        <a:spcAft>
                          <a:spcPts val="0"/>
                        </a:spcAft>
                        <a:buClr>
                          <a:schemeClr val="dk1"/>
                        </a:buClr>
                        <a:buSzPts val="1100"/>
                        <a:buFont typeface="Arial"/>
                        <a:buNone/>
                      </a:pPr>
                      <a:r>
                        <a:rPr lang="en-US" sz="2100">
                          <a:solidFill>
                            <a:schemeClr val="dk1"/>
                          </a:solidFill>
                          <a:latin typeface="Montserrat"/>
                          <a:ea typeface="Montserrat"/>
                          <a:cs typeface="Montserrat"/>
                          <a:sym typeface="Montserrat"/>
                        </a:rPr>
                        <a:t>[a completar a mano]</a:t>
                      </a:r>
                      <a:endParaRPr sz="1700"/>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r>
              <a:tr h="870000">
                <a:tc gridSpan="2" rowSpan="2">
                  <a:txBody>
                    <a:bodyPr/>
                    <a:lstStyle/>
                    <a:p>
                      <a:pPr indent="0" lvl="0" marL="0" rtl="0" algn="l">
                        <a:spcBef>
                          <a:spcPts val="0"/>
                        </a:spcBef>
                        <a:spcAft>
                          <a:spcPts val="0"/>
                        </a:spcAft>
                        <a:buNone/>
                      </a:pPr>
                      <a:r>
                        <a:rPr b="1" lang="en-US" sz="1800">
                          <a:solidFill>
                            <a:srgbClr val="020332"/>
                          </a:solidFill>
                          <a:latin typeface="Montserrat"/>
                          <a:ea typeface="Montserrat"/>
                          <a:cs typeface="Montserrat"/>
                          <a:sym typeface="Montserrat"/>
                        </a:rPr>
                        <a:t>Fase 3: Nombre de la fase</a:t>
                      </a:r>
                      <a:endParaRPr b="1" sz="1800">
                        <a:solidFill>
                          <a:srgbClr val="020332"/>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rowSpan="2" hMerge="1"/>
                <a:tc>
                  <a:txBody>
                    <a:bodyPr/>
                    <a:lstStyle/>
                    <a:p>
                      <a:pPr indent="0" lvl="0" marL="0" marR="0" rtl="0" algn="l">
                        <a:lnSpc>
                          <a:spcPct val="130000"/>
                        </a:lnSpc>
                        <a:spcBef>
                          <a:spcPts val="0"/>
                        </a:spcBef>
                        <a:spcAft>
                          <a:spcPts val="0"/>
                        </a:spcAft>
                        <a:buNone/>
                      </a:pPr>
                      <a:r>
                        <a:rPr lang="en-US" sz="1800">
                          <a:latin typeface="Montserrat"/>
                          <a:ea typeface="Montserrat"/>
                          <a:cs typeface="Montserrat"/>
                          <a:sym typeface="Montserrat"/>
                        </a:rPr>
                        <a:t>-  3A. Entregable de la subfase.</a:t>
                      </a:r>
                      <a:endParaRPr sz="1600">
                        <a:solidFill>
                          <a:srgbClr val="4A4A6A"/>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a:txBody>
                    <a:bodyPr/>
                    <a:lstStyle/>
                    <a:p>
                      <a:pPr indent="0" lvl="0" marL="0" rtl="0" algn="ctr">
                        <a:spcBef>
                          <a:spcPts val="0"/>
                        </a:spcBef>
                        <a:spcAft>
                          <a:spcPts val="0"/>
                        </a:spcAft>
                        <a:buNone/>
                      </a:pPr>
                      <a:r>
                        <a:rPr lang="en-US" sz="2100">
                          <a:solidFill>
                            <a:schemeClr val="dk1"/>
                          </a:solidFill>
                          <a:latin typeface="Montserrat"/>
                          <a:ea typeface="Montserrat"/>
                          <a:cs typeface="Montserrat"/>
                          <a:sym typeface="Montserrat"/>
                        </a:rPr>
                        <a:t>[a completar a mano]</a:t>
                      </a:r>
                      <a:endParaRPr sz="3100">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r>
              <a:tr h="972900">
                <a:tc gridSpan="2" vMerge="1"/>
                <a:tc hMerge="1" vMerge="1"/>
                <a:tc>
                  <a:txBody>
                    <a:bodyPr/>
                    <a:lstStyle/>
                    <a:p>
                      <a:pPr indent="0" lvl="0" marL="0" rtl="0" algn="l">
                        <a:lnSpc>
                          <a:spcPct val="130000"/>
                        </a:lnSpc>
                        <a:spcBef>
                          <a:spcPts val="0"/>
                        </a:spcBef>
                        <a:spcAft>
                          <a:spcPts val="0"/>
                        </a:spcAft>
                        <a:buNone/>
                      </a:pPr>
                      <a:r>
                        <a:rPr lang="en-US" sz="1800">
                          <a:solidFill>
                            <a:schemeClr val="dk1"/>
                          </a:solidFill>
                          <a:latin typeface="Montserrat"/>
                          <a:ea typeface="Montserrat"/>
                          <a:cs typeface="Montserrat"/>
                          <a:sym typeface="Montserrat"/>
                        </a:rPr>
                        <a:t>-  3B. Entregable de la subfase.</a:t>
                      </a:r>
                      <a:endParaRPr sz="1800">
                        <a:solidFill>
                          <a:schemeClr val="dk1"/>
                        </a:solidFill>
                        <a:latin typeface="Montserrat"/>
                        <a:ea typeface="Montserrat"/>
                        <a:cs typeface="Montserrat"/>
                        <a:sym typeface="Montserrat"/>
                      </a:endParaRPr>
                    </a:p>
                    <a:p>
                      <a:pPr indent="0" lvl="0" marL="0" rtl="0" algn="l">
                        <a:lnSpc>
                          <a:spcPct val="130000"/>
                        </a:lnSpc>
                        <a:spcBef>
                          <a:spcPts val="0"/>
                        </a:spcBef>
                        <a:spcAft>
                          <a:spcPts val="0"/>
                        </a:spcAft>
                        <a:buNone/>
                      </a:pPr>
                      <a:r>
                        <a:t/>
                      </a:r>
                      <a:endParaRPr sz="1800">
                        <a:solidFill>
                          <a:schemeClr val="dk1"/>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a:txBody>
                    <a:bodyPr/>
                    <a:lstStyle/>
                    <a:p>
                      <a:pPr indent="0" lvl="0" marL="0" rtl="0" algn="ctr">
                        <a:spcBef>
                          <a:spcPts val="0"/>
                        </a:spcBef>
                        <a:spcAft>
                          <a:spcPts val="0"/>
                        </a:spcAft>
                        <a:buNone/>
                      </a:pPr>
                      <a:r>
                        <a:rPr lang="en-US" sz="2100">
                          <a:solidFill>
                            <a:schemeClr val="dk1"/>
                          </a:solidFill>
                          <a:latin typeface="Montserrat"/>
                          <a:ea typeface="Montserrat"/>
                          <a:cs typeface="Montserrat"/>
                          <a:sym typeface="Montserrat"/>
                        </a:rPr>
                        <a:t>[a completar a mano]</a:t>
                      </a:r>
                      <a:endParaRPr sz="3100">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r>
              <a:tr h="870000">
                <a:tc gridSpan="2">
                  <a:txBody>
                    <a:bodyPr/>
                    <a:lstStyle/>
                    <a:p>
                      <a:pPr indent="0" lvl="0" marL="0" rtl="0" algn="l">
                        <a:spcBef>
                          <a:spcPts val="0"/>
                        </a:spcBef>
                        <a:spcAft>
                          <a:spcPts val="0"/>
                        </a:spcAft>
                        <a:buNone/>
                      </a:pPr>
                      <a:r>
                        <a:rPr b="1" lang="en-US" sz="1800">
                          <a:solidFill>
                            <a:srgbClr val="020332"/>
                          </a:solidFill>
                          <a:latin typeface="Montserrat"/>
                          <a:ea typeface="Montserrat"/>
                          <a:cs typeface="Montserrat"/>
                          <a:sym typeface="Montserrat"/>
                        </a:rPr>
                        <a:t>Fase 4: Nombre de la fase</a:t>
                      </a:r>
                      <a:endParaRPr b="1" sz="1800">
                        <a:solidFill>
                          <a:srgbClr val="020332"/>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hMerge="1"/>
                <a:tc>
                  <a:txBody>
                    <a:bodyPr/>
                    <a:lstStyle/>
                    <a:p>
                      <a:pPr indent="0" lvl="0" marL="0" marR="0" rtl="0" algn="l">
                        <a:lnSpc>
                          <a:spcPct val="130000"/>
                        </a:lnSpc>
                        <a:spcBef>
                          <a:spcPts val="0"/>
                        </a:spcBef>
                        <a:spcAft>
                          <a:spcPts val="0"/>
                        </a:spcAft>
                        <a:buNone/>
                      </a:pPr>
                      <a:r>
                        <a:rPr lang="en-US" sz="1800">
                          <a:latin typeface="Montserrat"/>
                          <a:ea typeface="Montserrat"/>
                          <a:cs typeface="Montserrat"/>
                          <a:sym typeface="Montserrat"/>
                        </a:rPr>
                        <a:t>-  Entregable de la fase.</a:t>
                      </a:r>
                      <a:endParaRPr sz="1600">
                        <a:solidFill>
                          <a:srgbClr val="4A4A6A"/>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a:txBody>
                    <a:bodyPr/>
                    <a:lstStyle/>
                    <a:p>
                      <a:pPr indent="0" lvl="0" marL="0" marR="0" rtl="0" algn="ctr">
                        <a:lnSpc>
                          <a:spcPct val="100000"/>
                        </a:lnSpc>
                        <a:spcBef>
                          <a:spcPts val="0"/>
                        </a:spcBef>
                        <a:spcAft>
                          <a:spcPts val="0"/>
                        </a:spcAft>
                        <a:buNone/>
                      </a:pPr>
                      <a:r>
                        <a:rPr lang="en-US" sz="2100">
                          <a:solidFill>
                            <a:schemeClr val="dk1"/>
                          </a:solidFill>
                          <a:latin typeface="Montserrat"/>
                          <a:ea typeface="Montserrat"/>
                          <a:cs typeface="Montserrat"/>
                          <a:sym typeface="Montserrat"/>
                        </a:rPr>
                        <a:t>[a completar a mano]</a:t>
                      </a:r>
                      <a:endParaRPr sz="2100">
                        <a:solidFill>
                          <a:schemeClr val="dk1"/>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r>
              <a:tr h="670650">
                <a:tc gridSpan="3">
                  <a:txBody>
                    <a:bodyPr/>
                    <a:lstStyle/>
                    <a:p>
                      <a:pPr indent="0" lvl="0" marL="0" rtl="0" algn="l">
                        <a:spcBef>
                          <a:spcPts val="0"/>
                        </a:spcBef>
                        <a:spcAft>
                          <a:spcPts val="0"/>
                        </a:spcAft>
                        <a:buNone/>
                      </a:pPr>
                      <a:r>
                        <a:rPr b="1" lang="en-US" sz="1800">
                          <a:solidFill>
                            <a:srgbClr val="020332"/>
                          </a:solidFill>
                          <a:latin typeface="Montserrat"/>
                          <a:ea typeface="Montserrat"/>
                          <a:cs typeface="Montserrat"/>
                          <a:sym typeface="Montserrat"/>
                        </a:rPr>
                        <a:t>Total</a:t>
                      </a:r>
                      <a:endParaRPr b="1" sz="1800">
                        <a:solidFill>
                          <a:srgbClr val="020332"/>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c hMerge="1"/>
                <a:tc hMerge="1"/>
                <a:tc>
                  <a:txBody>
                    <a:bodyPr/>
                    <a:lstStyle/>
                    <a:p>
                      <a:pPr indent="0" lvl="0" marL="0" marR="0" rtl="0" algn="ctr">
                        <a:lnSpc>
                          <a:spcPct val="100000"/>
                        </a:lnSpc>
                        <a:spcBef>
                          <a:spcPts val="0"/>
                        </a:spcBef>
                        <a:spcAft>
                          <a:spcPts val="0"/>
                        </a:spcAft>
                        <a:buNone/>
                      </a:pPr>
                      <a:r>
                        <a:rPr lang="en-US" sz="2100">
                          <a:solidFill>
                            <a:schemeClr val="dk1"/>
                          </a:solidFill>
                          <a:latin typeface="Montserrat"/>
                          <a:ea typeface="Montserrat"/>
                          <a:cs typeface="Montserrat"/>
                          <a:sym typeface="Montserrat"/>
                        </a:rPr>
                        <a:t>[a completar a mano]</a:t>
                      </a:r>
                      <a:endParaRPr sz="2100">
                        <a:solidFill>
                          <a:schemeClr val="dk1"/>
                        </a:solidFill>
                        <a:latin typeface="Montserrat"/>
                        <a:ea typeface="Montserrat"/>
                        <a:cs typeface="Montserrat"/>
                        <a:sym typeface="Montserrat"/>
                      </a:endParaRPr>
                    </a:p>
                  </a:txBody>
                  <a:tcPr marT="38100" marB="38100" marR="57150" marL="57150" anchor="ctr">
                    <a:lnL cap="flat" cmpd="sng" w="19050">
                      <a:solidFill>
                        <a:srgbClr val="CCCCCC"/>
                      </a:solidFill>
                      <a:prstDash val="solid"/>
                      <a:round/>
                      <a:headEnd len="sm" w="sm" type="none"/>
                      <a:tailEnd len="sm" w="sm" type="none"/>
                    </a:lnL>
                    <a:lnR cap="flat" cmpd="sng" w="19050">
                      <a:solidFill>
                        <a:srgbClr val="CCCCCC"/>
                      </a:solidFill>
                      <a:prstDash val="solid"/>
                      <a:round/>
                      <a:headEnd len="sm" w="sm" type="none"/>
                      <a:tailEnd len="sm" w="sm" type="none"/>
                    </a:lnR>
                    <a:lnT cap="flat" cmpd="sng" w="19050">
                      <a:solidFill>
                        <a:srgbClr val="CCCCCC"/>
                      </a:solidFill>
                      <a:prstDash val="solid"/>
                      <a:round/>
                      <a:headEnd len="sm" w="sm" type="none"/>
                      <a:tailEnd len="sm" w="sm" type="none"/>
                    </a:lnT>
                    <a:lnB cap="flat" cmpd="sng" w="19050">
                      <a:solidFill>
                        <a:srgbClr val="CCCCCC"/>
                      </a:solidFill>
                      <a:prstDash val="solid"/>
                      <a:round/>
                      <a:headEnd len="sm" w="sm" type="none"/>
                      <a:tailEnd len="sm" w="sm" type="none"/>
                    </a:lnB>
                  </a:tcPr>
                </a:tc>
              </a:tr>
            </a:tbl>
          </a:graphicData>
        </a:graphic>
      </p:graphicFrame>
      <p:sp>
        <p:nvSpPr>
          <p:cNvPr id="903" name="Google Shape;903;p90"/>
          <p:cNvSpPr txBox="1"/>
          <p:nvPr/>
        </p:nvSpPr>
        <p:spPr>
          <a:xfrm>
            <a:off x="736500" y="525503"/>
            <a:ext cx="15317400" cy="934500"/>
          </a:xfrm>
          <a:prstGeom prst="rect">
            <a:avLst/>
          </a:prstGeom>
          <a:noFill/>
          <a:ln>
            <a:noFill/>
          </a:ln>
        </p:spPr>
        <p:txBody>
          <a:bodyPr anchorCtr="0" anchor="t"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7200"/>
              <a:buFont typeface="Arial"/>
              <a:buNone/>
            </a:pPr>
            <a:r>
              <a:rPr b="1" i="0" lang="en-US" sz="5000" u="none" cap="none" strike="noStrike">
                <a:solidFill>
                  <a:srgbClr val="000033"/>
                </a:solidFill>
                <a:latin typeface="PT Serif"/>
                <a:ea typeface="PT Serif"/>
                <a:cs typeface="PT Serif"/>
                <a:sym typeface="PT Serif"/>
              </a:rPr>
              <a:t>Inversión</a:t>
            </a:r>
            <a:endParaRPr b="1" i="0" sz="5000" u="none" cap="none" strike="noStrike">
              <a:solidFill>
                <a:srgbClr val="000033"/>
              </a:solidFill>
              <a:latin typeface="PT Serif"/>
              <a:ea typeface="PT Serif"/>
              <a:cs typeface="PT Serif"/>
              <a:sym typeface="PT Serif"/>
            </a:endParaRPr>
          </a:p>
        </p:txBody>
      </p:sp>
      <p:sp>
        <p:nvSpPr>
          <p:cNvPr id="904" name="Google Shape;904;p90"/>
          <p:cNvSpPr txBox="1"/>
          <p:nvPr/>
        </p:nvSpPr>
        <p:spPr>
          <a:xfrm>
            <a:off x="245400" y="8524437"/>
            <a:ext cx="17797200" cy="1662300"/>
          </a:xfrm>
          <a:prstGeom prst="rect">
            <a:avLst/>
          </a:prstGeom>
          <a:noFill/>
          <a:ln>
            <a:noFill/>
          </a:ln>
        </p:spPr>
        <p:txBody>
          <a:bodyPr anchorCtr="0" anchor="t" bIns="182850" lIns="182850" spcFirstLastPara="1" rIns="182850" wrap="square" tIns="182850">
            <a:spAutoFit/>
          </a:bodyPr>
          <a:lstStyle/>
          <a:p>
            <a:pPr indent="-552450" lvl="0" marL="914400" marR="0" rtl="0" algn="l">
              <a:lnSpc>
                <a:spcPct val="115000"/>
              </a:lnSpc>
              <a:spcBef>
                <a:spcPts val="0"/>
              </a:spcBef>
              <a:spcAft>
                <a:spcPts val="0"/>
              </a:spcAft>
              <a:buClr>
                <a:srgbClr val="00133A"/>
              </a:buClr>
              <a:buSzPts val="1500"/>
              <a:buFont typeface="Montserrat"/>
              <a:buChar char="●"/>
            </a:pPr>
            <a:r>
              <a:rPr lang="en-US" sz="1500">
                <a:solidFill>
                  <a:srgbClr val="00133A"/>
                </a:solidFill>
                <a:latin typeface="Montserrat"/>
                <a:ea typeface="Montserrat"/>
                <a:cs typeface="Montserrat"/>
                <a:sym typeface="Montserrat"/>
              </a:rPr>
              <a:t>Facturación: 50% al inicio del proyecto, 50% al terminar</a:t>
            </a:r>
            <a:endParaRPr sz="1500">
              <a:solidFill>
                <a:srgbClr val="00133A"/>
              </a:solidFill>
              <a:latin typeface="Montserrat"/>
              <a:ea typeface="Montserrat"/>
              <a:cs typeface="Montserrat"/>
              <a:sym typeface="Montserrat"/>
            </a:endParaRPr>
          </a:p>
          <a:p>
            <a:pPr indent="-552450" lvl="0" marL="914400" marR="0" rtl="0" algn="l">
              <a:lnSpc>
                <a:spcPct val="115000"/>
              </a:lnSpc>
              <a:spcBef>
                <a:spcPts val="0"/>
              </a:spcBef>
              <a:spcAft>
                <a:spcPts val="0"/>
              </a:spcAft>
              <a:buClr>
                <a:srgbClr val="00133A"/>
              </a:buClr>
              <a:buSzPts val="1500"/>
              <a:buFont typeface="Montserrat"/>
              <a:buChar char="●"/>
            </a:pPr>
            <a:r>
              <a:rPr b="0" i="0" lang="en-US" sz="1500" u="none" cap="none" strike="noStrike">
                <a:solidFill>
                  <a:srgbClr val="00133A"/>
                </a:solidFill>
                <a:latin typeface="Montserrat"/>
                <a:ea typeface="Montserrat"/>
                <a:cs typeface="Montserrat"/>
                <a:sym typeface="Montserrat"/>
              </a:rPr>
              <a:t>Los precios no incluyen impuestos (IGV).</a:t>
            </a:r>
            <a:endParaRPr b="0" i="0" sz="1500" u="none" cap="none" strike="noStrike">
              <a:solidFill>
                <a:schemeClr val="dk1"/>
              </a:solidFill>
              <a:latin typeface="Montserrat"/>
              <a:ea typeface="Montserrat"/>
              <a:cs typeface="Montserrat"/>
              <a:sym typeface="Montserrat"/>
            </a:endParaRPr>
          </a:p>
          <a:p>
            <a:pPr indent="-552450" lvl="0" marL="914400" marR="0" rtl="0" algn="l">
              <a:lnSpc>
                <a:spcPct val="115000"/>
              </a:lnSpc>
              <a:spcBef>
                <a:spcPts val="0"/>
              </a:spcBef>
              <a:spcAft>
                <a:spcPts val="0"/>
              </a:spcAft>
              <a:buClr>
                <a:srgbClr val="00133A"/>
              </a:buClr>
              <a:buSzPts val="1500"/>
              <a:buFont typeface="Montserrat"/>
              <a:buChar char="●"/>
            </a:pPr>
            <a:r>
              <a:rPr lang="en-US" sz="1500">
                <a:solidFill>
                  <a:srgbClr val="00133A"/>
                </a:solidFill>
                <a:latin typeface="Montserrat"/>
                <a:ea typeface="Montserrat"/>
                <a:cs typeface="Montserrat"/>
                <a:sym typeface="Montserrat"/>
              </a:rPr>
              <a:t>No incluye el dictado de capacitaciones</a:t>
            </a:r>
            <a:endParaRPr b="0" i="0" sz="1500" u="none" cap="none" strike="noStrike">
              <a:solidFill>
                <a:schemeClr val="dk1"/>
              </a:solidFill>
              <a:latin typeface="Montserrat"/>
              <a:ea typeface="Montserrat"/>
              <a:cs typeface="Montserrat"/>
              <a:sym typeface="Montserrat"/>
            </a:endParaRPr>
          </a:p>
          <a:p>
            <a:pPr indent="-552450" lvl="0" marL="914400" marR="0" rtl="0" algn="l">
              <a:lnSpc>
                <a:spcPct val="115000"/>
              </a:lnSpc>
              <a:spcBef>
                <a:spcPts val="0"/>
              </a:spcBef>
              <a:spcAft>
                <a:spcPts val="0"/>
              </a:spcAft>
              <a:buClr>
                <a:srgbClr val="00133A"/>
              </a:buClr>
              <a:buSzPts val="1500"/>
              <a:buFont typeface="Montserrat"/>
              <a:buChar char="●"/>
            </a:pPr>
            <a:r>
              <a:rPr b="0" i="0" lang="en-US" sz="1500" u="none" cap="none" strike="noStrike">
                <a:solidFill>
                  <a:srgbClr val="00133A"/>
                </a:solidFill>
                <a:latin typeface="Montserrat"/>
                <a:ea typeface="Montserrat"/>
                <a:cs typeface="Montserrat"/>
                <a:sym typeface="Montserrat"/>
              </a:rPr>
              <a:t>No incluye el costo de licencias de IA ni de servicios de terceros.</a:t>
            </a:r>
            <a:endParaRPr b="1" i="0" sz="1500" u="none" cap="none" strike="noStrike">
              <a:solidFill>
                <a:srgbClr val="00133A"/>
              </a:solidFill>
              <a:latin typeface="Montserrat"/>
              <a:ea typeface="Montserrat"/>
              <a:cs typeface="Montserrat"/>
              <a:sym typeface="Montserrat"/>
            </a:endParaRPr>
          </a:p>
          <a:p>
            <a:pPr indent="-552450" lvl="0" marL="914400" marR="0" rtl="0" algn="l">
              <a:lnSpc>
                <a:spcPct val="115000"/>
              </a:lnSpc>
              <a:spcBef>
                <a:spcPts val="0"/>
              </a:spcBef>
              <a:spcAft>
                <a:spcPts val="0"/>
              </a:spcAft>
              <a:buClr>
                <a:srgbClr val="00133A"/>
              </a:buClr>
              <a:buSzPts val="1500"/>
              <a:buFont typeface="Montserrat"/>
              <a:buChar char="●"/>
            </a:pPr>
            <a:r>
              <a:rPr b="0" i="0" lang="en-US" sz="1500" u="none" cap="none" strike="noStrike">
                <a:solidFill>
                  <a:srgbClr val="00133A"/>
                </a:solidFill>
                <a:latin typeface="Montserrat"/>
                <a:ea typeface="Montserrat"/>
                <a:cs typeface="Montserrat"/>
                <a:sym typeface="Montserrat"/>
              </a:rPr>
              <a:t>Nota adicional de alcance.</a:t>
            </a:r>
            <a:endParaRPr b="1" i="0" sz="1500" u="none" cap="none" strike="noStrike">
              <a:solidFill>
                <a:srgbClr val="00133A"/>
              </a:solidFill>
              <a:latin typeface="Montserrat"/>
              <a:ea typeface="Montserrat"/>
              <a:cs typeface="Montserrat"/>
              <a:sym typeface="Montserrat"/>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9" name="Shape 909"/>
        <p:cNvGrpSpPr/>
        <p:nvPr/>
      </p:nvGrpSpPr>
      <p:grpSpPr>
        <a:xfrm>
          <a:off x="0" y="0"/>
          <a:ext cx="0" cy="0"/>
          <a:chOff x="0" y="0"/>
          <a:chExt cx="0" cy="0"/>
        </a:xfrm>
      </p:grpSpPr>
      <p:sp>
        <p:nvSpPr>
          <p:cNvPr id="910" name="Google Shape;910;p91"/>
          <p:cNvSpPr/>
          <p:nvPr/>
        </p:nvSpPr>
        <p:spPr>
          <a:xfrm>
            <a:off x="822982" y="822960"/>
            <a:ext cx="15773700" cy="960300"/>
          </a:xfrm>
          <a:prstGeom prst="rect">
            <a:avLst/>
          </a:prstGeom>
          <a:noFill/>
          <a:ln>
            <a:noFill/>
          </a:ln>
        </p:spPr>
        <p:txBody>
          <a:bodyPr anchorCtr="0" anchor="ctr" bIns="68550" lIns="137150" spcFirstLastPara="1" rIns="137150" wrap="square" tIns="68550">
            <a:noAutofit/>
          </a:bodyPr>
          <a:lstStyle/>
          <a:p>
            <a:pPr indent="0" lvl="0" marL="0" marR="0" rtl="0" algn="l">
              <a:lnSpc>
                <a:spcPct val="100000"/>
              </a:lnSpc>
              <a:spcBef>
                <a:spcPts val="0"/>
              </a:spcBef>
              <a:spcAft>
                <a:spcPts val="0"/>
              </a:spcAft>
              <a:buClr>
                <a:srgbClr val="000033"/>
              </a:buClr>
              <a:buSzPts val="3900"/>
              <a:buFont typeface="Georgia"/>
              <a:buNone/>
            </a:pPr>
            <a:r>
              <a:rPr b="1" lang="en-US" sz="3900">
                <a:solidFill>
                  <a:srgbClr val="000033"/>
                </a:solidFill>
                <a:latin typeface="Montserrat"/>
                <a:ea typeface="Montserrat"/>
                <a:cs typeface="Montserrat"/>
                <a:sym typeface="Montserrat"/>
              </a:rPr>
              <a:t>Paquetes de capacitaciones</a:t>
            </a:r>
            <a:endParaRPr b="1" i="0" sz="3900" u="none" cap="none" strike="noStrike">
              <a:solidFill>
                <a:schemeClr val="dk1"/>
              </a:solidFill>
              <a:latin typeface="Montserrat"/>
              <a:ea typeface="Montserrat"/>
              <a:cs typeface="Montserrat"/>
              <a:sym typeface="Montserrat"/>
            </a:endParaRPr>
          </a:p>
        </p:txBody>
      </p:sp>
      <p:sp>
        <p:nvSpPr>
          <p:cNvPr id="911" name="Google Shape;911;p91"/>
          <p:cNvSpPr/>
          <p:nvPr/>
        </p:nvSpPr>
        <p:spPr>
          <a:xfrm>
            <a:off x="822982" y="1810512"/>
            <a:ext cx="16637700" cy="548400"/>
          </a:xfrm>
          <a:prstGeom prst="rect">
            <a:avLst/>
          </a:prstGeom>
          <a:noFill/>
          <a:ln>
            <a:noFill/>
          </a:ln>
        </p:spPr>
        <p:txBody>
          <a:bodyPr anchorCtr="0" anchor="ctr" bIns="68550" lIns="137150" spcFirstLastPara="1" rIns="137150" wrap="square" tIns="68550">
            <a:noAutofit/>
          </a:bodyPr>
          <a:lstStyle/>
          <a:p>
            <a:pPr indent="0" lvl="0" marL="0" marR="0" rtl="0" algn="l">
              <a:lnSpc>
                <a:spcPct val="100000"/>
              </a:lnSpc>
              <a:spcBef>
                <a:spcPts val="0"/>
              </a:spcBef>
              <a:spcAft>
                <a:spcPts val="0"/>
              </a:spcAft>
              <a:buClr>
                <a:srgbClr val="4A4A6A"/>
              </a:buClr>
              <a:buSzPts val="1900"/>
              <a:buFont typeface="Calibri"/>
              <a:buNone/>
            </a:pPr>
            <a:r>
              <a:rPr b="0" i="0" lang="en-US" sz="2200" u="none" cap="none" strike="noStrike">
                <a:solidFill>
                  <a:srgbClr val="4A4A6A"/>
                </a:solidFill>
                <a:latin typeface="Montserrat"/>
                <a:ea typeface="Montserrat"/>
                <a:cs typeface="Montserrat"/>
                <a:sym typeface="Montserrat"/>
              </a:rPr>
              <a:t>Bloques de </a:t>
            </a:r>
            <a:r>
              <a:rPr lang="en-US" sz="2200">
                <a:solidFill>
                  <a:srgbClr val="4A4A6A"/>
                </a:solidFill>
                <a:latin typeface="Montserrat"/>
                <a:ea typeface="Montserrat"/>
                <a:cs typeface="Montserrat"/>
                <a:sym typeface="Montserrat"/>
              </a:rPr>
              <a:t>capacitaciones</a:t>
            </a:r>
            <a:r>
              <a:rPr b="0" i="0" lang="en-US" sz="2200" u="none" cap="none" strike="noStrike">
                <a:solidFill>
                  <a:srgbClr val="4A4A6A"/>
                </a:solidFill>
                <a:latin typeface="Montserrat"/>
                <a:ea typeface="Montserrat"/>
                <a:cs typeface="Montserrat"/>
                <a:sym typeface="Montserrat"/>
              </a:rPr>
              <a:t> con descuento por volumen (5% a 10%).</a:t>
            </a:r>
            <a:endParaRPr b="0" i="0" sz="2200" u="none" cap="none" strike="noStrike">
              <a:solidFill>
                <a:schemeClr val="dk1"/>
              </a:solidFill>
              <a:latin typeface="Montserrat"/>
              <a:ea typeface="Montserrat"/>
              <a:cs typeface="Montserrat"/>
              <a:sym typeface="Montserrat"/>
            </a:endParaRPr>
          </a:p>
        </p:txBody>
      </p:sp>
      <p:graphicFrame>
        <p:nvGraphicFramePr>
          <p:cNvPr id="912" name="Google Shape;912;p91"/>
          <p:cNvGraphicFramePr/>
          <p:nvPr/>
        </p:nvGraphicFramePr>
        <p:xfrm>
          <a:off x="973357" y="3057430"/>
          <a:ext cx="3000000" cy="3000000"/>
        </p:xfrm>
        <a:graphic>
          <a:graphicData uri="http://schemas.openxmlformats.org/drawingml/2006/table">
            <a:tbl>
              <a:tblPr>
                <a:noFill/>
                <a:tableStyleId>{FA5794C2-47CE-4763-A2D5-C820BB21BA5E}</a:tableStyleId>
              </a:tblPr>
              <a:tblGrid>
                <a:gridCol w="7432350"/>
                <a:gridCol w="5768700"/>
                <a:gridCol w="3074000"/>
              </a:tblGrid>
              <a:tr h="854500">
                <a:tc>
                  <a:txBody>
                    <a:bodyPr/>
                    <a:lstStyle/>
                    <a:p>
                      <a:pPr indent="0" lvl="0" marL="0" marR="0" rtl="0" algn="l">
                        <a:lnSpc>
                          <a:spcPct val="100000"/>
                        </a:lnSpc>
                        <a:spcBef>
                          <a:spcPts val="0"/>
                        </a:spcBef>
                        <a:spcAft>
                          <a:spcPts val="0"/>
                        </a:spcAft>
                        <a:buClr>
                          <a:srgbClr val="FFFFFF"/>
                        </a:buClr>
                        <a:buSzPts val="1500"/>
                        <a:buFont typeface="Calibri"/>
                        <a:buNone/>
                      </a:pPr>
                      <a:r>
                        <a:rPr lang="en-US" sz="2300">
                          <a:solidFill>
                            <a:srgbClr val="FFFFFF"/>
                          </a:solidFill>
                          <a:latin typeface="Montserrat"/>
                          <a:ea typeface="Montserrat"/>
                          <a:cs typeface="Montserrat"/>
                          <a:sym typeface="Montserrat"/>
                        </a:rPr>
                        <a:t>Paquetes</a:t>
                      </a:r>
                      <a:endParaRPr sz="23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solidFill>
                      <a:srgbClr val="000033"/>
                    </a:solidFill>
                  </a:tcPr>
                </a:tc>
                <a:tc>
                  <a:txBody>
                    <a:bodyPr/>
                    <a:lstStyle/>
                    <a:p>
                      <a:pPr indent="0" lvl="0" marL="0" marR="0" rtl="0" algn="r">
                        <a:lnSpc>
                          <a:spcPct val="100000"/>
                        </a:lnSpc>
                        <a:spcBef>
                          <a:spcPts val="0"/>
                        </a:spcBef>
                        <a:spcAft>
                          <a:spcPts val="0"/>
                        </a:spcAft>
                        <a:buClr>
                          <a:srgbClr val="FFFFFF"/>
                        </a:buClr>
                        <a:buSzPts val="1500"/>
                        <a:buFont typeface="Calibri"/>
                        <a:buNone/>
                      </a:pPr>
                      <a:r>
                        <a:rPr lang="en-US" sz="2300" u="none" cap="none" strike="noStrike">
                          <a:solidFill>
                            <a:srgbClr val="FFFFFF"/>
                          </a:solidFill>
                          <a:latin typeface="Montserrat"/>
                          <a:ea typeface="Montserrat"/>
                          <a:cs typeface="Montserrat"/>
                          <a:sym typeface="Montserrat"/>
                        </a:rPr>
                        <a:t>Precio</a:t>
                      </a:r>
                      <a:endParaRPr sz="23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solidFill>
                      <a:srgbClr val="000033"/>
                    </a:solidFill>
                  </a:tcPr>
                </a:tc>
                <a:tc>
                  <a:txBody>
                    <a:bodyPr/>
                    <a:lstStyle/>
                    <a:p>
                      <a:pPr indent="0" lvl="0" marL="0" marR="0" rtl="0" algn="r">
                        <a:lnSpc>
                          <a:spcPct val="100000"/>
                        </a:lnSpc>
                        <a:spcBef>
                          <a:spcPts val="0"/>
                        </a:spcBef>
                        <a:spcAft>
                          <a:spcPts val="0"/>
                        </a:spcAft>
                        <a:buClr>
                          <a:srgbClr val="FFFFFF"/>
                        </a:buClr>
                        <a:buSzPts val="1500"/>
                        <a:buFont typeface="Calibri"/>
                        <a:buNone/>
                      </a:pPr>
                      <a:r>
                        <a:rPr lang="en-US" sz="2300" u="none" cap="none" strike="noStrike">
                          <a:solidFill>
                            <a:srgbClr val="FFFFFF"/>
                          </a:solidFill>
                          <a:latin typeface="Montserrat"/>
                          <a:ea typeface="Montserrat"/>
                          <a:cs typeface="Montserrat"/>
                          <a:sym typeface="Montserrat"/>
                        </a:rPr>
                        <a:t>Dscto</a:t>
                      </a:r>
                      <a:endParaRPr sz="23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solidFill>
                      <a:srgbClr val="000033"/>
                    </a:solidFill>
                  </a:tcPr>
                </a:tc>
              </a:tr>
              <a:tr h="854500">
                <a:tc>
                  <a:txBody>
                    <a:bodyPr/>
                    <a:lstStyle/>
                    <a:p>
                      <a:pPr indent="0" lvl="0" marL="0" marR="0" rtl="0" algn="l">
                        <a:lnSpc>
                          <a:spcPct val="100000"/>
                        </a:lnSpc>
                        <a:spcBef>
                          <a:spcPts val="0"/>
                        </a:spcBef>
                        <a:spcAft>
                          <a:spcPts val="0"/>
                        </a:spcAft>
                        <a:buNone/>
                      </a:pPr>
                      <a:r>
                        <a:rPr lang="en-US" sz="2500">
                          <a:solidFill>
                            <a:srgbClr val="000033"/>
                          </a:solidFill>
                          <a:latin typeface="Montserrat"/>
                          <a:ea typeface="Montserrat"/>
                          <a:cs typeface="Montserrat"/>
                          <a:sym typeface="Montserrat"/>
                        </a:rPr>
                        <a:t>1 Capacitación</a:t>
                      </a:r>
                      <a:endParaRPr sz="2500" u="none" cap="none" strike="noStrike">
                        <a:solidFill>
                          <a:srgbClr val="000033"/>
                        </a:solidFill>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c>
                  <a:txBody>
                    <a:bodyPr/>
                    <a:lstStyle/>
                    <a:p>
                      <a:pPr indent="0" lvl="0" marL="0" marR="0" rtl="0" algn="r">
                        <a:lnSpc>
                          <a:spcPct val="100000"/>
                        </a:lnSpc>
                        <a:spcBef>
                          <a:spcPts val="0"/>
                        </a:spcBef>
                        <a:spcAft>
                          <a:spcPts val="0"/>
                        </a:spcAft>
                        <a:buNone/>
                      </a:pPr>
                      <a:r>
                        <a:rPr lang="en-US" sz="2500">
                          <a:solidFill>
                            <a:srgbClr val="000033"/>
                          </a:solidFill>
                          <a:latin typeface="Montserrat"/>
                          <a:ea typeface="Montserrat"/>
                          <a:cs typeface="Montserrat"/>
                          <a:sym typeface="Montserrat"/>
                        </a:rPr>
                        <a:t>[a completar a mano]</a:t>
                      </a:r>
                      <a:endParaRPr sz="2500">
                        <a:solidFill>
                          <a:srgbClr val="000033"/>
                        </a:solidFill>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c>
                  <a:txBody>
                    <a:bodyPr/>
                    <a:lstStyle/>
                    <a:p>
                      <a:pPr indent="0" lvl="0" marL="0" marR="0" rtl="0" algn="r">
                        <a:lnSpc>
                          <a:spcPct val="100000"/>
                        </a:lnSpc>
                        <a:spcBef>
                          <a:spcPts val="0"/>
                        </a:spcBef>
                        <a:spcAft>
                          <a:spcPts val="0"/>
                        </a:spcAft>
                        <a:buNone/>
                      </a:pPr>
                      <a:r>
                        <a:rPr lang="en-US" sz="2500">
                          <a:solidFill>
                            <a:srgbClr val="4A4A6A"/>
                          </a:solidFill>
                          <a:latin typeface="Montserrat"/>
                          <a:ea typeface="Montserrat"/>
                          <a:cs typeface="Montserrat"/>
                          <a:sym typeface="Montserrat"/>
                        </a:rPr>
                        <a:t>-</a:t>
                      </a:r>
                      <a:endParaRPr sz="2500" u="none" cap="none" strike="noStrike">
                        <a:solidFill>
                          <a:srgbClr val="4A4A6A"/>
                        </a:solidFill>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r>
              <a:tr h="854500">
                <a:tc>
                  <a:txBody>
                    <a:bodyPr/>
                    <a:lstStyle/>
                    <a:p>
                      <a:pPr indent="0" lvl="0" marL="0" marR="0" rtl="0" algn="l">
                        <a:lnSpc>
                          <a:spcPct val="100000"/>
                        </a:lnSpc>
                        <a:spcBef>
                          <a:spcPts val="0"/>
                        </a:spcBef>
                        <a:spcAft>
                          <a:spcPts val="0"/>
                        </a:spcAft>
                        <a:buClr>
                          <a:srgbClr val="000033"/>
                        </a:buClr>
                        <a:buSzPts val="1700"/>
                        <a:buFont typeface="Calibri"/>
                        <a:buNone/>
                      </a:pPr>
                      <a:r>
                        <a:rPr lang="en-US" sz="2500" u="none" cap="none" strike="noStrike">
                          <a:solidFill>
                            <a:srgbClr val="000033"/>
                          </a:solidFill>
                          <a:latin typeface="Montserrat"/>
                          <a:ea typeface="Montserrat"/>
                          <a:cs typeface="Montserrat"/>
                          <a:sym typeface="Montserrat"/>
                        </a:rPr>
                        <a:t>3 </a:t>
                      </a:r>
                      <a:r>
                        <a:rPr lang="en-US" sz="2500">
                          <a:solidFill>
                            <a:srgbClr val="000033"/>
                          </a:solidFill>
                          <a:latin typeface="Montserrat"/>
                          <a:ea typeface="Montserrat"/>
                          <a:cs typeface="Montserrat"/>
                          <a:sym typeface="Montserrat"/>
                        </a:rPr>
                        <a:t>Capacitaciones</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000033"/>
                        </a:buClr>
                        <a:buSzPts val="1700"/>
                        <a:buFont typeface="Calibri"/>
                        <a:buNone/>
                      </a:pPr>
                      <a:r>
                        <a:rPr lang="en-US" sz="2500">
                          <a:solidFill>
                            <a:srgbClr val="000033"/>
                          </a:solidFill>
                          <a:latin typeface="Montserrat"/>
                          <a:ea typeface="Montserrat"/>
                          <a:cs typeface="Montserrat"/>
                          <a:sym typeface="Montserrat"/>
                        </a:rPr>
                        <a:t>[a completar a mano]</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4A4A6A"/>
                        </a:buClr>
                        <a:buSzPts val="1700"/>
                        <a:buFont typeface="Calibri"/>
                        <a:buNone/>
                      </a:pPr>
                      <a:r>
                        <a:rPr lang="en-US" sz="2500" u="none" cap="none" strike="noStrike">
                          <a:solidFill>
                            <a:srgbClr val="4A4A6A"/>
                          </a:solidFill>
                          <a:latin typeface="Montserrat"/>
                          <a:ea typeface="Montserrat"/>
                          <a:cs typeface="Montserrat"/>
                          <a:sym typeface="Montserrat"/>
                        </a:rPr>
                        <a:t>5%</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r>
              <a:tr h="854500">
                <a:tc>
                  <a:txBody>
                    <a:bodyPr/>
                    <a:lstStyle/>
                    <a:p>
                      <a:pPr indent="0" lvl="0" marL="0" marR="0" rtl="0" algn="l">
                        <a:lnSpc>
                          <a:spcPct val="100000"/>
                        </a:lnSpc>
                        <a:spcBef>
                          <a:spcPts val="0"/>
                        </a:spcBef>
                        <a:spcAft>
                          <a:spcPts val="0"/>
                        </a:spcAft>
                        <a:buClr>
                          <a:srgbClr val="000033"/>
                        </a:buClr>
                        <a:buSzPts val="1700"/>
                        <a:buFont typeface="Calibri"/>
                        <a:buNone/>
                      </a:pPr>
                      <a:r>
                        <a:rPr lang="en-US" sz="2500" u="none" cap="none" strike="noStrike">
                          <a:solidFill>
                            <a:srgbClr val="000033"/>
                          </a:solidFill>
                          <a:latin typeface="Montserrat"/>
                          <a:ea typeface="Montserrat"/>
                          <a:cs typeface="Montserrat"/>
                          <a:sym typeface="Montserrat"/>
                        </a:rPr>
                        <a:t>5 </a:t>
                      </a:r>
                      <a:r>
                        <a:rPr lang="en-US" sz="2500">
                          <a:solidFill>
                            <a:srgbClr val="000033"/>
                          </a:solidFill>
                          <a:latin typeface="Montserrat"/>
                          <a:ea typeface="Montserrat"/>
                          <a:cs typeface="Montserrat"/>
                          <a:sym typeface="Montserrat"/>
                        </a:rPr>
                        <a:t>Capacitaciones</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solidFill>
                      <a:srgbClr val="F4F2FA"/>
                    </a:solidFill>
                  </a:tcPr>
                </a:tc>
                <a:tc>
                  <a:txBody>
                    <a:bodyPr/>
                    <a:lstStyle/>
                    <a:p>
                      <a:pPr indent="0" lvl="0" marL="0" rtl="0" algn="r">
                        <a:spcBef>
                          <a:spcPts val="0"/>
                        </a:spcBef>
                        <a:spcAft>
                          <a:spcPts val="0"/>
                        </a:spcAft>
                        <a:buClr>
                          <a:srgbClr val="000033"/>
                        </a:buClr>
                        <a:buSzPts val="1700"/>
                        <a:buFont typeface="Calibri"/>
                        <a:buNone/>
                      </a:pPr>
                      <a:r>
                        <a:rPr lang="en-US" sz="2500">
                          <a:solidFill>
                            <a:srgbClr val="000033"/>
                          </a:solidFill>
                          <a:latin typeface="Montserrat"/>
                          <a:ea typeface="Montserrat"/>
                          <a:cs typeface="Montserrat"/>
                          <a:sym typeface="Montserrat"/>
                        </a:rPr>
                        <a:t>[a completar a mano]</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solidFill>
                      <a:srgbClr val="F4F2FA"/>
                    </a:solidFill>
                  </a:tcPr>
                </a:tc>
                <a:tc>
                  <a:txBody>
                    <a:bodyPr/>
                    <a:lstStyle/>
                    <a:p>
                      <a:pPr indent="0" lvl="0" marL="0" marR="0" rtl="0" algn="r">
                        <a:lnSpc>
                          <a:spcPct val="100000"/>
                        </a:lnSpc>
                        <a:spcBef>
                          <a:spcPts val="0"/>
                        </a:spcBef>
                        <a:spcAft>
                          <a:spcPts val="0"/>
                        </a:spcAft>
                        <a:buClr>
                          <a:srgbClr val="4A4A6A"/>
                        </a:buClr>
                        <a:buSzPts val="1700"/>
                        <a:buFont typeface="Calibri"/>
                        <a:buNone/>
                      </a:pPr>
                      <a:r>
                        <a:rPr lang="en-US" sz="2500" u="none" cap="none" strike="noStrike">
                          <a:solidFill>
                            <a:srgbClr val="4A4A6A"/>
                          </a:solidFill>
                          <a:latin typeface="Montserrat"/>
                          <a:ea typeface="Montserrat"/>
                          <a:cs typeface="Montserrat"/>
                          <a:sym typeface="Montserrat"/>
                        </a:rPr>
                        <a:t>8%</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solidFill>
                      <a:srgbClr val="F4F2FA"/>
                    </a:solidFill>
                  </a:tcPr>
                </a:tc>
              </a:tr>
              <a:tr h="854500">
                <a:tc>
                  <a:txBody>
                    <a:bodyPr/>
                    <a:lstStyle/>
                    <a:p>
                      <a:pPr indent="0" lvl="0" marL="0" marR="0" rtl="0" algn="l">
                        <a:lnSpc>
                          <a:spcPct val="100000"/>
                        </a:lnSpc>
                        <a:spcBef>
                          <a:spcPts val="0"/>
                        </a:spcBef>
                        <a:spcAft>
                          <a:spcPts val="0"/>
                        </a:spcAft>
                        <a:buClr>
                          <a:srgbClr val="000033"/>
                        </a:buClr>
                        <a:buSzPts val="1700"/>
                        <a:buFont typeface="Calibri"/>
                        <a:buNone/>
                      </a:pPr>
                      <a:r>
                        <a:rPr lang="en-US" sz="2500" u="none" cap="none" strike="noStrike">
                          <a:solidFill>
                            <a:srgbClr val="000033"/>
                          </a:solidFill>
                          <a:latin typeface="Montserrat"/>
                          <a:ea typeface="Montserrat"/>
                          <a:cs typeface="Montserrat"/>
                          <a:sym typeface="Montserrat"/>
                        </a:rPr>
                        <a:t>10 </a:t>
                      </a:r>
                      <a:r>
                        <a:rPr lang="en-US" sz="2500">
                          <a:solidFill>
                            <a:srgbClr val="000033"/>
                          </a:solidFill>
                          <a:latin typeface="Montserrat"/>
                          <a:ea typeface="Montserrat"/>
                          <a:cs typeface="Montserrat"/>
                          <a:sym typeface="Montserrat"/>
                        </a:rPr>
                        <a:t>Capacitaciones</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c>
                  <a:txBody>
                    <a:bodyPr/>
                    <a:lstStyle/>
                    <a:p>
                      <a:pPr indent="0" lvl="0" marL="0" rtl="0" algn="r">
                        <a:spcBef>
                          <a:spcPts val="0"/>
                        </a:spcBef>
                        <a:spcAft>
                          <a:spcPts val="0"/>
                        </a:spcAft>
                        <a:buClr>
                          <a:srgbClr val="000033"/>
                        </a:buClr>
                        <a:buSzPts val="1700"/>
                        <a:buFont typeface="Calibri"/>
                        <a:buNone/>
                      </a:pPr>
                      <a:r>
                        <a:rPr lang="en-US" sz="2500">
                          <a:solidFill>
                            <a:srgbClr val="000033"/>
                          </a:solidFill>
                          <a:latin typeface="Montserrat"/>
                          <a:ea typeface="Montserrat"/>
                          <a:cs typeface="Montserrat"/>
                          <a:sym typeface="Montserrat"/>
                        </a:rPr>
                        <a:t>[a completar a mano]</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c>
                  <a:txBody>
                    <a:bodyPr/>
                    <a:lstStyle/>
                    <a:p>
                      <a:pPr indent="0" lvl="0" marL="0" marR="0" rtl="0" algn="r">
                        <a:lnSpc>
                          <a:spcPct val="100000"/>
                        </a:lnSpc>
                        <a:spcBef>
                          <a:spcPts val="0"/>
                        </a:spcBef>
                        <a:spcAft>
                          <a:spcPts val="0"/>
                        </a:spcAft>
                        <a:buClr>
                          <a:srgbClr val="4A4A6A"/>
                        </a:buClr>
                        <a:buSzPts val="1700"/>
                        <a:buFont typeface="Calibri"/>
                        <a:buNone/>
                      </a:pPr>
                      <a:r>
                        <a:rPr lang="en-US" sz="2500" u="none" cap="none" strike="noStrike">
                          <a:solidFill>
                            <a:srgbClr val="4A4A6A"/>
                          </a:solidFill>
                          <a:latin typeface="Montserrat"/>
                          <a:ea typeface="Montserrat"/>
                          <a:cs typeface="Montserrat"/>
                          <a:sym typeface="Montserrat"/>
                        </a:rPr>
                        <a:t>10%</a:t>
                      </a:r>
                      <a:endParaRPr sz="2500" u="none" cap="none" strike="noStrike">
                        <a:latin typeface="Montserrat"/>
                        <a:ea typeface="Montserrat"/>
                        <a:cs typeface="Montserrat"/>
                        <a:sym typeface="Montserrat"/>
                      </a:endParaRPr>
                    </a:p>
                  </a:txBody>
                  <a:tcPr marT="76200" marB="76200" marR="76200" marL="76200" anchor="ctr">
                    <a:lnL cap="flat" cmpd="sng" w="14300">
                      <a:solidFill>
                        <a:srgbClr val="D0D0E0"/>
                      </a:solidFill>
                      <a:prstDash val="solid"/>
                      <a:round/>
                      <a:headEnd len="sm" w="sm" type="none"/>
                      <a:tailEnd len="sm" w="sm" type="none"/>
                    </a:lnL>
                    <a:lnR cap="flat" cmpd="sng" w="14300">
                      <a:solidFill>
                        <a:srgbClr val="D0D0E0"/>
                      </a:solidFill>
                      <a:prstDash val="solid"/>
                      <a:round/>
                      <a:headEnd len="sm" w="sm" type="none"/>
                      <a:tailEnd len="sm" w="sm" type="none"/>
                    </a:lnR>
                    <a:lnT cap="flat" cmpd="sng" w="14300">
                      <a:solidFill>
                        <a:srgbClr val="D0D0E0"/>
                      </a:solidFill>
                      <a:prstDash val="solid"/>
                      <a:round/>
                      <a:headEnd len="sm" w="sm" type="none"/>
                      <a:tailEnd len="sm" w="sm" type="none"/>
                    </a:lnT>
                    <a:lnB cap="flat" cmpd="sng" w="14300">
                      <a:solidFill>
                        <a:srgbClr val="D0D0E0"/>
                      </a:solidFill>
                      <a:prstDash val="solid"/>
                      <a:round/>
                      <a:headEnd len="sm" w="sm" type="none"/>
                      <a:tailEnd len="sm" w="sm" type="none"/>
                    </a:lnB>
                  </a:tcPr>
                </a:tc>
              </a:tr>
            </a:tbl>
          </a:graphicData>
        </a:graphic>
      </p:graphicFrame>
      <p:sp>
        <p:nvSpPr>
          <p:cNvPr id="913" name="Google Shape;913;p91"/>
          <p:cNvSpPr txBox="1"/>
          <p:nvPr/>
        </p:nvSpPr>
        <p:spPr>
          <a:xfrm>
            <a:off x="353950" y="8097635"/>
            <a:ext cx="16663200" cy="1920900"/>
          </a:xfrm>
          <a:prstGeom prst="rect">
            <a:avLst/>
          </a:prstGeom>
          <a:noFill/>
          <a:ln>
            <a:noFill/>
          </a:ln>
        </p:spPr>
        <p:txBody>
          <a:bodyPr anchorCtr="0" anchor="t" bIns="182850" lIns="182850" spcFirstLastPara="1" rIns="182850" wrap="square" tIns="182850">
            <a:spAutoFit/>
          </a:bodyPr>
          <a:lstStyle/>
          <a:p>
            <a:pPr indent="-571500" lvl="0" marL="914400" marR="0" rtl="0" algn="l">
              <a:lnSpc>
                <a:spcPct val="115000"/>
              </a:lnSpc>
              <a:spcBef>
                <a:spcPts val="0"/>
              </a:spcBef>
              <a:spcAft>
                <a:spcPts val="0"/>
              </a:spcAft>
              <a:buClr>
                <a:srgbClr val="00133A"/>
              </a:buClr>
              <a:buSzPts val="1800"/>
              <a:buFont typeface="Montserrat"/>
              <a:buChar char="●"/>
            </a:pPr>
            <a:r>
              <a:rPr lang="en-US" sz="1800">
                <a:solidFill>
                  <a:srgbClr val="00133A"/>
                </a:solidFill>
                <a:latin typeface="Montserrat"/>
                <a:ea typeface="Montserrat"/>
                <a:cs typeface="Montserrat"/>
                <a:sym typeface="Montserrat"/>
              </a:rPr>
              <a:t>Capacitaciones de hasta 30 personas</a:t>
            </a:r>
            <a:endParaRPr sz="1800">
              <a:solidFill>
                <a:srgbClr val="00133A"/>
              </a:solidFill>
              <a:latin typeface="Montserrat"/>
              <a:ea typeface="Montserrat"/>
              <a:cs typeface="Montserrat"/>
              <a:sym typeface="Montserrat"/>
            </a:endParaRPr>
          </a:p>
          <a:p>
            <a:pPr indent="-571500" lvl="0" marL="914400" rtl="0" algn="l">
              <a:lnSpc>
                <a:spcPct val="115000"/>
              </a:lnSpc>
              <a:spcBef>
                <a:spcPts val="0"/>
              </a:spcBef>
              <a:spcAft>
                <a:spcPts val="0"/>
              </a:spcAft>
              <a:buClr>
                <a:srgbClr val="00133A"/>
              </a:buClr>
              <a:buSzPts val="1800"/>
              <a:buFont typeface="Montserrat"/>
              <a:buChar char="●"/>
            </a:pPr>
            <a:r>
              <a:rPr lang="en-US" sz="1800">
                <a:solidFill>
                  <a:srgbClr val="00133A"/>
                </a:solidFill>
                <a:latin typeface="Montserrat"/>
                <a:ea typeface="Montserrat"/>
                <a:cs typeface="Montserrat"/>
                <a:sym typeface="Montserrat"/>
              </a:rPr>
              <a:t>Neo asume desarrollo de contenido, facilitadores y jurados</a:t>
            </a:r>
            <a:endParaRPr sz="1800">
              <a:solidFill>
                <a:srgbClr val="00133A"/>
              </a:solidFill>
              <a:latin typeface="Montserrat"/>
              <a:ea typeface="Montserrat"/>
              <a:cs typeface="Montserrat"/>
              <a:sym typeface="Montserrat"/>
            </a:endParaRPr>
          </a:p>
          <a:p>
            <a:pPr indent="-571500" lvl="0" marL="914400" marR="0" rtl="0" algn="l">
              <a:lnSpc>
                <a:spcPct val="115000"/>
              </a:lnSpc>
              <a:spcBef>
                <a:spcPts val="0"/>
              </a:spcBef>
              <a:spcAft>
                <a:spcPts val="0"/>
              </a:spcAft>
              <a:buClr>
                <a:srgbClr val="00133A"/>
              </a:buClr>
              <a:buSzPts val="1800"/>
              <a:buFont typeface="Montserrat"/>
              <a:buChar char="●"/>
            </a:pPr>
            <a:r>
              <a:rPr lang="en-US" sz="1800">
                <a:solidFill>
                  <a:srgbClr val="00133A"/>
                </a:solidFill>
                <a:latin typeface="Montserrat"/>
                <a:ea typeface="Montserrat"/>
                <a:cs typeface="Montserrat"/>
                <a:sym typeface="Montserrat"/>
              </a:rPr>
              <a:t>El cliente deberá facilitar local, catering, laptops y licencias.</a:t>
            </a:r>
            <a:endParaRPr sz="1800">
              <a:solidFill>
                <a:srgbClr val="00133A"/>
              </a:solidFill>
              <a:latin typeface="Montserrat"/>
              <a:ea typeface="Montserrat"/>
              <a:cs typeface="Montserrat"/>
              <a:sym typeface="Montserrat"/>
            </a:endParaRPr>
          </a:p>
          <a:p>
            <a:pPr indent="-571500" lvl="0" marL="914400" marR="0" rtl="0" algn="l">
              <a:lnSpc>
                <a:spcPct val="115000"/>
              </a:lnSpc>
              <a:spcBef>
                <a:spcPts val="0"/>
              </a:spcBef>
              <a:spcAft>
                <a:spcPts val="0"/>
              </a:spcAft>
              <a:buClr>
                <a:srgbClr val="00133A"/>
              </a:buClr>
              <a:buSzPts val="1800"/>
              <a:buFont typeface="Montserrat"/>
              <a:buChar char="●"/>
            </a:pPr>
            <a:r>
              <a:rPr b="0" i="0" lang="en-US" sz="1800" u="none" cap="none" strike="noStrike">
                <a:solidFill>
                  <a:srgbClr val="00133A"/>
                </a:solidFill>
                <a:latin typeface="Montserrat"/>
                <a:ea typeface="Montserrat"/>
                <a:cs typeface="Montserrat"/>
                <a:sym typeface="Montserrat"/>
              </a:rPr>
              <a:t>Los precios no incluyen impuestos (IGV)</a:t>
            </a:r>
            <a:endParaRPr b="0" i="0" sz="1800" u="none" cap="none" strike="noStrike">
              <a:solidFill>
                <a:srgbClr val="000000"/>
              </a:solidFill>
              <a:latin typeface="Montserrat"/>
              <a:ea typeface="Montserrat"/>
              <a:cs typeface="Montserrat"/>
              <a:sym typeface="Montserrat"/>
            </a:endParaRPr>
          </a:p>
          <a:p>
            <a:pPr indent="-571500" lvl="0" marL="914400" marR="0" rtl="0" algn="l">
              <a:lnSpc>
                <a:spcPct val="115000"/>
              </a:lnSpc>
              <a:spcBef>
                <a:spcPts val="0"/>
              </a:spcBef>
              <a:spcAft>
                <a:spcPts val="0"/>
              </a:spcAft>
              <a:buClr>
                <a:srgbClr val="00133A"/>
              </a:buClr>
              <a:buSzPts val="1800"/>
              <a:buFont typeface="Montserrat"/>
              <a:buChar char="●"/>
            </a:pPr>
            <a:r>
              <a:rPr b="0" i="0" lang="en-US" sz="1800" u="none" cap="none" strike="noStrike">
                <a:solidFill>
                  <a:srgbClr val="00133A"/>
                </a:solidFill>
                <a:latin typeface="Montserrat"/>
                <a:ea typeface="Montserrat"/>
                <a:cs typeface="Montserrat"/>
                <a:sym typeface="Montserrat"/>
              </a:rPr>
              <a:t>Forma de facturación: 100% on demand del paquete</a:t>
            </a:r>
            <a:endParaRPr b="1" i="0" sz="1800" u="none" cap="none" strike="noStrike">
              <a:solidFill>
                <a:srgbClr val="00133A"/>
              </a:solidFill>
              <a:latin typeface="Montserrat"/>
              <a:ea typeface="Montserrat"/>
              <a:cs typeface="Montserrat"/>
              <a:sym typeface="Montserrat"/>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7" name="Shape 917"/>
        <p:cNvGrpSpPr/>
        <p:nvPr/>
      </p:nvGrpSpPr>
      <p:grpSpPr>
        <a:xfrm>
          <a:off x="0" y="0"/>
          <a:ext cx="0" cy="0"/>
          <a:chOff x="0" y="0"/>
          <a:chExt cx="0" cy="0"/>
        </a:xfrm>
      </p:grpSpPr>
      <p:sp>
        <p:nvSpPr>
          <p:cNvPr id="918" name="Google Shape;918;p92"/>
          <p:cNvSpPr txBox="1"/>
          <p:nvPr>
            <p:ph idx="1" type="body"/>
          </p:nvPr>
        </p:nvSpPr>
        <p:spPr>
          <a:xfrm>
            <a:off x="133800" y="1817300"/>
            <a:ext cx="17290200" cy="7860000"/>
          </a:xfrm>
          <a:prstGeom prst="rect">
            <a:avLst/>
          </a:prstGeom>
          <a:noFill/>
          <a:ln>
            <a:noFill/>
          </a:ln>
        </p:spPr>
        <p:txBody>
          <a:bodyPr anchorCtr="0" anchor="t" bIns="68550" lIns="137150" spcFirstLastPara="1" rIns="137150" wrap="square" tIns="68550">
            <a:noAutofit/>
          </a:bodyPr>
          <a:lstStyle/>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Si por algún motivo en 35 días hábiles de aceptada la propuesta NEO no presentase una terna de consultores y el cliente quiera prescindir del servicio, éste no estará obligado a asumir el pago del servicio.</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La aceptación de esta propuesta no origina en modo alguno relación laboral entre el cliente y los consultores. La relación contractual será directamente con NEO (cobertura de costos planilla y beneficios de ley como EPS, AFP, CTS, gratificaciones y vacaciones). Asimismo, cualquier falta justificable (descanso médico) menor o igual a 15 días no generará reemplazo ni reprogramación de vigencia de contrato.</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Las actividades de los consultores se realizan a distancia. Asimismo, ellos trabajarán en un esquema de 40 horas semanales.</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Neo Consulting asumirá todos los costos relacionados con las herramientas de trabajo necesarias, incluyendo: Laptop, licencias especiales de software y herramientas específicas, o cualquier otro recurso esencial para la correcta ejecución del servicio. En caso de requerir herramientas específicas adicionales por parte del cliente, esto deberá ser acordado previamente.</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Si por algún motivo en el periodo del proyecto, uno o más consultores no pudieran continuar en el proyecto; NEO se encargará de reemplazarlo con otro perfil de similares características en un periodo máximo de 35 días. El periodo ausente será completado al final del proyecto para no afectar el alcance del mismo ni el cronograma de facturación.</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Los talentos asignados tendrán derecho a 30 días de descanso vacacional anual, de acuerdo con la legislación vigente. Las vacaciones serán coordinadas con el líder responsable del proyecto por parte del cliente y no generarán reprogramación ni reemplazo dentro del contrato.</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Si alguna de las partes desea rescindir parcial o totalmente el contrato, deberá notificarlo con al menos 2 meses de anticipación. Si el cliente no confirma la renovación ni cancela el servicio 30 días antes del término del contrato, este se renovará de manera automática por el mismo periodo y bajo las mismas condiciones.</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Si el cliente decide cancelar un perfil Neo Talent luego de haber aceptado su incorporación y antes de que este haya iniciado sus funciones, deberá pagar una penalidad equivalente a dos meses de fee del servicio. Esta penalización tiene como objetivo compensar los daños y perjuicios ocasionados a la reputación de Neo Consulting, así como el impacto en la empleabilidad del talento asignado.</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Si el contrato se cancela antes del tiempo acordado, se aplicará un costo proporcional que cubrirá los gastos de reclutamiento y herramientas asignadas al talento durante el período del contrato. Dicho cobro ascenderá a USD $2500 por perfil.</a:t>
            </a:r>
            <a:endParaRPr b="0" i="0" sz="1900" u="none" cap="none" strike="noStrike">
              <a:solidFill>
                <a:srgbClr val="00133A"/>
              </a:solidFill>
              <a:latin typeface="Montserrat"/>
              <a:ea typeface="Montserrat"/>
              <a:cs typeface="Montserrat"/>
              <a:sym typeface="Montserrat"/>
            </a:endParaRPr>
          </a:p>
          <a:p>
            <a:pPr indent="-577850" lvl="0" marL="914400" marR="0" rtl="0" algn="just">
              <a:lnSpc>
                <a:spcPct val="95000"/>
              </a:lnSpc>
              <a:spcBef>
                <a:spcPts val="0"/>
              </a:spcBef>
              <a:spcAft>
                <a:spcPts val="0"/>
              </a:spcAft>
              <a:buClr>
                <a:srgbClr val="00133A"/>
              </a:buClr>
              <a:buSzPts val="1900"/>
              <a:buFont typeface="Montserrat"/>
              <a:buChar char="●"/>
            </a:pPr>
            <a:r>
              <a:rPr b="0" i="0" lang="en-US" sz="1900" u="none" cap="none" strike="noStrike">
                <a:solidFill>
                  <a:srgbClr val="00133A"/>
                </a:solidFill>
                <a:latin typeface="Montserrat"/>
                <a:ea typeface="Montserrat"/>
                <a:cs typeface="Montserrat"/>
                <a:sym typeface="Montserrat"/>
              </a:rPr>
              <a:t>Si el cliente desea que el talento asignado pase a formar parte de su organización, deberá esperar hasta la finalización del contrato actual para habilitar dicha opción. Penalidad por absorción del talento: Si el cliente decide contratar directamente al talento asignado antes de la finalización del contrato, se aplicará una penalidad equivalente a un mínimo de tres fees mensuales o los meses restantes del contrato, lo que resulte mayor.</a:t>
            </a:r>
            <a:endParaRPr b="0" i="0" sz="1900" u="none" cap="none" strike="noStrike">
              <a:solidFill>
                <a:srgbClr val="00133A"/>
              </a:solidFill>
              <a:latin typeface="Montserrat"/>
              <a:ea typeface="Montserrat"/>
              <a:cs typeface="Montserrat"/>
              <a:sym typeface="Montserrat"/>
            </a:endParaRPr>
          </a:p>
        </p:txBody>
      </p:sp>
      <p:sp>
        <p:nvSpPr>
          <p:cNvPr id="919" name="Google Shape;919;p92"/>
          <p:cNvSpPr txBox="1"/>
          <p:nvPr>
            <p:ph type="title"/>
          </p:nvPr>
        </p:nvSpPr>
        <p:spPr>
          <a:xfrm>
            <a:off x="298600" y="354800"/>
            <a:ext cx="14839800" cy="1145400"/>
          </a:xfrm>
          <a:prstGeom prst="rect">
            <a:avLst/>
          </a:prstGeom>
          <a:noFill/>
          <a:ln>
            <a:noFill/>
          </a:ln>
        </p:spPr>
        <p:txBody>
          <a:bodyPr anchorCtr="0" anchor="t"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5600"/>
              <a:buFont typeface="Arial"/>
              <a:buNone/>
            </a:pPr>
            <a:r>
              <a:rPr b="1" i="0" lang="en-US" sz="6400" u="none" cap="none" strike="noStrike">
                <a:solidFill>
                  <a:srgbClr val="000033"/>
                </a:solidFill>
                <a:latin typeface="PT Serif"/>
                <a:ea typeface="PT Serif"/>
                <a:cs typeface="PT Serif"/>
                <a:sym typeface="PT Serif"/>
              </a:rPr>
              <a:t>Cláusulas del servicio</a:t>
            </a:r>
            <a:endParaRPr b="1" i="0" sz="6400" u="none" cap="none" strike="noStrike">
              <a:solidFill>
                <a:srgbClr val="000033"/>
              </a:solidFill>
              <a:latin typeface="PT Serif"/>
              <a:ea typeface="PT Serif"/>
              <a:cs typeface="PT Serif"/>
              <a:sym typeface="PT Serif"/>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924" name="Shape 924"/>
        <p:cNvGrpSpPr/>
        <p:nvPr/>
      </p:nvGrpSpPr>
      <p:grpSpPr>
        <a:xfrm>
          <a:off x="0" y="0"/>
          <a:ext cx="0" cy="0"/>
          <a:chOff x="0" y="0"/>
          <a:chExt cx="0" cy="0"/>
        </a:xfrm>
      </p:grpSpPr>
      <p:pic>
        <p:nvPicPr>
          <p:cNvPr descr="preencoded.png" id="925" name="Google Shape;925;p93"/>
          <p:cNvPicPr preferRelativeResize="0"/>
          <p:nvPr/>
        </p:nvPicPr>
        <p:blipFill rotWithShape="1">
          <a:blip r:embed="rId3">
            <a:alphaModFix/>
          </a:blip>
          <a:srcRect b="282" l="0" r="0" t="282"/>
          <a:stretch/>
        </p:blipFill>
        <p:spPr>
          <a:xfrm>
            <a:off x="0" y="0"/>
            <a:ext cx="18288000" cy="10287000"/>
          </a:xfrm>
          <a:prstGeom prst="rect">
            <a:avLst/>
          </a:prstGeom>
          <a:noFill/>
          <a:ln>
            <a:noFill/>
          </a:ln>
        </p:spPr>
      </p:pic>
      <p:pic>
        <p:nvPicPr>
          <p:cNvPr descr="preencoded.png" id="926" name="Google Shape;926;p93"/>
          <p:cNvPicPr preferRelativeResize="0"/>
          <p:nvPr/>
        </p:nvPicPr>
        <p:blipFill rotWithShape="1">
          <a:blip r:embed="rId4">
            <a:alphaModFix/>
          </a:blip>
          <a:srcRect b="0" l="0" r="0" t="0"/>
          <a:stretch/>
        </p:blipFill>
        <p:spPr>
          <a:xfrm>
            <a:off x="15149512" y="723900"/>
            <a:ext cx="1804988" cy="361950"/>
          </a:xfrm>
          <a:prstGeom prst="rect">
            <a:avLst/>
          </a:prstGeom>
          <a:noFill/>
          <a:ln>
            <a:noFill/>
          </a:ln>
        </p:spPr>
      </p:pic>
      <p:sp>
        <p:nvSpPr>
          <p:cNvPr id="927" name="Google Shape;927;p93"/>
          <p:cNvSpPr/>
          <p:nvPr/>
        </p:nvSpPr>
        <p:spPr>
          <a:xfrm>
            <a:off x="1333500" y="3764756"/>
            <a:ext cx="17183100" cy="1181100"/>
          </a:xfrm>
          <a:prstGeom prst="rect">
            <a:avLst/>
          </a:prstGeom>
          <a:noFill/>
          <a:ln>
            <a:noFill/>
          </a:ln>
        </p:spPr>
        <p:txBody>
          <a:bodyPr anchorCtr="0" anchor="t" bIns="25400" lIns="25400" spcFirstLastPara="1" rIns="25400" wrap="square" tIns="25400">
            <a:noAutofit/>
          </a:bodyPr>
          <a:lstStyle/>
          <a:p>
            <a:pPr indent="0" lvl="0" marL="0" marR="0" rtl="0" algn="l">
              <a:lnSpc>
                <a:spcPct val="86957"/>
              </a:lnSpc>
              <a:spcBef>
                <a:spcPts val="0"/>
              </a:spcBef>
              <a:spcAft>
                <a:spcPts val="0"/>
              </a:spcAft>
              <a:buClr>
                <a:srgbClr val="6E6EB9"/>
              </a:buClr>
              <a:buSzPts val="9000"/>
              <a:buFont typeface="Arial"/>
              <a:buNone/>
            </a:pPr>
            <a:r>
              <a:rPr b="1" i="0" lang="en-US" sz="9000" u="none" cap="none" strike="noStrike">
                <a:solidFill>
                  <a:srgbClr val="6E6EB9"/>
                </a:solidFill>
                <a:latin typeface="Montserrat"/>
                <a:ea typeface="Montserrat"/>
                <a:cs typeface="Montserrat"/>
                <a:sym typeface="Montserrat"/>
              </a:rPr>
              <a:t>11</a:t>
            </a:r>
            <a:endParaRPr b="0" i="0" sz="9000" u="none" cap="none" strike="noStrike">
              <a:solidFill>
                <a:schemeClr val="dk1"/>
              </a:solidFill>
              <a:latin typeface="Montserrat"/>
              <a:ea typeface="Montserrat"/>
              <a:cs typeface="Montserrat"/>
              <a:sym typeface="Montserrat"/>
            </a:endParaRPr>
          </a:p>
        </p:txBody>
      </p:sp>
      <p:sp>
        <p:nvSpPr>
          <p:cNvPr id="928" name="Google Shape;928;p93"/>
          <p:cNvSpPr/>
          <p:nvPr/>
        </p:nvSpPr>
        <p:spPr>
          <a:xfrm>
            <a:off x="1333500" y="5136356"/>
            <a:ext cx="17183100" cy="990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FFFFFF"/>
              </a:buClr>
              <a:buSzPts val="6600"/>
              <a:buFont typeface="Georgia"/>
              <a:buNone/>
            </a:pPr>
            <a:r>
              <a:rPr b="1" i="0" lang="en-US" sz="6600" u="none" cap="none" strike="noStrike">
                <a:solidFill>
                  <a:srgbClr val="FFFFFF"/>
                </a:solidFill>
                <a:latin typeface="Georgia"/>
                <a:ea typeface="Georgia"/>
                <a:cs typeface="Georgia"/>
                <a:sym typeface="Georgia"/>
              </a:rPr>
              <a:t>Equipo NEO</a:t>
            </a:r>
            <a:endParaRPr b="0" i="0" sz="6600" u="none" cap="none" strike="noStrike">
              <a:solidFill>
                <a:schemeClr val="dk1"/>
              </a:solidFill>
              <a:latin typeface="Calibri"/>
              <a:ea typeface="Calibri"/>
              <a:cs typeface="Calibri"/>
              <a:sym typeface="Calibri"/>
            </a:endParaRPr>
          </a:p>
        </p:txBody>
      </p:sp>
      <p:sp>
        <p:nvSpPr>
          <p:cNvPr id="929" name="Google Shape;929;p93"/>
          <p:cNvSpPr/>
          <p:nvPr/>
        </p:nvSpPr>
        <p:spPr>
          <a:xfrm>
            <a:off x="1333500" y="6355556"/>
            <a:ext cx="12049125" cy="404813"/>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2550"/>
              <a:buFont typeface="Georgia"/>
              <a:buNone/>
            </a:pPr>
            <a:r>
              <a:rPr b="0" i="1" lang="en-US" sz="2550" u="none" cap="none" strike="noStrike">
                <a:solidFill>
                  <a:srgbClr val="9C9CCB"/>
                </a:solidFill>
                <a:latin typeface="Georgia"/>
                <a:ea typeface="Georgia"/>
                <a:cs typeface="Georgia"/>
                <a:sym typeface="Georgia"/>
              </a:rPr>
              <a:t>Equipo asignado, con dedicación diferenciada por fase</a:t>
            </a:r>
            <a:endParaRPr b="0" i="0" sz="2550" u="none" cap="none" strike="noStrike">
              <a:solidFill>
                <a:schemeClr val="dk1"/>
              </a:solidFill>
              <a:latin typeface="Calibri"/>
              <a:ea typeface="Calibri"/>
              <a:cs typeface="Calibri"/>
              <a:sym typeface="Calibri"/>
            </a:endParaRPr>
          </a:p>
        </p:txBody>
      </p:sp>
      <p:sp>
        <p:nvSpPr>
          <p:cNvPr id="930" name="Google Shape;930;p93"/>
          <p:cNvSpPr/>
          <p:nvPr/>
        </p:nvSpPr>
        <p:spPr>
          <a:xfrm>
            <a:off x="1333500" y="9401175"/>
            <a:ext cx="17183100" cy="314325"/>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9C9CCB"/>
              </a:buClr>
              <a:buSzPts val="1800"/>
              <a:buFont typeface="Arial"/>
              <a:buNone/>
            </a:pPr>
            <a:r>
              <a:rPr b="0" i="0" lang="en-US" sz="1800" u="none" cap="none" strike="noStrike">
                <a:solidFill>
                  <a:srgbClr val="9C9CCB"/>
                </a:solidFill>
                <a:latin typeface="Arial"/>
                <a:ea typeface="Arial"/>
                <a:cs typeface="Arial"/>
                <a:sym typeface="Arial"/>
              </a:rPr>
              <a:t>neoconsulting.ai</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5" name="Shape 935"/>
        <p:cNvGrpSpPr/>
        <p:nvPr/>
      </p:nvGrpSpPr>
      <p:grpSpPr>
        <a:xfrm>
          <a:off x="0" y="0"/>
          <a:ext cx="0" cy="0"/>
          <a:chOff x="0" y="0"/>
          <a:chExt cx="0" cy="0"/>
        </a:xfrm>
      </p:grpSpPr>
      <p:sp>
        <p:nvSpPr>
          <p:cNvPr id="936" name="Google Shape;936;p94"/>
          <p:cNvSpPr/>
          <p:nvPr/>
        </p:nvSpPr>
        <p:spPr>
          <a:xfrm>
            <a:off x="533400" y="906475"/>
            <a:ext cx="18440400" cy="603900"/>
          </a:xfrm>
          <a:prstGeom prst="rect">
            <a:avLst/>
          </a:prstGeom>
          <a:noFill/>
          <a:ln>
            <a:noFill/>
          </a:ln>
        </p:spPr>
        <p:txBody>
          <a:bodyPr anchorCtr="0" anchor="t" bIns="25400" lIns="25400" spcFirstLastPara="1" rIns="25400" wrap="square" tIns="25400">
            <a:noAutofit/>
          </a:bodyPr>
          <a:lstStyle/>
          <a:p>
            <a:pPr indent="0" lvl="0" marL="0" marR="0" rtl="0" algn="l">
              <a:lnSpc>
                <a:spcPct val="83077"/>
              </a:lnSpc>
              <a:spcBef>
                <a:spcPts val="0"/>
              </a:spcBef>
              <a:spcAft>
                <a:spcPts val="0"/>
              </a:spcAft>
              <a:buClr>
                <a:srgbClr val="000033"/>
              </a:buClr>
              <a:buSzPts val="4050"/>
              <a:buFont typeface="PT Serif"/>
              <a:buNone/>
            </a:pPr>
            <a:r>
              <a:rPr b="1" i="0" lang="en-US" sz="4050" u="none" cap="none" strike="noStrike">
                <a:solidFill>
                  <a:srgbClr val="000033"/>
                </a:solidFill>
                <a:latin typeface="PT Serif"/>
                <a:ea typeface="PT Serif"/>
                <a:cs typeface="PT Serif"/>
                <a:sym typeface="PT Serif"/>
              </a:rPr>
              <a:t>El equipo NEO</a:t>
            </a:r>
            <a:endParaRPr b="0" i="0" sz="4050" u="none" cap="none" strike="noStrike">
              <a:solidFill>
                <a:schemeClr val="dk1"/>
              </a:solidFill>
              <a:latin typeface="Calibri"/>
              <a:ea typeface="Calibri"/>
              <a:cs typeface="Calibri"/>
              <a:sym typeface="Calibri"/>
            </a:endParaRPr>
          </a:p>
        </p:txBody>
      </p:sp>
      <p:sp>
        <p:nvSpPr>
          <p:cNvPr id="937" name="Google Shape;937;p94"/>
          <p:cNvSpPr/>
          <p:nvPr/>
        </p:nvSpPr>
        <p:spPr>
          <a:xfrm>
            <a:off x="533400" y="1662745"/>
            <a:ext cx="14668500" cy="366600"/>
          </a:xfrm>
          <a:prstGeom prst="rect">
            <a:avLst/>
          </a:prstGeom>
          <a:noFill/>
          <a:ln>
            <a:noFill/>
          </a:ln>
        </p:spPr>
        <p:txBody>
          <a:bodyPr anchorCtr="0" anchor="t" bIns="25400" lIns="25400" spcFirstLastPara="1" rIns="25400" wrap="square" tIns="25400">
            <a:noAutofit/>
          </a:bodyPr>
          <a:lstStyle/>
          <a:p>
            <a:pPr indent="0" lvl="0" marL="0" marR="0" rtl="0" algn="l">
              <a:lnSpc>
                <a:spcPct val="121053"/>
              </a:lnSpc>
              <a:spcBef>
                <a:spcPts val="0"/>
              </a:spcBef>
              <a:spcAft>
                <a:spcPts val="0"/>
              </a:spcAft>
              <a:buClr>
                <a:srgbClr val="4A4A6A"/>
              </a:buClr>
              <a:buSzPts val="1725"/>
              <a:buFont typeface="Montserrat"/>
              <a:buNone/>
            </a:pPr>
            <a:r>
              <a:rPr b="0" i="0" lang="en-US" sz="2025" u="none" cap="none" strike="noStrike">
                <a:solidFill>
                  <a:srgbClr val="4A4A6A"/>
                </a:solidFill>
                <a:latin typeface="Montserrat"/>
                <a:ea typeface="Montserrat"/>
                <a:cs typeface="Montserrat"/>
                <a:sym typeface="Montserrat"/>
              </a:rPr>
              <a:t>Un equipo dedicado que combina liderazgo de cuenta, arquitectura de IA, integración, adopción y gestión.</a:t>
            </a:r>
            <a:endParaRPr b="0" i="0" sz="2025" u="none" cap="none" strike="noStrike">
              <a:solidFill>
                <a:schemeClr val="dk1"/>
              </a:solidFill>
              <a:latin typeface="Calibri"/>
              <a:ea typeface="Calibri"/>
              <a:cs typeface="Calibri"/>
              <a:sym typeface="Calibri"/>
            </a:endParaRPr>
          </a:p>
        </p:txBody>
      </p:sp>
      <p:sp>
        <p:nvSpPr>
          <p:cNvPr id="938" name="Google Shape;938;p94"/>
          <p:cNvSpPr/>
          <p:nvPr/>
        </p:nvSpPr>
        <p:spPr>
          <a:xfrm>
            <a:off x="533400" y="4832530"/>
            <a:ext cx="5384700" cy="285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94"/>
          <p:cNvSpPr/>
          <p:nvPr/>
        </p:nvSpPr>
        <p:spPr>
          <a:xfrm>
            <a:off x="533400" y="5070655"/>
            <a:ext cx="5923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Gerente de Clientes</a:t>
            </a:r>
            <a:endParaRPr b="0" i="0" sz="1800" u="none" cap="none" strike="noStrike">
              <a:solidFill>
                <a:schemeClr val="dk1"/>
              </a:solidFill>
              <a:latin typeface="Calibri"/>
              <a:ea typeface="Calibri"/>
              <a:cs typeface="Calibri"/>
              <a:sym typeface="Calibri"/>
            </a:endParaRPr>
          </a:p>
        </p:txBody>
      </p:sp>
      <p:sp>
        <p:nvSpPr>
          <p:cNvPr id="940" name="Google Shape;940;p94"/>
          <p:cNvSpPr/>
          <p:nvPr/>
        </p:nvSpPr>
        <p:spPr>
          <a:xfrm>
            <a:off x="533400" y="5384980"/>
            <a:ext cx="5923200" cy="223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200"/>
              <a:buFont typeface="Montserrat"/>
              <a:buNone/>
            </a:pPr>
            <a:r>
              <a:rPr b="1" i="0" lang="en-US" sz="1500" u="none" cap="none" strike="noStrike">
                <a:solidFill>
                  <a:srgbClr val="05058C"/>
                </a:solidFill>
                <a:latin typeface="Montserrat"/>
                <a:ea typeface="Montserrat"/>
                <a:cs typeface="Montserrat"/>
                <a:sym typeface="Montserrat"/>
              </a:rPr>
              <a:t>Liderazgo de cuenta</a:t>
            </a:r>
            <a:endParaRPr b="0" i="0" sz="1500" u="none" cap="none" strike="noStrike">
              <a:solidFill>
                <a:schemeClr val="dk1"/>
              </a:solidFill>
              <a:latin typeface="Calibri"/>
              <a:ea typeface="Calibri"/>
              <a:cs typeface="Calibri"/>
              <a:sym typeface="Calibri"/>
            </a:endParaRPr>
          </a:p>
        </p:txBody>
      </p:sp>
      <p:sp>
        <p:nvSpPr>
          <p:cNvPr id="941" name="Google Shape;941;p94"/>
          <p:cNvSpPr/>
          <p:nvPr/>
        </p:nvSpPr>
        <p:spPr>
          <a:xfrm>
            <a:off x="6222950" y="4832530"/>
            <a:ext cx="5384700" cy="285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94"/>
          <p:cNvSpPr/>
          <p:nvPr/>
        </p:nvSpPr>
        <p:spPr>
          <a:xfrm>
            <a:off x="6222950" y="5070655"/>
            <a:ext cx="5923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IA Lead</a:t>
            </a:r>
            <a:endParaRPr b="0" i="0" sz="1800" u="none" cap="none" strike="noStrike">
              <a:solidFill>
                <a:schemeClr val="dk1"/>
              </a:solidFill>
              <a:latin typeface="Calibri"/>
              <a:ea typeface="Calibri"/>
              <a:cs typeface="Calibri"/>
              <a:sym typeface="Calibri"/>
            </a:endParaRPr>
          </a:p>
        </p:txBody>
      </p:sp>
      <p:sp>
        <p:nvSpPr>
          <p:cNvPr id="943" name="Google Shape;943;p94"/>
          <p:cNvSpPr/>
          <p:nvPr/>
        </p:nvSpPr>
        <p:spPr>
          <a:xfrm>
            <a:off x="6222950" y="5384980"/>
            <a:ext cx="5923200" cy="223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200"/>
              <a:buFont typeface="Montserrat"/>
              <a:buNone/>
            </a:pPr>
            <a:r>
              <a:rPr b="1" i="0" lang="en-US" sz="1500" u="none" cap="none" strike="noStrike">
                <a:solidFill>
                  <a:srgbClr val="05058C"/>
                </a:solidFill>
                <a:latin typeface="Montserrat"/>
                <a:ea typeface="Montserrat"/>
                <a:cs typeface="Montserrat"/>
                <a:sym typeface="Montserrat"/>
              </a:rPr>
              <a:t>GenAI &amp; Agentic</a:t>
            </a:r>
            <a:endParaRPr b="0" i="0" sz="1500" u="none" cap="none" strike="noStrike">
              <a:solidFill>
                <a:schemeClr val="dk1"/>
              </a:solidFill>
              <a:latin typeface="Calibri"/>
              <a:ea typeface="Calibri"/>
              <a:cs typeface="Calibri"/>
              <a:sym typeface="Calibri"/>
            </a:endParaRPr>
          </a:p>
        </p:txBody>
      </p:sp>
      <p:sp>
        <p:nvSpPr>
          <p:cNvPr id="944" name="Google Shape;944;p94"/>
          <p:cNvSpPr/>
          <p:nvPr/>
        </p:nvSpPr>
        <p:spPr>
          <a:xfrm>
            <a:off x="11912575" y="4832530"/>
            <a:ext cx="5384700" cy="285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 name="Google Shape;945;p94"/>
          <p:cNvSpPr/>
          <p:nvPr/>
        </p:nvSpPr>
        <p:spPr>
          <a:xfrm>
            <a:off x="11912575" y="5070655"/>
            <a:ext cx="5923200" cy="3144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Ingeniero de IA</a:t>
            </a:r>
            <a:endParaRPr b="0" i="0" sz="1800" u="none" cap="none" strike="noStrike">
              <a:solidFill>
                <a:schemeClr val="dk1"/>
              </a:solidFill>
              <a:latin typeface="Calibri"/>
              <a:ea typeface="Calibri"/>
              <a:cs typeface="Calibri"/>
              <a:sym typeface="Calibri"/>
            </a:endParaRPr>
          </a:p>
        </p:txBody>
      </p:sp>
      <p:sp>
        <p:nvSpPr>
          <p:cNvPr id="946" name="Google Shape;946;p94"/>
          <p:cNvSpPr/>
          <p:nvPr/>
        </p:nvSpPr>
        <p:spPr>
          <a:xfrm>
            <a:off x="11912575" y="5384980"/>
            <a:ext cx="5923200" cy="223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200"/>
              <a:buFont typeface="Montserrat"/>
              <a:buNone/>
            </a:pPr>
            <a:r>
              <a:rPr b="1" i="0" lang="en-US" sz="1500" u="none" cap="none" strike="noStrike">
                <a:solidFill>
                  <a:srgbClr val="05058C"/>
                </a:solidFill>
                <a:latin typeface="Montserrat"/>
                <a:ea typeface="Montserrat"/>
                <a:cs typeface="Montserrat"/>
                <a:sym typeface="Montserrat"/>
              </a:rPr>
              <a:t>Prompt &amp; RAG</a:t>
            </a:r>
            <a:endParaRPr b="0" i="0" sz="1500" u="none" cap="none" strike="noStrike">
              <a:solidFill>
                <a:schemeClr val="dk1"/>
              </a:solidFill>
              <a:latin typeface="Calibri"/>
              <a:ea typeface="Calibri"/>
              <a:cs typeface="Calibri"/>
              <a:sym typeface="Calibri"/>
            </a:endParaRPr>
          </a:p>
        </p:txBody>
      </p:sp>
      <p:sp>
        <p:nvSpPr>
          <p:cNvPr id="947" name="Google Shape;947;p94"/>
          <p:cNvSpPr txBox="1"/>
          <p:nvPr/>
        </p:nvSpPr>
        <p:spPr>
          <a:xfrm>
            <a:off x="2468880" y="2578608"/>
            <a:ext cx="3273552" cy="2121408"/>
          </a:xfrm>
          <a:prstGeom prst="rect">
            <a:avLst/>
          </a:prstGeom>
          <a:noFill/>
          <a:ln>
            <a:noFill/>
          </a:ln>
        </p:spPr>
        <p:txBody>
          <a:bodyPr anchorCtr="0" anchor="t" bIns="182850" lIns="182850" spcFirstLastPara="1" rIns="182850" wrap="square" tIns="182850">
            <a:spAutoFit/>
          </a:bodyPr>
          <a:lstStyle/>
          <a:p>
            <a:pPr indent="0" lvl="0" marL="0" marR="0" rtl="0" algn="ctr">
              <a:lnSpc>
                <a:spcPct val="90000"/>
              </a:lnSpc>
              <a:spcBef>
                <a:spcPts val="0"/>
              </a:spcBef>
              <a:spcAft>
                <a:spcPts val="0"/>
              </a:spcAft>
              <a:buClr>
                <a:srgbClr val="000000"/>
              </a:buClr>
              <a:buSzPts val="1400"/>
              <a:buFont typeface="Arial"/>
              <a:buNone/>
            </a:pPr>
            <a:r>
              <a:rPr b="1" i="0" lang="en-US" sz="1700" u="none" cap="none" strike="noStrike">
                <a:solidFill>
                  <a:srgbClr val="000000"/>
                </a:solidFill>
                <a:latin typeface="Montserrat"/>
                <a:ea typeface="Montserrat"/>
                <a:cs typeface="Montserrat"/>
                <a:sym typeface="Montserrat"/>
              </a:rPr>
              <a:t>Ricardo Caballero</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00"/>
              <a:buFont typeface="Arial"/>
              <a:buNone/>
            </a:pPr>
            <a:r>
              <a:rPr b="0" i="0" lang="en-US" sz="1700" u="none" cap="none" strike="noStrike">
                <a:solidFill>
                  <a:srgbClr val="000000"/>
                </a:solidFill>
                <a:latin typeface="Montserrat"/>
                <a:ea typeface="Montserrat"/>
                <a:cs typeface="Montserrat"/>
                <a:sym typeface="Montserrat"/>
              </a:rPr>
              <a:t>Gerente de Clientes</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00"/>
              <a:buFont typeface="Arial"/>
              <a:buNone/>
            </a:pPr>
            <a:r>
              <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00"/>
              <a:buFont typeface="Arial"/>
              <a:buNone/>
            </a:pPr>
            <a:r>
              <a:rPr b="0" i="0" lang="en-US" sz="1700" u="none" cap="none" strike="noStrike">
                <a:solidFill>
                  <a:srgbClr val="000000"/>
                </a:solidFill>
                <a:latin typeface="Montserrat"/>
                <a:ea typeface="Montserrat"/>
                <a:cs typeface="Montserrat"/>
                <a:sym typeface="Montserrat"/>
              </a:rPr>
              <a:t>+8 años de experiencia en proyectos de Analytics, Growth &amp; AI. Profesor de Analytics en la PBS.</a:t>
            </a:r>
            <a:endParaRPr b="0" i="0" sz="2900" u="none" cap="none" strike="noStrike">
              <a:solidFill>
                <a:srgbClr val="000000"/>
              </a:solidFill>
              <a:latin typeface="Arial"/>
              <a:ea typeface="Arial"/>
              <a:cs typeface="Arial"/>
              <a:sym typeface="Arial"/>
            </a:endParaRPr>
          </a:p>
        </p:txBody>
      </p:sp>
      <p:pic>
        <p:nvPicPr>
          <p:cNvPr id="948" name="Google Shape;948;p94" title="IMG_00844.JPG"/>
          <p:cNvPicPr preferRelativeResize="0"/>
          <p:nvPr/>
        </p:nvPicPr>
        <p:blipFill rotWithShape="1">
          <a:blip r:embed="rId3">
            <a:alphaModFix/>
          </a:blip>
          <a:srcRect b="27705" l="12169" r="26650" t="9457"/>
          <a:stretch/>
        </p:blipFill>
        <p:spPr>
          <a:xfrm>
            <a:off x="531600" y="2658262"/>
            <a:ext cx="1955400" cy="1964100"/>
          </a:xfrm>
          <a:prstGeom prst="ellipse">
            <a:avLst/>
          </a:prstGeom>
          <a:noFill/>
          <a:ln>
            <a:noFill/>
          </a:ln>
        </p:spPr>
      </p:pic>
      <p:sp>
        <p:nvSpPr>
          <p:cNvPr id="949" name="Google Shape;949;p94"/>
          <p:cNvSpPr txBox="1"/>
          <p:nvPr/>
        </p:nvSpPr>
        <p:spPr>
          <a:xfrm>
            <a:off x="8211312" y="2578608"/>
            <a:ext cx="3273552" cy="2121408"/>
          </a:xfrm>
          <a:prstGeom prst="rect">
            <a:avLst/>
          </a:prstGeom>
          <a:noFill/>
          <a:ln>
            <a:noFill/>
          </a:ln>
        </p:spPr>
        <p:txBody>
          <a:bodyPr anchorCtr="0" anchor="t" bIns="182850" lIns="182850" spcFirstLastPara="1" rIns="182850" wrap="square" tIns="182850">
            <a:spAutoFit/>
          </a:bodyPr>
          <a:lstStyle/>
          <a:p>
            <a:pPr indent="0" lvl="0" marL="0" marR="0" rtl="0" algn="ctr">
              <a:lnSpc>
                <a:spcPct val="90000"/>
              </a:lnSpc>
              <a:spcBef>
                <a:spcPts val="0"/>
              </a:spcBef>
              <a:spcAft>
                <a:spcPts val="0"/>
              </a:spcAft>
              <a:buClr>
                <a:srgbClr val="000000"/>
              </a:buClr>
              <a:buSzPts val="1600"/>
              <a:buFont typeface="Arial"/>
              <a:buNone/>
            </a:pPr>
            <a:r>
              <a:rPr b="1" i="0" lang="en-US" sz="1700" u="none" cap="none" strike="noStrike">
                <a:solidFill>
                  <a:srgbClr val="000000"/>
                </a:solidFill>
                <a:latin typeface="Montserrat"/>
                <a:ea typeface="Montserrat"/>
                <a:cs typeface="Montserrat"/>
                <a:sym typeface="Montserrat"/>
              </a:rPr>
              <a:t>Daniel Vicente</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600"/>
              <a:buFont typeface="Arial"/>
              <a:buNone/>
            </a:pPr>
            <a:r>
              <a:rPr b="0" i="0" lang="en-US" sz="1700" u="none" cap="none" strike="noStrike">
                <a:solidFill>
                  <a:srgbClr val="000000"/>
                </a:solidFill>
                <a:latin typeface="Montserrat"/>
                <a:ea typeface="Montserrat"/>
                <a:cs typeface="Montserrat"/>
                <a:sym typeface="Montserrat"/>
              </a:rPr>
              <a:t>IA Lead</a:t>
            </a:r>
            <a:endParaRPr b="0" i="0" sz="1700" u="none" cap="none" strike="noStrike">
              <a:solidFill>
                <a:srgbClr val="000000"/>
              </a:solidFill>
              <a:latin typeface="Montserrat"/>
              <a:ea typeface="Montserrat"/>
              <a:cs typeface="Montserrat"/>
              <a:sym typeface="Montserrat"/>
            </a:endParaRPr>
          </a:p>
          <a:p>
            <a:pPr indent="0" lvl="0" marL="0" marR="0" rtl="0" algn="l">
              <a:lnSpc>
                <a:spcPct val="90000"/>
              </a:lnSpc>
              <a:spcBef>
                <a:spcPts val="0"/>
              </a:spcBef>
              <a:spcAft>
                <a:spcPts val="0"/>
              </a:spcAft>
              <a:buClr>
                <a:srgbClr val="000000"/>
              </a:buClr>
              <a:buSzPts val="1600"/>
              <a:buFont typeface="Arial"/>
              <a:buNone/>
            </a:pPr>
            <a:r>
              <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00"/>
              <a:buFont typeface="Arial"/>
              <a:buNone/>
            </a:pPr>
            <a:r>
              <a:rPr b="0" i="0" lang="en-US" sz="1700" u="none" cap="none" strike="noStrike">
                <a:solidFill>
                  <a:srgbClr val="000000"/>
                </a:solidFill>
                <a:latin typeface="Montserrat"/>
                <a:ea typeface="Montserrat"/>
                <a:cs typeface="Montserrat"/>
                <a:sym typeface="Montserrat"/>
              </a:rPr>
              <a:t>+8 años de experiencia en digital, ML &amp; AI. Certificado en GCP, Anthropic y AWS.</a:t>
            </a:r>
            <a:endParaRPr b="1" i="0" sz="1700" u="none" cap="none" strike="noStrike">
              <a:solidFill>
                <a:srgbClr val="000000"/>
              </a:solidFill>
              <a:latin typeface="Montserrat"/>
              <a:ea typeface="Montserrat"/>
              <a:cs typeface="Montserrat"/>
              <a:sym typeface="Montserrat"/>
            </a:endParaRPr>
          </a:p>
        </p:txBody>
      </p:sp>
      <p:pic>
        <p:nvPicPr>
          <p:cNvPr id="950" name="Google Shape;950;p94"/>
          <p:cNvPicPr preferRelativeResize="0"/>
          <p:nvPr/>
        </p:nvPicPr>
        <p:blipFill rotWithShape="1">
          <a:blip r:embed="rId4">
            <a:alphaModFix/>
          </a:blip>
          <a:srcRect b="12503" l="0" r="0" t="20848"/>
          <a:stretch/>
        </p:blipFill>
        <p:spPr>
          <a:xfrm>
            <a:off x="6440893" y="2646028"/>
            <a:ext cx="1890000" cy="1976400"/>
          </a:xfrm>
          <a:prstGeom prst="ellipse">
            <a:avLst/>
          </a:prstGeom>
          <a:noFill/>
          <a:ln>
            <a:noFill/>
          </a:ln>
        </p:spPr>
      </p:pic>
      <p:sp>
        <p:nvSpPr>
          <p:cNvPr id="951" name="Google Shape;951;p94"/>
          <p:cNvSpPr txBox="1"/>
          <p:nvPr/>
        </p:nvSpPr>
        <p:spPr>
          <a:xfrm>
            <a:off x="14081760" y="2578608"/>
            <a:ext cx="3273552" cy="2121408"/>
          </a:xfrm>
          <a:prstGeom prst="rect">
            <a:avLst/>
          </a:prstGeom>
          <a:noFill/>
          <a:ln>
            <a:noFill/>
          </a:ln>
        </p:spPr>
        <p:txBody>
          <a:bodyPr anchorCtr="0" anchor="t" bIns="96375" lIns="96375" spcFirstLastPara="1" rIns="96375" wrap="square" tIns="96375">
            <a:spAutoFit/>
          </a:bodyPr>
          <a:lstStyle/>
          <a:p>
            <a:pPr indent="0" lvl="0" marL="0" marR="0" rtl="0" algn="ctr">
              <a:lnSpc>
                <a:spcPct val="90000"/>
              </a:lnSpc>
              <a:spcBef>
                <a:spcPts val="0"/>
              </a:spcBef>
              <a:spcAft>
                <a:spcPts val="0"/>
              </a:spcAft>
              <a:buClr>
                <a:srgbClr val="000000"/>
              </a:buClr>
              <a:buSzPts val="843"/>
              <a:buFont typeface="Arial"/>
              <a:buNone/>
            </a:pPr>
            <a:r>
              <a:rPr b="1" i="0" lang="en-US" sz="1738" u="none" cap="none" strike="noStrike">
                <a:solidFill>
                  <a:srgbClr val="000033"/>
                </a:solidFill>
                <a:latin typeface="Montserrat"/>
                <a:ea typeface="Montserrat"/>
                <a:cs typeface="Montserrat"/>
                <a:sym typeface="Montserrat"/>
              </a:rPr>
              <a:t>Yeltsin García</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843"/>
              <a:buFont typeface="Arial"/>
              <a:buNone/>
            </a:pPr>
            <a:r>
              <a:rPr b="0" i="0" lang="en-US" sz="1738" u="none" cap="none" strike="noStrike">
                <a:solidFill>
                  <a:srgbClr val="000033"/>
                </a:solidFill>
                <a:latin typeface="Montserrat"/>
                <a:ea typeface="Montserrat"/>
                <a:cs typeface="Montserrat"/>
                <a:sym typeface="Montserrat"/>
              </a:rPr>
              <a:t>Ingeniero de IA</a:t>
            </a:r>
            <a:endParaRPr b="0" i="0" sz="1738" u="none" cap="none" strike="noStrike">
              <a:solidFill>
                <a:srgbClr val="000033"/>
              </a:solidFill>
              <a:latin typeface="Montserrat"/>
              <a:ea typeface="Montserrat"/>
              <a:cs typeface="Montserrat"/>
              <a:sym typeface="Montserrat"/>
            </a:endParaRPr>
          </a:p>
          <a:p>
            <a:pPr indent="0" lvl="0" marL="0" marR="0" rtl="0" algn="l">
              <a:lnSpc>
                <a:spcPct val="90000"/>
              </a:lnSpc>
              <a:spcBef>
                <a:spcPts val="0"/>
              </a:spcBef>
              <a:spcAft>
                <a:spcPts val="0"/>
              </a:spcAft>
              <a:buClr>
                <a:srgbClr val="000000"/>
              </a:buClr>
              <a:buSzPts val="843"/>
              <a:buFont typeface="Arial"/>
              <a:buNone/>
            </a:pPr>
            <a:r>
              <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rPr b="0" i="0" lang="en-US" sz="1738" u="none" cap="none" strike="noStrike">
                <a:solidFill>
                  <a:srgbClr val="000033"/>
                </a:solidFill>
                <a:latin typeface="Montserrat"/>
                <a:ea typeface="Montserrat"/>
                <a:cs typeface="Montserrat"/>
                <a:sym typeface="Montserrat"/>
              </a:rPr>
              <a:t>+6 años de experiencia en digital, ML &amp; AI. Docente de IA en UCAL. Miembro activo de DCN Global e Internet Society.</a:t>
            </a:r>
            <a:endParaRPr b="0" i="0" sz="1038" u="none" cap="none" strike="noStrike">
              <a:solidFill>
                <a:srgbClr val="000033"/>
              </a:solidFill>
              <a:latin typeface="Montserrat"/>
              <a:ea typeface="Montserrat"/>
              <a:cs typeface="Montserrat"/>
              <a:sym typeface="Montserrat"/>
            </a:endParaRPr>
          </a:p>
        </p:txBody>
      </p:sp>
      <p:pic>
        <p:nvPicPr>
          <p:cNvPr id="952" name="Google Shape;952;p94" title="1658336725842.jpg"/>
          <p:cNvPicPr preferRelativeResize="0"/>
          <p:nvPr/>
        </p:nvPicPr>
        <p:blipFill rotWithShape="1">
          <a:blip r:embed="rId5">
            <a:alphaModFix/>
          </a:blip>
          <a:srcRect b="2034" l="0" r="0" t="2034"/>
          <a:stretch/>
        </p:blipFill>
        <p:spPr>
          <a:xfrm>
            <a:off x="11984882" y="2687125"/>
            <a:ext cx="2047500" cy="1964100"/>
          </a:xfrm>
          <a:prstGeom prst="ellipse">
            <a:avLst/>
          </a:prstGeom>
          <a:noFill/>
          <a:ln>
            <a:noFill/>
          </a:ln>
        </p:spPr>
      </p:pic>
      <p:sp>
        <p:nvSpPr>
          <p:cNvPr id="953" name="Google Shape;953;p94"/>
          <p:cNvSpPr/>
          <p:nvPr/>
        </p:nvSpPr>
        <p:spPr>
          <a:xfrm>
            <a:off x="533400" y="8951611"/>
            <a:ext cx="5384700" cy="309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94"/>
          <p:cNvSpPr/>
          <p:nvPr/>
        </p:nvSpPr>
        <p:spPr>
          <a:xfrm>
            <a:off x="533400" y="9208910"/>
            <a:ext cx="5923200" cy="339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Arquitecto de Integración</a:t>
            </a:r>
            <a:endParaRPr b="0" i="0" sz="1800" u="none" cap="none" strike="noStrike">
              <a:solidFill>
                <a:schemeClr val="dk1"/>
              </a:solidFill>
              <a:latin typeface="Calibri"/>
              <a:ea typeface="Calibri"/>
              <a:cs typeface="Calibri"/>
              <a:sym typeface="Calibri"/>
            </a:endParaRPr>
          </a:p>
        </p:txBody>
      </p:sp>
      <p:sp>
        <p:nvSpPr>
          <p:cNvPr id="955" name="Google Shape;955;p94"/>
          <p:cNvSpPr/>
          <p:nvPr/>
        </p:nvSpPr>
        <p:spPr>
          <a:xfrm>
            <a:off x="533400" y="9548546"/>
            <a:ext cx="5923200" cy="241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200"/>
              <a:buFont typeface="Montserrat"/>
              <a:buNone/>
            </a:pPr>
            <a:r>
              <a:rPr b="1" i="0" lang="en-US" sz="1600" u="none" cap="none" strike="noStrike">
                <a:solidFill>
                  <a:srgbClr val="05058C"/>
                </a:solidFill>
                <a:latin typeface="Montserrat"/>
                <a:ea typeface="Montserrat"/>
                <a:cs typeface="Montserrat"/>
                <a:sym typeface="Montserrat"/>
              </a:rPr>
              <a:t>Data Architect</a:t>
            </a:r>
            <a:endParaRPr b="0" i="0" sz="1600" u="none" cap="none" strike="noStrike">
              <a:solidFill>
                <a:schemeClr val="dk1"/>
              </a:solidFill>
              <a:latin typeface="Calibri"/>
              <a:ea typeface="Calibri"/>
              <a:cs typeface="Calibri"/>
              <a:sym typeface="Calibri"/>
            </a:endParaRPr>
          </a:p>
        </p:txBody>
      </p:sp>
      <p:sp>
        <p:nvSpPr>
          <p:cNvPr id="956" name="Google Shape;956;p94"/>
          <p:cNvSpPr/>
          <p:nvPr/>
        </p:nvSpPr>
        <p:spPr>
          <a:xfrm>
            <a:off x="6222950" y="8951611"/>
            <a:ext cx="5384700" cy="309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94"/>
          <p:cNvSpPr/>
          <p:nvPr/>
        </p:nvSpPr>
        <p:spPr>
          <a:xfrm>
            <a:off x="6222950" y="9208910"/>
            <a:ext cx="5923200" cy="339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Especialista de Adopción</a:t>
            </a:r>
            <a:endParaRPr b="0" i="0" sz="1800" u="none" cap="none" strike="noStrike">
              <a:solidFill>
                <a:schemeClr val="dk1"/>
              </a:solidFill>
              <a:latin typeface="Calibri"/>
              <a:ea typeface="Calibri"/>
              <a:cs typeface="Calibri"/>
              <a:sym typeface="Calibri"/>
            </a:endParaRPr>
          </a:p>
        </p:txBody>
      </p:sp>
      <p:sp>
        <p:nvSpPr>
          <p:cNvPr id="958" name="Google Shape;958;p94"/>
          <p:cNvSpPr/>
          <p:nvPr/>
        </p:nvSpPr>
        <p:spPr>
          <a:xfrm>
            <a:off x="6222950" y="9548546"/>
            <a:ext cx="5923200" cy="241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200"/>
              <a:buFont typeface="Montserrat"/>
              <a:buNone/>
            </a:pPr>
            <a:r>
              <a:rPr b="1" i="0" lang="en-US" sz="1500" u="none" cap="none" strike="noStrike">
                <a:solidFill>
                  <a:srgbClr val="05058C"/>
                </a:solidFill>
                <a:latin typeface="Montserrat"/>
                <a:ea typeface="Montserrat"/>
                <a:cs typeface="Montserrat"/>
                <a:sym typeface="Montserrat"/>
              </a:rPr>
              <a:t>Change Management</a:t>
            </a:r>
            <a:endParaRPr b="0" i="0" sz="1500" u="none" cap="none" strike="noStrike">
              <a:solidFill>
                <a:schemeClr val="dk1"/>
              </a:solidFill>
              <a:latin typeface="Calibri"/>
              <a:ea typeface="Calibri"/>
              <a:cs typeface="Calibri"/>
              <a:sym typeface="Calibri"/>
            </a:endParaRPr>
          </a:p>
        </p:txBody>
      </p:sp>
      <p:sp>
        <p:nvSpPr>
          <p:cNvPr id="959" name="Google Shape;959;p94"/>
          <p:cNvSpPr/>
          <p:nvPr/>
        </p:nvSpPr>
        <p:spPr>
          <a:xfrm>
            <a:off x="11912575" y="8951611"/>
            <a:ext cx="5384700" cy="30900"/>
          </a:xfrm>
          <a:prstGeom prst="rect">
            <a:avLst/>
          </a:prstGeom>
          <a:solidFill>
            <a:srgbClr val="0505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 name="Google Shape;960;p94"/>
          <p:cNvSpPr/>
          <p:nvPr/>
        </p:nvSpPr>
        <p:spPr>
          <a:xfrm>
            <a:off x="11912575" y="9208910"/>
            <a:ext cx="5923200" cy="339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1800"/>
              <a:buFont typeface="Montserrat"/>
              <a:buNone/>
            </a:pPr>
            <a:r>
              <a:rPr b="1" i="0" lang="en-US" sz="1800" u="none" cap="none" strike="noStrike">
                <a:solidFill>
                  <a:srgbClr val="000033"/>
                </a:solidFill>
                <a:latin typeface="Montserrat"/>
                <a:ea typeface="Montserrat"/>
                <a:cs typeface="Montserrat"/>
                <a:sym typeface="Montserrat"/>
              </a:rPr>
              <a:t>Gestor de Proyecto</a:t>
            </a:r>
            <a:endParaRPr b="0" i="0" sz="1800" u="none" cap="none" strike="noStrike">
              <a:solidFill>
                <a:schemeClr val="dk1"/>
              </a:solidFill>
              <a:latin typeface="Calibri"/>
              <a:ea typeface="Calibri"/>
              <a:cs typeface="Calibri"/>
              <a:sym typeface="Calibri"/>
            </a:endParaRPr>
          </a:p>
        </p:txBody>
      </p:sp>
      <p:sp>
        <p:nvSpPr>
          <p:cNvPr id="961" name="Google Shape;961;p94"/>
          <p:cNvSpPr/>
          <p:nvPr/>
        </p:nvSpPr>
        <p:spPr>
          <a:xfrm>
            <a:off x="11912575" y="9548546"/>
            <a:ext cx="5923200" cy="2418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200"/>
              <a:buFont typeface="Montserrat"/>
              <a:buNone/>
            </a:pPr>
            <a:r>
              <a:rPr b="1" i="0" lang="en-US" sz="1500" u="none" cap="none" strike="noStrike">
                <a:solidFill>
                  <a:srgbClr val="05058C"/>
                </a:solidFill>
                <a:latin typeface="Montserrat"/>
                <a:ea typeface="Montserrat"/>
                <a:cs typeface="Montserrat"/>
                <a:sym typeface="Montserrat"/>
              </a:rPr>
              <a:t>PMO</a:t>
            </a:r>
            <a:endParaRPr b="0" i="0" sz="1500" u="none" cap="none" strike="noStrike">
              <a:solidFill>
                <a:schemeClr val="dk1"/>
              </a:solidFill>
              <a:latin typeface="Calibri"/>
              <a:ea typeface="Calibri"/>
              <a:cs typeface="Calibri"/>
              <a:sym typeface="Calibri"/>
            </a:endParaRPr>
          </a:p>
        </p:txBody>
      </p:sp>
      <p:sp>
        <p:nvSpPr>
          <p:cNvPr id="962" name="Google Shape;962;p94"/>
          <p:cNvSpPr txBox="1"/>
          <p:nvPr/>
        </p:nvSpPr>
        <p:spPr>
          <a:xfrm>
            <a:off x="2679192" y="6793992"/>
            <a:ext cx="3273552" cy="2121408"/>
          </a:xfrm>
          <a:prstGeom prst="rect">
            <a:avLst/>
          </a:prstGeom>
          <a:noFill/>
          <a:ln>
            <a:noFill/>
          </a:ln>
        </p:spPr>
        <p:txBody>
          <a:bodyPr anchorCtr="0" anchor="t" bIns="182850" lIns="182850" spcFirstLastPara="1" rIns="182850" wrap="square" tIns="182850">
            <a:spAutoFit/>
          </a:bodyPr>
          <a:lstStyle/>
          <a:p>
            <a:pPr indent="0" lvl="0" marL="0" marR="0" rtl="0" algn="ctr">
              <a:lnSpc>
                <a:spcPct val="90000"/>
              </a:lnSpc>
              <a:spcBef>
                <a:spcPts val="0"/>
              </a:spcBef>
              <a:spcAft>
                <a:spcPts val="0"/>
              </a:spcAft>
              <a:buClr>
                <a:srgbClr val="000000"/>
              </a:buClr>
              <a:buSzPts val="1600"/>
              <a:buFont typeface="Arial"/>
              <a:buNone/>
            </a:pPr>
            <a:r>
              <a:rPr b="1" i="0" lang="en-US" sz="1700" u="none" cap="none" strike="noStrike">
                <a:solidFill>
                  <a:srgbClr val="000000"/>
                </a:solidFill>
                <a:latin typeface="Montserrat"/>
                <a:ea typeface="Montserrat"/>
                <a:cs typeface="Montserrat"/>
                <a:sym typeface="Montserrat"/>
              </a:rPr>
              <a:t>Jean Pierre Merino</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600"/>
              <a:buFont typeface="Arial"/>
              <a:buNone/>
            </a:pPr>
            <a:r>
              <a:rPr b="0" i="0" lang="en-US" sz="1700" u="none" cap="none" strike="noStrike">
                <a:solidFill>
                  <a:srgbClr val="000000"/>
                </a:solidFill>
                <a:latin typeface="Montserrat"/>
                <a:ea typeface="Montserrat"/>
                <a:cs typeface="Montserrat"/>
                <a:sym typeface="Montserrat"/>
              </a:rPr>
              <a:t>Arquitecto de Integración</a:t>
            </a:r>
            <a:endParaRPr b="0" i="0" sz="1700" u="none" cap="none" strike="noStrike">
              <a:solidFill>
                <a:srgbClr val="000000"/>
              </a:solidFill>
              <a:latin typeface="Montserrat"/>
              <a:ea typeface="Montserrat"/>
              <a:cs typeface="Montserrat"/>
              <a:sym typeface="Montserrat"/>
            </a:endParaRPr>
          </a:p>
          <a:p>
            <a:pPr indent="0" lvl="0" marL="0" marR="0" rtl="0" algn="l">
              <a:lnSpc>
                <a:spcPct val="90000"/>
              </a:lnSpc>
              <a:spcBef>
                <a:spcPts val="0"/>
              </a:spcBef>
              <a:spcAft>
                <a:spcPts val="0"/>
              </a:spcAft>
              <a:buClr>
                <a:srgbClr val="000000"/>
              </a:buClr>
              <a:buSzPts val="1600"/>
              <a:buFont typeface="Arial"/>
              <a:buNone/>
            </a:pPr>
            <a:r>
              <a:t/>
            </a:r>
            <a:endParaRPr b="0" i="0" sz="1700" u="none" cap="none" strike="noStrike">
              <a:solidFill>
                <a:srgbClr val="000000"/>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00"/>
              <a:buFont typeface="Arial"/>
              <a:buNone/>
            </a:pPr>
            <a:r>
              <a:rPr b="0" i="0" lang="en-US" sz="1700" u="none" cap="none" strike="noStrike">
                <a:solidFill>
                  <a:srgbClr val="000000"/>
                </a:solidFill>
                <a:latin typeface="Montserrat"/>
                <a:ea typeface="Montserrat"/>
                <a:cs typeface="Montserrat"/>
                <a:sym typeface="Montserrat"/>
              </a:rPr>
              <a:t>+10 años de experiencia en data, analítica digital, ML &amp; AI.</a:t>
            </a:r>
            <a:endParaRPr b="1" i="0" sz="1700" u="none" cap="none" strike="noStrike">
              <a:solidFill>
                <a:srgbClr val="000000"/>
              </a:solidFill>
              <a:latin typeface="Montserrat"/>
              <a:ea typeface="Montserrat"/>
              <a:cs typeface="Montserrat"/>
              <a:sym typeface="Montserrat"/>
            </a:endParaRPr>
          </a:p>
        </p:txBody>
      </p:sp>
      <p:pic>
        <p:nvPicPr>
          <p:cNvPr id="963" name="Google Shape;963;p94"/>
          <p:cNvPicPr preferRelativeResize="0"/>
          <p:nvPr/>
        </p:nvPicPr>
        <p:blipFill rotWithShape="1">
          <a:blip r:embed="rId6">
            <a:alphaModFix/>
          </a:blip>
          <a:srcRect b="24560" l="0" r="0" t="8791"/>
          <a:stretch/>
        </p:blipFill>
        <p:spPr>
          <a:xfrm>
            <a:off x="485550" y="6721150"/>
            <a:ext cx="2047500" cy="2004000"/>
          </a:xfrm>
          <a:prstGeom prst="ellipse">
            <a:avLst/>
          </a:prstGeom>
          <a:noFill/>
          <a:ln>
            <a:noFill/>
          </a:ln>
        </p:spPr>
      </p:pic>
      <p:sp>
        <p:nvSpPr>
          <p:cNvPr id="964" name="Google Shape;964;p94"/>
          <p:cNvSpPr txBox="1"/>
          <p:nvPr/>
        </p:nvSpPr>
        <p:spPr>
          <a:xfrm>
            <a:off x="8403336" y="6793992"/>
            <a:ext cx="3273552" cy="2121408"/>
          </a:xfrm>
          <a:prstGeom prst="rect">
            <a:avLst/>
          </a:prstGeom>
          <a:noFill/>
          <a:ln>
            <a:noFill/>
          </a:ln>
        </p:spPr>
        <p:txBody>
          <a:bodyPr anchorCtr="0" anchor="t" bIns="96375" lIns="96375" spcFirstLastPara="1" rIns="96375" wrap="square" tIns="96375">
            <a:spAutoFit/>
          </a:bodyPr>
          <a:lstStyle/>
          <a:p>
            <a:pPr indent="0" lvl="0" marL="0" marR="0" rtl="0" algn="ctr">
              <a:lnSpc>
                <a:spcPct val="90000"/>
              </a:lnSpc>
              <a:spcBef>
                <a:spcPts val="0"/>
              </a:spcBef>
              <a:spcAft>
                <a:spcPts val="0"/>
              </a:spcAft>
              <a:buClr>
                <a:srgbClr val="000000"/>
              </a:buClr>
              <a:buSzPts val="1438"/>
              <a:buFont typeface="Arial"/>
              <a:buNone/>
            </a:pPr>
            <a:r>
              <a:rPr b="1" i="0" lang="en-US" sz="1738" u="none" cap="none" strike="noStrike">
                <a:solidFill>
                  <a:srgbClr val="000033"/>
                </a:solidFill>
                <a:latin typeface="Montserrat"/>
                <a:ea typeface="Montserrat"/>
                <a:cs typeface="Montserrat"/>
                <a:sym typeface="Montserrat"/>
              </a:rPr>
              <a:t>Franco Pastorelli</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rPr b="0" i="0" lang="en-US" sz="1738" u="none" cap="none" strike="noStrike">
                <a:solidFill>
                  <a:srgbClr val="000033"/>
                </a:solidFill>
                <a:latin typeface="Montserrat"/>
                <a:ea typeface="Montserrat"/>
                <a:cs typeface="Montserrat"/>
                <a:sym typeface="Montserrat"/>
              </a:rPr>
              <a:t>Especialista de Adopción</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rPr b="0" i="0" lang="en-US" sz="1738" u="none" cap="none" strike="noStrike">
                <a:solidFill>
                  <a:srgbClr val="000033"/>
                </a:solidFill>
                <a:latin typeface="Montserrat"/>
                <a:ea typeface="Montserrat"/>
                <a:cs typeface="Montserrat"/>
                <a:sym typeface="Montserrat"/>
              </a:rPr>
              <a:t>+6 años de experiencia en gestión de proyectos de Transformación Digital, educación ejecutiva, GenAI y Agentic.</a:t>
            </a:r>
            <a:endParaRPr b="0" i="0" sz="1738" u="none" cap="none" strike="noStrike">
              <a:solidFill>
                <a:srgbClr val="000033"/>
              </a:solidFill>
              <a:latin typeface="Montserrat"/>
              <a:ea typeface="Montserrat"/>
              <a:cs typeface="Montserrat"/>
              <a:sym typeface="Montserrat"/>
            </a:endParaRPr>
          </a:p>
        </p:txBody>
      </p:sp>
      <p:pic>
        <p:nvPicPr>
          <p:cNvPr id="965" name="Google Shape;965;p94" title="Imagen de WhatsApp 2025-03-28 a las 09.18.12_0e95d37c.jpg"/>
          <p:cNvPicPr preferRelativeResize="0"/>
          <p:nvPr/>
        </p:nvPicPr>
        <p:blipFill rotWithShape="1">
          <a:blip r:embed="rId7">
            <a:alphaModFix/>
          </a:blip>
          <a:srcRect b="29096" l="0" r="7851" t="11994"/>
          <a:stretch/>
        </p:blipFill>
        <p:spPr>
          <a:xfrm>
            <a:off x="6451550" y="6665701"/>
            <a:ext cx="2020200" cy="2043900"/>
          </a:xfrm>
          <a:prstGeom prst="ellipse">
            <a:avLst/>
          </a:prstGeom>
          <a:noFill/>
          <a:ln>
            <a:noFill/>
          </a:ln>
        </p:spPr>
      </p:pic>
      <p:pic>
        <p:nvPicPr>
          <p:cNvPr id="966" name="Google Shape;966;p94" title="Gemini_Generated_Image_v5b9qov5b9qov5b9.png"/>
          <p:cNvPicPr preferRelativeResize="0"/>
          <p:nvPr/>
        </p:nvPicPr>
        <p:blipFill rotWithShape="1">
          <a:blip r:embed="rId8">
            <a:alphaModFix/>
          </a:blip>
          <a:srcRect b="24039" l="6310" r="11426" t="14149"/>
          <a:stretch/>
        </p:blipFill>
        <p:spPr>
          <a:xfrm>
            <a:off x="12012625" y="6675263"/>
            <a:ext cx="2020200" cy="2079600"/>
          </a:xfrm>
          <a:prstGeom prst="ellipse">
            <a:avLst/>
          </a:prstGeom>
          <a:noFill/>
          <a:ln>
            <a:noFill/>
          </a:ln>
        </p:spPr>
      </p:pic>
      <p:sp>
        <p:nvSpPr>
          <p:cNvPr id="967" name="Google Shape;967;p94"/>
          <p:cNvSpPr txBox="1"/>
          <p:nvPr/>
        </p:nvSpPr>
        <p:spPr>
          <a:xfrm>
            <a:off x="14209776" y="6793992"/>
            <a:ext cx="3273552" cy="2121408"/>
          </a:xfrm>
          <a:prstGeom prst="rect">
            <a:avLst/>
          </a:prstGeom>
          <a:noFill/>
          <a:ln>
            <a:noFill/>
          </a:ln>
        </p:spPr>
        <p:txBody>
          <a:bodyPr anchorCtr="0" anchor="t" bIns="96375" lIns="96375" spcFirstLastPara="1" rIns="96375" wrap="square" tIns="96375">
            <a:spAutoFit/>
          </a:bodyPr>
          <a:lstStyle/>
          <a:p>
            <a:pPr indent="0" lvl="0" marL="0" marR="0" rtl="0" algn="ctr">
              <a:lnSpc>
                <a:spcPct val="90000"/>
              </a:lnSpc>
              <a:spcBef>
                <a:spcPts val="0"/>
              </a:spcBef>
              <a:spcAft>
                <a:spcPts val="0"/>
              </a:spcAft>
              <a:buClr>
                <a:srgbClr val="000000"/>
              </a:buClr>
              <a:buSzPts val="1438"/>
              <a:buFont typeface="Arial"/>
              <a:buNone/>
            </a:pPr>
            <a:r>
              <a:rPr b="1" i="0" lang="en-US" sz="1738" u="none" cap="none" strike="noStrike">
                <a:solidFill>
                  <a:srgbClr val="000033"/>
                </a:solidFill>
                <a:latin typeface="Montserrat"/>
                <a:ea typeface="Montserrat"/>
                <a:cs typeface="Montserrat"/>
                <a:sym typeface="Montserrat"/>
              </a:rPr>
              <a:t>Daniela Tamayo</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rPr b="0" i="0" lang="en-US" sz="1738" u="none" cap="none" strike="noStrike">
                <a:solidFill>
                  <a:srgbClr val="000033"/>
                </a:solidFill>
                <a:latin typeface="Montserrat"/>
                <a:ea typeface="Montserrat"/>
                <a:cs typeface="Montserrat"/>
                <a:sym typeface="Montserrat"/>
              </a:rPr>
              <a:t>Gestor de Proyecto</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t/>
            </a:r>
            <a:endParaRPr b="0" i="0" sz="1738" u="none" cap="none" strike="noStrike">
              <a:solidFill>
                <a:srgbClr val="000033"/>
              </a:solidFill>
              <a:latin typeface="Montserrat"/>
              <a:ea typeface="Montserrat"/>
              <a:cs typeface="Montserrat"/>
              <a:sym typeface="Montserrat"/>
            </a:endParaRPr>
          </a:p>
          <a:p>
            <a:pPr indent="0" lvl="0" marL="0" marR="0" rtl="0" algn="ctr">
              <a:lnSpc>
                <a:spcPct val="90000"/>
              </a:lnSpc>
              <a:spcBef>
                <a:spcPts val="0"/>
              </a:spcBef>
              <a:spcAft>
                <a:spcPts val="0"/>
              </a:spcAft>
              <a:buClr>
                <a:srgbClr val="000000"/>
              </a:buClr>
              <a:buSzPts val="1438"/>
              <a:buFont typeface="Arial"/>
              <a:buNone/>
            </a:pPr>
            <a:r>
              <a:rPr b="0" i="0" lang="en-US" sz="1738" u="none" cap="none" strike="noStrike">
                <a:solidFill>
                  <a:srgbClr val="000033"/>
                </a:solidFill>
                <a:latin typeface="Montserrat"/>
                <a:ea typeface="Montserrat"/>
                <a:cs typeface="Montserrat"/>
                <a:sym typeface="Montserrat"/>
              </a:rPr>
              <a:t>+5 años de experiencia en gestión de proyectos digitales de IA, Growth y Analytics.</a:t>
            </a:r>
            <a:endParaRPr b="0" i="0" sz="1738"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971" name="Shape 971"/>
        <p:cNvGrpSpPr/>
        <p:nvPr/>
      </p:nvGrpSpPr>
      <p:grpSpPr>
        <a:xfrm>
          <a:off x="0" y="0"/>
          <a:ext cx="0" cy="0"/>
          <a:chOff x="0" y="0"/>
          <a:chExt cx="0" cy="0"/>
        </a:xfrm>
      </p:grpSpPr>
      <p:pic>
        <p:nvPicPr>
          <p:cNvPr id="972" name="Google Shape;972;p95" title="Diseño sin título (4).png"/>
          <p:cNvPicPr preferRelativeResize="0"/>
          <p:nvPr/>
        </p:nvPicPr>
        <p:blipFill rotWithShape="1">
          <a:blip r:embed="rId3">
            <a:alphaModFix/>
          </a:blip>
          <a:srcRect b="7564" l="12085" r="8926" t="11195"/>
          <a:stretch/>
        </p:blipFill>
        <p:spPr>
          <a:xfrm>
            <a:off x="0" y="0"/>
            <a:ext cx="18288005" cy="10287003"/>
          </a:xfrm>
          <a:prstGeom prst="rect">
            <a:avLst/>
          </a:prstGeom>
          <a:noFill/>
          <a:ln>
            <a:noFill/>
          </a:ln>
        </p:spPr>
      </p:pic>
      <p:pic>
        <p:nvPicPr>
          <p:cNvPr id="973" name="Google Shape;973;p95"/>
          <p:cNvPicPr preferRelativeResize="0"/>
          <p:nvPr/>
        </p:nvPicPr>
        <p:blipFill rotWithShape="1">
          <a:blip r:embed="rId4">
            <a:alphaModFix/>
          </a:blip>
          <a:srcRect b="0" l="0" r="53570" t="0"/>
          <a:stretch/>
        </p:blipFill>
        <p:spPr>
          <a:xfrm>
            <a:off x="8267000" y="2338550"/>
            <a:ext cx="1757503" cy="1196747"/>
          </a:xfrm>
          <a:prstGeom prst="rect">
            <a:avLst/>
          </a:prstGeom>
          <a:noFill/>
          <a:ln>
            <a:noFill/>
          </a:ln>
        </p:spPr>
      </p:pic>
      <p:sp>
        <p:nvSpPr>
          <p:cNvPr id="974" name="Google Shape;974;p95"/>
          <p:cNvSpPr txBox="1"/>
          <p:nvPr/>
        </p:nvSpPr>
        <p:spPr>
          <a:xfrm>
            <a:off x="3999550" y="4202050"/>
            <a:ext cx="10292400" cy="2014200"/>
          </a:xfrm>
          <a:prstGeom prst="rect">
            <a:avLst/>
          </a:prstGeom>
          <a:noFill/>
          <a:ln>
            <a:noFill/>
          </a:ln>
        </p:spPr>
        <p:txBody>
          <a:bodyPr anchorCtr="0" anchor="ctr" bIns="182850" lIns="182850" spcFirstLastPara="1" rIns="182850" wrap="square" tIns="182850">
            <a:noAutofit/>
          </a:bodyPr>
          <a:lstStyle/>
          <a:p>
            <a:pPr indent="0" lvl="0" marL="0" marR="0" rtl="0" algn="ctr">
              <a:lnSpc>
                <a:spcPct val="100000"/>
              </a:lnSpc>
              <a:spcBef>
                <a:spcPts val="0"/>
              </a:spcBef>
              <a:spcAft>
                <a:spcPts val="0"/>
              </a:spcAft>
              <a:buClr>
                <a:srgbClr val="000000"/>
              </a:buClr>
              <a:buSzPts val="9600"/>
              <a:buFont typeface="Arial"/>
              <a:buNone/>
            </a:pPr>
            <a:r>
              <a:rPr b="1" i="0" lang="en-US" sz="9600" u="none" cap="none" strike="noStrike">
                <a:solidFill>
                  <a:schemeClr val="lt1"/>
                </a:solidFill>
                <a:latin typeface="PT Serif"/>
                <a:ea typeface="PT Serif"/>
                <a:cs typeface="PT Serif"/>
                <a:sym typeface="PT Serif"/>
              </a:rPr>
              <a:t>¿Por qué NEO?</a:t>
            </a:r>
            <a:endParaRPr b="0" i="0" sz="12000" u="none" cap="none" strike="noStrike">
              <a:solidFill>
                <a:schemeClr val="lt1"/>
              </a:solidFill>
              <a:latin typeface="PT Serif"/>
              <a:ea typeface="PT Serif"/>
              <a:cs typeface="PT Serif"/>
              <a:sym typeface="PT Serif"/>
            </a:endParaRPr>
          </a:p>
        </p:txBody>
      </p:sp>
      <p:sp>
        <p:nvSpPr>
          <p:cNvPr id="975" name="Google Shape;975;p95"/>
          <p:cNvSpPr txBox="1"/>
          <p:nvPr/>
        </p:nvSpPr>
        <p:spPr>
          <a:xfrm>
            <a:off x="6275650" y="9432450"/>
            <a:ext cx="5740200" cy="370200"/>
          </a:xfrm>
          <a:prstGeom prst="rect">
            <a:avLst/>
          </a:prstGeom>
          <a:noFill/>
          <a:ln>
            <a:noFill/>
          </a:ln>
        </p:spPr>
        <p:txBody>
          <a:bodyPr anchorCtr="0" anchor="ctr" bIns="182850" lIns="182850" spcFirstLastPara="1" rIns="182850" wrap="square" tIns="182850">
            <a:noAutofit/>
          </a:bodyPr>
          <a:lstStyle/>
          <a:p>
            <a:pPr indent="0" lvl="0" marL="0" marR="0" rtl="0" algn="ctr">
              <a:lnSpc>
                <a:spcPct val="100000"/>
              </a:lnSpc>
              <a:spcBef>
                <a:spcPts val="0"/>
              </a:spcBef>
              <a:spcAft>
                <a:spcPts val="0"/>
              </a:spcAft>
              <a:buClr>
                <a:srgbClr val="000000"/>
              </a:buClr>
              <a:buSzPts val="2400"/>
              <a:buFont typeface="Arial"/>
              <a:buNone/>
            </a:pPr>
            <a:r>
              <a:rPr b="0" i="0" lang="en-US" sz="2400" u="none" cap="none" strike="noStrike">
                <a:solidFill>
                  <a:schemeClr val="hlink"/>
                </a:solidFill>
                <a:uFill>
                  <a:noFill/>
                </a:uFill>
                <a:latin typeface="Montserrat"/>
                <a:ea typeface="Montserrat"/>
                <a:cs typeface="Montserrat"/>
                <a:sym typeface="Montserrat"/>
                <a:hlinkClick r:id="rId5"/>
              </a:rPr>
              <a:t>neoconsulting.ai</a:t>
            </a:r>
            <a:endParaRPr b="0" i="0" sz="2400" u="none" cap="none" strike="noStrike">
              <a:solidFill>
                <a:schemeClr val="lt1"/>
              </a:solidFill>
              <a:latin typeface="Montserrat"/>
              <a:ea typeface="Montserrat"/>
              <a:cs typeface="Montserrat"/>
              <a:sym typeface="Montserrat"/>
            </a:endParaRPr>
          </a:p>
        </p:txBody>
      </p:sp>
      <p:sp>
        <p:nvSpPr>
          <p:cNvPr id="976" name="Google Shape;976;p95"/>
          <p:cNvSpPr/>
          <p:nvPr/>
        </p:nvSpPr>
        <p:spPr>
          <a:xfrm>
            <a:off x="12755900" y="152400"/>
            <a:ext cx="5444400" cy="975600"/>
          </a:xfrm>
          <a:prstGeom prst="rect">
            <a:avLst/>
          </a:prstGeom>
          <a:solidFill>
            <a:srgbClr val="020332"/>
          </a:solidFill>
          <a:ln cap="flat" cmpd="sng" w="19050">
            <a:solidFill>
              <a:srgbClr val="000332"/>
            </a:solidFill>
            <a:prstDash val="solid"/>
            <a:round/>
            <a:headEnd len="sm" w="sm" type="none"/>
            <a:tailEnd len="sm" w="sm" type="none"/>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96"/>
          <p:cNvSpPr/>
          <p:nvPr/>
        </p:nvSpPr>
        <p:spPr>
          <a:xfrm>
            <a:off x="1686200" y="6829700"/>
            <a:ext cx="8731500" cy="2927400"/>
          </a:xfrm>
          <a:prstGeom prst="roundRect">
            <a:avLst>
              <a:gd fmla="val 14694" name="adj"/>
            </a:avLst>
          </a:prstGeom>
          <a:solidFill>
            <a:srgbClr val="F4F2FA"/>
          </a:solidFill>
          <a:ln>
            <a:noFill/>
          </a:ln>
        </p:spPr>
        <p:txBody>
          <a:bodyPr anchorCtr="0" anchor="ctr" bIns="182850" lIns="182850" spcFirstLastPara="1" rIns="182850" wrap="square" tIns="182850">
            <a:noAutofit/>
          </a:bodyPr>
          <a:lstStyle/>
          <a:p>
            <a:pPr indent="0" lvl="0" marL="0" marR="0" rtl="0" algn="l">
              <a:lnSpc>
                <a:spcPct val="100000"/>
              </a:lnSpc>
              <a:spcBef>
                <a:spcPts val="0"/>
              </a:spcBef>
              <a:spcAft>
                <a:spcPts val="0"/>
              </a:spcAft>
              <a:buNone/>
            </a:pPr>
            <a:r>
              <a:t/>
            </a:r>
            <a:endParaRPr sz="1125"/>
          </a:p>
        </p:txBody>
      </p:sp>
      <p:sp>
        <p:nvSpPr>
          <p:cNvPr id="982" name="Google Shape;982;p96"/>
          <p:cNvSpPr txBox="1"/>
          <p:nvPr>
            <p:ph idx="4294967295" type="title"/>
          </p:nvPr>
        </p:nvSpPr>
        <p:spPr>
          <a:xfrm>
            <a:off x="957500" y="869060"/>
            <a:ext cx="14632200" cy="1015800"/>
          </a:xfrm>
          <a:prstGeom prst="rect">
            <a:avLst/>
          </a:prstGeom>
        </p:spPr>
        <p:txBody>
          <a:bodyPr anchorCtr="0" anchor="ctr" bIns="182850" lIns="182850" spcFirstLastPara="1" rIns="182850" wrap="square" tIns="182850">
            <a:spAutoFit/>
          </a:bodyPr>
          <a:lstStyle/>
          <a:p>
            <a:pPr indent="0" lvl="0" marL="0" rtl="0" algn="l">
              <a:spcBef>
                <a:spcPts val="0"/>
              </a:spcBef>
              <a:spcAft>
                <a:spcPts val="0"/>
              </a:spcAft>
              <a:buNone/>
            </a:pPr>
            <a:r>
              <a:rPr i="1" lang="en-US" sz="4200">
                <a:solidFill>
                  <a:srgbClr val="05058C"/>
                </a:solidFill>
                <a:latin typeface="PT Serif"/>
                <a:ea typeface="PT Serif"/>
                <a:cs typeface="PT Serif"/>
                <a:sym typeface="PT Serif"/>
              </a:rPr>
              <a:t>Prompt Battle, </a:t>
            </a:r>
            <a:r>
              <a:rPr b="1" lang="en-US" sz="4200">
                <a:solidFill>
                  <a:srgbClr val="000033"/>
                </a:solidFill>
                <a:latin typeface="PT Serif"/>
                <a:ea typeface="PT Serif"/>
                <a:cs typeface="PT Serif"/>
                <a:sym typeface="PT Serif"/>
              </a:rPr>
              <a:t>la base del conocimiento AI</a:t>
            </a:r>
            <a:endParaRPr b="1" sz="4800">
              <a:solidFill>
                <a:srgbClr val="000033"/>
              </a:solidFill>
              <a:latin typeface="PT Serif"/>
              <a:ea typeface="PT Serif"/>
              <a:cs typeface="PT Serif"/>
              <a:sym typeface="PT Serif"/>
            </a:endParaRPr>
          </a:p>
        </p:txBody>
      </p:sp>
      <p:sp>
        <p:nvSpPr>
          <p:cNvPr id="983" name="Google Shape;983;p96"/>
          <p:cNvSpPr txBox="1"/>
          <p:nvPr/>
        </p:nvSpPr>
        <p:spPr>
          <a:xfrm>
            <a:off x="1874950" y="6912594"/>
            <a:ext cx="1027800" cy="600300"/>
          </a:xfrm>
          <a:prstGeom prst="rect">
            <a:avLst/>
          </a:prstGeom>
          <a:noFill/>
          <a:ln>
            <a:noFill/>
          </a:ln>
        </p:spPr>
        <p:txBody>
          <a:bodyPr anchorCtr="0" anchor="t" bIns="68550" lIns="137150" spcFirstLastPara="1" rIns="137150" wrap="square" tIns="68550">
            <a:spAutoFit/>
          </a:bodyPr>
          <a:lstStyle/>
          <a:p>
            <a:pPr indent="0" lvl="0" marL="0" marR="0" rtl="0" algn="l">
              <a:spcBef>
                <a:spcPts val="0"/>
              </a:spcBef>
              <a:spcAft>
                <a:spcPts val="0"/>
              </a:spcAft>
              <a:buNone/>
            </a:pPr>
            <a:r>
              <a:rPr lang="en-US" sz="3000">
                <a:solidFill>
                  <a:srgbClr val="100FA8"/>
                </a:solidFill>
                <a:latin typeface="Montserrat SemiBold"/>
                <a:ea typeface="Montserrat SemiBold"/>
                <a:cs typeface="Montserrat SemiBold"/>
                <a:sym typeface="Montserrat SemiBold"/>
              </a:rPr>
              <a:t>+12</a:t>
            </a:r>
            <a:endParaRPr sz="3000">
              <a:solidFill>
                <a:srgbClr val="100FA8"/>
              </a:solidFill>
              <a:latin typeface="Montserrat SemiBold"/>
              <a:ea typeface="Montserrat SemiBold"/>
              <a:cs typeface="Montserrat SemiBold"/>
              <a:sym typeface="Montserrat SemiBold"/>
            </a:endParaRPr>
          </a:p>
        </p:txBody>
      </p:sp>
      <p:sp>
        <p:nvSpPr>
          <p:cNvPr id="984" name="Google Shape;984;p96"/>
          <p:cNvSpPr txBox="1"/>
          <p:nvPr/>
        </p:nvSpPr>
        <p:spPr>
          <a:xfrm>
            <a:off x="1518782" y="2948650"/>
            <a:ext cx="9157200" cy="1233000"/>
          </a:xfrm>
          <a:prstGeom prst="rect">
            <a:avLst/>
          </a:prstGeom>
          <a:noFill/>
          <a:ln>
            <a:noFill/>
          </a:ln>
        </p:spPr>
        <p:txBody>
          <a:bodyPr anchorCtr="0" anchor="t" bIns="182850" lIns="182850" spcFirstLastPara="1" rIns="182850" wrap="square" tIns="182850">
            <a:spAutoFit/>
          </a:bodyPr>
          <a:lstStyle/>
          <a:p>
            <a:pPr indent="0" lvl="0" marL="0" rtl="0" algn="l">
              <a:lnSpc>
                <a:spcPct val="115000"/>
              </a:lnSpc>
              <a:spcBef>
                <a:spcPts val="0"/>
              </a:spcBef>
              <a:spcAft>
                <a:spcPts val="0"/>
              </a:spcAft>
              <a:buNone/>
            </a:pPr>
            <a:r>
              <a:rPr lang="en-US" sz="1700">
                <a:solidFill>
                  <a:srgbClr val="010733"/>
                </a:solidFill>
                <a:latin typeface="Montserrat"/>
                <a:ea typeface="Montserrat"/>
                <a:cs typeface="Montserrat"/>
                <a:sym typeface="Montserrat"/>
              </a:rPr>
              <a:t>Aplicar técnicas de prompt engineering para retos del negocio utilizando Copilot cómo generar contenido y diseñar una plataforma de automatización de tareas y el análisis de data.</a:t>
            </a:r>
            <a:endParaRPr sz="1700">
              <a:solidFill>
                <a:srgbClr val="010733"/>
              </a:solidFill>
              <a:latin typeface="Montserrat"/>
              <a:ea typeface="Montserrat"/>
              <a:cs typeface="Montserrat"/>
              <a:sym typeface="Montserrat"/>
            </a:endParaRPr>
          </a:p>
        </p:txBody>
      </p:sp>
      <p:sp>
        <p:nvSpPr>
          <p:cNvPr id="985" name="Google Shape;985;p96"/>
          <p:cNvSpPr txBox="1"/>
          <p:nvPr/>
        </p:nvSpPr>
        <p:spPr>
          <a:xfrm>
            <a:off x="957488" y="1610405"/>
            <a:ext cx="6000000" cy="646500"/>
          </a:xfrm>
          <a:prstGeom prst="rect">
            <a:avLst/>
          </a:prstGeom>
          <a:noFill/>
          <a:ln>
            <a:noFill/>
          </a:ln>
        </p:spPr>
        <p:txBody>
          <a:bodyPr anchorCtr="0" anchor="t" bIns="182850" lIns="182850" spcFirstLastPara="1" rIns="182850" wrap="square" tIns="182850">
            <a:spAutoFit/>
          </a:bodyPr>
          <a:lstStyle/>
          <a:p>
            <a:pPr indent="0" lvl="0" marL="0" rtl="0" algn="l">
              <a:lnSpc>
                <a:spcPct val="90000"/>
              </a:lnSpc>
              <a:spcBef>
                <a:spcPts val="0"/>
              </a:spcBef>
              <a:spcAft>
                <a:spcPts val="0"/>
              </a:spcAft>
              <a:buNone/>
            </a:pPr>
            <a:r>
              <a:rPr lang="en-US" sz="2000">
                <a:solidFill>
                  <a:srgbClr val="010733"/>
                </a:solidFill>
                <a:latin typeface="Montserrat"/>
                <a:ea typeface="Montserrat"/>
                <a:cs typeface="Montserrat"/>
                <a:sym typeface="Montserrat"/>
              </a:rPr>
              <a:t>Industria</a:t>
            </a:r>
            <a:r>
              <a:rPr b="1" lang="en-US" sz="2000">
                <a:solidFill>
                  <a:srgbClr val="010733"/>
                </a:solidFill>
                <a:latin typeface="Montserrat"/>
                <a:ea typeface="Montserrat"/>
                <a:cs typeface="Montserrat"/>
                <a:sym typeface="Montserrat"/>
              </a:rPr>
              <a:t>:</a:t>
            </a:r>
            <a:r>
              <a:rPr lang="en-US" sz="2000">
                <a:solidFill>
                  <a:srgbClr val="010733"/>
                </a:solidFill>
                <a:latin typeface="Montserrat"/>
                <a:ea typeface="Montserrat"/>
                <a:cs typeface="Montserrat"/>
                <a:sym typeface="Montserrat"/>
              </a:rPr>
              <a:t> </a:t>
            </a:r>
            <a:r>
              <a:rPr b="1" lang="en-US" sz="2000">
                <a:solidFill>
                  <a:srgbClr val="010733"/>
                </a:solidFill>
                <a:latin typeface="Montserrat"/>
                <a:ea typeface="Montserrat"/>
                <a:cs typeface="Montserrat"/>
                <a:sym typeface="Montserrat"/>
              </a:rPr>
              <a:t>Seguros</a:t>
            </a:r>
            <a:endParaRPr sz="2000"/>
          </a:p>
        </p:txBody>
      </p:sp>
      <p:pic>
        <p:nvPicPr>
          <p:cNvPr id="986" name="Google Shape;986;p96" title="Captura de pantalla 2026-01-26 a las 18.05.20.png"/>
          <p:cNvPicPr preferRelativeResize="0"/>
          <p:nvPr/>
        </p:nvPicPr>
        <p:blipFill rotWithShape="1">
          <a:blip r:embed="rId3">
            <a:alphaModFix/>
          </a:blip>
          <a:srcRect b="0" l="0" r="23728" t="0"/>
          <a:stretch/>
        </p:blipFill>
        <p:spPr>
          <a:xfrm>
            <a:off x="12121200" y="5368322"/>
            <a:ext cx="6166800" cy="4143000"/>
          </a:xfrm>
          <a:prstGeom prst="roundRect">
            <a:avLst>
              <a:gd fmla="val 16667" name="adj"/>
            </a:avLst>
          </a:prstGeom>
          <a:noFill/>
          <a:ln>
            <a:noFill/>
          </a:ln>
          <a:effectLst>
            <a:outerShdw blurRad="128588" rotWithShape="0" algn="bl" dir="5400000" dist="41336">
              <a:srgbClr val="000000">
                <a:alpha val="50200"/>
              </a:srgbClr>
            </a:outerShdw>
          </a:effectLst>
        </p:spPr>
      </p:pic>
      <p:pic>
        <p:nvPicPr>
          <p:cNvPr id="987" name="Google Shape;987;p96" title="Captura de pantalla 2026-01-26 a las 17.54.36.png"/>
          <p:cNvPicPr preferRelativeResize="0"/>
          <p:nvPr/>
        </p:nvPicPr>
        <p:blipFill rotWithShape="1">
          <a:blip r:embed="rId4">
            <a:alphaModFix/>
          </a:blip>
          <a:srcRect b="18652" l="5776" r="0" t="6109"/>
          <a:stretch/>
        </p:blipFill>
        <p:spPr>
          <a:xfrm>
            <a:off x="10986167" y="1884850"/>
            <a:ext cx="6166800" cy="4364400"/>
          </a:xfrm>
          <a:prstGeom prst="roundRect">
            <a:avLst>
              <a:gd fmla="val 16667" name="adj"/>
            </a:avLst>
          </a:prstGeom>
          <a:noFill/>
          <a:ln>
            <a:noFill/>
          </a:ln>
          <a:effectLst>
            <a:outerShdw blurRad="128588" rotWithShape="0" algn="bl" dir="5400000" dist="41336">
              <a:srgbClr val="000000">
                <a:alpha val="50200"/>
              </a:srgbClr>
            </a:outerShdw>
          </a:effectLst>
        </p:spPr>
      </p:pic>
      <p:sp>
        <p:nvSpPr>
          <p:cNvPr id="988" name="Google Shape;988;p96"/>
          <p:cNvSpPr txBox="1"/>
          <p:nvPr/>
        </p:nvSpPr>
        <p:spPr>
          <a:xfrm>
            <a:off x="2854200" y="6895394"/>
            <a:ext cx="7006800" cy="6465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chemeClr val="dk1"/>
              </a:buClr>
              <a:buSzPts val="2200"/>
              <a:buFont typeface="Arial"/>
              <a:buNone/>
            </a:pPr>
            <a:r>
              <a:rPr b="1" i="0" lang="en-US" sz="1800" u="none" cap="none" strike="noStrike">
                <a:solidFill>
                  <a:srgbClr val="010733"/>
                </a:solidFill>
                <a:latin typeface="Montserrat"/>
                <a:ea typeface="Montserrat"/>
                <a:cs typeface="Montserrat"/>
                <a:sym typeface="Montserrat"/>
              </a:rPr>
              <a:t>Proyectos identificados</a:t>
            </a:r>
            <a:r>
              <a:rPr b="0" i="0" lang="en-US" sz="1800" u="none" cap="none" strike="noStrike">
                <a:solidFill>
                  <a:srgbClr val="010733"/>
                </a:solidFill>
                <a:latin typeface="Montserrat"/>
                <a:ea typeface="Montserrat"/>
                <a:cs typeface="Montserrat"/>
                <a:sym typeface="Montserrat"/>
              </a:rPr>
              <a:t> de alto impacto para el negocio</a:t>
            </a:r>
            <a:endParaRPr b="0" i="0" sz="1800" u="none" cap="none" strike="noStrike">
              <a:solidFill>
                <a:srgbClr val="010733"/>
              </a:solidFill>
              <a:latin typeface="Montserrat"/>
              <a:ea typeface="Montserrat"/>
              <a:cs typeface="Montserrat"/>
              <a:sym typeface="Montserrat"/>
            </a:endParaRPr>
          </a:p>
        </p:txBody>
      </p:sp>
      <p:sp>
        <p:nvSpPr>
          <p:cNvPr id="989" name="Google Shape;989;p96"/>
          <p:cNvSpPr txBox="1"/>
          <p:nvPr/>
        </p:nvSpPr>
        <p:spPr>
          <a:xfrm>
            <a:off x="2854221" y="7742951"/>
            <a:ext cx="7219800" cy="9234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rgbClr val="000000"/>
              </a:buClr>
              <a:buSzPts val="2200"/>
              <a:buFont typeface="Arial"/>
              <a:buNone/>
            </a:pPr>
            <a:r>
              <a:rPr b="1" i="0" lang="en-US" sz="1800" u="none" cap="none" strike="noStrike">
                <a:solidFill>
                  <a:srgbClr val="010733"/>
                </a:solidFill>
                <a:latin typeface="Montserrat"/>
                <a:ea typeface="Montserrat"/>
                <a:cs typeface="Montserrat"/>
                <a:sym typeface="Montserrat"/>
              </a:rPr>
              <a:t>Identificación de desafíos</a:t>
            </a:r>
            <a:r>
              <a:rPr b="0" i="0" lang="en-US" sz="1800" u="none" cap="none" strike="noStrike">
                <a:solidFill>
                  <a:srgbClr val="010733"/>
                </a:solidFill>
                <a:latin typeface="Montserrat"/>
                <a:ea typeface="Montserrat"/>
                <a:cs typeface="Montserrat"/>
                <a:sym typeface="Montserrat"/>
              </a:rPr>
              <a:t>, oportunidades y tendencias de la IA en el sector seguros.</a:t>
            </a:r>
            <a:endParaRPr b="0" i="0" sz="1800" u="none" cap="none" strike="noStrike">
              <a:solidFill>
                <a:srgbClr val="010733"/>
              </a:solidFill>
              <a:latin typeface="Montserrat"/>
              <a:ea typeface="Montserrat"/>
              <a:cs typeface="Montserrat"/>
              <a:sym typeface="Montserrat"/>
            </a:endParaRPr>
          </a:p>
        </p:txBody>
      </p:sp>
      <p:sp>
        <p:nvSpPr>
          <p:cNvPr id="990" name="Google Shape;990;p96"/>
          <p:cNvSpPr txBox="1"/>
          <p:nvPr/>
        </p:nvSpPr>
        <p:spPr>
          <a:xfrm>
            <a:off x="2854188" y="8605138"/>
            <a:ext cx="7563600" cy="12006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rgbClr val="000033"/>
              </a:buClr>
              <a:buSzPts val="2200"/>
              <a:buFont typeface="Arial"/>
              <a:buNone/>
            </a:pPr>
            <a:r>
              <a:rPr b="1" lang="en-US" sz="1800">
                <a:solidFill>
                  <a:srgbClr val="010733"/>
                </a:solidFill>
                <a:latin typeface="Montserrat"/>
                <a:ea typeface="Montserrat"/>
                <a:cs typeface="Montserrat"/>
                <a:sym typeface="Montserrat"/>
              </a:rPr>
              <a:t>Mejor comprensión de la IA con c</a:t>
            </a:r>
            <a:r>
              <a:rPr b="1" i="0" lang="en-US" sz="1800" u="none" cap="none" strike="noStrike">
                <a:solidFill>
                  <a:srgbClr val="010733"/>
                </a:solidFill>
                <a:latin typeface="Montserrat"/>
                <a:ea typeface="Montserrat"/>
                <a:cs typeface="Montserrat"/>
                <a:sym typeface="Montserrat"/>
              </a:rPr>
              <a:t>asos prácticos de prompt engineering </a:t>
            </a:r>
            <a:r>
              <a:rPr b="0" i="0" lang="en-US" sz="1800" u="none" cap="none" strike="noStrike">
                <a:solidFill>
                  <a:srgbClr val="010733"/>
                </a:solidFill>
                <a:latin typeface="Montserrat"/>
                <a:ea typeface="Montserrat"/>
                <a:cs typeface="Montserrat"/>
                <a:sym typeface="Montserrat"/>
              </a:rPr>
              <a:t>que ayudaron al equipo a perfeccionar la creación de instrucciones claras y efectivas.</a:t>
            </a:r>
            <a:endParaRPr b="0" i="0" sz="1800" u="none" cap="none" strike="noStrike">
              <a:solidFill>
                <a:srgbClr val="010733"/>
              </a:solidFill>
              <a:latin typeface="Montserrat"/>
              <a:ea typeface="Montserrat"/>
              <a:cs typeface="Montserrat"/>
              <a:sym typeface="Montserrat"/>
            </a:endParaRPr>
          </a:p>
        </p:txBody>
      </p:sp>
      <p:grpSp>
        <p:nvGrpSpPr>
          <p:cNvPr id="991" name="Google Shape;991;p96"/>
          <p:cNvGrpSpPr/>
          <p:nvPr/>
        </p:nvGrpSpPr>
        <p:grpSpPr>
          <a:xfrm>
            <a:off x="2208288" y="7928193"/>
            <a:ext cx="361095" cy="329208"/>
            <a:chOff x="-1" y="-1"/>
            <a:chExt cx="361746" cy="329802"/>
          </a:xfrm>
        </p:grpSpPr>
        <p:sp>
          <p:nvSpPr>
            <p:cNvPr id="992" name="Google Shape;992;p96"/>
            <p:cNvSpPr/>
            <p:nvPr/>
          </p:nvSpPr>
          <p:spPr>
            <a:xfrm>
              <a:off x="22236" y="261701"/>
              <a:ext cx="68100" cy="681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993" name="Google Shape;993;p96"/>
            <p:cNvSpPr/>
            <p:nvPr/>
          </p:nvSpPr>
          <p:spPr>
            <a:xfrm>
              <a:off x="112890" y="215946"/>
              <a:ext cx="68100" cy="1137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994" name="Google Shape;994;p96"/>
            <p:cNvSpPr/>
            <p:nvPr/>
          </p:nvSpPr>
          <p:spPr>
            <a:xfrm>
              <a:off x="203545" y="170619"/>
              <a:ext cx="68100" cy="1590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995" name="Google Shape;995;p96"/>
            <p:cNvSpPr/>
            <p:nvPr/>
          </p:nvSpPr>
          <p:spPr>
            <a:xfrm>
              <a:off x="294200" y="125291"/>
              <a:ext cx="67500" cy="2043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996" name="Google Shape;996;p96"/>
            <p:cNvSpPr/>
            <p:nvPr/>
          </p:nvSpPr>
          <p:spPr>
            <a:xfrm>
              <a:off x="-1" y="-1"/>
              <a:ext cx="361746" cy="215946"/>
            </a:xfrm>
            <a:custGeom>
              <a:rect b="b" l="l" r="r" t="t"/>
              <a:pathLst>
                <a:path extrusionOk="0" h="21600" w="21600">
                  <a:moveTo>
                    <a:pt x="18562" y="5133"/>
                  </a:moveTo>
                  <a:lnTo>
                    <a:pt x="14528" y="5133"/>
                  </a:lnTo>
                  <a:lnTo>
                    <a:pt x="9447" y="11377"/>
                  </a:lnTo>
                  <a:lnTo>
                    <a:pt x="6740" y="9110"/>
                  </a:lnTo>
                  <a:lnTo>
                    <a:pt x="0" y="18777"/>
                  </a:lnTo>
                  <a:lnTo>
                    <a:pt x="0" y="21600"/>
                  </a:lnTo>
                  <a:lnTo>
                    <a:pt x="6740" y="11933"/>
                  </a:lnTo>
                  <a:lnTo>
                    <a:pt x="9447" y="14243"/>
                  </a:lnTo>
                  <a:lnTo>
                    <a:pt x="15191" y="7400"/>
                  </a:lnTo>
                  <a:lnTo>
                    <a:pt x="19251" y="7400"/>
                  </a:lnTo>
                  <a:lnTo>
                    <a:pt x="21600" y="3422"/>
                  </a:lnTo>
                  <a:lnTo>
                    <a:pt x="21600" y="0"/>
                  </a:lnTo>
                  <a:lnTo>
                    <a:pt x="18562" y="5133"/>
                  </a:ln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grpSp>
      <p:grpSp>
        <p:nvGrpSpPr>
          <p:cNvPr id="997" name="Google Shape;997;p96"/>
          <p:cNvGrpSpPr/>
          <p:nvPr/>
        </p:nvGrpSpPr>
        <p:grpSpPr>
          <a:xfrm>
            <a:off x="2208315" y="9023716"/>
            <a:ext cx="361097" cy="390437"/>
            <a:chOff x="-1" y="0"/>
            <a:chExt cx="356886" cy="385884"/>
          </a:xfrm>
        </p:grpSpPr>
        <p:sp>
          <p:nvSpPr>
            <p:cNvPr id="998" name="Google Shape;998;p96"/>
            <p:cNvSpPr/>
            <p:nvPr/>
          </p:nvSpPr>
          <p:spPr>
            <a:xfrm>
              <a:off x="-1" y="0"/>
              <a:ext cx="356886" cy="385884"/>
            </a:xfrm>
            <a:custGeom>
              <a:rect b="b" l="l" r="r" t="t"/>
              <a:pathLst>
                <a:path extrusionOk="0" h="21600" w="21600">
                  <a:moveTo>
                    <a:pt x="21600" y="11631"/>
                  </a:moveTo>
                  <a:cubicBezTo>
                    <a:pt x="21600" y="8515"/>
                    <a:pt x="20025" y="5608"/>
                    <a:pt x="17325" y="3738"/>
                  </a:cubicBezTo>
                  <a:cubicBezTo>
                    <a:pt x="17325" y="3738"/>
                    <a:pt x="17325" y="3738"/>
                    <a:pt x="17325" y="3738"/>
                  </a:cubicBezTo>
                  <a:cubicBezTo>
                    <a:pt x="18225" y="2285"/>
                    <a:pt x="18225" y="2285"/>
                    <a:pt x="18225" y="2285"/>
                  </a:cubicBezTo>
                  <a:cubicBezTo>
                    <a:pt x="19575" y="2908"/>
                    <a:pt x="19575" y="2908"/>
                    <a:pt x="19575" y="2908"/>
                  </a:cubicBezTo>
                  <a:cubicBezTo>
                    <a:pt x="19800" y="2908"/>
                    <a:pt x="20025" y="2908"/>
                    <a:pt x="20025" y="2700"/>
                  </a:cubicBezTo>
                  <a:cubicBezTo>
                    <a:pt x="20250" y="2492"/>
                    <a:pt x="20250" y="2285"/>
                    <a:pt x="20025" y="2077"/>
                  </a:cubicBezTo>
                  <a:cubicBezTo>
                    <a:pt x="18000" y="1038"/>
                    <a:pt x="18000" y="1038"/>
                    <a:pt x="18000" y="1038"/>
                  </a:cubicBezTo>
                  <a:cubicBezTo>
                    <a:pt x="18000" y="1038"/>
                    <a:pt x="18000" y="1038"/>
                    <a:pt x="18000" y="1038"/>
                  </a:cubicBezTo>
                  <a:cubicBezTo>
                    <a:pt x="18000" y="1038"/>
                    <a:pt x="18000" y="1038"/>
                    <a:pt x="18000" y="1038"/>
                  </a:cubicBezTo>
                  <a:cubicBezTo>
                    <a:pt x="15975" y="0"/>
                    <a:pt x="15975" y="0"/>
                    <a:pt x="15975" y="0"/>
                  </a:cubicBezTo>
                  <a:cubicBezTo>
                    <a:pt x="15750" y="0"/>
                    <a:pt x="15525" y="0"/>
                    <a:pt x="15525" y="208"/>
                  </a:cubicBezTo>
                  <a:cubicBezTo>
                    <a:pt x="15300" y="415"/>
                    <a:pt x="15300" y="623"/>
                    <a:pt x="15525" y="831"/>
                  </a:cubicBezTo>
                  <a:cubicBezTo>
                    <a:pt x="16875" y="1454"/>
                    <a:pt x="16875" y="1454"/>
                    <a:pt x="16875" y="1454"/>
                  </a:cubicBezTo>
                  <a:cubicBezTo>
                    <a:pt x="15975" y="2908"/>
                    <a:pt x="15975" y="2908"/>
                    <a:pt x="15975" y="2908"/>
                  </a:cubicBezTo>
                  <a:cubicBezTo>
                    <a:pt x="14400" y="2077"/>
                    <a:pt x="12600" y="1662"/>
                    <a:pt x="10800" y="1662"/>
                  </a:cubicBezTo>
                  <a:cubicBezTo>
                    <a:pt x="9000" y="1662"/>
                    <a:pt x="7200" y="2077"/>
                    <a:pt x="5625" y="2908"/>
                  </a:cubicBezTo>
                  <a:cubicBezTo>
                    <a:pt x="4725" y="1454"/>
                    <a:pt x="4725" y="1454"/>
                    <a:pt x="4725" y="1454"/>
                  </a:cubicBezTo>
                  <a:cubicBezTo>
                    <a:pt x="6075" y="831"/>
                    <a:pt x="6075" y="831"/>
                    <a:pt x="6075" y="831"/>
                  </a:cubicBezTo>
                  <a:cubicBezTo>
                    <a:pt x="6300" y="623"/>
                    <a:pt x="6300" y="415"/>
                    <a:pt x="6075" y="208"/>
                  </a:cubicBezTo>
                  <a:cubicBezTo>
                    <a:pt x="6075" y="0"/>
                    <a:pt x="5850" y="0"/>
                    <a:pt x="5625" y="0"/>
                  </a:cubicBezTo>
                  <a:cubicBezTo>
                    <a:pt x="1575" y="2077"/>
                    <a:pt x="1575" y="2077"/>
                    <a:pt x="1575" y="2077"/>
                  </a:cubicBezTo>
                  <a:cubicBezTo>
                    <a:pt x="1350" y="2285"/>
                    <a:pt x="1350" y="2492"/>
                    <a:pt x="1575" y="2700"/>
                  </a:cubicBezTo>
                  <a:cubicBezTo>
                    <a:pt x="1575" y="2908"/>
                    <a:pt x="1800" y="2908"/>
                    <a:pt x="2025" y="2908"/>
                  </a:cubicBezTo>
                  <a:cubicBezTo>
                    <a:pt x="3375" y="2285"/>
                    <a:pt x="3375" y="2285"/>
                    <a:pt x="3375" y="2285"/>
                  </a:cubicBezTo>
                  <a:cubicBezTo>
                    <a:pt x="4275" y="3738"/>
                    <a:pt x="4275" y="3738"/>
                    <a:pt x="4275" y="3738"/>
                  </a:cubicBezTo>
                  <a:cubicBezTo>
                    <a:pt x="4275" y="3738"/>
                    <a:pt x="4275" y="3738"/>
                    <a:pt x="4275" y="3738"/>
                  </a:cubicBezTo>
                  <a:cubicBezTo>
                    <a:pt x="1575" y="5608"/>
                    <a:pt x="0" y="8515"/>
                    <a:pt x="0" y="11631"/>
                  </a:cubicBezTo>
                  <a:cubicBezTo>
                    <a:pt x="0" y="14746"/>
                    <a:pt x="1575" y="17446"/>
                    <a:pt x="3825" y="19108"/>
                  </a:cubicBezTo>
                  <a:cubicBezTo>
                    <a:pt x="3600" y="19523"/>
                    <a:pt x="3600" y="19731"/>
                    <a:pt x="3600" y="19938"/>
                  </a:cubicBezTo>
                  <a:cubicBezTo>
                    <a:pt x="3600" y="20769"/>
                    <a:pt x="4500" y="21600"/>
                    <a:pt x="5400" y="21600"/>
                  </a:cubicBezTo>
                  <a:cubicBezTo>
                    <a:pt x="6075" y="21600"/>
                    <a:pt x="6525" y="21392"/>
                    <a:pt x="6750" y="20977"/>
                  </a:cubicBezTo>
                  <a:cubicBezTo>
                    <a:pt x="8100" y="21392"/>
                    <a:pt x="9450" y="21600"/>
                    <a:pt x="10800" y="21600"/>
                  </a:cubicBezTo>
                  <a:cubicBezTo>
                    <a:pt x="12150" y="21600"/>
                    <a:pt x="13500" y="21392"/>
                    <a:pt x="14850" y="20977"/>
                  </a:cubicBezTo>
                  <a:cubicBezTo>
                    <a:pt x="15075" y="21392"/>
                    <a:pt x="15525" y="21600"/>
                    <a:pt x="16200" y="21600"/>
                  </a:cubicBezTo>
                  <a:cubicBezTo>
                    <a:pt x="17100" y="21600"/>
                    <a:pt x="18000" y="20769"/>
                    <a:pt x="18000" y="19938"/>
                  </a:cubicBezTo>
                  <a:cubicBezTo>
                    <a:pt x="18000" y="19731"/>
                    <a:pt x="18000" y="19523"/>
                    <a:pt x="17775" y="19108"/>
                  </a:cubicBezTo>
                  <a:cubicBezTo>
                    <a:pt x="20025" y="17446"/>
                    <a:pt x="21600" y="14746"/>
                    <a:pt x="21600" y="11631"/>
                  </a:cubicBezTo>
                  <a:close/>
                  <a:moveTo>
                    <a:pt x="1800" y="11631"/>
                  </a:moveTo>
                  <a:cubicBezTo>
                    <a:pt x="1800" y="7062"/>
                    <a:pt x="5850" y="3323"/>
                    <a:pt x="10800" y="3323"/>
                  </a:cubicBezTo>
                  <a:cubicBezTo>
                    <a:pt x="15750" y="3323"/>
                    <a:pt x="19800" y="7062"/>
                    <a:pt x="19800" y="11631"/>
                  </a:cubicBezTo>
                  <a:cubicBezTo>
                    <a:pt x="19800" y="16200"/>
                    <a:pt x="15750" y="19938"/>
                    <a:pt x="10800" y="19938"/>
                  </a:cubicBezTo>
                  <a:cubicBezTo>
                    <a:pt x="5850" y="19938"/>
                    <a:pt x="1800" y="16200"/>
                    <a:pt x="1800" y="11631"/>
                  </a:cubicBez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999" name="Google Shape;999;p96"/>
            <p:cNvSpPr/>
            <p:nvPr/>
          </p:nvSpPr>
          <p:spPr>
            <a:xfrm>
              <a:off x="163191" y="88458"/>
              <a:ext cx="89964" cy="134190"/>
            </a:xfrm>
            <a:custGeom>
              <a:rect b="b" l="l" r="r" t="t"/>
              <a:pathLst>
                <a:path extrusionOk="0" h="21600" w="21600">
                  <a:moveTo>
                    <a:pt x="18000" y="16800"/>
                  </a:moveTo>
                  <a:cubicBezTo>
                    <a:pt x="7200" y="16800"/>
                    <a:pt x="7200" y="16800"/>
                    <a:pt x="7200" y="16800"/>
                  </a:cubicBezTo>
                  <a:cubicBezTo>
                    <a:pt x="7200" y="2400"/>
                    <a:pt x="7200" y="2400"/>
                    <a:pt x="7200" y="2400"/>
                  </a:cubicBezTo>
                  <a:cubicBezTo>
                    <a:pt x="7200" y="1200"/>
                    <a:pt x="5400" y="0"/>
                    <a:pt x="3600" y="0"/>
                  </a:cubicBezTo>
                  <a:cubicBezTo>
                    <a:pt x="1800" y="0"/>
                    <a:pt x="0" y="1200"/>
                    <a:pt x="0" y="2400"/>
                  </a:cubicBezTo>
                  <a:cubicBezTo>
                    <a:pt x="0" y="19200"/>
                    <a:pt x="0" y="19200"/>
                    <a:pt x="0" y="19200"/>
                  </a:cubicBezTo>
                  <a:cubicBezTo>
                    <a:pt x="0" y="20400"/>
                    <a:pt x="1800" y="21600"/>
                    <a:pt x="3600" y="21600"/>
                  </a:cubicBezTo>
                  <a:cubicBezTo>
                    <a:pt x="18000" y="21600"/>
                    <a:pt x="18000" y="21600"/>
                    <a:pt x="18000" y="21600"/>
                  </a:cubicBezTo>
                  <a:cubicBezTo>
                    <a:pt x="19800" y="21600"/>
                    <a:pt x="21600" y="20400"/>
                    <a:pt x="21600" y="19200"/>
                  </a:cubicBezTo>
                  <a:cubicBezTo>
                    <a:pt x="21600" y="18000"/>
                    <a:pt x="19800" y="16800"/>
                    <a:pt x="18000" y="16800"/>
                  </a:cubicBez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grpSp>
      <p:cxnSp>
        <p:nvCxnSpPr>
          <p:cNvPr id="1000" name="Google Shape;1000;p96"/>
          <p:cNvCxnSpPr/>
          <p:nvPr/>
        </p:nvCxnSpPr>
        <p:spPr>
          <a:xfrm>
            <a:off x="2208288" y="7711467"/>
            <a:ext cx="7536000" cy="0"/>
          </a:xfrm>
          <a:prstGeom prst="straightConnector1">
            <a:avLst/>
          </a:prstGeom>
          <a:noFill/>
          <a:ln cap="flat" cmpd="sng" w="19050">
            <a:solidFill>
              <a:schemeClr val="dk2"/>
            </a:solidFill>
            <a:prstDash val="dash"/>
            <a:round/>
            <a:headEnd len="sm" w="sm" type="none"/>
            <a:tailEnd len="sm" w="sm" type="none"/>
          </a:ln>
        </p:spPr>
      </p:cxnSp>
      <p:cxnSp>
        <p:nvCxnSpPr>
          <p:cNvPr id="1001" name="Google Shape;1001;p96"/>
          <p:cNvCxnSpPr/>
          <p:nvPr/>
        </p:nvCxnSpPr>
        <p:spPr>
          <a:xfrm>
            <a:off x="2208288" y="8605167"/>
            <a:ext cx="7536000" cy="0"/>
          </a:xfrm>
          <a:prstGeom prst="straightConnector1">
            <a:avLst/>
          </a:prstGeom>
          <a:noFill/>
          <a:ln cap="flat" cmpd="sng" w="19050">
            <a:solidFill>
              <a:schemeClr val="dk2"/>
            </a:solidFill>
            <a:prstDash val="dash"/>
            <a:round/>
            <a:headEnd len="sm" w="sm" type="none"/>
            <a:tailEnd len="sm" w="sm" type="none"/>
          </a:ln>
        </p:spPr>
      </p:cxnSp>
      <p:sp>
        <p:nvSpPr>
          <p:cNvPr id="1002" name="Google Shape;1002;p96"/>
          <p:cNvSpPr txBox="1"/>
          <p:nvPr/>
        </p:nvSpPr>
        <p:spPr>
          <a:xfrm>
            <a:off x="983197" y="420350"/>
            <a:ext cx="7506600" cy="547800"/>
          </a:xfrm>
          <a:prstGeom prst="rect">
            <a:avLst/>
          </a:prstGeom>
          <a:noFill/>
          <a:ln>
            <a:noFill/>
          </a:ln>
        </p:spPr>
        <p:txBody>
          <a:bodyPr anchorCtr="0" anchor="ctr" bIns="82250" lIns="164550" spcFirstLastPara="1" rIns="164550" wrap="square" tIns="82250">
            <a:noAutofit/>
          </a:bodyPr>
          <a:lstStyle/>
          <a:p>
            <a:pPr indent="0" lvl="0" marL="0" rtl="0" algn="l">
              <a:lnSpc>
                <a:spcPct val="90000"/>
              </a:lnSpc>
              <a:spcBef>
                <a:spcPts val="0"/>
              </a:spcBef>
              <a:spcAft>
                <a:spcPts val="0"/>
              </a:spcAft>
              <a:buNone/>
            </a:pPr>
            <a:r>
              <a:rPr b="1" lang="en-US" sz="3000">
                <a:solidFill>
                  <a:schemeClr val="dk2"/>
                </a:solidFill>
                <a:latin typeface="PT Serif"/>
                <a:ea typeface="PT Serif"/>
                <a:cs typeface="PT Serif"/>
                <a:sym typeface="PT Serif"/>
              </a:rPr>
              <a:t>Nivel 1</a:t>
            </a:r>
            <a:endParaRPr b="1" sz="3000">
              <a:solidFill>
                <a:schemeClr val="dk2"/>
              </a:solidFill>
              <a:latin typeface="PT Serif"/>
              <a:ea typeface="PT Serif"/>
              <a:cs typeface="PT Serif"/>
              <a:sym typeface="PT Serif"/>
            </a:endParaRPr>
          </a:p>
        </p:txBody>
      </p:sp>
      <p:pic>
        <p:nvPicPr>
          <p:cNvPr id="1003" name="Google Shape;1003;p96"/>
          <p:cNvPicPr preferRelativeResize="0"/>
          <p:nvPr/>
        </p:nvPicPr>
        <p:blipFill rotWithShape="1">
          <a:blip r:embed="rId5">
            <a:alphaModFix/>
          </a:blip>
          <a:srcRect b="30615" l="10699" r="11035" t="28402"/>
          <a:stretch/>
        </p:blipFill>
        <p:spPr>
          <a:xfrm>
            <a:off x="13516750" y="512750"/>
            <a:ext cx="1959149" cy="521150"/>
          </a:xfrm>
          <a:prstGeom prst="rect">
            <a:avLst/>
          </a:prstGeom>
          <a:noFill/>
          <a:ln>
            <a:noFill/>
          </a:ln>
        </p:spPr>
      </p:pic>
      <p:sp>
        <p:nvSpPr>
          <p:cNvPr id="1004" name="Google Shape;1004;p96"/>
          <p:cNvSpPr txBox="1"/>
          <p:nvPr/>
        </p:nvSpPr>
        <p:spPr>
          <a:xfrm>
            <a:off x="1518807" y="4727682"/>
            <a:ext cx="9157200" cy="1233000"/>
          </a:xfrm>
          <a:prstGeom prst="rect">
            <a:avLst/>
          </a:prstGeom>
          <a:noFill/>
          <a:ln>
            <a:noFill/>
          </a:ln>
        </p:spPr>
        <p:txBody>
          <a:bodyPr anchorCtr="0" anchor="t" bIns="182850" lIns="182850" spcFirstLastPara="1" rIns="182850" wrap="square" tIns="182850">
            <a:spAutoFit/>
          </a:bodyPr>
          <a:lstStyle/>
          <a:p>
            <a:pPr indent="0" lvl="0" marL="0" rtl="0" algn="l">
              <a:lnSpc>
                <a:spcPct val="115000"/>
              </a:lnSpc>
              <a:spcBef>
                <a:spcPts val="0"/>
              </a:spcBef>
              <a:spcAft>
                <a:spcPts val="0"/>
              </a:spcAft>
              <a:buNone/>
            </a:pPr>
            <a:r>
              <a:rPr lang="en-US" sz="1700">
                <a:solidFill>
                  <a:srgbClr val="010733"/>
                </a:solidFill>
                <a:latin typeface="Montserrat"/>
                <a:ea typeface="Montserrat"/>
                <a:cs typeface="Montserrat"/>
                <a:sym typeface="Montserrat"/>
              </a:rPr>
              <a:t>Se realizó una competencia de prompt engineering para identificar oportunidades de negocio y automatizar tareas en el sector seguros usando Copilot.</a:t>
            </a:r>
            <a:endParaRPr sz="1700">
              <a:solidFill>
                <a:srgbClr val="010733"/>
              </a:solidFill>
              <a:latin typeface="Montserrat"/>
              <a:ea typeface="Montserrat"/>
              <a:cs typeface="Montserrat"/>
              <a:sym typeface="Montserrat"/>
            </a:endParaRPr>
          </a:p>
        </p:txBody>
      </p:sp>
      <p:sp>
        <p:nvSpPr>
          <p:cNvPr id="1005" name="Google Shape;1005;p96"/>
          <p:cNvSpPr/>
          <p:nvPr/>
        </p:nvSpPr>
        <p:spPr>
          <a:xfrm>
            <a:off x="1612025" y="2584714"/>
            <a:ext cx="7935600" cy="3417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05058C"/>
              </a:buClr>
              <a:buSzPts val="1650"/>
              <a:buFont typeface="Montserrat"/>
              <a:buNone/>
            </a:pPr>
            <a:r>
              <a:rPr b="1" i="0" lang="en-US" sz="2000" u="none" cap="none" strike="noStrike">
                <a:solidFill>
                  <a:srgbClr val="05058C"/>
                </a:solidFill>
                <a:latin typeface="Montserrat"/>
                <a:ea typeface="Montserrat"/>
                <a:cs typeface="Montserrat"/>
                <a:sym typeface="Montserrat"/>
              </a:rPr>
              <a:t>El reto</a:t>
            </a:r>
            <a:endParaRPr b="0" i="0" sz="2000" u="none" cap="none" strike="noStrike">
              <a:solidFill>
                <a:schemeClr val="dk1"/>
              </a:solidFill>
              <a:latin typeface="Calibri"/>
              <a:ea typeface="Calibri"/>
              <a:cs typeface="Calibri"/>
              <a:sym typeface="Calibri"/>
            </a:endParaRPr>
          </a:p>
        </p:txBody>
      </p:sp>
      <p:sp>
        <p:nvSpPr>
          <p:cNvPr id="1006" name="Google Shape;1006;p96"/>
          <p:cNvSpPr/>
          <p:nvPr/>
        </p:nvSpPr>
        <p:spPr>
          <a:xfrm>
            <a:off x="1612025" y="4479603"/>
            <a:ext cx="9337200" cy="341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650"/>
              <a:buFont typeface="Montserrat"/>
              <a:buNone/>
            </a:pPr>
            <a:r>
              <a:rPr b="1" lang="en-US" sz="2000">
                <a:solidFill>
                  <a:srgbClr val="05058C"/>
                </a:solidFill>
                <a:latin typeface="Montserrat"/>
                <a:ea typeface="Montserrat"/>
                <a:cs typeface="Montserrat"/>
                <a:sym typeface="Montserrat"/>
              </a:rPr>
              <a:t>La Solución</a:t>
            </a:r>
            <a:endParaRPr b="1" sz="2000">
              <a:solidFill>
                <a:srgbClr val="05058C"/>
              </a:solidFill>
              <a:latin typeface="Montserrat"/>
              <a:ea typeface="Montserrat"/>
              <a:cs typeface="Montserrat"/>
              <a:sym typeface="Montserrat"/>
            </a:endParaRPr>
          </a:p>
          <a:p>
            <a:pPr indent="0" lvl="0" marL="0" marR="0" rtl="0" algn="l">
              <a:lnSpc>
                <a:spcPct val="100000"/>
              </a:lnSpc>
              <a:spcBef>
                <a:spcPts val="0"/>
              </a:spcBef>
              <a:spcAft>
                <a:spcPts val="0"/>
              </a:spcAft>
              <a:buClr>
                <a:srgbClr val="05058C"/>
              </a:buClr>
              <a:buSzPts val="1650"/>
              <a:buFont typeface="Montserrat"/>
              <a:buNone/>
            </a:pPr>
            <a:r>
              <a:t/>
            </a:r>
            <a:endParaRPr b="1" sz="2000">
              <a:solidFill>
                <a:srgbClr val="05058C"/>
              </a:solidFill>
              <a:latin typeface="Montserrat"/>
              <a:ea typeface="Montserrat"/>
              <a:cs typeface="Montserrat"/>
              <a:sym typeface="Montserrat"/>
            </a:endParaRPr>
          </a:p>
        </p:txBody>
      </p:sp>
      <p:sp>
        <p:nvSpPr>
          <p:cNvPr id="1007" name="Google Shape;1007;p96"/>
          <p:cNvSpPr/>
          <p:nvPr/>
        </p:nvSpPr>
        <p:spPr>
          <a:xfrm>
            <a:off x="1612024" y="6260796"/>
            <a:ext cx="7286700" cy="177900"/>
          </a:xfrm>
          <a:prstGeom prst="rect">
            <a:avLst/>
          </a:prstGeom>
          <a:noFill/>
          <a:ln>
            <a:noFill/>
          </a:ln>
        </p:spPr>
        <p:txBody>
          <a:bodyPr anchorCtr="0" anchor="t" bIns="20425" lIns="20425" spcFirstLastPara="1" rIns="20425" wrap="square" tIns="20425">
            <a:noAutofit/>
          </a:bodyPr>
          <a:lstStyle/>
          <a:p>
            <a:pPr indent="0" lvl="0" marL="0" marR="0" rtl="0" algn="l">
              <a:spcBef>
                <a:spcPts val="0"/>
              </a:spcBef>
              <a:spcAft>
                <a:spcPts val="0"/>
              </a:spcAft>
              <a:buClr>
                <a:srgbClr val="000033"/>
              </a:buClr>
              <a:buSzPts val="1326"/>
              <a:buFont typeface="Montserrat"/>
              <a:buNone/>
            </a:pPr>
            <a:r>
              <a:rPr b="1" lang="en-US" sz="2026">
                <a:solidFill>
                  <a:srgbClr val="100FA8"/>
                </a:solidFill>
                <a:latin typeface="Montserrat"/>
                <a:ea typeface="Montserrat"/>
                <a:cs typeface="Montserrat"/>
                <a:sym typeface="Montserrat"/>
              </a:rPr>
              <a:t>Resultados</a:t>
            </a:r>
            <a:endParaRPr b="1" sz="2026">
              <a:solidFill>
                <a:srgbClr val="100FA8"/>
              </a:solidFill>
              <a:latin typeface="Montserrat"/>
              <a:ea typeface="Montserrat"/>
              <a:cs typeface="Montserrat"/>
              <a:sym typeface="Montserrat"/>
            </a:endParaRPr>
          </a:p>
        </p:txBody>
      </p:sp>
      <p:sp>
        <p:nvSpPr>
          <p:cNvPr id="1008" name="Google Shape;1008;p96"/>
          <p:cNvSpPr/>
          <p:nvPr/>
        </p:nvSpPr>
        <p:spPr>
          <a:xfrm>
            <a:off x="984375" y="2524104"/>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09" name="Google Shape;1009;p96"/>
          <p:cNvPicPr preferRelativeResize="0"/>
          <p:nvPr/>
        </p:nvPicPr>
        <p:blipFill rotWithShape="1">
          <a:blip r:embed="rId6">
            <a:alphaModFix/>
          </a:blip>
          <a:srcRect b="0" l="0" r="0" t="0"/>
          <a:stretch/>
        </p:blipFill>
        <p:spPr>
          <a:xfrm>
            <a:off x="1127250" y="2666979"/>
            <a:ext cx="304800" cy="304800"/>
          </a:xfrm>
          <a:prstGeom prst="rect">
            <a:avLst/>
          </a:prstGeom>
          <a:noFill/>
          <a:ln>
            <a:noFill/>
          </a:ln>
        </p:spPr>
      </p:pic>
      <p:sp>
        <p:nvSpPr>
          <p:cNvPr id="1010" name="Google Shape;1010;p96"/>
          <p:cNvSpPr/>
          <p:nvPr/>
        </p:nvSpPr>
        <p:spPr>
          <a:xfrm>
            <a:off x="984375" y="6166805"/>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11" name="Google Shape;1011;p96"/>
          <p:cNvPicPr preferRelativeResize="0"/>
          <p:nvPr/>
        </p:nvPicPr>
        <p:blipFill rotWithShape="1">
          <a:blip r:embed="rId7">
            <a:alphaModFix/>
          </a:blip>
          <a:srcRect b="0" l="0" r="0" t="0"/>
          <a:stretch/>
        </p:blipFill>
        <p:spPr>
          <a:xfrm>
            <a:off x="1127250" y="6309680"/>
            <a:ext cx="304800" cy="304800"/>
          </a:xfrm>
          <a:prstGeom prst="rect">
            <a:avLst/>
          </a:prstGeom>
          <a:noFill/>
          <a:ln>
            <a:noFill/>
          </a:ln>
        </p:spPr>
      </p:pic>
      <p:sp>
        <p:nvSpPr>
          <p:cNvPr id="1012" name="Google Shape;1012;p96"/>
          <p:cNvSpPr/>
          <p:nvPr/>
        </p:nvSpPr>
        <p:spPr>
          <a:xfrm>
            <a:off x="984375" y="4428936"/>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13" name="Google Shape;1013;p96"/>
          <p:cNvPicPr preferRelativeResize="0"/>
          <p:nvPr/>
        </p:nvPicPr>
        <p:blipFill rotWithShape="1">
          <a:blip r:embed="rId8">
            <a:alphaModFix/>
          </a:blip>
          <a:srcRect b="0" l="0" r="0" t="0"/>
          <a:stretch/>
        </p:blipFill>
        <p:spPr>
          <a:xfrm>
            <a:off x="1127250" y="4571811"/>
            <a:ext cx="304800" cy="3048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7" name="Shape 1017"/>
        <p:cNvGrpSpPr/>
        <p:nvPr/>
      </p:nvGrpSpPr>
      <p:grpSpPr>
        <a:xfrm>
          <a:off x="0" y="0"/>
          <a:ext cx="0" cy="0"/>
          <a:chOff x="0" y="0"/>
          <a:chExt cx="0" cy="0"/>
        </a:xfrm>
      </p:grpSpPr>
      <p:sp>
        <p:nvSpPr>
          <p:cNvPr id="1018" name="Google Shape;1018;p97"/>
          <p:cNvSpPr/>
          <p:nvPr/>
        </p:nvSpPr>
        <p:spPr>
          <a:xfrm>
            <a:off x="1612025" y="6839290"/>
            <a:ext cx="8400000" cy="3068400"/>
          </a:xfrm>
          <a:prstGeom prst="roundRect">
            <a:avLst>
              <a:gd fmla="val 12431" name="adj"/>
            </a:avLst>
          </a:prstGeom>
          <a:solidFill>
            <a:srgbClr val="F4F2FA"/>
          </a:solidFill>
          <a:ln>
            <a:noFill/>
          </a:ln>
        </p:spPr>
        <p:txBody>
          <a:bodyPr anchorCtr="0" anchor="ctr" bIns="182850" lIns="182850" spcFirstLastPara="1" rIns="182850" wrap="square" tIns="182850">
            <a:noAutofit/>
          </a:bodyPr>
          <a:lstStyle/>
          <a:p>
            <a:pPr indent="0" lvl="0" marL="0" rtl="0" algn="ctr">
              <a:spcBef>
                <a:spcPts val="0"/>
              </a:spcBef>
              <a:spcAft>
                <a:spcPts val="0"/>
              </a:spcAft>
              <a:buNone/>
            </a:pPr>
            <a:r>
              <a:t/>
            </a:r>
            <a:endParaRPr sz="2800"/>
          </a:p>
        </p:txBody>
      </p:sp>
      <p:sp>
        <p:nvSpPr>
          <p:cNvPr id="1019" name="Google Shape;1019;p97"/>
          <p:cNvSpPr txBox="1"/>
          <p:nvPr>
            <p:ph idx="4294967295" type="title"/>
          </p:nvPr>
        </p:nvSpPr>
        <p:spPr>
          <a:xfrm>
            <a:off x="957500" y="803401"/>
            <a:ext cx="14632200" cy="1662300"/>
          </a:xfrm>
          <a:prstGeom prst="rect">
            <a:avLst/>
          </a:prstGeom>
        </p:spPr>
        <p:txBody>
          <a:bodyPr anchorCtr="0" anchor="ctr" bIns="182850" lIns="182850" spcFirstLastPara="1" rIns="182850" wrap="square" tIns="182850">
            <a:spAutoFit/>
          </a:bodyPr>
          <a:lstStyle/>
          <a:p>
            <a:pPr indent="0" lvl="0" marL="0" rtl="0" algn="l">
              <a:spcBef>
                <a:spcPts val="0"/>
              </a:spcBef>
              <a:spcAft>
                <a:spcPts val="0"/>
              </a:spcAft>
              <a:buNone/>
            </a:pPr>
            <a:r>
              <a:rPr b="1" lang="en-US" sz="4200">
                <a:latin typeface="PT Serif"/>
                <a:ea typeface="PT Serif"/>
                <a:cs typeface="PT Serif"/>
                <a:sym typeface="PT Serif"/>
              </a:rPr>
              <a:t>Desarrollo de capacidades IA y </a:t>
            </a:r>
            <a:r>
              <a:rPr i="1" lang="en-US" sz="4200">
                <a:solidFill>
                  <a:srgbClr val="05058C"/>
                </a:solidFill>
                <a:latin typeface="PT Serif"/>
                <a:ea typeface="PT Serif"/>
                <a:cs typeface="PT Serif"/>
                <a:sym typeface="PT Serif"/>
              </a:rPr>
              <a:t>ownership de soluciones</a:t>
            </a:r>
            <a:endParaRPr i="1" sz="4200">
              <a:solidFill>
                <a:srgbClr val="05058C"/>
              </a:solidFill>
              <a:latin typeface="PT Serif"/>
              <a:ea typeface="PT Serif"/>
              <a:cs typeface="PT Serif"/>
              <a:sym typeface="PT Serif"/>
            </a:endParaRPr>
          </a:p>
          <a:p>
            <a:pPr indent="0" lvl="0" marL="0" rtl="0" algn="l">
              <a:spcBef>
                <a:spcPts val="0"/>
              </a:spcBef>
              <a:spcAft>
                <a:spcPts val="0"/>
              </a:spcAft>
              <a:buNone/>
            </a:pPr>
            <a:r>
              <a:t/>
            </a:r>
            <a:endParaRPr b="1" sz="4200">
              <a:latin typeface="PT Serif"/>
              <a:ea typeface="PT Serif"/>
              <a:cs typeface="PT Serif"/>
              <a:sym typeface="PT Serif"/>
            </a:endParaRPr>
          </a:p>
        </p:txBody>
      </p:sp>
      <p:sp>
        <p:nvSpPr>
          <p:cNvPr id="1020" name="Google Shape;1020;p97"/>
          <p:cNvSpPr txBox="1"/>
          <p:nvPr/>
        </p:nvSpPr>
        <p:spPr>
          <a:xfrm>
            <a:off x="1601725" y="7099526"/>
            <a:ext cx="1480200" cy="600300"/>
          </a:xfrm>
          <a:prstGeom prst="rect">
            <a:avLst/>
          </a:prstGeom>
          <a:noFill/>
          <a:ln>
            <a:noFill/>
          </a:ln>
        </p:spPr>
        <p:txBody>
          <a:bodyPr anchorCtr="0" anchor="t" bIns="68550" lIns="137150" spcFirstLastPara="1" rIns="137150" wrap="square" tIns="68550">
            <a:spAutoFit/>
          </a:bodyPr>
          <a:lstStyle/>
          <a:p>
            <a:pPr indent="0" lvl="0" marL="0" marR="0" rtl="0" algn="ctr">
              <a:spcBef>
                <a:spcPts val="0"/>
              </a:spcBef>
              <a:spcAft>
                <a:spcPts val="0"/>
              </a:spcAft>
              <a:buNone/>
            </a:pPr>
            <a:r>
              <a:rPr lang="en-US" sz="3000">
                <a:solidFill>
                  <a:srgbClr val="1717A7"/>
                </a:solidFill>
                <a:latin typeface="Montserrat SemiBold"/>
                <a:ea typeface="Montserrat SemiBold"/>
                <a:cs typeface="Montserrat SemiBold"/>
                <a:sym typeface="Montserrat SemiBold"/>
              </a:rPr>
              <a:t>-40%</a:t>
            </a:r>
            <a:endParaRPr sz="3000">
              <a:solidFill>
                <a:srgbClr val="1717A7"/>
              </a:solidFill>
              <a:latin typeface="Montserrat SemiBold"/>
              <a:ea typeface="Montserrat SemiBold"/>
              <a:cs typeface="Montserrat SemiBold"/>
              <a:sym typeface="Montserrat SemiBold"/>
            </a:endParaRPr>
          </a:p>
        </p:txBody>
      </p:sp>
      <p:sp>
        <p:nvSpPr>
          <p:cNvPr id="1021" name="Google Shape;1021;p97"/>
          <p:cNvSpPr txBox="1"/>
          <p:nvPr/>
        </p:nvSpPr>
        <p:spPr>
          <a:xfrm>
            <a:off x="957488" y="1510109"/>
            <a:ext cx="6000000" cy="646500"/>
          </a:xfrm>
          <a:prstGeom prst="rect">
            <a:avLst/>
          </a:prstGeom>
          <a:noFill/>
          <a:ln>
            <a:noFill/>
          </a:ln>
        </p:spPr>
        <p:txBody>
          <a:bodyPr anchorCtr="0" anchor="t" bIns="182850" lIns="182850" spcFirstLastPara="1" rIns="182850" wrap="square" tIns="182850">
            <a:spAutoFit/>
          </a:bodyPr>
          <a:lstStyle/>
          <a:p>
            <a:pPr indent="0" lvl="0" marL="0" rtl="0" algn="l">
              <a:lnSpc>
                <a:spcPct val="90000"/>
              </a:lnSpc>
              <a:spcBef>
                <a:spcPts val="0"/>
              </a:spcBef>
              <a:spcAft>
                <a:spcPts val="0"/>
              </a:spcAft>
              <a:buNone/>
            </a:pPr>
            <a:r>
              <a:rPr lang="en-US" sz="2000">
                <a:solidFill>
                  <a:srgbClr val="010733"/>
                </a:solidFill>
                <a:latin typeface="Montserrat"/>
                <a:ea typeface="Montserrat"/>
                <a:cs typeface="Montserrat"/>
                <a:sym typeface="Montserrat"/>
              </a:rPr>
              <a:t>Industria</a:t>
            </a:r>
            <a:r>
              <a:rPr b="1" lang="en-US" sz="2000">
                <a:solidFill>
                  <a:srgbClr val="010733"/>
                </a:solidFill>
                <a:latin typeface="Montserrat"/>
                <a:ea typeface="Montserrat"/>
                <a:cs typeface="Montserrat"/>
                <a:sym typeface="Montserrat"/>
              </a:rPr>
              <a:t>:</a:t>
            </a:r>
            <a:r>
              <a:rPr lang="en-US" sz="2000">
                <a:solidFill>
                  <a:srgbClr val="010733"/>
                </a:solidFill>
                <a:latin typeface="Montserrat"/>
                <a:ea typeface="Montserrat"/>
                <a:cs typeface="Montserrat"/>
                <a:sym typeface="Montserrat"/>
              </a:rPr>
              <a:t> </a:t>
            </a:r>
            <a:r>
              <a:rPr b="1" lang="en-US" sz="2000">
                <a:solidFill>
                  <a:srgbClr val="010733"/>
                </a:solidFill>
                <a:latin typeface="Montserrat"/>
                <a:ea typeface="Montserrat"/>
                <a:cs typeface="Montserrat"/>
                <a:sym typeface="Montserrat"/>
              </a:rPr>
              <a:t>Banca</a:t>
            </a:r>
            <a:endParaRPr sz="2000"/>
          </a:p>
        </p:txBody>
      </p:sp>
      <p:sp>
        <p:nvSpPr>
          <p:cNvPr id="1022" name="Google Shape;1022;p97"/>
          <p:cNvSpPr txBox="1"/>
          <p:nvPr/>
        </p:nvSpPr>
        <p:spPr>
          <a:xfrm>
            <a:off x="2807175" y="6990740"/>
            <a:ext cx="6890400" cy="9234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chemeClr val="dk1"/>
              </a:buClr>
              <a:buSzPts val="2200"/>
              <a:buFont typeface="Arial"/>
              <a:buNone/>
            </a:pPr>
            <a:r>
              <a:rPr b="1" lang="en-US" sz="1800">
                <a:solidFill>
                  <a:srgbClr val="010733"/>
                </a:solidFill>
                <a:latin typeface="Montserrat"/>
                <a:ea typeface="Montserrat"/>
                <a:cs typeface="Montserrat"/>
                <a:sym typeface="Montserrat"/>
              </a:rPr>
              <a:t>Reducción del 40% en las tareas operativas</a:t>
            </a:r>
            <a:r>
              <a:rPr lang="en-US" sz="1800">
                <a:solidFill>
                  <a:srgbClr val="010733"/>
                </a:solidFill>
                <a:latin typeface="Montserrat"/>
                <a:ea typeface="Montserrat"/>
                <a:cs typeface="Montserrat"/>
                <a:sym typeface="Montserrat"/>
              </a:rPr>
              <a:t> diarias del equipo.</a:t>
            </a:r>
            <a:endParaRPr b="0" i="0" sz="1800" u="none" cap="none" strike="noStrike">
              <a:solidFill>
                <a:srgbClr val="010733"/>
              </a:solidFill>
              <a:latin typeface="Montserrat"/>
              <a:ea typeface="Montserrat"/>
              <a:cs typeface="Montserrat"/>
              <a:sym typeface="Montserrat"/>
            </a:endParaRPr>
          </a:p>
        </p:txBody>
      </p:sp>
      <p:sp>
        <p:nvSpPr>
          <p:cNvPr id="1023" name="Google Shape;1023;p97"/>
          <p:cNvSpPr txBox="1"/>
          <p:nvPr/>
        </p:nvSpPr>
        <p:spPr>
          <a:xfrm>
            <a:off x="2807176" y="7838290"/>
            <a:ext cx="6890400" cy="9234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rgbClr val="000000"/>
              </a:buClr>
              <a:buSzPts val="2200"/>
              <a:buFont typeface="Arial"/>
              <a:buNone/>
            </a:pPr>
            <a:r>
              <a:rPr b="1" lang="en-US" sz="1800">
                <a:solidFill>
                  <a:srgbClr val="010733"/>
                </a:solidFill>
                <a:latin typeface="Montserrat"/>
                <a:ea typeface="Montserrat"/>
                <a:cs typeface="Montserrat"/>
                <a:sym typeface="Montserrat"/>
              </a:rPr>
              <a:t>77% de los macro-procesos</a:t>
            </a:r>
            <a:r>
              <a:rPr lang="en-US" sz="1800">
                <a:solidFill>
                  <a:srgbClr val="010733"/>
                </a:solidFill>
                <a:latin typeface="Montserrat"/>
                <a:ea typeface="Montserrat"/>
                <a:cs typeface="Montserrat"/>
                <a:sym typeface="Montserrat"/>
              </a:rPr>
              <a:t> ahora son ejecutados con asistencia de IA.</a:t>
            </a:r>
            <a:endParaRPr b="0" i="0" sz="1800" u="none" cap="none" strike="noStrike">
              <a:solidFill>
                <a:srgbClr val="010733"/>
              </a:solidFill>
              <a:latin typeface="Montserrat"/>
              <a:ea typeface="Montserrat"/>
              <a:cs typeface="Montserrat"/>
              <a:sym typeface="Montserrat"/>
            </a:endParaRPr>
          </a:p>
        </p:txBody>
      </p:sp>
      <p:sp>
        <p:nvSpPr>
          <p:cNvPr id="1024" name="Google Shape;1024;p97"/>
          <p:cNvSpPr txBox="1"/>
          <p:nvPr/>
        </p:nvSpPr>
        <p:spPr>
          <a:xfrm>
            <a:off x="2807174" y="8700490"/>
            <a:ext cx="6890400" cy="9234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rgbClr val="000033"/>
              </a:buClr>
              <a:buSzPts val="2200"/>
              <a:buFont typeface="Arial"/>
              <a:buNone/>
            </a:pPr>
            <a:r>
              <a:rPr b="1" lang="en-US" sz="1800">
                <a:solidFill>
                  <a:srgbClr val="010733"/>
                </a:solidFill>
                <a:latin typeface="Montserrat"/>
                <a:ea typeface="Montserrat"/>
                <a:cs typeface="Montserrat"/>
                <a:sym typeface="Montserrat"/>
              </a:rPr>
              <a:t>100% del equipo capacitado para crear</a:t>
            </a:r>
            <a:r>
              <a:rPr lang="en-US" sz="1800">
                <a:solidFill>
                  <a:srgbClr val="010733"/>
                </a:solidFill>
                <a:latin typeface="Montserrat"/>
                <a:ea typeface="Montserrat"/>
                <a:cs typeface="Montserrat"/>
                <a:sym typeface="Montserrat"/>
              </a:rPr>
              <a:t> y gestionar sus propios agentes de forma autónoma.</a:t>
            </a:r>
            <a:endParaRPr b="0" i="0" sz="1800" u="none" cap="none" strike="noStrike">
              <a:solidFill>
                <a:srgbClr val="010733"/>
              </a:solidFill>
              <a:latin typeface="Montserrat"/>
              <a:ea typeface="Montserrat"/>
              <a:cs typeface="Montserrat"/>
              <a:sym typeface="Montserrat"/>
            </a:endParaRPr>
          </a:p>
        </p:txBody>
      </p:sp>
      <p:grpSp>
        <p:nvGrpSpPr>
          <p:cNvPr id="1025" name="Google Shape;1025;p97"/>
          <p:cNvGrpSpPr/>
          <p:nvPr/>
        </p:nvGrpSpPr>
        <p:grpSpPr>
          <a:xfrm>
            <a:off x="2161263" y="8023539"/>
            <a:ext cx="361095" cy="329208"/>
            <a:chOff x="-1" y="-1"/>
            <a:chExt cx="361746" cy="329802"/>
          </a:xfrm>
        </p:grpSpPr>
        <p:sp>
          <p:nvSpPr>
            <p:cNvPr id="1026" name="Google Shape;1026;p97"/>
            <p:cNvSpPr/>
            <p:nvPr/>
          </p:nvSpPr>
          <p:spPr>
            <a:xfrm>
              <a:off x="22236" y="261701"/>
              <a:ext cx="68100" cy="681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27" name="Google Shape;1027;p97"/>
            <p:cNvSpPr/>
            <p:nvPr/>
          </p:nvSpPr>
          <p:spPr>
            <a:xfrm>
              <a:off x="112890" y="215946"/>
              <a:ext cx="68100" cy="1137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28" name="Google Shape;1028;p97"/>
            <p:cNvSpPr/>
            <p:nvPr/>
          </p:nvSpPr>
          <p:spPr>
            <a:xfrm>
              <a:off x="203545" y="170619"/>
              <a:ext cx="68100" cy="1590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29" name="Google Shape;1029;p97"/>
            <p:cNvSpPr/>
            <p:nvPr/>
          </p:nvSpPr>
          <p:spPr>
            <a:xfrm>
              <a:off x="294200" y="125291"/>
              <a:ext cx="67500" cy="2043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30" name="Google Shape;1030;p97"/>
            <p:cNvSpPr/>
            <p:nvPr/>
          </p:nvSpPr>
          <p:spPr>
            <a:xfrm>
              <a:off x="-1" y="-1"/>
              <a:ext cx="361746" cy="215946"/>
            </a:xfrm>
            <a:custGeom>
              <a:rect b="b" l="l" r="r" t="t"/>
              <a:pathLst>
                <a:path extrusionOk="0" h="21600" w="21600">
                  <a:moveTo>
                    <a:pt x="18562" y="5133"/>
                  </a:moveTo>
                  <a:lnTo>
                    <a:pt x="14528" y="5133"/>
                  </a:lnTo>
                  <a:lnTo>
                    <a:pt x="9447" y="11377"/>
                  </a:lnTo>
                  <a:lnTo>
                    <a:pt x="6740" y="9110"/>
                  </a:lnTo>
                  <a:lnTo>
                    <a:pt x="0" y="18777"/>
                  </a:lnTo>
                  <a:lnTo>
                    <a:pt x="0" y="21600"/>
                  </a:lnTo>
                  <a:lnTo>
                    <a:pt x="6740" y="11933"/>
                  </a:lnTo>
                  <a:lnTo>
                    <a:pt x="9447" y="14243"/>
                  </a:lnTo>
                  <a:lnTo>
                    <a:pt x="15191" y="7400"/>
                  </a:lnTo>
                  <a:lnTo>
                    <a:pt x="19251" y="7400"/>
                  </a:lnTo>
                  <a:lnTo>
                    <a:pt x="21600" y="3422"/>
                  </a:lnTo>
                  <a:lnTo>
                    <a:pt x="21600" y="0"/>
                  </a:lnTo>
                  <a:lnTo>
                    <a:pt x="18562" y="5133"/>
                  </a:ln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grpSp>
      <p:grpSp>
        <p:nvGrpSpPr>
          <p:cNvPr id="1031" name="Google Shape;1031;p97"/>
          <p:cNvGrpSpPr/>
          <p:nvPr/>
        </p:nvGrpSpPr>
        <p:grpSpPr>
          <a:xfrm>
            <a:off x="2161290" y="8936362"/>
            <a:ext cx="361097" cy="390437"/>
            <a:chOff x="-1" y="0"/>
            <a:chExt cx="356886" cy="385884"/>
          </a:xfrm>
        </p:grpSpPr>
        <p:sp>
          <p:nvSpPr>
            <p:cNvPr id="1032" name="Google Shape;1032;p97"/>
            <p:cNvSpPr/>
            <p:nvPr/>
          </p:nvSpPr>
          <p:spPr>
            <a:xfrm>
              <a:off x="-1" y="0"/>
              <a:ext cx="356886" cy="385884"/>
            </a:xfrm>
            <a:custGeom>
              <a:rect b="b" l="l" r="r" t="t"/>
              <a:pathLst>
                <a:path extrusionOk="0" h="21600" w="21600">
                  <a:moveTo>
                    <a:pt x="21600" y="11631"/>
                  </a:moveTo>
                  <a:cubicBezTo>
                    <a:pt x="21600" y="8515"/>
                    <a:pt x="20025" y="5608"/>
                    <a:pt x="17325" y="3738"/>
                  </a:cubicBezTo>
                  <a:cubicBezTo>
                    <a:pt x="17325" y="3738"/>
                    <a:pt x="17325" y="3738"/>
                    <a:pt x="17325" y="3738"/>
                  </a:cubicBezTo>
                  <a:cubicBezTo>
                    <a:pt x="18225" y="2285"/>
                    <a:pt x="18225" y="2285"/>
                    <a:pt x="18225" y="2285"/>
                  </a:cubicBezTo>
                  <a:cubicBezTo>
                    <a:pt x="19575" y="2908"/>
                    <a:pt x="19575" y="2908"/>
                    <a:pt x="19575" y="2908"/>
                  </a:cubicBezTo>
                  <a:cubicBezTo>
                    <a:pt x="19800" y="2908"/>
                    <a:pt x="20025" y="2908"/>
                    <a:pt x="20025" y="2700"/>
                  </a:cubicBezTo>
                  <a:cubicBezTo>
                    <a:pt x="20250" y="2492"/>
                    <a:pt x="20250" y="2285"/>
                    <a:pt x="20025" y="2077"/>
                  </a:cubicBezTo>
                  <a:cubicBezTo>
                    <a:pt x="18000" y="1038"/>
                    <a:pt x="18000" y="1038"/>
                    <a:pt x="18000" y="1038"/>
                  </a:cubicBezTo>
                  <a:cubicBezTo>
                    <a:pt x="18000" y="1038"/>
                    <a:pt x="18000" y="1038"/>
                    <a:pt x="18000" y="1038"/>
                  </a:cubicBezTo>
                  <a:cubicBezTo>
                    <a:pt x="18000" y="1038"/>
                    <a:pt x="18000" y="1038"/>
                    <a:pt x="18000" y="1038"/>
                  </a:cubicBezTo>
                  <a:cubicBezTo>
                    <a:pt x="15975" y="0"/>
                    <a:pt x="15975" y="0"/>
                    <a:pt x="15975" y="0"/>
                  </a:cubicBezTo>
                  <a:cubicBezTo>
                    <a:pt x="15750" y="0"/>
                    <a:pt x="15525" y="0"/>
                    <a:pt x="15525" y="208"/>
                  </a:cubicBezTo>
                  <a:cubicBezTo>
                    <a:pt x="15300" y="415"/>
                    <a:pt x="15300" y="623"/>
                    <a:pt x="15525" y="831"/>
                  </a:cubicBezTo>
                  <a:cubicBezTo>
                    <a:pt x="16875" y="1454"/>
                    <a:pt x="16875" y="1454"/>
                    <a:pt x="16875" y="1454"/>
                  </a:cubicBezTo>
                  <a:cubicBezTo>
                    <a:pt x="15975" y="2908"/>
                    <a:pt x="15975" y="2908"/>
                    <a:pt x="15975" y="2908"/>
                  </a:cubicBezTo>
                  <a:cubicBezTo>
                    <a:pt x="14400" y="2077"/>
                    <a:pt x="12600" y="1662"/>
                    <a:pt x="10800" y="1662"/>
                  </a:cubicBezTo>
                  <a:cubicBezTo>
                    <a:pt x="9000" y="1662"/>
                    <a:pt x="7200" y="2077"/>
                    <a:pt x="5625" y="2908"/>
                  </a:cubicBezTo>
                  <a:cubicBezTo>
                    <a:pt x="4725" y="1454"/>
                    <a:pt x="4725" y="1454"/>
                    <a:pt x="4725" y="1454"/>
                  </a:cubicBezTo>
                  <a:cubicBezTo>
                    <a:pt x="6075" y="831"/>
                    <a:pt x="6075" y="831"/>
                    <a:pt x="6075" y="831"/>
                  </a:cubicBezTo>
                  <a:cubicBezTo>
                    <a:pt x="6300" y="623"/>
                    <a:pt x="6300" y="415"/>
                    <a:pt x="6075" y="208"/>
                  </a:cubicBezTo>
                  <a:cubicBezTo>
                    <a:pt x="6075" y="0"/>
                    <a:pt x="5850" y="0"/>
                    <a:pt x="5625" y="0"/>
                  </a:cubicBezTo>
                  <a:cubicBezTo>
                    <a:pt x="1575" y="2077"/>
                    <a:pt x="1575" y="2077"/>
                    <a:pt x="1575" y="2077"/>
                  </a:cubicBezTo>
                  <a:cubicBezTo>
                    <a:pt x="1350" y="2285"/>
                    <a:pt x="1350" y="2492"/>
                    <a:pt x="1575" y="2700"/>
                  </a:cubicBezTo>
                  <a:cubicBezTo>
                    <a:pt x="1575" y="2908"/>
                    <a:pt x="1800" y="2908"/>
                    <a:pt x="2025" y="2908"/>
                  </a:cubicBezTo>
                  <a:cubicBezTo>
                    <a:pt x="3375" y="2285"/>
                    <a:pt x="3375" y="2285"/>
                    <a:pt x="3375" y="2285"/>
                  </a:cubicBezTo>
                  <a:cubicBezTo>
                    <a:pt x="4275" y="3738"/>
                    <a:pt x="4275" y="3738"/>
                    <a:pt x="4275" y="3738"/>
                  </a:cubicBezTo>
                  <a:cubicBezTo>
                    <a:pt x="4275" y="3738"/>
                    <a:pt x="4275" y="3738"/>
                    <a:pt x="4275" y="3738"/>
                  </a:cubicBezTo>
                  <a:cubicBezTo>
                    <a:pt x="1575" y="5608"/>
                    <a:pt x="0" y="8515"/>
                    <a:pt x="0" y="11631"/>
                  </a:cubicBezTo>
                  <a:cubicBezTo>
                    <a:pt x="0" y="14746"/>
                    <a:pt x="1575" y="17446"/>
                    <a:pt x="3825" y="19108"/>
                  </a:cubicBezTo>
                  <a:cubicBezTo>
                    <a:pt x="3600" y="19523"/>
                    <a:pt x="3600" y="19731"/>
                    <a:pt x="3600" y="19938"/>
                  </a:cubicBezTo>
                  <a:cubicBezTo>
                    <a:pt x="3600" y="20769"/>
                    <a:pt x="4500" y="21600"/>
                    <a:pt x="5400" y="21600"/>
                  </a:cubicBezTo>
                  <a:cubicBezTo>
                    <a:pt x="6075" y="21600"/>
                    <a:pt x="6525" y="21392"/>
                    <a:pt x="6750" y="20977"/>
                  </a:cubicBezTo>
                  <a:cubicBezTo>
                    <a:pt x="8100" y="21392"/>
                    <a:pt x="9450" y="21600"/>
                    <a:pt x="10800" y="21600"/>
                  </a:cubicBezTo>
                  <a:cubicBezTo>
                    <a:pt x="12150" y="21600"/>
                    <a:pt x="13500" y="21392"/>
                    <a:pt x="14850" y="20977"/>
                  </a:cubicBezTo>
                  <a:cubicBezTo>
                    <a:pt x="15075" y="21392"/>
                    <a:pt x="15525" y="21600"/>
                    <a:pt x="16200" y="21600"/>
                  </a:cubicBezTo>
                  <a:cubicBezTo>
                    <a:pt x="17100" y="21600"/>
                    <a:pt x="18000" y="20769"/>
                    <a:pt x="18000" y="19938"/>
                  </a:cubicBezTo>
                  <a:cubicBezTo>
                    <a:pt x="18000" y="19731"/>
                    <a:pt x="18000" y="19523"/>
                    <a:pt x="17775" y="19108"/>
                  </a:cubicBezTo>
                  <a:cubicBezTo>
                    <a:pt x="20025" y="17446"/>
                    <a:pt x="21600" y="14746"/>
                    <a:pt x="21600" y="11631"/>
                  </a:cubicBezTo>
                  <a:close/>
                  <a:moveTo>
                    <a:pt x="1800" y="11631"/>
                  </a:moveTo>
                  <a:cubicBezTo>
                    <a:pt x="1800" y="7062"/>
                    <a:pt x="5850" y="3323"/>
                    <a:pt x="10800" y="3323"/>
                  </a:cubicBezTo>
                  <a:cubicBezTo>
                    <a:pt x="15750" y="3323"/>
                    <a:pt x="19800" y="7062"/>
                    <a:pt x="19800" y="11631"/>
                  </a:cubicBezTo>
                  <a:cubicBezTo>
                    <a:pt x="19800" y="16200"/>
                    <a:pt x="15750" y="19938"/>
                    <a:pt x="10800" y="19938"/>
                  </a:cubicBezTo>
                  <a:cubicBezTo>
                    <a:pt x="5850" y="19938"/>
                    <a:pt x="1800" y="16200"/>
                    <a:pt x="1800" y="11631"/>
                  </a:cubicBez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33" name="Google Shape;1033;p97"/>
            <p:cNvSpPr/>
            <p:nvPr/>
          </p:nvSpPr>
          <p:spPr>
            <a:xfrm>
              <a:off x="163191" y="88458"/>
              <a:ext cx="89964" cy="134190"/>
            </a:xfrm>
            <a:custGeom>
              <a:rect b="b" l="l" r="r" t="t"/>
              <a:pathLst>
                <a:path extrusionOk="0" h="21600" w="21600">
                  <a:moveTo>
                    <a:pt x="18000" y="16800"/>
                  </a:moveTo>
                  <a:cubicBezTo>
                    <a:pt x="7200" y="16800"/>
                    <a:pt x="7200" y="16800"/>
                    <a:pt x="7200" y="16800"/>
                  </a:cubicBezTo>
                  <a:cubicBezTo>
                    <a:pt x="7200" y="2400"/>
                    <a:pt x="7200" y="2400"/>
                    <a:pt x="7200" y="2400"/>
                  </a:cubicBezTo>
                  <a:cubicBezTo>
                    <a:pt x="7200" y="1200"/>
                    <a:pt x="5400" y="0"/>
                    <a:pt x="3600" y="0"/>
                  </a:cubicBezTo>
                  <a:cubicBezTo>
                    <a:pt x="1800" y="0"/>
                    <a:pt x="0" y="1200"/>
                    <a:pt x="0" y="2400"/>
                  </a:cubicBezTo>
                  <a:cubicBezTo>
                    <a:pt x="0" y="19200"/>
                    <a:pt x="0" y="19200"/>
                    <a:pt x="0" y="19200"/>
                  </a:cubicBezTo>
                  <a:cubicBezTo>
                    <a:pt x="0" y="20400"/>
                    <a:pt x="1800" y="21600"/>
                    <a:pt x="3600" y="21600"/>
                  </a:cubicBezTo>
                  <a:cubicBezTo>
                    <a:pt x="18000" y="21600"/>
                    <a:pt x="18000" y="21600"/>
                    <a:pt x="18000" y="21600"/>
                  </a:cubicBezTo>
                  <a:cubicBezTo>
                    <a:pt x="19800" y="21600"/>
                    <a:pt x="21600" y="20400"/>
                    <a:pt x="21600" y="19200"/>
                  </a:cubicBezTo>
                  <a:cubicBezTo>
                    <a:pt x="21600" y="18000"/>
                    <a:pt x="19800" y="16800"/>
                    <a:pt x="18000" y="16800"/>
                  </a:cubicBez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grpSp>
      <p:cxnSp>
        <p:nvCxnSpPr>
          <p:cNvPr id="1034" name="Google Shape;1034;p97"/>
          <p:cNvCxnSpPr/>
          <p:nvPr/>
        </p:nvCxnSpPr>
        <p:spPr>
          <a:xfrm>
            <a:off x="2161263" y="7806813"/>
            <a:ext cx="7536000" cy="0"/>
          </a:xfrm>
          <a:prstGeom prst="straightConnector1">
            <a:avLst/>
          </a:prstGeom>
          <a:noFill/>
          <a:ln cap="flat" cmpd="sng" w="19050">
            <a:solidFill>
              <a:schemeClr val="dk2"/>
            </a:solidFill>
            <a:prstDash val="dash"/>
            <a:round/>
            <a:headEnd len="sm" w="sm" type="none"/>
            <a:tailEnd len="sm" w="sm" type="none"/>
          </a:ln>
        </p:spPr>
      </p:cxnSp>
      <p:cxnSp>
        <p:nvCxnSpPr>
          <p:cNvPr id="1035" name="Google Shape;1035;p97"/>
          <p:cNvCxnSpPr/>
          <p:nvPr/>
        </p:nvCxnSpPr>
        <p:spPr>
          <a:xfrm>
            <a:off x="2161263" y="8700513"/>
            <a:ext cx="7536000" cy="0"/>
          </a:xfrm>
          <a:prstGeom prst="straightConnector1">
            <a:avLst/>
          </a:prstGeom>
          <a:noFill/>
          <a:ln cap="flat" cmpd="sng" w="19050">
            <a:solidFill>
              <a:schemeClr val="dk2"/>
            </a:solidFill>
            <a:prstDash val="dash"/>
            <a:round/>
            <a:headEnd len="sm" w="sm" type="none"/>
            <a:tailEnd len="sm" w="sm" type="none"/>
          </a:ln>
        </p:spPr>
      </p:cxnSp>
      <p:sp>
        <p:nvSpPr>
          <p:cNvPr id="1036" name="Google Shape;1036;p97"/>
          <p:cNvSpPr txBox="1"/>
          <p:nvPr/>
        </p:nvSpPr>
        <p:spPr>
          <a:xfrm>
            <a:off x="983197" y="354691"/>
            <a:ext cx="7506600" cy="547800"/>
          </a:xfrm>
          <a:prstGeom prst="rect">
            <a:avLst/>
          </a:prstGeom>
          <a:noFill/>
          <a:ln>
            <a:noFill/>
          </a:ln>
        </p:spPr>
        <p:txBody>
          <a:bodyPr anchorCtr="0" anchor="ctr" bIns="82250" lIns="164550" spcFirstLastPara="1" rIns="164550" wrap="square" tIns="82250">
            <a:noAutofit/>
          </a:bodyPr>
          <a:lstStyle/>
          <a:p>
            <a:pPr indent="0" lvl="0" marL="0" rtl="0" algn="l">
              <a:lnSpc>
                <a:spcPct val="90000"/>
              </a:lnSpc>
              <a:spcBef>
                <a:spcPts val="0"/>
              </a:spcBef>
              <a:spcAft>
                <a:spcPts val="0"/>
              </a:spcAft>
              <a:buNone/>
            </a:pPr>
            <a:r>
              <a:rPr b="1" lang="en-US" sz="3000">
                <a:solidFill>
                  <a:schemeClr val="dk2"/>
                </a:solidFill>
                <a:latin typeface="PT Serif"/>
                <a:ea typeface="PT Serif"/>
                <a:cs typeface="PT Serif"/>
                <a:sym typeface="PT Serif"/>
              </a:rPr>
              <a:t>Nivel 2 </a:t>
            </a:r>
            <a:endParaRPr b="1" sz="3000">
              <a:solidFill>
                <a:schemeClr val="dk2"/>
              </a:solidFill>
              <a:latin typeface="PT Serif"/>
              <a:ea typeface="PT Serif"/>
              <a:cs typeface="PT Serif"/>
              <a:sym typeface="PT Serif"/>
            </a:endParaRPr>
          </a:p>
        </p:txBody>
      </p:sp>
      <p:pic>
        <p:nvPicPr>
          <p:cNvPr id="1037" name="Google Shape;1037;p97" title="IMG_0597 2.jpg"/>
          <p:cNvPicPr preferRelativeResize="0"/>
          <p:nvPr/>
        </p:nvPicPr>
        <p:blipFill rotWithShape="1">
          <a:blip r:embed="rId3">
            <a:alphaModFix/>
          </a:blip>
          <a:srcRect b="0" l="0" r="4361" t="4361"/>
          <a:stretch/>
        </p:blipFill>
        <p:spPr>
          <a:xfrm>
            <a:off x="14457225" y="3175733"/>
            <a:ext cx="2923200" cy="5205600"/>
          </a:xfrm>
          <a:prstGeom prst="roundRect">
            <a:avLst>
              <a:gd fmla="val 16667" name="adj"/>
            </a:avLst>
          </a:prstGeom>
          <a:noFill/>
          <a:ln>
            <a:noFill/>
          </a:ln>
          <a:effectLst>
            <a:outerShdw blurRad="114300" rotWithShape="0" algn="bl" dir="5400000" dist="38100">
              <a:srgbClr val="000000">
                <a:alpha val="50000"/>
              </a:srgbClr>
            </a:outerShdw>
          </a:effectLst>
        </p:spPr>
      </p:pic>
      <p:pic>
        <p:nvPicPr>
          <p:cNvPr id="1038" name="Google Shape;1038;p97" title="1768885547696.jpeg"/>
          <p:cNvPicPr preferRelativeResize="0"/>
          <p:nvPr/>
        </p:nvPicPr>
        <p:blipFill>
          <a:blip r:embed="rId4">
            <a:alphaModFix/>
          </a:blip>
          <a:stretch>
            <a:fillRect/>
          </a:stretch>
        </p:blipFill>
        <p:spPr>
          <a:xfrm>
            <a:off x="10494050" y="1973824"/>
            <a:ext cx="4628400" cy="4628400"/>
          </a:xfrm>
          <a:prstGeom prst="roundRect">
            <a:avLst>
              <a:gd fmla="val 16667" name="adj"/>
            </a:avLst>
          </a:prstGeom>
          <a:noFill/>
          <a:ln>
            <a:noFill/>
          </a:ln>
          <a:effectLst>
            <a:outerShdw blurRad="114300" rotWithShape="0" algn="bl" dir="5400000" dist="38100">
              <a:srgbClr val="000000">
                <a:alpha val="50000"/>
              </a:srgbClr>
            </a:outerShdw>
          </a:effectLst>
        </p:spPr>
      </p:pic>
      <p:pic>
        <p:nvPicPr>
          <p:cNvPr id="1039" name="Google Shape;1039;p97" title="image001.png"/>
          <p:cNvPicPr preferRelativeResize="0"/>
          <p:nvPr/>
        </p:nvPicPr>
        <p:blipFill>
          <a:blip r:embed="rId5">
            <a:alphaModFix/>
          </a:blip>
          <a:stretch>
            <a:fillRect/>
          </a:stretch>
        </p:blipFill>
        <p:spPr>
          <a:xfrm>
            <a:off x="11013696" y="5846165"/>
            <a:ext cx="3589200" cy="3565800"/>
          </a:xfrm>
          <a:prstGeom prst="roundRect">
            <a:avLst>
              <a:gd fmla="val 16667" name="adj"/>
            </a:avLst>
          </a:prstGeom>
          <a:noFill/>
          <a:ln>
            <a:noFill/>
          </a:ln>
          <a:effectLst>
            <a:outerShdw blurRad="114300" rotWithShape="0" algn="bl" dir="5400000" dist="38100">
              <a:srgbClr val="000000">
                <a:alpha val="50000"/>
              </a:srgbClr>
            </a:outerShdw>
          </a:effectLst>
        </p:spPr>
      </p:pic>
      <p:sp>
        <p:nvSpPr>
          <p:cNvPr id="1040" name="Google Shape;1040;p97"/>
          <p:cNvSpPr txBox="1"/>
          <p:nvPr/>
        </p:nvSpPr>
        <p:spPr>
          <a:xfrm>
            <a:off x="1498700" y="2954125"/>
            <a:ext cx="8698500" cy="1233000"/>
          </a:xfrm>
          <a:prstGeom prst="rect">
            <a:avLst/>
          </a:prstGeom>
          <a:noFill/>
          <a:ln>
            <a:noFill/>
          </a:ln>
        </p:spPr>
        <p:txBody>
          <a:bodyPr anchorCtr="0" anchor="t" bIns="182850" lIns="182850" spcFirstLastPara="1" rIns="182850" wrap="square" tIns="182850">
            <a:spAutoFit/>
          </a:bodyPr>
          <a:lstStyle/>
          <a:p>
            <a:pPr indent="0" lvl="0" marL="0" rtl="0" algn="l">
              <a:lnSpc>
                <a:spcPct val="115000"/>
              </a:lnSpc>
              <a:spcBef>
                <a:spcPts val="0"/>
              </a:spcBef>
              <a:spcAft>
                <a:spcPts val="0"/>
              </a:spcAft>
              <a:buNone/>
            </a:pPr>
            <a:r>
              <a:rPr lang="en-US" sz="1700">
                <a:solidFill>
                  <a:srgbClr val="010733"/>
                </a:solidFill>
                <a:latin typeface="Montserrat"/>
                <a:ea typeface="Montserrat"/>
                <a:cs typeface="Montserrat"/>
                <a:sym typeface="Montserrat"/>
              </a:rPr>
              <a:t>Superar la gestión tradicional y la falta de conocimientos técnicos para que el equipo deje de depender de terceros y se convierta en dueño y creador de su propia tecnología.</a:t>
            </a:r>
            <a:endParaRPr sz="1700">
              <a:solidFill>
                <a:srgbClr val="010733"/>
              </a:solidFill>
              <a:latin typeface="Montserrat"/>
              <a:ea typeface="Montserrat"/>
              <a:cs typeface="Montserrat"/>
              <a:sym typeface="Montserrat"/>
            </a:endParaRPr>
          </a:p>
        </p:txBody>
      </p:sp>
      <p:sp>
        <p:nvSpPr>
          <p:cNvPr id="1041" name="Google Shape;1041;p97"/>
          <p:cNvSpPr txBox="1"/>
          <p:nvPr/>
        </p:nvSpPr>
        <p:spPr>
          <a:xfrm>
            <a:off x="1578031" y="4704025"/>
            <a:ext cx="8513400" cy="1233000"/>
          </a:xfrm>
          <a:prstGeom prst="rect">
            <a:avLst/>
          </a:prstGeom>
          <a:noFill/>
          <a:ln>
            <a:noFill/>
          </a:ln>
        </p:spPr>
        <p:txBody>
          <a:bodyPr anchorCtr="0" anchor="t" bIns="182850" lIns="182850" spcFirstLastPara="1" rIns="182850" wrap="square" tIns="182850">
            <a:spAutoFit/>
          </a:bodyPr>
          <a:lstStyle/>
          <a:p>
            <a:pPr indent="0" lvl="0" marL="0" rtl="0" algn="l">
              <a:lnSpc>
                <a:spcPct val="115000"/>
              </a:lnSpc>
              <a:spcBef>
                <a:spcPts val="0"/>
              </a:spcBef>
              <a:spcAft>
                <a:spcPts val="0"/>
              </a:spcAft>
              <a:buNone/>
            </a:pPr>
            <a:r>
              <a:rPr lang="en-US" sz="1700">
                <a:solidFill>
                  <a:srgbClr val="010733"/>
                </a:solidFill>
                <a:latin typeface="Montserrat"/>
                <a:ea typeface="Montserrat"/>
                <a:cs typeface="Montserrat"/>
                <a:sym typeface="Montserrat"/>
              </a:rPr>
              <a:t>Un ciclo de aprendizaje que incluyó diagnósticos de habilidades, capacitación en Copilot Studio y una competencia final (Agent Battle) donde el equipo creó y lanzó sus propios agentes de IA.</a:t>
            </a:r>
            <a:endParaRPr sz="1700">
              <a:solidFill>
                <a:srgbClr val="010733"/>
              </a:solidFill>
              <a:latin typeface="Montserrat"/>
              <a:ea typeface="Montserrat"/>
              <a:cs typeface="Montserrat"/>
              <a:sym typeface="Montserrat"/>
            </a:endParaRPr>
          </a:p>
        </p:txBody>
      </p:sp>
      <p:sp>
        <p:nvSpPr>
          <p:cNvPr id="1042" name="Google Shape;1042;p97"/>
          <p:cNvSpPr/>
          <p:nvPr/>
        </p:nvSpPr>
        <p:spPr>
          <a:xfrm>
            <a:off x="1612025" y="2584714"/>
            <a:ext cx="7935600" cy="3417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05058C"/>
              </a:buClr>
              <a:buSzPts val="1650"/>
              <a:buFont typeface="Montserrat"/>
              <a:buNone/>
            </a:pPr>
            <a:r>
              <a:rPr b="1" i="0" lang="en-US" sz="2000" u="none" cap="none" strike="noStrike">
                <a:solidFill>
                  <a:srgbClr val="05058C"/>
                </a:solidFill>
                <a:latin typeface="Montserrat"/>
                <a:ea typeface="Montserrat"/>
                <a:cs typeface="Montserrat"/>
                <a:sym typeface="Montserrat"/>
              </a:rPr>
              <a:t>El reto</a:t>
            </a:r>
            <a:endParaRPr b="0" i="0" sz="2000" u="none" cap="none" strike="noStrike">
              <a:solidFill>
                <a:schemeClr val="dk1"/>
              </a:solidFill>
              <a:latin typeface="Calibri"/>
              <a:ea typeface="Calibri"/>
              <a:cs typeface="Calibri"/>
              <a:sym typeface="Calibri"/>
            </a:endParaRPr>
          </a:p>
        </p:txBody>
      </p:sp>
      <p:sp>
        <p:nvSpPr>
          <p:cNvPr id="1043" name="Google Shape;1043;p97"/>
          <p:cNvSpPr/>
          <p:nvPr/>
        </p:nvSpPr>
        <p:spPr>
          <a:xfrm>
            <a:off x="1612025" y="4479603"/>
            <a:ext cx="9337200" cy="341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650"/>
              <a:buFont typeface="Montserrat"/>
              <a:buNone/>
            </a:pPr>
            <a:r>
              <a:rPr b="1" lang="en-US" sz="2000">
                <a:solidFill>
                  <a:srgbClr val="05058C"/>
                </a:solidFill>
                <a:latin typeface="Montserrat"/>
                <a:ea typeface="Montserrat"/>
                <a:cs typeface="Montserrat"/>
                <a:sym typeface="Montserrat"/>
              </a:rPr>
              <a:t>La Solución</a:t>
            </a:r>
            <a:endParaRPr b="1" sz="2000">
              <a:solidFill>
                <a:srgbClr val="05058C"/>
              </a:solidFill>
              <a:latin typeface="Montserrat"/>
              <a:ea typeface="Montserrat"/>
              <a:cs typeface="Montserrat"/>
              <a:sym typeface="Montserrat"/>
            </a:endParaRPr>
          </a:p>
          <a:p>
            <a:pPr indent="0" lvl="0" marL="0" marR="0" rtl="0" algn="l">
              <a:lnSpc>
                <a:spcPct val="100000"/>
              </a:lnSpc>
              <a:spcBef>
                <a:spcPts val="0"/>
              </a:spcBef>
              <a:spcAft>
                <a:spcPts val="0"/>
              </a:spcAft>
              <a:buClr>
                <a:srgbClr val="05058C"/>
              </a:buClr>
              <a:buSzPts val="1650"/>
              <a:buFont typeface="Montserrat"/>
              <a:buNone/>
            </a:pPr>
            <a:r>
              <a:t/>
            </a:r>
            <a:endParaRPr b="1" sz="2000">
              <a:solidFill>
                <a:srgbClr val="05058C"/>
              </a:solidFill>
              <a:latin typeface="Montserrat"/>
              <a:ea typeface="Montserrat"/>
              <a:cs typeface="Montserrat"/>
              <a:sym typeface="Montserrat"/>
            </a:endParaRPr>
          </a:p>
        </p:txBody>
      </p:sp>
      <p:sp>
        <p:nvSpPr>
          <p:cNvPr id="1044" name="Google Shape;1044;p97"/>
          <p:cNvSpPr/>
          <p:nvPr/>
        </p:nvSpPr>
        <p:spPr>
          <a:xfrm>
            <a:off x="1612024" y="6260796"/>
            <a:ext cx="7286700" cy="177900"/>
          </a:xfrm>
          <a:prstGeom prst="rect">
            <a:avLst/>
          </a:prstGeom>
          <a:noFill/>
          <a:ln>
            <a:noFill/>
          </a:ln>
        </p:spPr>
        <p:txBody>
          <a:bodyPr anchorCtr="0" anchor="t" bIns="20425" lIns="20425" spcFirstLastPara="1" rIns="20425" wrap="square" tIns="20425">
            <a:noAutofit/>
          </a:bodyPr>
          <a:lstStyle/>
          <a:p>
            <a:pPr indent="0" lvl="0" marL="0" marR="0" rtl="0" algn="l">
              <a:spcBef>
                <a:spcPts val="0"/>
              </a:spcBef>
              <a:spcAft>
                <a:spcPts val="0"/>
              </a:spcAft>
              <a:buClr>
                <a:srgbClr val="000033"/>
              </a:buClr>
              <a:buSzPts val="1326"/>
              <a:buFont typeface="Montserrat"/>
              <a:buNone/>
            </a:pPr>
            <a:r>
              <a:rPr b="1" lang="en-US" sz="2026">
                <a:solidFill>
                  <a:srgbClr val="100FA8"/>
                </a:solidFill>
                <a:latin typeface="Montserrat"/>
                <a:ea typeface="Montserrat"/>
                <a:cs typeface="Montserrat"/>
                <a:sym typeface="Montserrat"/>
              </a:rPr>
              <a:t>Resultados</a:t>
            </a:r>
            <a:endParaRPr b="1" sz="2026">
              <a:solidFill>
                <a:srgbClr val="100FA8"/>
              </a:solidFill>
              <a:latin typeface="Montserrat"/>
              <a:ea typeface="Montserrat"/>
              <a:cs typeface="Montserrat"/>
              <a:sym typeface="Montserrat"/>
            </a:endParaRPr>
          </a:p>
        </p:txBody>
      </p:sp>
      <p:sp>
        <p:nvSpPr>
          <p:cNvPr id="1045" name="Google Shape;1045;p97"/>
          <p:cNvSpPr/>
          <p:nvPr/>
        </p:nvSpPr>
        <p:spPr>
          <a:xfrm>
            <a:off x="984375" y="2524104"/>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46" name="Google Shape;1046;p97"/>
          <p:cNvPicPr preferRelativeResize="0"/>
          <p:nvPr/>
        </p:nvPicPr>
        <p:blipFill rotWithShape="1">
          <a:blip r:embed="rId6">
            <a:alphaModFix/>
          </a:blip>
          <a:srcRect b="0" l="0" r="0" t="0"/>
          <a:stretch/>
        </p:blipFill>
        <p:spPr>
          <a:xfrm>
            <a:off x="1127250" y="2666979"/>
            <a:ext cx="304800" cy="304800"/>
          </a:xfrm>
          <a:prstGeom prst="rect">
            <a:avLst/>
          </a:prstGeom>
          <a:noFill/>
          <a:ln>
            <a:noFill/>
          </a:ln>
        </p:spPr>
      </p:pic>
      <p:sp>
        <p:nvSpPr>
          <p:cNvPr id="1047" name="Google Shape;1047;p97"/>
          <p:cNvSpPr/>
          <p:nvPr/>
        </p:nvSpPr>
        <p:spPr>
          <a:xfrm>
            <a:off x="984375" y="6166805"/>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48" name="Google Shape;1048;p97"/>
          <p:cNvPicPr preferRelativeResize="0"/>
          <p:nvPr/>
        </p:nvPicPr>
        <p:blipFill rotWithShape="1">
          <a:blip r:embed="rId7">
            <a:alphaModFix/>
          </a:blip>
          <a:srcRect b="0" l="0" r="0" t="0"/>
          <a:stretch/>
        </p:blipFill>
        <p:spPr>
          <a:xfrm>
            <a:off x="1127250" y="6309680"/>
            <a:ext cx="304800" cy="304800"/>
          </a:xfrm>
          <a:prstGeom prst="rect">
            <a:avLst/>
          </a:prstGeom>
          <a:noFill/>
          <a:ln>
            <a:noFill/>
          </a:ln>
        </p:spPr>
      </p:pic>
      <p:sp>
        <p:nvSpPr>
          <p:cNvPr id="1049" name="Google Shape;1049;p97"/>
          <p:cNvSpPr/>
          <p:nvPr/>
        </p:nvSpPr>
        <p:spPr>
          <a:xfrm>
            <a:off x="984375" y="4428936"/>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50" name="Google Shape;1050;p97"/>
          <p:cNvPicPr preferRelativeResize="0"/>
          <p:nvPr/>
        </p:nvPicPr>
        <p:blipFill rotWithShape="1">
          <a:blip r:embed="rId8">
            <a:alphaModFix/>
          </a:blip>
          <a:srcRect b="0" l="0" r="0" t="0"/>
          <a:stretch/>
        </p:blipFill>
        <p:spPr>
          <a:xfrm>
            <a:off x="1127250" y="4571811"/>
            <a:ext cx="304800" cy="304800"/>
          </a:xfrm>
          <a:prstGeom prst="rect">
            <a:avLst/>
          </a:prstGeom>
          <a:noFill/>
          <a:ln>
            <a:noFill/>
          </a:ln>
        </p:spPr>
      </p:pic>
      <p:pic>
        <p:nvPicPr>
          <p:cNvPr id="1051" name="Google Shape;1051;p97"/>
          <p:cNvPicPr preferRelativeResize="0"/>
          <p:nvPr/>
        </p:nvPicPr>
        <p:blipFill>
          <a:blip r:embed="rId9">
            <a:alphaModFix/>
          </a:blip>
          <a:stretch>
            <a:fillRect/>
          </a:stretch>
        </p:blipFill>
        <p:spPr>
          <a:xfrm>
            <a:off x="14177250" y="619800"/>
            <a:ext cx="1270950" cy="329200"/>
          </a:xfrm>
          <a:prstGeom prst="rect">
            <a:avLst/>
          </a:prstGeom>
          <a:noFill/>
          <a:ln>
            <a:noFill/>
          </a:ln>
        </p:spPr>
      </p:pic>
      <p:pic>
        <p:nvPicPr>
          <p:cNvPr id="1052" name="Google Shape;1052;p97" title="IMG_0597 2.jpg"/>
          <p:cNvPicPr preferRelativeResize="0"/>
          <p:nvPr/>
        </p:nvPicPr>
        <p:blipFill rotWithShape="1">
          <a:blip r:embed="rId3">
            <a:alphaModFix/>
          </a:blip>
          <a:srcRect b="0" l="0" r="4361" t="4361"/>
          <a:stretch/>
        </p:blipFill>
        <p:spPr>
          <a:xfrm>
            <a:off x="14457225" y="3090558"/>
            <a:ext cx="2923200" cy="5205600"/>
          </a:xfrm>
          <a:prstGeom prst="roundRect">
            <a:avLst>
              <a:gd fmla="val 16667" name="adj"/>
            </a:avLst>
          </a:prstGeom>
          <a:noFill/>
          <a:ln>
            <a:noFill/>
          </a:ln>
          <a:effectLst>
            <a:outerShdw blurRad="185738" rotWithShape="0" algn="bl" dir="5400000" dist="38100">
              <a:srgbClr val="000000">
                <a:alpha val="50000"/>
              </a:srgbClr>
            </a:outerShdw>
          </a:effectLst>
        </p:spPr>
      </p:pic>
      <p:pic>
        <p:nvPicPr>
          <p:cNvPr id="1053" name="Google Shape;1053;p97" title="1768885547696.jpeg"/>
          <p:cNvPicPr preferRelativeResize="0"/>
          <p:nvPr/>
        </p:nvPicPr>
        <p:blipFill>
          <a:blip r:embed="rId4">
            <a:alphaModFix/>
          </a:blip>
          <a:stretch>
            <a:fillRect/>
          </a:stretch>
        </p:blipFill>
        <p:spPr>
          <a:xfrm>
            <a:off x="10494050" y="1888649"/>
            <a:ext cx="4628400" cy="4628400"/>
          </a:xfrm>
          <a:prstGeom prst="roundRect">
            <a:avLst>
              <a:gd fmla="val 16667" name="adj"/>
            </a:avLst>
          </a:prstGeom>
          <a:noFill/>
          <a:ln>
            <a:noFill/>
          </a:ln>
          <a:effectLst>
            <a:outerShdw blurRad="185738" rotWithShape="0" algn="bl" dir="5400000" dist="38100">
              <a:srgbClr val="000000">
                <a:alpha val="50000"/>
              </a:srgbClr>
            </a:outerShdw>
          </a:effectLst>
        </p:spPr>
      </p:pic>
      <p:pic>
        <p:nvPicPr>
          <p:cNvPr id="1054" name="Google Shape;1054;p97" title="image001.png"/>
          <p:cNvPicPr preferRelativeResize="0"/>
          <p:nvPr/>
        </p:nvPicPr>
        <p:blipFill>
          <a:blip r:embed="rId5">
            <a:alphaModFix/>
          </a:blip>
          <a:stretch>
            <a:fillRect/>
          </a:stretch>
        </p:blipFill>
        <p:spPr>
          <a:xfrm>
            <a:off x="11013696" y="5760990"/>
            <a:ext cx="3589200" cy="3565800"/>
          </a:xfrm>
          <a:prstGeom prst="roundRect">
            <a:avLst>
              <a:gd fmla="val 16667" name="adj"/>
            </a:avLst>
          </a:prstGeom>
          <a:noFill/>
          <a:ln>
            <a:noFill/>
          </a:ln>
          <a:effectLst>
            <a:outerShdw blurRad="185738" rotWithShape="0" algn="bl" dir="5400000" dist="38100">
              <a:srgbClr val="000000">
                <a:alpha val="50000"/>
              </a:srgbClr>
            </a:outerShdw>
          </a:effectLst>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8" name="Shape 1058"/>
        <p:cNvGrpSpPr/>
        <p:nvPr/>
      </p:nvGrpSpPr>
      <p:grpSpPr>
        <a:xfrm>
          <a:off x="0" y="0"/>
          <a:ext cx="0" cy="0"/>
          <a:chOff x="0" y="0"/>
          <a:chExt cx="0" cy="0"/>
        </a:xfrm>
      </p:grpSpPr>
      <p:sp>
        <p:nvSpPr>
          <p:cNvPr id="1059" name="Google Shape;1059;p98"/>
          <p:cNvSpPr/>
          <p:nvPr/>
        </p:nvSpPr>
        <p:spPr>
          <a:xfrm>
            <a:off x="1579050" y="6874525"/>
            <a:ext cx="8311200" cy="2343600"/>
          </a:xfrm>
          <a:prstGeom prst="roundRect">
            <a:avLst>
              <a:gd fmla="val 14405" name="adj"/>
            </a:avLst>
          </a:prstGeom>
          <a:solidFill>
            <a:srgbClr val="F4F2FA"/>
          </a:solidFill>
          <a:ln>
            <a:noFill/>
          </a:ln>
        </p:spPr>
        <p:txBody>
          <a:bodyPr anchorCtr="0" anchor="ctr" bIns="182850" lIns="182850" spcFirstLastPara="1" rIns="182850" wrap="square" tIns="182850">
            <a:noAutofit/>
          </a:bodyPr>
          <a:lstStyle/>
          <a:p>
            <a:pPr indent="0" lvl="0" marL="0" rtl="0" algn="ctr">
              <a:spcBef>
                <a:spcPts val="0"/>
              </a:spcBef>
              <a:spcAft>
                <a:spcPts val="0"/>
              </a:spcAft>
              <a:buNone/>
            </a:pPr>
            <a:r>
              <a:t/>
            </a:r>
            <a:endParaRPr sz="2800"/>
          </a:p>
        </p:txBody>
      </p:sp>
      <p:sp>
        <p:nvSpPr>
          <p:cNvPr id="1060" name="Google Shape;1060;p98"/>
          <p:cNvSpPr txBox="1"/>
          <p:nvPr>
            <p:ph idx="4294967295" type="title"/>
          </p:nvPr>
        </p:nvSpPr>
        <p:spPr>
          <a:xfrm>
            <a:off x="957500" y="716810"/>
            <a:ext cx="14632200" cy="1015800"/>
          </a:xfrm>
          <a:prstGeom prst="rect">
            <a:avLst/>
          </a:prstGeom>
        </p:spPr>
        <p:txBody>
          <a:bodyPr anchorCtr="0" anchor="ctr" bIns="182850" lIns="182850" spcFirstLastPara="1" rIns="182850" wrap="square" tIns="182850">
            <a:spAutoFit/>
          </a:bodyPr>
          <a:lstStyle/>
          <a:p>
            <a:pPr indent="0" lvl="0" marL="0" rtl="0" algn="l">
              <a:spcBef>
                <a:spcPts val="0"/>
              </a:spcBef>
              <a:spcAft>
                <a:spcPts val="0"/>
              </a:spcAft>
              <a:buNone/>
            </a:pPr>
            <a:r>
              <a:rPr i="1" lang="en-US" sz="4200">
                <a:solidFill>
                  <a:srgbClr val="05058C"/>
                </a:solidFill>
                <a:latin typeface="PT Serif"/>
                <a:ea typeface="PT Serif"/>
                <a:cs typeface="PT Serif"/>
                <a:sym typeface="PT Serif"/>
              </a:rPr>
              <a:t>Agentes IA</a:t>
            </a:r>
            <a:r>
              <a:rPr b="1" lang="en-US" sz="4200">
                <a:latin typeface="PT Serif"/>
                <a:ea typeface="PT Serif"/>
                <a:cs typeface="PT Serif"/>
                <a:sym typeface="PT Serif"/>
              </a:rPr>
              <a:t> desarrollados e implementados</a:t>
            </a:r>
            <a:endParaRPr b="1" sz="4200">
              <a:latin typeface="PT Serif"/>
              <a:ea typeface="PT Serif"/>
              <a:cs typeface="PT Serif"/>
              <a:sym typeface="PT Serif"/>
            </a:endParaRPr>
          </a:p>
        </p:txBody>
      </p:sp>
      <p:sp>
        <p:nvSpPr>
          <p:cNvPr id="1061" name="Google Shape;1061;p98"/>
          <p:cNvSpPr txBox="1"/>
          <p:nvPr/>
        </p:nvSpPr>
        <p:spPr>
          <a:xfrm>
            <a:off x="1502450" y="2971775"/>
            <a:ext cx="8513400" cy="965100"/>
          </a:xfrm>
          <a:prstGeom prst="rect">
            <a:avLst/>
          </a:prstGeom>
          <a:noFill/>
          <a:ln>
            <a:noFill/>
          </a:ln>
        </p:spPr>
        <p:txBody>
          <a:bodyPr anchorCtr="0" anchor="t" bIns="182850" lIns="182850" spcFirstLastPara="1" rIns="182850" wrap="square" tIns="182850">
            <a:spAutoFit/>
          </a:bodyPr>
          <a:lstStyle/>
          <a:p>
            <a:pPr indent="0" lvl="0" marL="0" rtl="0" algn="l">
              <a:lnSpc>
                <a:spcPct val="115000"/>
              </a:lnSpc>
              <a:spcBef>
                <a:spcPts val="0"/>
              </a:spcBef>
              <a:spcAft>
                <a:spcPts val="0"/>
              </a:spcAft>
              <a:buNone/>
            </a:pPr>
            <a:r>
              <a:rPr lang="en-US" sz="1800">
                <a:solidFill>
                  <a:srgbClr val="010733"/>
                </a:solidFill>
                <a:latin typeface="Montserrat"/>
                <a:ea typeface="Montserrat"/>
                <a:cs typeface="Montserrat"/>
                <a:sym typeface="Montserrat"/>
              </a:rPr>
              <a:t>Enfrentar procesos manuales lentos y cuellos de botella que rompen la coherencia de marca y retrasan la entrega de resultados.</a:t>
            </a:r>
            <a:endParaRPr sz="1800">
              <a:solidFill>
                <a:srgbClr val="010733"/>
              </a:solidFill>
              <a:latin typeface="Montserrat"/>
              <a:ea typeface="Montserrat"/>
              <a:cs typeface="Montserrat"/>
              <a:sym typeface="Montserrat"/>
            </a:endParaRPr>
          </a:p>
        </p:txBody>
      </p:sp>
      <p:sp>
        <p:nvSpPr>
          <p:cNvPr id="1062" name="Google Shape;1062;p98"/>
          <p:cNvSpPr txBox="1"/>
          <p:nvPr/>
        </p:nvSpPr>
        <p:spPr>
          <a:xfrm>
            <a:off x="983188" y="1488486"/>
            <a:ext cx="6000000" cy="646500"/>
          </a:xfrm>
          <a:prstGeom prst="rect">
            <a:avLst/>
          </a:prstGeom>
          <a:noFill/>
          <a:ln>
            <a:noFill/>
          </a:ln>
        </p:spPr>
        <p:txBody>
          <a:bodyPr anchorCtr="0" anchor="t" bIns="182850" lIns="182850" spcFirstLastPara="1" rIns="182850" wrap="square" tIns="182850">
            <a:spAutoFit/>
          </a:bodyPr>
          <a:lstStyle/>
          <a:p>
            <a:pPr indent="0" lvl="0" marL="0" rtl="0" algn="l">
              <a:lnSpc>
                <a:spcPct val="90000"/>
              </a:lnSpc>
              <a:spcBef>
                <a:spcPts val="0"/>
              </a:spcBef>
              <a:spcAft>
                <a:spcPts val="0"/>
              </a:spcAft>
              <a:buNone/>
            </a:pPr>
            <a:r>
              <a:rPr lang="en-US" sz="2000">
                <a:solidFill>
                  <a:srgbClr val="010733"/>
                </a:solidFill>
                <a:latin typeface="Montserrat"/>
                <a:ea typeface="Montserrat"/>
                <a:cs typeface="Montserrat"/>
                <a:sym typeface="Montserrat"/>
              </a:rPr>
              <a:t>Industria</a:t>
            </a:r>
            <a:r>
              <a:rPr b="1" lang="en-US" sz="2000">
                <a:solidFill>
                  <a:srgbClr val="010733"/>
                </a:solidFill>
                <a:latin typeface="Montserrat"/>
                <a:ea typeface="Montserrat"/>
                <a:cs typeface="Montserrat"/>
                <a:sym typeface="Montserrat"/>
              </a:rPr>
              <a:t>:</a:t>
            </a:r>
            <a:r>
              <a:rPr lang="en-US" sz="2000">
                <a:solidFill>
                  <a:srgbClr val="010733"/>
                </a:solidFill>
                <a:latin typeface="Montserrat"/>
                <a:ea typeface="Montserrat"/>
                <a:cs typeface="Montserrat"/>
                <a:sym typeface="Montserrat"/>
              </a:rPr>
              <a:t> </a:t>
            </a:r>
            <a:r>
              <a:rPr b="1" lang="en-US" sz="2000">
                <a:solidFill>
                  <a:srgbClr val="010733"/>
                </a:solidFill>
                <a:latin typeface="Montserrat"/>
                <a:ea typeface="Montserrat"/>
                <a:cs typeface="Montserrat"/>
                <a:sym typeface="Montserrat"/>
              </a:rPr>
              <a:t> Banca</a:t>
            </a:r>
            <a:endParaRPr sz="2000"/>
          </a:p>
        </p:txBody>
      </p:sp>
      <p:sp>
        <p:nvSpPr>
          <p:cNvPr id="1063" name="Google Shape;1063;p98"/>
          <p:cNvSpPr txBox="1"/>
          <p:nvPr/>
        </p:nvSpPr>
        <p:spPr>
          <a:xfrm>
            <a:off x="2403225" y="6999825"/>
            <a:ext cx="7368000" cy="14775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rgbClr val="000033"/>
              </a:buClr>
              <a:buSzPts val="2200"/>
              <a:buFont typeface="Arial"/>
              <a:buNone/>
            </a:pPr>
            <a:r>
              <a:rPr b="1" lang="en-US" sz="1800">
                <a:solidFill>
                  <a:srgbClr val="010733"/>
                </a:solidFill>
                <a:latin typeface="Montserrat"/>
                <a:ea typeface="Montserrat"/>
                <a:cs typeface="Montserrat"/>
                <a:sym typeface="Montserrat"/>
              </a:rPr>
              <a:t>Pipeline de innovación (+4 agentes):</a:t>
            </a:r>
            <a:r>
              <a:rPr lang="en-US" sz="1800">
                <a:solidFill>
                  <a:srgbClr val="010733"/>
                </a:solidFill>
                <a:latin typeface="Montserrat"/>
                <a:ea typeface="Montserrat"/>
                <a:cs typeface="Montserrat"/>
                <a:sym typeface="Montserrat"/>
              </a:rPr>
              <a:t> El equipo ya construye nuevas soluciones de forma autónoma, escalando la capacidad instalada.</a:t>
            </a:r>
            <a:endParaRPr sz="1800">
              <a:solidFill>
                <a:srgbClr val="010733"/>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33"/>
              </a:buClr>
              <a:buSzPts val="2200"/>
              <a:buFont typeface="Arial"/>
              <a:buNone/>
            </a:pPr>
            <a:r>
              <a:t/>
            </a:r>
            <a:endParaRPr sz="1800">
              <a:solidFill>
                <a:srgbClr val="010733"/>
              </a:solidFill>
              <a:latin typeface="Montserrat"/>
              <a:ea typeface="Montserrat"/>
              <a:cs typeface="Montserrat"/>
              <a:sym typeface="Montserrat"/>
            </a:endParaRPr>
          </a:p>
        </p:txBody>
      </p:sp>
      <p:grpSp>
        <p:nvGrpSpPr>
          <p:cNvPr id="1064" name="Google Shape;1064;p98"/>
          <p:cNvGrpSpPr/>
          <p:nvPr/>
        </p:nvGrpSpPr>
        <p:grpSpPr>
          <a:xfrm>
            <a:off x="1743663" y="8471825"/>
            <a:ext cx="361095" cy="329208"/>
            <a:chOff x="-1" y="-1"/>
            <a:chExt cx="361746" cy="329802"/>
          </a:xfrm>
        </p:grpSpPr>
        <p:sp>
          <p:nvSpPr>
            <p:cNvPr id="1065" name="Google Shape;1065;p98"/>
            <p:cNvSpPr/>
            <p:nvPr/>
          </p:nvSpPr>
          <p:spPr>
            <a:xfrm>
              <a:off x="22236" y="261701"/>
              <a:ext cx="68100" cy="681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66" name="Google Shape;1066;p98"/>
            <p:cNvSpPr/>
            <p:nvPr/>
          </p:nvSpPr>
          <p:spPr>
            <a:xfrm>
              <a:off x="112890" y="215946"/>
              <a:ext cx="68100" cy="1137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67" name="Google Shape;1067;p98"/>
            <p:cNvSpPr/>
            <p:nvPr/>
          </p:nvSpPr>
          <p:spPr>
            <a:xfrm>
              <a:off x="203545" y="170619"/>
              <a:ext cx="68100" cy="1590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68" name="Google Shape;1068;p98"/>
            <p:cNvSpPr/>
            <p:nvPr/>
          </p:nvSpPr>
          <p:spPr>
            <a:xfrm>
              <a:off x="294200" y="125291"/>
              <a:ext cx="67500" cy="204300"/>
            </a:xfrm>
            <a:prstGeom prst="rect">
              <a:avLst/>
            </a:pr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sp>
          <p:nvSpPr>
            <p:cNvPr id="1069" name="Google Shape;1069;p98"/>
            <p:cNvSpPr/>
            <p:nvPr/>
          </p:nvSpPr>
          <p:spPr>
            <a:xfrm>
              <a:off x="-1" y="-1"/>
              <a:ext cx="361746" cy="215946"/>
            </a:xfrm>
            <a:custGeom>
              <a:rect b="b" l="l" r="r" t="t"/>
              <a:pathLst>
                <a:path extrusionOk="0" h="21600" w="21600">
                  <a:moveTo>
                    <a:pt x="18562" y="5133"/>
                  </a:moveTo>
                  <a:lnTo>
                    <a:pt x="14528" y="5133"/>
                  </a:lnTo>
                  <a:lnTo>
                    <a:pt x="9447" y="11377"/>
                  </a:lnTo>
                  <a:lnTo>
                    <a:pt x="6740" y="9110"/>
                  </a:lnTo>
                  <a:lnTo>
                    <a:pt x="0" y="18777"/>
                  </a:lnTo>
                  <a:lnTo>
                    <a:pt x="0" y="21600"/>
                  </a:lnTo>
                  <a:lnTo>
                    <a:pt x="6740" y="11933"/>
                  </a:lnTo>
                  <a:lnTo>
                    <a:pt x="9447" y="14243"/>
                  </a:lnTo>
                  <a:lnTo>
                    <a:pt x="15191" y="7400"/>
                  </a:lnTo>
                  <a:lnTo>
                    <a:pt x="19251" y="7400"/>
                  </a:lnTo>
                  <a:lnTo>
                    <a:pt x="21600" y="3422"/>
                  </a:lnTo>
                  <a:lnTo>
                    <a:pt x="21600" y="0"/>
                  </a:lnTo>
                  <a:lnTo>
                    <a:pt x="18562" y="5133"/>
                  </a:lnTo>
                  <a:close/>
                </a:path>
              </a:pathLst>
            </a:custGeom>
            <a:solidFill>
              <a:srgbClr val="000033"/>
            </a:solidFill>
            <a:ln>
              <a:noFill/>
            </a:ln>
          </p:spPr>
          <p:txBody>
            <a:bodyPr anchorCtr="0" anchor="t" bIns="91400" lIns="91400" spcFirstLastPara="1" rIns="91400" wrap="square" tIns="91400">
              <a:noAutofit/>
            </a:bodyPr>
            <a:lstStyle/>
            <a:p>
              <a:pPr indent="0" lvl="0" marL="0" marR="0" rtl="0" algn="l">
                <a:lnSpc>
                  <a:spcPct val="100000"/>
                </a:lnSpc>
                <a:spcBef>
                  <a:spcPts val="0"/>
                </a:spcBef>
                <a:spcAft>
                  <a:spcPts val="0"/>
                </a:spcAft>
                <a:buClr>
                  <a:srgbClr val="000000"/>
                </a:buClr>
                <a:buSzPts val="3600"/>
                <a:buFont typeface="Roboto"/>
                <a:buNone/>
              </a:pPr>
              <a:r>
                <a:t/>
              </a:r>
              <a:endParaRPr b="0" i="0" sz="3600" u="none" cap="none" strike="noStrike">
                <a:solidFill>
                  <a:srgbClr val="000033"/>
                </a:solidFill>
                <a:latin typeface="Roboto"/>
                <a:ea typeface="Roboto"/>
                <a:cs typeface="Roboto"/>
                <a:sym typeface="Roboto"/>
              </a:endParaRPr>
            </a:p>
          </p:txBody>
        </p:sp>
      </p:grpSp>
      <p:cxnSp>
        <p:nvCxnSpPr>
          <p:cNvPr id="1070" name="Google Shape;1070;p98"/>
          <p:cNvCxnSpPr/>
          <p:nvPr/>
        </p:nvCxnSpPr>
        <p:spPr>
          <a:xfrm>
            <a:off x="1757313" y="8083018"/>
            <a:ext cx="7536000" cy="0"/>
          </a:xfrm>
          <a:prstGeom prst="straightConnector1">
            <a:avLst/>
          </a:prstGeom>
          <a:noFill/>
          <a:ln cap="flat" cmpd="sng" w="19050">
            <a:solidFill>
              <a:schemeClr val="dk2"/>
            </a:solidFill>
            <a:prstDash val="dash"/>
            <a:round/>
            <a:headEnd len="sm" w="sm" type="none"/>
            <a:tailEnd len="sm" w="sm" type="none"/>
          </a:ln>
        </p:spPr>
      </p:cxnSp>
      <p:sp>
        <p:nvSpPr>
          <p:cNvPr id="1071" name="Google Shape;1071;p98"/>
          <p:cNvSpPr txBox="1"/>
          <p:nvPr/>
        </p:nvSpPr>
        <p:spPr>
          <a:xfrm>
            <a:off x="983197" y="268100"/>
            <a:ext cx="7506600" cy="547800"/>
          </a:xfrm>
          <a:prstGeom prst="rect">
            <a:avLst/>
          </a:prstGeom>
          <a:noFill/>
          <a:ln>
            <a:noFill/>
          </a:ln>
        </p:spPr>
        <p:txBody>
          <a:bodyPr anchorCtr="0" anchor="ctr" bIns="82250" lIns="164550" spcFirstLastPara="1" rIns="164550" wrap="square" tIns="82250">
            <a:noAutofit/>
          </a:bodyPr>
          <a:lstStyle/>
          <a:p>
            <a:pPr indent="0" lvl="0" marL="0" rtl="0" algn="l">
              <a:lnSpc>
                <a:spcPct val="90000"/>
              </a:lnSpc>
              <a:spcBef>
                <a:spcPts val="0"/>
              </a:spcBef>
              <a:spcAft>
                <a:spcPts val="0"/>
              </a:spcAft>
              <a:buNone/>
            </a:pPr>
            <a:r>
              <a:rPr b="1" lang="en-US" sz="3000">
                <a:solidFill>
                  <a:schemeClr val="dk2"/>
                </a:solidFill>
                <a:latin typeface="PT Serif"/>
                <a:ea typeface="PT Serif"/>
                <a:cs typeface="PT Serif"/>
                <a:sym typeface="PT Serif"/>
              </a:rPr>
              <a:t>Nivel 3 </a:t>
            </a:r>
            <a:endParaRPr b="1" sz="3000">
              <a:solidFill>
                <a:schemeClr val="dk2"/>
              </a:solidFill>
              <a:latin typeface="PT Serif"/>
              <a:ea typeface="PT Serif"/>
              <a:cs typeface="PT Serif"/>
              <a:sym typeface="PT Serif"/>
            </a:endParaRPr>
          </a:p>
        </p:txBody>
      </p:sp>
      <p:sp>
        <p:nvSpPr>
          <p:cNvPr id="1072" name="Google Shape;1072;p98"/>
          <p:cNvSpPr txBox="1"/>
          <p:nvPr/>
        </p:nvSpPr>
        <p:spPr>
          <a:xfrm>
            <a:off x="1581788" y="4763843"/>
            <a:ext cx="8513400" cy="1283700"/>
          </a:xfrm>
          <a:prstGeom prst="rect">
            <a:avLst/>
          </a:prstGeom>
          <a:noFill/>
          <a:ln>
            <a:noFill/>
          </a:ln>
        </p:spPr>
        <p:txBody>
          <a:bodyPr anchorCtr="0" anchor="t" bIns="182850" lIns="182850" spcFirstLastPara="1" rIns="182850" wrap="square" tIns="182850">
            <a:spAutoFit/>
          </a:bodyPr>
          <a:lstStyle/>
          <a:p>
            <a:pPr indent="0" lvl="0" marL="0" rtl="0" algn="l">
              <a:lnSpc>
                <a:spcPct val="115000"/>
              </a:lnSpc>
              <a:spcBef>
                <a:spcPts val="0"/>
              </a:spcBef>
              <a:spcAft>
                <a:spcPts val="0"/>
              </a:spcAft>
              <a:buNone/>
            </a:pPr>
            <a:r>
              <a:rPr lang="en-US" sz="1800">
                <a:solidFill>
                  <a:srgbClr val="010733"/>
                </a:solidFill>
                <a:latin typeface="Montserrat"/>
                <a:ea typeface="Montserrat"/>
                <a:cs typeface="Montserrat"/>
                <a:sym typeface="Montserrat"/>
              </a:rPr>
              <a:t>Implementamos IA operativa para automatizar todo el flujo de trabajo. Eliminamos las esperas y aseguramos que cada resultado sea perfecto y coherente en pocos segundos.</a:t>
            </a:r>
            <a:endParaRPr sz="1800">
              <a:solidFill>
                <a:srgbClr val="010733"/>
              </a:solidFill>
              <a:latin typeface="Montserrat"/>
              <a:ea typeface="Montserrat"/>
              <a:cs typeface="Montserrat"/>
              <a:sym typeface="Montserrat"/>
            </a:endParaRPr>
          </a:p>
        </p:txBody>
      </p:sp>
      <p:sp>
        <p:nvSpPr>
          <p:cNvPr id="1073" name="Google Shape;1073;p98"/>
          <p:cNvSpPr/>
          <p:nvPr/>
        </p:nvSpPr>
        <p:spPr>
          <a:xfrm>
            <a:off x="1818925" y="7288025"/>
            <a:ext cx="210600" cy="406200"/>
          </a:xfrm>
          <a:prstGeom prst="upArrow">
            <a:avLst>
              <a:gd fmla="val 50000" name="adj1"/>
              <a:gd fmla="val 50000" name="adj2"/>
            </a:avLst>
          </a:prstGeom>
          <a:solidFill>
            <a:srgbClr val="000033"/>
          </a:solidFill>
          <a:ln cap="flat" cmpd="sng" w="19050">
            <a:solidFill>
              <a:srgbClr val="000033"/>
            </a:solidFill>
            <a:prstDash val="solid"/>
            <a:round/>
            <a:headEnd len="sm" w="sm" type="none"/>
            <a:tailEnd len="sm" w="sm" type="none"/>
          </a:ln>
        </p:spPr>
        <p:txBody>
          <a:bodyPr anchorCtr="0" anchor="ctr" bIns="182850" lIns="182850" spcFirstLastPara="1" rIns="182850" wrap="square" tIns="182850">
            <a:noAutofit/>
          </a:bodyPr>
          <a:lstStyle/>
          <a:p>
            <a:pPr indent="0" lvl="0" marL="0" rtl="0" algn="ctr">
              <a:spcBef>
                <a:spcPts val="0"/>
              </a:spcBef>
              <a:spcAft>
                <a:spcPts val="0"/>
              </a:spcAft>
              <a:buNone/>
            </a:pPr>
            <a:r>
              <a:t/>
            </a:r>
            <a:endParaRPr sz="2800"/>
          </a:p>
        </p:txBody>
      </p:sp>
      <p:sp>
        <p:nvSpPr>
          <p:cNvPr id="1074" name="Google Shape;1074;p98"/>
          <p:cNvSpPr txBox="1"/>
          <p:nvPr/>
        </p:nvSpPr>
        <p:spPr>
          <a:xfrm>
            <a:off x="2403247" y="8154278"/>
            <a:ext cx="7536000" cy="923400"/>
          </a:xfrm>
          <a:prstGeom prst="rect">
            <a:avLst/>
          </a:prstGeom>
          <a:noFill/>
          <a:ln>
            <a:noFill/>
          </a:ln>
        </p:spPr>
        <p:txBody>
          <a:bodyPr anchorCtr="0" anchor="t" bIns="182850" lIns="182850" spcFirstLastPara="1" rIns="182850" wrap="square" tIns="182850">
            <a:spAutoFit/>
          </a:bodyPr>
          <a:lstStyle/>
          <a:p>
            <a:pPr indent="0" lvl="0" marL="0" marR="0" rtl="0" algn="l">
              <a:lnSpc>
                <a:spcPct val="100000"/>
              </a:lnSpc>
              <a:spcBef>
                <a:spcPts val="0"/>
              </a:spcBef>
              <a:spcAft>
                <a:spcPts val="0"/>
              </a:spcAft>
              <a:buClr>
                <a:srgbClr val="000000"/>
              </a:buClr>
              <a:buSzPts val="2200"/>
              <a:buFont typeface="Arial"/>
              <a:buNone/>
            </a:pPr>
            <a:r>
              <a:rPr b="1" lang="en-US" sz="1800">
                <a:solidFill>
                  <a:srgbClr val="010733"/>
                </a:solidFill>
                <a:latin typeface="Montserrat"/>
                <a:ea typeface="Montserrat"/>
                <a:cs typeface="Montserrat"/>
                <a:sym typeface="Montserrat"/>
              </a:rPr>
              <a:t>Automatizar mensajes y pedidos</a:t>
            </a:r>
            <a:r>
              <a:rPr lang="en-US" sz="1800">
                <a:solidFill>
                  <a:srgbClr val="010733"/>
                </a:solidFill>
                <a:latin typeface="Montserrat"/>
                <a:ea typeface="Montserrat"/>
                <a:cs typeface="Montserrat"/>
                <a:sym typeface="Montserrat"/>
              </a:rPr>
              <a:t> eliminando esperas y reprocesos innecesarios.</a:t>
            </a:r>
            <a:endParaRPr b="0" i="0" sz="1800" u="none" cap="none" strike="noStrike">
              <a:solidFill>
                <a:srgbClr val="010733"/>
              </a:solidFill>
              <a:latin typeface="Montserrat"/>
              <a:ea typeface="Montserrat"/>
              <a:cs typeface="Montserrat"/>
              <a:sym typeface="Montserrat"/>
            </a:endParaRPr>
          </a:p>
        </p:txBody>
      </p:sp>
      <p:pic>
        <p:nvPicPr>
          <p:cNvPr id="1075" name="Google Shape;1075;p98" title="IMG_5751 (1)_000.png"/>
          <p:cNvPicPr preferRelativeResize="0"/>
          <p:nvPr/>
        </p:nvPicPr>
        <p:blipFill rotWithShape="1">
          <a:blip r:embed="rId3">
            <a:alphaModFix/>
          </a:blip>
          <a:srcRect b="18443" l="7354" r="24614" t="28301"/>
          <a:stretch/>
        </p:blipFill>
        <p:spPr>
          <a:xfrm>
            <a:off x="13908118" y="1572845"/>
            <a:ext cx="3263400" cy="4542000"/>
          </a:xfrm>
          <a:prstGeom prst="roundRect">
            <a:avLst>
              <a:gd fmla="val 16667" name="adj"/>
            </a:avLst>
          </a:prstGeom>
          <a:noFill/>
          <a:ln>
            <a:noFill/>
          </a:ln>
          <a:effectLst>
            <a:outerShdw blurRad="171450" rotWithShape="0" algn="bl" dir="5400000" dist="38100">
              <a:srgbClr val="000000">
                <a:alpha val="50000"/>
              </a:srgbClr>
            </a:outerShdw>
          </a:effectLst>
        </p:spPr>
      </p:pic>
      <p:pic>
        <p:nvPicPr>
          <p:cNvPr id="1076" name="Google Shape;1076;p98"/>
          <p:cNvPicPr preferRelativeResize="0"/>
          <p:nvPr/>
        </p:nvPicPr>
        <p:blipFill>
          <a:blip r:embed="rId4">
            <a:alphaModFix/>
          </a:blip>
          <a:stretch>
            <a:fillRect/>
          </a:stretch>
        </p:blipFill>
        <p:spPr>
          <a:xfrm>
            <a:off x="10425341" y="2591349"/>
            <a:ext cx="3583200" cy="4777800"/>
          </a:xfrm>
          <a:prstGeom prst="roundRect">
            <a:avLst>
              <a:gd fmla="val 16667" name="adj"/>
            </a:avLst>
          </a:prstGeom>
          <a:noFill/>
          <a:ln>
            <a:noFill/>
          </a:ln>
          <a:effectLst>
            <a:outerShdw blurRad="171450" rotWithShape="0" algn="bl" dir="5400000" dist="38100">
              <a:srgbClr val="000000">
                <a:alpha val="50000"/>
              </a:srgbClr>
            </a:outerShdw>
          </a:effectLst>
        </p:spPr>
      </p:pic>
      <p:pic>
        <p:nvPicPr>
          <p:cNvPr id="1077" name="Google Shape;1077;p98" title="IMG_5736_000.png"/>
          <p:cNvPicPr preferRelativeResize="0"/>
          <p:nvPr/>
        </p:nvPicPr>
        <p:blipFill rotWithShape="1">
          <a:blip r:embed="rId5">
            <a:alphaModFix/>
          </a:blip>
          <a:srcRect b="8534" l="5728" r="5737" t="25056"/>
          <a:stretch/>
        </p:blipFill>
        <p:spPr>
          <a:xfrm>
            <a:off x="13170110" y="5407595"/>
            <a:ext cx="3406200" cy="4542000"/>
          </a:xfrm>
          <a:prstGeom prst="roundRect">
            <a:avLst>
              <a:gd fmla="val 16667" name="adj"/>
            </a:avLst>
          </a:prstGeom>
          <a:noFill/>
          <a:ln>
            <a:noFill/>
          </a:ln>
          <a:effectLst>
            <a:outerShdw blurRad="171450" rotWithShape="0" algn="bl" dir="5400000" dist="38100">
              <a:srgbClr val="000000">
                <a:alpha val="50000"/>
              </a:srgbClr>
            </a:outerShdw>
          </a:effectLst>
        </p:spPr>
      </p:pic>
      <p:sp>
        <p:nvSpPr>
          <p:cNvPr id="1078" name="Google Shape;1078;p98"/>
          <p:cNvSpPr/>
          <p:nvPr/>
        </p:nvSpPr>
        <p:spPr>
          <a:xfrm>
            <a:off x="1612025" y="2584714"/>
            <a:ext cx="7935600" cy="3417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05058C"/>
              </a:buClr>
              <a:buSzPts val="1650"/>
              <a:buFont typeface="Montserrat"/>
              <a:buNone/>
            </a:pPr>
            <a:r>
              <a:rPr b="1" i="0" lang="en-US" sz="2000" u="none" cap="none" strike="noStrike">
                <a:solidFill>
                  <a:srgbClr val="05058C"/>
                </a:solidFill>
                <a:latin typeface="Montserrat"/>
                <a:ea typeface="Montserrat"/>
                <a:cs typeface="Montserrat"/>
                <a:sym typeface="Montserrat"/>
              </a:rPr>
              <a:t>El reto</a:t>
            </a:r>
            <a:endParaRPr b="0" i="0" sz="2000" u="none" cap="none" strike="noStrike">
              <a:solidFill>
                <a:schemeClr val="dk1"/>
              </a:solidFill>
              <a:latin typeface="Calibri"/>
              <a:ea typeface="Calibri"/>
              <a:cs typeface="Calibri"/>
              <a:sym typeface="Calibri"/>
            </a:endParaRPr>
          </a:p>
        </p:txBody>
      </p:sp>
      <p:sp>
        <p:nvSpPr>
          <p:cNvPr id="1079" name="Google Shape;1079;p98"/>
          <p:cNvSpPr/>
          <p:nvPr/>
        </p:nvSpPr>
        <p:spPr>
          <a:xfrm>
            <a:off x="1612025" y="4479603"/>
            <a:ext cx="9337200" cy="341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650"/>
              <a:buFont typeface="Montserrat"/>
              <a:buNone/>
            </a:pPr>
            <a:r>
              <a:rPr b="1" lang="en-US" sz="2000">
                <a:solidFill>
                  <a:srgbClr val="05058C"/>
                </a:solidFill>
                <a:latin typeface="Montserrat"/>
                <a:ea typeface="Montserrat"/>
                <a:cs typeface="Montserrat"/>
                <a:sym typeface="Montserrat"/>
              </a:rPr>
              <a:t>La Solución</a:t>
            </a:r>
            <a:endParaRPr b="1" sz="2000">
              <a:solidFill>
                <a:srgbClr val="05058C"/>
              </a:solidFill>
              <a:latin typeface="Montserrat"/>
              <a:ea typeface="Montserrat"/>
              <a:cs typeface="Montserrat"/>
              <a:sym typeface="Montserrat"/>
            </a:endParaRPr>
          </a:p>
          <a:p>
            <a:pPr indent="0" lvl="0" marL="0" marR="0" rtl="0" algn="l">
              <a:lnSpc>
                <a:spcPct val="100000"/>
              </a:lnSpc>
              <a:spcBef>
                <a:spcPts val="0"/>
              </a:spcBef>
              <a:spcAft>
                <a:spcPts val="0"/>
              </a:spcAft>
              <a:buClr>
                <a:srgbClr val="05058C"/>
              </a:buClr>
              <a:buSzPts val="1650"/>
              <a:buFont typeface="Montserrat"/>
              <a:buNone/>
            </a:pPr>
            <a:r>
              <a:t/>
            </a:r>
            <a:endParaRPr b="1" sz="2000">
              <a:solidFill>
                <a:srgbClr val="05058C"/>
              </a:solidFill>
              <a:latin typeface="Montserrat"/>
              <a:ea typeface="Montserrat"/>
              <a:cs typeface="Montserrat"/>
              <a:sym typeface="Montserrat"/>
            </a:endParaRPr>
          </a:p>
        </p:txBody>
      </p:sp>
      <p:sp>
        <p:nvSpPr>
          <p:cNvPr id="1080" name="Google Shape;1080;p98"/>
          <p:cNvSpPr/>
          <p:nvPr/>
        </p:nvSpPr>
        <p:spPr>
          <a:xfrm>
            <a:off x="1612024" y="6260796"/>
            <a:ext cx="7286700" cy="177900"/>
          </a:xfrm>
          <a:prstGeom prst="rect">
            <a:avLst/>
          </a:prstGeom>
          <a:noFill/>
          <a:ln>
            <a:noFill/>
          </a:ln>
        </p:spPr>
        <p:txBody>
          <a:bodyPr anchorCtr="0" anchor="t" bIns="20425" lIns="20425" spcFirstLastPara="1" rIns="20425" wrap="square" tIns="20425">
            <a:noAutofit/>
          </a:bodyPr>
          <a:lstStyle/>
          <a:p>
            <a:pPr indent="0" lvl="0" marL="0" marR="0" rtl="0" algn="l">
              <a:spcBef>
                <a:spcPts val="0"/>
              </a:spcBef>
              <a:spcAft>
                <a:spcPts val="0"/>
              </a:spcAft>
              <a:buClr>
                <a:srgbClr val="000033"/>
              </a:buClr>
              <a:buSzPts val="1326"/>
              <a:buFont typeface="Montserrat"/>
              <a:buNone/>
            </a:pPr>
            <a:r>
              <a:rPr b="1" lang="en-US" sz="2026">
                <a:solidFill>
                  <a:srgbClr val="100FA8"/>
                </a:solidFill>
                <a:latin typeface="Montserrat"/>
                <a:ea typeface="Montserrat"/>
                <a:cs typeface="Montserrat"/>
                <a:sym typeface="Montserrat"/>
              </a:rPr>
              <a:t>Resultados</a:t>
            </a:r>
            <a:endParaRPr b="1" sz="2026">
              <a:solidFill>
                <a:srgbClr val="100FA8"/>
              </a:solidFill>
              <a:latin typeface="Montserrat"/>
              <a:ea typeface="Montserrat"/>
              <a:cs typeface="Montserrat"/>
              <a:sym typeface="Montserrat"/>
            </a:endParaRPr>
          </a:p>
        </p:txBody>
      </p:sp>
      <p:sp>
        <p:nvSpPr>
          <p:cNvPr id="1081" name="Google Shape;1081;p98"/>
          <p:cNvSpPr/>
          <p:nvPr/>
        </p:nvSpPr>
        <p:spPr>
          <a:xfrm>
            <a:off x="984375" y="2524104"/>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82" name="Google Shape;1082;p98"/>
          <p:cNvPicPr preferRelativeResize="0"/>
          <p:nvPr/>
        </p:nvPicPr>
        <p:blipFill rotWithShape="1">
          <a:blip r:embed="rId6">
            <a:alphaModFix/>
          </a:blip>
          <a:srcRect b="0" l="0" r="0" t="0"/>
          <a:stretch/>
        </p:blipFill>
        <p:spPr>
          <a:xfrm>
            <a:off x="1127250" y="2666979"/>
            <a:ext cx="304800" cy="304800"/>
          </a:xfrm>
          <a:prstGeom prst="rect">
            <a:avLst/>
          </a:prstGeom>
          <a:noFill/>
          <a:ln>
            <a:noFill/>
          </a:ln>
        </p:spPr>
      </p:pic>
      <p:sp>
        <p:nvSpPr>
          <p:cNvPr id="1083" name="Google Shape;1083;p98"/>
          <p:cNvSpPr/>
          <p:nvPr/>
        </p:nvSpPr>
        <p:spPr>
          <a:xfrm>
            <a:off x="984375" y="6166805"/>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84" name="Google Shape;1084;p98"/>
          <p:cNvPicPr preferRelativeResize="0"/>
          <p:nvPr/>
        </p:nvPicPr>
        <p:blipFill rotWithShape="1">
          <a:blip r:embed="rId7">
            <a:alphaModFix/>
          </a:blip>
          <a:srcRect b="0" l="0" r="0" t="0"/>
          <a:stretch/>
        </p:blipFill>
        <p:spPr>
          <a:xfrm>
            <a:off x="1127250" y="6309680"/>
            <a:ext cx="304800" cy="304800"/>
          </a:xfrm>
          <a:prstGeom prst="rect">
            <a:avLst/>
          </a:prstGeom>
          <a:noFill/>
          <a:ln>
            <a:noFill/>
          </a:ln>
        </p:spPr>
      </p:pic>
      <p:sp>
        <p:nvSpPr>
          <p:cNvPr id="1085" name="Google Shape;1085;p98"/>
          <p:cNvSpPr/>
          <p:nvPr/>
        </p:nvSpPr>
        <p:spPr>
          <a:xfrm>
            <a:off x="984375" y="4428936"/>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86" name="Google Shape;1086;p98"/>
          <p:cNvPicPr preferRelativeResize="0"/>
          <p:nvPr/>
        </p:nvPicPr>
        <p:blipFill rotWithShape="1">
          <a:blip r:embed="rId8">
            <a:alphaModFix/>
          </a:blip>
          <a:srcRect b="0" l="0" r="0" t="0"/>
          <a:stretch/>
        </p:blipFill>
        <p:spPr>
          <a:xfrm>
            <a:off x="1127250" y="4571811"/>
            <a:ext cx="304800" cy="304800"/>
          </a:xfrm>
          <a:prstGeom prst="rect">
            <a:avLst/>
          </a:prstGeom>
          <a:noFill/>
          <a:ln>
            <a:noFill/>
          </a:ln>
        </p:spPr>
      </p:pic>
      <p:pic>
        <p:nvPicPr>
          <p:cNvPr id="1087" name="Google Shape;1087;p98"/>
          <p:cNvPicPr preferRelativeResize="0"/>
          <p:nvPr/>
        </p:nvPicPr>
        <p:blipFill>
          <a:blip r:embed="rId9">
            <a:alphaModFix/>
          </a:blip>
          <a:stretch>
            <a:fillRect/>
          </a:stretch>
        </p:blipFill>
        <p:spPr>
          <a:xfrm>
            <a:off x="14177250" y="619800"/>
            <a:ext cx="1270950" cy="3292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2" name="Shape 1092"/>
        <p:cNvGrpSpPr/>
        <p:nvPr/>
      </p:nvGrpSpPr>
      <p:grpSpPr>
        <a:xfrm>
          <a:off x="0" y="0"/>
          <a:ext cx="0" cy="0"/>
          <a:chOff x="0" y="0"/>
          <a:chExt cx="0" cy="0"/>
        </a:xfrm>
      </p:grpSpPr>
      <p:sp>
        <p:nvSpPr>
          <p:cNvPr id="1093" name="Google Shape;1093;p99"/>
          <p:cNvSpPr/>
          <p:nvPr/>
        </p:nvSpPr>
        <p:spPr>
          <a:xfrm>
            <a:off x="1297959" y="6507493"/>
            <a:ext cx="7829400" cy="3191400"/>
          </a:xfrm>
          <a:prstGeom prst="roundRect">
            <a:avLst>
              <a:gd fmla="val 7731" name="adj"/>
            </a:avLst>
          </a:prstGeom>
          <a:solidFill>
            <a:srgbClr val="F4F2FA"/>
          </a:solidFill>
          <a:ln>
            <a:noFill/>
          </a:ln>
        </p:spPr>
        <p:txBody>
          <a:bodyPr anchorCtr="0" anchor="ctr" bIns="73500" lIns="73500" spcFirstLastPara="1" rIns="73500" wrap="square" tIns="73500">
            <a:noAutofit/>
          </a:bodyPr>
          <a:lstStyle/>
          <a:p>
            <a:pPr indent="0" lvl="0" marL="0" rtl="0" algn="l">
              <a:spcBef>
                <a:spcPts val="0"/>
              </a:spcBef>
              <a:spcAft>
                <a:spcPts val="0"/>
              </a:spcAft>
              <a:buNone/>
            </a:pPr>
            <a:r>
              <a:t/>
            </a:r>
            <a:endParaRPr sz="1125"/>
          </a:p>
        </p:txBody>
      </p:sp>
      <p:sp>
        <p:nvSpPr>
          <p:cNvPr id="1094" name="Google Shape;1094;p99"/>
          <p:cNvSpPr/>
          <p:nvPr/>
        </p:nvSpPr>
        <p:spPr>
          <a:xfrm>
            <a:off x="2292703" y="4734347"/>
            <a:ext cx="2240400" cy="558300"/>
          </a:xfrm>
          <a:prstGeom prst="rect">
            <a:avLst/>
          </a:prstGeom>
          <a:noFill/>
          <a:ln>
            <a:noFill/>
          </a:ln>
        </p:spPr>
        <p:txBody>
          <a:bodyPr anchorCtr="0" anchor="ctr" bIns="25400" lIns="25400" spcFirstLastPara="1" rIns="25400" wrap="square" tIns="25400">
            <a:noAutofit/>
          </a:bodyPr>
          <a:lstStyle/>
          <a:p>
            <a:pPr indent="0" lvl="0" marL="0" marR="0" rtl="0" algn="l">
              <a:lnSpc>
                <a:spcPct val="140000"/>
              </a:lnSpc>
              <a:spcBef>
                <a:spcPts val="0"/>
              </a:spcBef>
              <a:spcAft>
                <a:spcPts val="0"/>
              </a:spcAft>
              <a:buClr>
                <a:srgbClr val="000033"/>
              </a:buClr>
              <a:buSzPts val="1500"/>
              <a:buFont typeface="Montserrat"/>
              <a:buNone/>
            </a:pPr>
            <a:r>
              <a:t/>
            </a:r>
            <a:endParaRPr sz="1900">
              <a:solidFill>
                <a:srgbClr val="000033"/>
              </a:solidFill>
              <a:latin typeface="Montserrat"/>
              <a:ea typeface="Montserrat"/>
              <a:cs typeface="Montserrat"/>
              <a:sym typeface="Montserrat"/>
            </a:endParaRPr>
          </a:p>
        </p:txBody>
      </p:sp>
      <p:sp>
        <p:nvSpPr>
          <p:cNvPr id="1095" name="Google Shape;1095;p99"/>
          <p:cNvSpPr/>
          <p:nvPr/>
        </p:nvSpPr>
        <p:spPr>
          <a:xfrm>
            <a:off x="984300" y="995575"/>
            <a:ext cx="14803500" cy="5583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00033"/>
              </a:buClr>
              <a:buSzPts val="6300"/>
              <a:buFont typeface="PT Serif"/>
              <a:buNone/>
            </a:pPr>
            <a:r>
              <a:rPr b="1" lang="en-US" sz="4200">
                <a:solidFill>
                  <a:srgbClr val="000033"/>
                </a:solidFill>
                <a:latin typeface="PT Serif"/>
                <a:ea typeface="PT Serif"/>
                <a:cs typeface="PT Serif"/>
                <a:sym typeface="PT Serif"/>
              </a:rPr>
              <a:t>Construimos </a:t>
            </a:r>
            <a:r>
              <a:rPr i="1" lang="en-US" sz="4200">
                <a:solidFill>
                  <a:srgbClr val="1717A7"/>
                </a:solidFill>
                <a:latin typeface="PT Serif"/>
                <a:ea typeface="PT Serif"/>
                <a:cs typeface="PT Serif"/>
                <a:sym typeface="PT Serif"/>
              </a:rPr>
              <a:t>7 soluciones </a:t>
            </a:r>
            <a:r>
              <a:rPr b="1" lang="en-US" sz="4200">
                <a:solidFill>
                  <a:srgbClr val="000033"/>
                </a:solidFill>
                <a:latin typeface="PT Serif"/>
                <a:ea typeface="PT Serif"/>
                <a:cs typeface="PT Serif"/>
                <a:sym typeface="PT Serif"/>
              </a:rPr>
              <a:t>funcionales en el primer AI-Powered Vibe Coding Workshop</a:t>
            </a:r>
            <a:endParaRPr b="1" sz="4200">
              <a:solidFill>
                <a:srgbClr val="000033"/>
              </a:solidFill>
              <a:latin typeface="PT Serif"/>
              <a:ea typeface="PT Serif"/>
              <a:cs typeface="PT Serif"/>
              <a:sym typeface="PT Serif"/>
            </a:endParaRPr>
          </a:p>
        </p:txBody>
      </p:sp>
      <p:sp>
        <p:nvSpPr>
          <p:cNvPr id="1096" name="Google Shape;1096;p99"/>
          <p:cNvSpPr/>
          <p:nvPr/>
        </p:nvSpPr>
        <p:spPr>
          <a:xfrm>
            <a:off x="1628375" y="2896550"/>
            <a:ext cx="9905100" cy="1624800"/>
          </a:xfrm>
          <a:prstGeom prst="rect">
            <a:avLst/>
          </a:prstGeom>
          <a:noFill/>
          <a:ln>
            <a:noFill/>
          </a:ln>
        </p:spPr>
        <p:txBody>
          <a:bodyPr anchorCtr="0" anchor="ctr" bIns="25400" lIns="25400" spcFirstLastPara="1" rIns="25400" wrap="square" tIns="25400">
            <a:noAutofit/>
          </a:bodyPr>
          <a:lstStyle/>
          <a:p>
            <a:pPr indent="0" lvl="0" marL="0" marR="0" rtl="0" algn="l">
              <a:lnSpc>
                <a:spcPct val="140000"/>
              </a:lnSpc>
              <a:spcBef>
                <a:spcPts val="0"/>
              </a:spcBef>
              <a:spcAft>
                <a:spcPts val="0"/>
              </a:spcAft>
              <a:buClr>
                <a:srgbClr val="000033"/>
              </a:buClr>
              <a:buSzPts val="1500"/>
              <a:buFont typeface="Montserrat"/>
              <a:buNone/>
            </a:pPr>
            <a:r>
              <a:rPr lang="en-US" sz="1700">
                <a:solidFill>
                  <a:srgbClr val="000033"/>
                </a:solidFill>
                <a:latin typeface="Montserrat"/>
                <a:ea typeface="Montserrat"/>
                <a:cs typeface="Montserrat"/>
                <a:sym typeface="Montserrat"/>
              </a:rPr>
              <a:t>Transformar </a:t>
            </a:r>
            <a:r>
              <a:rPr b="1" lang="en-US" sz="1700">
                <a:solidFill>
                  <a:srgbClr val="000033"/>
                </a:solidFill>
                <a:latin typeface="Montserrat"/>
                <a:ea typeface="Montserrat"/>
                <a:cs typeface="Montserrat"/>
                <a:sym typeface="Montserrat"/>
              </a:rPr>
              <a:t>ideas de negocio en soluciones funcionales en días,</a:t>
            </a:r>
            <a:r>
              <a:rPr lang="en-US" sz="1700">
                <a:solidFill>
                  <a:srgbClr val="000033"/>
                </a:solidFill>
                <a:latin typeface="Montserrat"/>
                <a:ea typeface="Montserrat"/>
                <a:cs typeface="Montserrat"/>
                <a:sym typeface="Montserrat"/>
              </a:rPr>
              <a:t> permitiendo que equipos no técnicos prototipen, validen y escalen iniciativas sin depender de ciclos técnicos tradicionales (TI).</a:t>
            </a:r>
            <a:endParaRPr sz="1700">
              <a:solidFill>
                <a:srgbClr val="000033"/>
              </a:solidFill>
              <a:latin typeface="Montserrat"/>
              <a:ea typeface="Montserrat"/>
              <a:cs typeface="Montserrat"/>
              <a:sym typeface="Montserrat"/>
            </a:endParaRPr>
          </a:p>
        </p:txBody>
      </p:sp>
      <p:sp>
        <p:nvSpPr>
          <p:cNvPr id="1097" name="Google Shape;1097;p99"/>
          <p:cNvSpPr/>
          <p:nvPr/>
        </p:nvSpPr>
        <p:spPr>
          <a:xfrm>
            <a:off x="1493036" y="6701168"/>
            <a:ext cx="2206200" cy="8127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A2779"/>
              </a:buClr>
              <a:buSzPts val="6375"/>
              <a:buFont typeface="Montserrat"/>
              <a:buNone/>
            </a:pPr>
            <a:r>
              <a:rPr b="1" lang="en-US" sz="4920">
                <a:solidFill>
                  <a:srgbClr val="1616C4"/>
                </a:solidFill>
                <a:latin typeface="Montserrat"/>
                <a:ea typeface="Montserrat"/>
                <a:cs typeface="Montserrat"/>
                <a:sym typeface="Montserrat"/>
              </a:rPr>
              <a:t>+1000</a:t>
            </a:r>
            <a:endParaRPr b="0" i="0" sz="4920" u="none" cap="none" strike="noStrike">
              <a:solidFill>
                <a:srgbClr val="1616C4"/>
              </a:solidFill>
              <a:latin typeface="Calibri"/>
              <a:ea typeface="Calibri"/>
              <a:cs typeface="Calibri"/>
              <a:sym typeface="Calibri"/>
            </a:endParaRPr>
          </a:p>
        </p:txBody>
      </p:sp>
      <p:sp>
        <p:nvSpPr>
          <p:cNvPr id="1098" name="Google Shape;1098;p99"/>
          <p:cNvSpPr/>
          <p:nvPr/>
        </p:nvSpPr>
        <p:spPr>
          <a:xfrm>
            <a:off x="3703595" y="6643250"/>
            <a:ext cx="4991100" cy="230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00033"/>
              </a:buClr>
              <a:buSzPts val="1262"/>
              <a:buFont typeface="Montserrat"/>
              <a:buNone/>
            </a:pPr>
            <a:r>
              <a:rPr b="1" lang="en-US" sz="1616">
                <a:solidFill>
                  <a:srgbClr val="000033"/>
                </a:solidFill>
                <a:latin typeface="Montserrat"/>
                <a:ea typeface="Montserrat"/>
                <a:cs typeface="Montserrat"/>
                <a:sym typeface="Montserrat"/>
              </a:rPr>
              <a:t>HORAS AHORRADAS AL MES </a:t>
            </a:r>
            <a:endParaRPr b="0" i="0" sz="1616" u="none" cap="none" strike="noStrike">
              <a:solidFill>
                <a:srgbClr val="000000"/>
              </a:solidFill>
              <a:latin typeface="Calibri"/>
              <a:ea typeface="Calibri"/>
              <a:cs typeface="Calibri"/>
              <a:sym typeface="Calibri"/>
            </a:endParaRPr>
          </a:p>
        </p:txBody>
      </p:sp>
      <p:sp>
        <p:nvSpPr>
          <p:cNvPr id="1099" name="Google Shape;1099;p99"/>
          <p:cNvSpPr/>
          <p:nvPr/>
        </p:nvSpPr>
        <p:spPr>
          <a:xfrm>
            <a:off x="3631200" y="6936895"/>
            <a:ext cx="5302500" cy="537300"/>
          </a:xfrm>
          <a:prstGeom prst="rect">
            <a:avLst/>
          </a:prstGeom>
          <a:noFill/>
          <a:ln>
            <a:noFill/>
          </a:ln>
        </p:spPr>
        <p:txBody>
          <a:bodyPr anchorCtr="0" anchor="ctr" bIns="22475" lIns="22475" spcFirstLastPara="1" rIns="22475" wrap="square" tIns="22475">
            <a:noAutofit/>
          </a:bodyPr>
          <a:lstStyle/>
          <a:p>
            <a:pPr indent="0" lvl="0" marL="0" rtl="0" algn="l">
              <a:lnSpc>
                <a:spcPct val="140000"/>
              </a:lnSpc>
              <a:spcBef>
                <a:spcPts val="0"/>
              </a:spcBef>
              <a:spcAft>
                <a:spcPts val="0"/>
              </a:spcAft>
              <a:buClr>
                <a:srgbClr val="3E3E3E"/>
              </a:buClr>
              <a:buSzPts val="1328"/>
              <a:buFont typeface="Montserrat"/>
              <a:buNone/>
            </a:pPr>
            <a:r>
              <a:rPr lang="en-US" sz="1328">
                <a:solidFill>
                  <a:srgbClr val="3E3E3E"/>
                </a:solidFill>
                <a:latin typeface="Montserrat"/>
                <a:ea typeface="Montserrat"/>
                <a:cs typeface="Montserrat"/>
                <a:sym typeface="Montserrat"/>
              </a:rPr>
              <a:t>En reporting manual, funciones repetitivas y operativas, entre todas las soluciones.</a:t>
            </a:r>
            <a:endParaRPr sz="952">
              <a:solidFill>
                <a:srgbClr val="3E3E3E"/>
              </a:solidFill>
              <a:latin typeface="Montserrat"/>
              <a:ea typeface="Montserrat"/>
              <a:cs typeface="Montserrat"/>
              <a:sym typeface="Montserrat"/>
            </a:endParaRPr>
          </a:p>
        </p:txBody>
      </p:sp>
      <p:sp>
        <p:nvSpPr>
          <p:cNvPr id="1100" name="Google Shape;1100;p99"/>
          <p:cNvSpPr/>
          <p:nvPr/>
        </p:nvSpPr>
        <p:spPr>
          <a:xfrm>
            <a:off x="1395734" y="7627511"/>
            <a:ext cx="7635300" cy="9600"/>
          </a:xfrm>
          <a:prstGeom prst="rect">
            <a:avLst/>
          </a:prstGeom>
          <a:solidFill>
            <a:srgbClr val="D7D7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99"/>
          <p:cNvSpPr/>
          <p:nvPr/>
        </p:nvSpPr>
        <p:spPr>
          <a:xfrm>
            <a:off x="3899959" y="7670643"/>
            <a:ext cx="12000" cy="1839900"/>
          </a:xfrm>
          <a:prstGeom prst="rect">
            <a:avLst/>
          </a:prstGeom>
          <a:solidFill>
            <a:srgbClr val="D7D7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99"/>
          <p:cNvSpPr/>
          <p:nvPr/>
        </p:nvSpPr>
        <p:spPr>
          <a:xfrm>
            <a:off x="1395734" y="7926362"/>
            <a:ext cx="365700" cy="399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D3171"/>
              </a:buClr>
              <a:buSzPts val="2850"/>
              <a:buFont typeface="Montserrat"/>
              <a:buNone/>
            </a:pPr>
            <a:r>
              <a:t/>
            </a:r>
            <a:endParaRPr b="0" i="0" sz="2850" u="none" cap="none" strike="noStrike">
              <a:solidFill>
                <a:srgbClr val="000000"/>
              </a:solidFill>
              <a:latin typeface="Calibri"/>
              <a:ea typeface="Calibri"/>
              <a:cs typeface="Calibri"/>
              <a:sym typeface="Calibri"/>
            </a:endParaRPr>
          </a:p>
        </p:txBody>
      </p:sp>
      <p:sp>
        <p:nvSpPr>
          <p:cNvPr id="1103" name="Google Shape;1103;p99"/>
          <p:cNvSpPr/>
          <p:nvPr/>
        </p:nvSpPr>
        <p:spPr>
          <a:xfrm>
            <a:off x="1522824" y="7704296"/>
            <a:ext cx="1542600" cy="480900"/>
          </a:xfrm>
          <a:prstGeom prst="rect">
            <a:avLst/>
          </a:prstGeom>
          <a:noFill/>
          <a:ln>
            <a:noFill/>
          </a:ln>
        </p:spPr>
        <p:txBody>
          <a:bodyPr anchorCtr="0" anchor="t" bIns="0" lIns="0" spcFirstLastPara="1" rIns="0" wrap="square" tIns="0">
            <a:noAutofit/>
          </a:bodyPr>
          <a:lstStyle/>
          <a:p>
            <a:pPr indent="-422275" lvl="0" marL="457200" marR="0" rtl="0" algn="l">
              <a:lnSpc>
                <a:spcPct val="100000"/>
              </a:lnSpc>
              <a:spcBef>
                <a:spcPts val="0"/>
              </a:spcBef>
              <a:spcAft>
                <a:spcPts val="0"/>
              </a:spcAft>
              <a:buClr>
                <a:srgbClr val="0A2779"/>
              </a:buClr>
              <a:buSzPts val="3050"/>
              <a:buFont typeface="Montserrat"/>
              <a:buChar char="+"/>
            </a:pPr>
            <a:r>
              <a:rPr b="1" lang="en-US" sz="3050">
                <a:solidFill>
                  <a:srgbClr val="0A2779"/>
                </a:solidFill>
                <a:latin typeface="Montserrat"/>
                <a:ea typeface="Montserrat"/>
                <a:cs typeface="Montserrat"/>
                <a:sym typeface="Montserrat"/>
              </a:rPr>
              <a:t>15</a:t>
            </a:r>
            <a:endParaRPr b="0" i="0" sz="3050" u="none" cap="none" strike="noStrike">
              <a:solidFill>
                <a:srgbClr val="000000"/>
              </a:solidFill>
              <a:latin typeface="Calibri"/>
              <a:ea typeface="Calibri"/>
              <a:cs typeface="Calibri"/>
              <a:sym typeface="Calibri"/>
            </a:endParaRPr>
          </a:p>
        </p:txBody>
      </p:sp>
      <p:sp>
        <p:nvSpPr>
          <p:cNvPr id="1104" name="Google Shape;1104;p99"/>
          <p:cNvSpPr/>
          <p:nvPr/>
        </p:nvSpPr>
        <p:spPr>
          <a:xfrm>
            <a:off x="1452894" y="8289861"/>
            <a:ext cx="2407800" cy="9732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3E3E3E"/>
              </a:buClr>
              <a:buSzPts val="1500"/>
              <a:buFont typeface="Montserrat"/>
              <a:buNone/>
            </a:pPr>
            <a:r>
              <a:rPr b="0" i="0" lang="en-US" sz="1500" u="none" cap="none" strike="noStrike">
                <a:solidFill>
                  <a:srgbClr val="3E3E3E"/>
                </a:solidFill>
                <a:latin typeface="Montserrat"/>
                <a:ea typeface="Montserrat"/>
                <a:cs typeface="Montserrat"/>
                <a:sym typeface="Montserrat"/>
              </a:rPr>
              <a:t>Participantes capacitados de las </a:t>
            </a:r>
            <a:r>
              <a:rPr lang="en-US" sz="1500">
                <a:solidFill>
                  <a:srgbClr val="3E3E3E"/>
                </a:solidFill>
                <a:latin typeface="Montserrat"/>
                <a:ea typeface="Montserrat"/>
                <a:cs typeface="Montserrat"/>
                <a:sym typeface="Montserrat"/>
              </a:rPr>
              <a:t>diferentes unidades de negocio de Intercorp</a:t>
            </a:r>
            <a:endParaRPr b="0" i="0" sz="1500" u="none" cap="none" strike="noStrike">
              <a:solidFill>
                <a:srgbClr val="000000"/>
              </a:solidFill>
              <a:latin typeface="Calibri"/>
              <a:ea typeface="Calibri"/>
              <a:cs typeface="Calibri"/>
              <a:sym typeface="Calibri"/>
            </a:endParaRPr>
          </a:p>
        </p:txBody>
      </p:sp>
      <p:sp>
        <p:nvSpPr>
          <p:cNvPr id="1105" name="Google Shape;1105;p99"/>
          <p:cNvSpPr/>
          <p:nvPr/>
        </p:nvSpPr>
        <p:spPr>
          <a:xfrm>
            <a:off x="6461084" y="7670643"/>
            <a:ext cx="12000" cy="1839900"/>
          </a:xfrm>
          <a:prstGeom prst="rect">
            <a:avLst/>
          </a:prstGeom>
          <a:solidFill>
            <a:srgbClr val="D7D7D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99"/>
          <p:cNvSpPr/>
          <p:nvPr/>
        </p:nvSpPr>
        <p:spPr>
          <a:xfrm>
            <a:off x="4149449" y="7689709"/>
            <a:ext cx="2215200" cy="3996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A2779"/>
              </a:buClr>
              <a:buSzPts val="2850"/>
              <a:buFont typeface="Montserrat"/>
              <a:buNone/>
            </a:pPr>
            <a:r>
              <a:rPr b="1" lang="en-US" sz="3050">
                <a:solidFill>
                  <a:srgbClr val="0A2779"/>
                </a:solidFill>
                <a:latin typeface="Montserrat"/>
                <a:ea typeface="Montserrat"/>
                <a:cs typeface="Montserrat"/>
                <a:sym typeface="Montserrat"/>
              </a:rPr>
              <a:t>4/5</a:t>
            </a:r>
            <a:endParaRPr b="0" i="0" sz="3050" u="none" cap="none" strike="noStrike">
              <a:solidFill>
                <a:srgbClr val="000000"/>
              </a:solidFill>
              <a:latin typeface="Calibri"/>
              <a:ea typeface="Calibri"/>
              <a:cs typeface="Calibri"/>
              <a:sym typeface="Calibri"/>
            </a:endParaRPr>
          </a:p>
        </p:txBody>
      </p:sp>
      <p:sp>
        <p:nvSpPr>
          <p:cNvPr id="1107" name="Google Shape;1107;p99"/>
          <p:cNvSpPr/>
          <p:nvPr/>
        </p:nvSpPr>
        <p:spPr>
          <a:xfrm>
            <a:off x="4149449" y="8289868"/>
            <a:ext cx="2215200" cy="11037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3E3E3E"/>
              </a:buClr>
              <a:buSzPts val="1500"/>
              <a:buFont typeface="Montserrat"/>
              <a:buNone/>
            </a:pPr>
            <a:r>
              <a:rPr lang="en-US" sz="1500">
                <a:solidFill>
                  <a:srgbClr val="3E3E3E"/>
                </a:solidFill>
                <a:latin typeface="Montserrat"/>
                <a:ea typeface="Montserrat"/>
                <a:cs typeface="Montserrat"/>
                <a:sym typeface="Montserrat"/>
              </a:rPr>
              <a:t>NPS en nuestras sesiones con los equipos </a:t>
            </a:r>
            <a:endParaRPr b="0" i="0" sz="1500" u="none" cap="none" strike="noStrike">
              <a:solidFill>
                <a:srgbClr val="000000"/>
              </a:solidFill>
              <a:latin typeface="Calibri"/>
              <a:ea typeface="Calibri"/>
              <a:cs typeface="Calibri"/>
              <a:sym typeface="Calibri"/>
            </a:endParaRPr>
          </a:p>
        </p:txBody>
      </p:sp>
      <p:sp>
        <p:nvSpPr>
          <p:cNvPr id="1108" name="Google Shape;1108;p99"/>
          <p:cNvSpPr/>
          <p:nvPr/>
        </p:nvSpPr>
        <p:spPr>
          <a:xfrm>
            <a:off x="6760630" y="7687419"/>
            <a:ext cx="1204800" cy="480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A2779"/>
              </a:buClr>
              <a:buSzPts val="2850"/>
              <a:buFont typeface="Montserrat"/>
              <a:buNone/>
            </a:pPr>
            <a:r>
              <a:rPr b="1" lang="en-US" sz="3050">
                <a:solidFill>
                  <a:srgbClr val="0A2779"/>
                </a:solidFill>
                <a:latin typeface="Montserrat"/>
                <a:ea typeface="Montserrat"/>
                <a:cs typeface="Montserrat"/>
                <a:sym typeface="Montserrat"/>
              </a:rPr>
              <a:t>7</a:t>
            </a:r>
            <a:endParaRPr b="0" i="0" sz="3050" u="none" cap="none" strike="noStrike">
              <a:solidFill>
                <a:srgbClr val="000000"/>
              </a:solidFill>
              <a:latin typeface="Calibri"/>
              <a:ea typeface="Calibri"/>
              <a:cs typeface="Calibri"/>
              <a:sym typeface="Calibri"/>
            </a:endParaRPr>
          </a:p>
        </p:txBody>
      </p:sp>
      <p:sp>
        <p:nvSpPr>
          <p:cNvPr id="1109" name="Google Shape;1109;p99"/>
          <p:cNvSpPr/>
          <p:nvPr/>
        </p:nvSpPr>
        <p:spPr>
          <a:xfrm>
            <a:off x="6710584" y="8289865"/>
            <a:ext cx="2416800" cy="1103700"/>
          </a:xfrm>
          <a:prstGeom prst="rect">
            <a:avLst/>
          </a:prstGeom>
          <a:noFill/>
          <a:ln>
            <a:noFill/>
          </a:ln>
        </p:spPr>
        <p:txBody>
          <a:bodyPr anchorCtr="0" anchor="t" bIns="25400" lIns="25400" spcFirstLastPara="1" rIns="25400" wrap="square" tIns="25400">
            <a:noAutofit/>
          </a:bodyPr>
          <a:lstStyle/>
          <a:p>
            <a:pPr indent="0" lvl="0" marL="0" marR="0" rtl="0" algn="l">
              <a:lnSpc>
                <a:spcPct val="140000"/>
              </a:lnSpc>
              <a:spcBef>
                <a:spcPts val="0"/>
              </a:spcBef>
              <a:spcAft>
                <a:spcPts val="0"/>
              </a:spcAft>
              <a:buClr>
                <a:srgbClr val="3E3E3E"/>
              </a:buClr>
              <a:buSzPts val="1500"/>
              <a:buFont typeface="Montserrat"/>
              <a:buNone/>
            </a:pPr>
            <a:r>
              <a:rPr b="0" i="0" lang="en-US" sz="1500" u="none" cap="none" strike="noStrike">
                <a:solidFill>
                  <a:srgbClr val="3E3E3E"/>
                </a:solidFill>
                <a:latin typeface="Montserrat"/>
                <a:ea typeface="Montserrat"/>
                <a:cs typeface="Montserrat"/>
                <a:sym typeface="Montserrat"/>
              </a:rPr>
              <a:t>Oportunidades de escalamiento priorizadas</a:t>
            </a:r>
            <a:endParaRPr b="0" i="0" sz="1500" u="none" cap="none" strike="noStrike">
              <a:solidFill>
                <a:srgbClr val="000000"/>
              </a:solidFill>
              <a:latin typeface="Calibri"/>
              <a:ea typeface="Calibri"/>
              <a:cs typeface="Calibri"/>
              <a:sym typeface="Calibri"/>
            </a:endParaRPr>
          </a:p>
        </p:txBody>
      </p:sp>
      <p:pic>
        <p:nvPicPr>
          <p:cNvPr id="1110" name="Google Shape;1110;p99"/>
          <p:cNvPicPr preferRelativeResize="0"/>
          <p:nvPr/>
        </p:nvPicPr>
        <p:blipFill rotWithShape="1">
          <a:blip r:embed="rId3">
            <a:alphaModFix/>
          </a:blip>
          <a:srcRect b="21580" l="601" r="808" t="13866"/>
          <a:stretch/>
        </p:blipFill>
        <p:spPr>
          <a:xfrm>
            <a:off x="9193016" y="6360597"/>
            <a:ext cx="5367300" cy="3438000"/>
          </a:xfrm>
          <a:prstGeom prst="roundRect">
            <a:avLst>
              <a:gd fmla="val 6808" name="adj"/>
            </a:avLst>
          </a:prstGeom>
          <a:noFill/>
          <a:ln>
            <a:noFill/>
          </a:ln>
          <a:effectLst>
            <a:outerShdw blurRad="157163" rotWithShape="0" algn="bl" dir="5580000" dist="47625">
              <a:srgbClr val="000000">
                <a:alpha val="40000"/>
              </a:srgbClr>
            </a:outerShdw>
          </a:effectLst>
        </p:spPr>
      </p:pic>
      <p:pic>
        <p:nvPicPr>
          <p:cNvPr id="1111" name="Google Shape;1111;p99"/>
          <p:cNvPicPr preferRelativeResize="0"/>
          <p:nvPr/>
        </p:nvPicPr>
        <p:blipFill rotWithShape="1">
          <a:blip r:embed="rId4">
            <a:alphaModFix/>
          </a:blip>
          <a:srcRect b="11848" l="0" r="0" t="0"/>
          <a:stretch/>
        </p:blipFill>
        <p:spPr>
          <a:xfrm>
            <a:off x="12666133" y="1859501"/>
            <a:ext cx="5367300" cy="3233400"/>
          </a:xfrm>
          <a:prstGeom prst="roundRect">
            <a:avLst>
              <a:gd fmla="val 8133" name="adj"/>
            </a:avLst>
          </a:prstGeom>
          <a:noFill/>
          <a:ln>
            <a:noFill/>
          </a:ln>
          <a:effectLst>
            <a:outerShdw blurRad="157163" rotWithShape="0" algn="bl" dir="5580000" dist="47625">
              <a:srgbClr val="000000">
                <a:alpha val="50000"/>
              </a:srgbClr>
            </a:outerShdw>
          </a:effectLst>
        </p:spPr>
      </p:pic>
      <p:sp>
        <p:nvSpPr>
          <p:cNvPr id="1112" name="Google Shape;1112;p99"/>
          <p:cNvSpPr/>
          <p:nvPr/>
        </p:nvSpPr>
        <p:spPr>
          <a:xfrm>
            <a:off x="1659650" y="2652225"/>
            <a:ext cx="7935600" cy="3417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05058C"/>
              </a:buClr>
              <a:buSzPts val="1650"/>
              <a:buFont typeface="Montserrat"/>
              <a:buNone/>
            </a:pPr>
            <a:r>
              <a:rPr b="1" i="0" lang="en-US" sz="2000" u="none" cap="none" strike="noStrike">
                <a:solidFill>
                  <a:srgbClr val="05058C"/>
                </a:solidFill>
                <a:latin typeface="Montserrat"/>
                <a:ea typeface="Montserrat"/>
                <a:cs typeface="Montserrat"/>
                <a:sym typeface="Montserrat"/>
              </a:rPr>
              <a:t>El reto</a:t>
            </a:r>
            <a:endParaRPr b="0" i="0" sz="2000" u="none" cap="none" strike="noStrike">
              <a:solidFill>
                <a:schemeClr val="dk1"/>
              </a:solidFill>
              <a:latin typeface="Calibri"/>
              <a:ea typeface="Calibri"/>
              <a:cs typeface="Calibri"/>
              <a:sym typeface="Calibri"/>
            </a:endParaRPr>
          </a:p>
        </p:txBody>
      </p:sp>
      <p:pic>
        <p:nvPicPr>
          <p:cNvPr id="1113" name="Google Shape;1113;p99" title="IMG_5618.JPG"/>
          <p:cNvPicPr preferRelativeResize="0"/>
          <p:nvPr/>
        </p:nvPicPr>
        <p:blipFill rotWithShape="1">
          <a:blip r:embed="rId5">
            <a:alphaModFix/>
          </a:blip>
          <a:srcRect b="0" l="8055" r="13667" t="0"/>
          <a:stretch/>
        </p:blipFill>
        <p:spPr>
          <a:xfrm>
            <a:off x="11624903" y="3945848"/>
            <a:ext cx="4352700" cy="4170600"/>
          </a:xfrm>
          <a:prstGeom prst="roundRect">
            <a:avLst>
              <a:gd fmla="val 5335" name="adj"/>
            </a:avLst>
          </a:prstGeom>
          <a:solidFill>
            <a:srgbClr val="F1F0FF"/>
          </a:solidFill>
          <a:ln>
            <a:noFill/>
          </a:ln>
          <a:effectLst>
            <a:outerShdw blurRad="157163" rotWithShape="0" algn="bl" dir="5580000" dist="47625">
              <a:srgbClr val="0D3171">
                <a:alpha val="30000"/>
              </a:srgbClr>
            </a:outerShdw>
          </a:effectLst>
        </p:spPr>
      </p:pic>
      <p:sp>
        <p:nvSpPr>
          <p:cNvPr id="1114" name="Google Shape;1114;p99"/>
          <p:cNvSpPr txBox="1"/>
          <p:nvPr/>
        </p:nvSpPr>
        <p:spPr>
          <a:xfrm>
            <a:off x="1628375" y="4911500"/>
            <a:ext cx="9581400" cy="812700"/>
          </a:xfrm>
          <a:prstGeom prst="rect">
            <a:avLst/>
          </a:prstGeom>
          <a:noFill/>
          <a:ln>
            <a:noFill/>
          </a:ln>
        </p:spPr>
        <p:txBody>
          <a:bodyPr anchorCtr="0" anchor="ctr" bIns="91425" lIns="91425" spcFirstLastPara="1" rIns="91425" wrap="square" tIns="91425">
            <a:spAutoFit/>
          </a:bodyPr>
          <a:lstStyle/>
          <a:p>
            <a:pPr indent="0" lvl="0" marL="0" marR="0" rtl="0" algn="l">
              <a:lnSpc>
                <a:spcPct val="140000"/>
              </a:lnSpc>
              <a:spcBef>
                <a:spcPts val="0"/>
              </a:spcBef>
              <a:spcAft>
                <a:spcPts val="0"/>
              </a:spcAft>
              <a:buClr>
                <a:srgbClr val="000033"/>
              </a:buClr>
              <a:buSzPts val="1500"/>
              <a:buFont typeface="Montserrat"/>
              <a:buNone/>
            </a:pPr>
            <a:r>
              <a:rPr lang="en-US" sz="1700">
                <a:solidFill>
                  <a:srgbClr val="000033"/>
                </a:solidFill>
                <a:latin typeface="Montserrat"/>
                <a:ea typeface="Montserrat"/>
                <a:cs typeface="Montserrat"/>
                <a:sym typeface="Montserrat"/>
              </a:rPr>
              <a:t>Programa para convertir equipos de negocio en “AI Builders” con VS code, capaces de crear automatizaciones y herramientas propias.</a:t>
            </a:r>
            <a:endParaRPr sz="1700">
              <a:solidFill>
                <a:srgbClr val="000033"/>
              </a:solidFill>
              <a:latin typeface="Montserrat"/>
              <a:ea typeface="Montserrat"/>
              <a:cs typeface="Montserrat"/>
              <a:sym typeface="Montserrat"/>
            </a:endParaRPr>
          </a:p>
        </p:txBody>
      </p:sp>
      <p:sp>
        <p:nvSpPr>
          <p:cNvPr id="1115" name="Google Shape;1115;p99"/>
          <p:cNvSpPr/>
          <p:nvPr/>
        </p:nvSpPr>
        <p:spPr>
          <a:xfrm>
            <a:off x="1659650" y="4547114"/>
            <a:ext cx="9337200" cy="341700"/>
          </a:xfrm>
          <a:prstGeom prst="rect">
            <a:avLst/>
          </a:prstGeom>
          <a:noFill/>
          <a:ln>
            <a:noFill/>
          </a:ln>
        </p:spPr>
        <p:txBody>
          <a:bodyPr anchorCtr="0" anchor="t" bIns="25400" lIns="25400" spcFirstLastPara="1" rIns="25400" wrap="square" tIns="25400">
            <a:noAutofit/>
          </a:bodyPr>
          <a:lstStyle/>
          <a:p>
            <a:pPr indent="0" lvl="0" marL="0" marR="0" rtl="0" algn="l">
              <a:lnSpc>
                <a:spcPct val="100000"/>
              </a:lnSpc>
              <a:spcBef>
                <a:spcPts val="0"/>
              </a:spcBef>
              <a:spcAft>
                <a:spcPts val="0"/>
              </a:spcAft>
              <a:buClr>
                <a:srgbClr val="05058C"/>
              </a:buClr>
              <a:buSzPts val="1650"/>
              <a:buFont typeface="Montserrat"/>
              <a:buNone/>
            </a:pPr>
            <a:r>
              <a:rPr b="1" lang="en-US" sz="2000">
                <a:solidFill>
                  <a:srgbClr val="05058C"/>
                </a:solidFill>
                <a:latin typeface="Montserrat"/>
                <a:ea typeface="Montserrat"/>
                <a:cs typeface="Montserrat"/>
                <a:sym typeface="Montserrat"/>
              </a:rPr>
              <a:t>La Solución</a:t>
            </a:r>
            <a:endParaRPr b="1" sz="2000">
              <a:solidFill>
                <a:srgbClr val="05058C"/>
              </a:solidFill>
              <a:latin typeface="Montserrat"/>
              <a:ea typeface="Montserrat"/>
              <a:cs typeface="Montserrat"/>
              <a:sym typeface="Montserrat"/>
            </a:endParaRPr>
          </a:p>
          <a:p>
            <a:pPr indent="0" lvl="0" marL="0" marR="0" rtl="0" algn="l">
              <a:lnSpc>
                <a:spcPct val="100000"/>
              </a:lnSpc>
              <a:spcBef>
                <a:spcPts val="0"/>
              </a:spcBef>
              <a:spcAft>
                <a:spcPts val="0"/>
              </a:spcAft>
              <a:buClr>
                <a:srgbClr val="05058C"/>
              </a:buClr>
              <a:buSzPts val="1650"/>
              <a:buFont typeface="Montserrat"/>
              <a:buNone/>
            </a:pPr>
            <a:r>
              <a:t/>
            </a:r>
            <a:endParaRPr b="1" sz="2000">
              <a:solidFill>
                <a:srgbClr val="05058C"/>
              </a:solidFill>
              <a:latin typeface="Montserrat"/>
              <a:ea typeface="Montserrat"/>
              <a:cs typeface="Montserrat"/>
              <a:sym typeface="Montserrat"/>
            </a:endParaRPr>
          </a:p>
        </p:txBody>
      </p:sp>
      <p:sp>
        <p:nvSpPr>
          <p:cNvPr id="1116" name="Google Shape;1116;p99"/>
          <p:cNvSpPr/>
          <p:nvPr/>
        </p:nvSpPr>
        <p:spPr>
          <a:xfrm>
            <a:off x="1659649" y="5960675"/>
            <a:ext cx="7286700" cy="177900"/>
          </a:xfrm>
          <a:prstGeom prst="rect">
            <a:avLst/>
          </a:prstGeom>
          <a:noFill/>
          <a:ln>
            <a:noFill/>
          </a:ln>
        </p:spPr>
        <p:txBody>
          <a:bodyPr anchorCtr="0" anchor="t" bIns="20425" lIns="20425" spcFirstLastPara="1" rIns="20425" wrap="square" tIns="20425">
            <a:noAutofit/>
          </a:bodyPr>
          <a:lstStyle/>
          <a:p>
            <a:pPr indent="0" lvl="0" marL="0" marR="0" rtl="0" algn="l">
              <a:spcBef>
                <a:spcPts val="0"/>
              </a:spcBef>
              <a:spcAft>
                <a:spcPts val="0"/>
              </a:spcAft>
              <a:buClr>
                <a:srgbClr val="000033"/>
              </a:buClr>
              <a:buSzPts val="1326"/>
              <a:buFont typeface="Montserrat"/>
              <a:buNone/>
            </a:pPr>
            <a:r>
              <a:rPr b="1" lang="en-US" sz="2026">
                <a:solidFill>
                  <a:srgbClr val="100FA8"/>
                </a:solidFill>
                <a:latin typeface="Montserrat"/>
                <a:ea typeface="Montserrat"/>
                <a:cs typeface="Montserrat"/>
                <a:sym typeface="Montserrat"/>
              </a:rPr>
              <a:t>Resultados</a:t>
            </a:r>
            <a:endParaRPr b="1" sz="2026">
              <a:solidFill>
                <a:srgbClr val="100FA8"/>
              </a:solidFill>
              <a:latin typeface="Montserrat"/>
              <a:ea typeface="Montserrat"/>
              <a:cs typeface="Montserrat"/>
              <a:sym typeface="Montserrat"/>
            </a:endParaRPr>
          </a:p>
        </p:txBody>
      </p:sp>
      <p:sp>
        <p:nvSpPr>
          <p:cNvPr id="1117" name="Google Shape;1117;p99"/>
          <p:cNvSpPr/>
          <p:nvPr/>
        </p:nvSpPr>
        <p:spPr>
          <a:xfrm>
            <a:off x="984375" y="2591615"/>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18" name="Google Shape;1118;p99"/>
          <p:cNvPicPr preferRelativeResize="0"/>
          <p:nvPr/>
        </p:nvPicPr>
        <p:blipFill rotWithShape="1">
          <a:blip r:embed="rId6">
            <a:alphaModFix/>
          </a:blip>
          <a:srcRect b="0" l="0" r="0" t="0"/>
          <a:stretch/>
        </p:blipFill>
        <p:spPr>
          <a:xfrm>
            <a:off x="1127250" y="2734490"/>
            <a:ext cx="304800" cy="304800"/>
          </a:xfrm>
          <a:prstGeom prst="rect">
            <a:avLst/>
          </a:prstGeom>
          <a:noFill/>
          <a:ln>
            <a:noFill/>
          </a:ln>
        </p:spPr>
      </p:pic>
      <p:sp>
        <p:nvSpPr>
          <p:cNvPr id="1119" name="Google Shape;1119;p99"/>
          <p:cNvSpPr/>
          <p:nvPr/>
        </p:nvSpPr>
        <p:spPr>
          <a:xfrm>
            <a:off x="984375" y="5866684"/>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20" name="Google Shape;1120;p99"/>
          <p:cNvPicPr preferRelativeResize="0"/>
          <p:nvPr/>
        </p:nvPicPr>
        <p:blipFill rotWithShape="1">
          <a:blip r:embed="rId7">
            <a:alphaModFix/>
          </a:blip>
          <a:srcRect b="0" l="0" r="0" t="0"/>
          <a:stretch/>
        </p:blipFill>
        <p:spPr>
          <a:xfrm>
            <a:off x="1127250" y="6009559"/>
            <a:ext cx="304800" cy="304800"/>
          </a:xfrm>
          <a:prstGeom prst="rect">
            <a:avLst/>
          </a:prstGeom>
          <a:noFill/>
          <a:ln>
            <a:noFill/>
          </a:ln>
        </p:spPr>
      </p:pic>
      <p:sp>
        <p:nvSpPr>
          <p:cNvPr id="1121" name="Google Shape;1121;p99"/>
          <p:cNvSpPr/>
          <p:nvPr/>
        </p:nvSpPr>
        <p:spPr>
          <a:xfrm>
            <a:off x="984375" y="4496447"/>
            <a:ext cx="590700" cy="590700"/>
          </a:xfrm>
          <a:prstGeom prst="roundRect">
            <a:avLst>
              <a:gd fmla="val 22581" name="adj"/>
            </a:avLst>
          </a:prstGeom>
          <a:solidFill>
            <a:srgbClr val="FFFFFF"/>
          </a:solidFill>
          <a:ln>
            <a:noFill/>
          </a:ln>
          <a:effectLst>
            <a:outerShdw blurRad="152400" rotWithShape="0" algn="bl" dir="5400000" dist="57150">
              <a:srgbClr val="000033">
                <a:alpha val="251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22" name="Google Shape;1122;p99"/>
          <p:cNvPicPr preferRelativeResize="0"/>
          <p:nvPr/>
        </p:nvPicPr>
        <p:blipFill rotWithShape="1">
          <a:blip r:embed="rId8">
            <a:alphaModFix/>
          </a:blip>
          <a:srcRect b="0" l="0" r="0" t="0"/>
          <a:stretch/>
        </p:blipFill>
        <p:spPr>
          <a:xfrm>
            <a:off x="1127250" y="4639322"/>
            <a:ext cx="304800" cy="304800"/>
          </a:xfrm>
          <a:prstGeom prst="rect">
            <a:avLst/>
          </a:prstGeom>
          <a:noFill/>
          <a:ln>
            <a:noFill/>
          </a:ln>
        </p:spPr>
      </p:pic>
      <p:sp>
        <p:nvSpPr>
          <p:cNvPr id="1123" name="Google Shape;1123;p99"/>
          <p:cNvSpPr txBox="1"/>
          <p:nvPr/>
        </p:nvSpPr>
        <p:spPr>
          <a:xfrm>
            <a:off x="983197" y="420350"/>
            <a:ext cx="7506600" cy="547800"/>
          </a:xfrm>
          <a:prstGeom prst="rect">
            <a:avLst/>
          </a:prstGeom>
          <a:noFill/>
          <a:ln>
            <a:noFill/>
          </a:ln>
        </p:spPr>
        <p:txBody>
          <a:bodyPr anchorCtr="0" anchor="ctr" bIns="82250" lIns="164550" spcFirstLastPara="1" rIns="164550" wrap="square" tIns="82250">
            <a:noAutofit/>
          </a:bodyPr>
          <a:lstStyle/>
          <a:p>
            <a:pPr indent="0" lvl="0" marL="0" rtl="0" algn="l">
              <a:lnSpc>
                <a:spcPct val="90000"/>
              </a:lnSpc>
              <a:spcBef>
                <a:spcPts val="0"/>
              </a:spcBef>
              <a:spcAft>
                <a:spcPts val="0"/>
              </a:spcAft>
              <a:buNone/>
            </a:pPr>
            <a:r>
              <a:rPr b="1" lang="en-US" sz="3000">
                <a:solidFill>
                  <a:schemeClr val="dk2"/>
                </a:solidFill>
                <a:latin typeface="PT Serif"/>
                <a:ea typeface="PT Serif"/>
                <a:cs typeface="PT Serif"/>
                <a:sym typeface="PT Serif"/>
              </a:rPr>
              <a:t>Nivel 4</a:t>
            </a:r>
            <a:endParaRPr b="1" sz="3000">
              <a:solidFill>
                <a:schemeClr val="dk2"/>
              </a:solidFill>
              <a:latin typeface="PT Serif"/>
              <a:ea typeface="PT Serif"/>
              <a:cs typeface="PT Serif"/>
              <a:sym typeface="PT Serif"/>
            </a:endParaRPr>
          </a:p>
        </p:txBody>
      </p:sp>
      <p:pic>
        <p:nvPicPr>
          <p:cNvPr id="1124" name="Google Shape;1124;p99"/>
          <p:cNvPicPr preferRelativeResize="0"/>
          <p:nvPr/>
        </p:nvPicPr>
        <p:blipFill>
          <a:blip r:embed="rId9">
            <a:alphaModFix/>
          </a:blip>
          <a:stretch>
            <a:fillRect/>
          </a:stretch>
        </p:blipFill>
        <p:spPr>
          <a:xfrm>
            <a:off x="13644468" y="568550"/>
            <a:ext cx="1783121" cy="399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100"/>
          <p:cNvSpPr txBox="1"/>
          <p:nvPr/>
        </p:nvSpPr>
        <p:spPr>
          <a:xfrm>
            <a:off x="2984626" y="8876888"/>
            <a:ext cx="12318600" cy="600600"/>
          </a:xfrm>
          <a:prstGeom prst="rect">
            <a:avLst/>
          </a:prstGeom>
          <a:noFill/>
          <a:ln>
            <a:noFill/>
          </a:ln>
        </p:spPr>
        <p:txBody>
          <a:bodyPr anchorCtr="0" anchor="ctr" bIns="137150" lIns="137150" spcFirstLastPara="1" rIns="137150" wrap="square" tIns="137150">
            <a:noAutofit/>
          </a:bodyPr>
          <a:lstStyle/>
          <a:p>
            <a:pPr indent="0" lvl="0" marL="0" marR="0" rtl="0" algn="ctr">
              <a:lnSpc>
                <a:spcPct val="100000"/>
              </a:lnSpc>
              <a:spcBef>
                <a:spcPts val="0"/>
              </a:spcBef>
              <a:spcAft>
                <a:spcPts val="0"/>
              </a:spcAft>
              <a:buClr>
                <a:srgbClr val="000000"/>
              </a:buClr>
              <a:buSzPts val="2400"/>
              <a:buFont typeface="Arial"/>
              <a:buNone/>
            </a:pPr>
            <a:r>
              <a:rPr b="0" i="0" lang="en-US" sz="2400" u="none" cap="none" strike="noStrike">
                <a:solidFill>
                  <a:srgbClr val="000033"/>
                </a:solidFill>
                <a:latin typeface="Montserrat"/>
                <a:ea typeface="Montserrat"/>
                <a:cs typeface="Montserrat"/>
                <a:sym typeface="Montserrat"/>
              </a:rPr>
              <a:t>neoconsulting.ai</a:t>
            </a:r>
            <a:endParaRPr b="0" i="0" sz="2400" u="none" cap="none" strike="noStrike">
              <a:solidFill>
                <a:srgbClr val="000033"/>
              </a:solidFill>
              <a:latin typeface="Montserrat"/>
              <a:ea typeface="Montserrat"/>
              <a:cs typeface="Montserrat"/>
              <a:sym typeface="Montserrat"/>
            </a:endParaRPr>
          </a:p>
        </p:txBody>
      </p:sp>
      <p:pic>
        <p:nvPicPr>
          <p:cNvPr id="1131" name="Google Shape;1131;p100"/>
          <p:cNvPicPr preferRelativeResize="0"/>
          <p:nvPr/>
        </p:nvPicPr>
        <p:blipFill rotWithShape="1">
          <a:blip r:embed="rId3">
            <a:alphaModFix/>
          </a:blip>
          <a:srcRect b="0" l="0" r="0" t="0"/>
          <a:stretch/>
        </p:blipFill>
        <p:spPr>
          <a:xfrm>
            <a:off x="8270008" y="4925000"/>
            <a:ext cx="1748000" cy="5424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33"/>
      </a:dk1>
      <a:lt1>
        <a:srgbClr val="4D4D70"/>
      </a:lt1>
      <a:dk2>
        <a:srgbClr val="9999AD"/>
      </a:dk2>
      <a:lt2>
        <a:srgbClr val="F4F2FA"/>
      </a:lt2>
      <a:accent1>
        <a:srgbClr val="FFFFFF"/>
      </a:accent1>
      <a:accent2>
        <a:srgbClr val="05058C"/>
      </a:accent2>
      <a:accent3>
        <a:srgbClr val="56E976"/>
      </a:accent3>
      <a:accent4>
        <a:srgbClr val="49C7FD"/>
      </a:accent4>
      <a:accent5>
        <a:srgbClr val="FFEE53"/>
      </a:accent5>
      <a:accent6>
        <a:srgbClr val="EC9D3E"/>
      </a:accent6>
      <a:hlink>
        <a:srgbClr val="D258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Nuevo Logo - NEO">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