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Lst>
  <p:sldSz cy="5143500" cx="9144000"/>
  <p:notesSz cx="5143500" cy="9144000"/>
  <p:embeddedFontLst>
    <p:embeddedFont>
      <p:font typeface="Montserrat SemiBold"/>
      <p:regular r:id="rId49"/>
      <p:bold r:id="rId50"/>
      <p:italic r:id="rId51"/>
      <p:boldItalic r:id="rId52"/>
    </p:embeddedFont>
    <p:embeddedFont>
      <p:font typeface="Montserrat"/>
      <p:regular r:id="rId53"/>
      <p:bold r:id="rId54"/>
      <p:italic r:id="rId55"/>
      <p:boldItalic r:id="rId56"/>
    </p:embeddedFont>
    <p:embeddedFont>
      <p:font typeface="Montserrat Black"/>
      <p:bold r:id="rId57"/>
      <p:boldItalic r:id="rId58"/>
    </p:embeddedFont>
    <p:embeddedFont>
      <p:font typeface="Montserrat Medium"/>
      <p:regular r:id="rId59"/>
      <p:bold r:id="rId60"/>
      <p:italic r:id="rId61"/>
      <p:boldItalic r:id="rId62"/>
    </p:embeddedFont>
    <p:embeddedFont>
      <p:font typeface="Montserrat ExtraBold"/>
      <p:bold r:id="rId63"/>
      <p:boldItalic r:id="rId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5" roundtripDataSignature="AMtx7miIdJU+/CJ6XSM/FTSBvuQ0IV175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font" Target="fonts/MontserratSemiBold-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font" Target="fonts/MontserratMedium-boldItalic.fntdata"/><Relationship Id="rId61" Type="http://schemas.openxmlformats.org/officeDocument/2006/relationships/font" Target="fonts/MontserratMedium-italic.fntdata"/><Relationship Id="rId20" Type="http://schemas.openxmlformats.org/officeDocument/2006/relationships/slide" Target="slides/slide15.xml"/><Relationship Id="rId64" Type="http://schemas.openxmlformats.org/officeDocument/2006/relationships/font" Target="fonts/MontserratExtraBold-boldItalic.fntdata"/><Relationship Id="rId63" Type="http://schemas.openxmlformats.org/officeDocument/2006/relationships/font" Target="fonts/MontserratExtraBold-bold.fntdata"/><Relationship Id="rId22" Type="http://schemas.openxmlformats.org/officeDocument/2006/relationships/slide" Target="slides/slide17.xml"/><Relationship Id="rId21" Type="http://schemas.openxmlformats.org/officeDocument/2006/relationships/slide" Target="slides/slide16.xml"/><Relationship Id="rId65" Type="http://customschemas.google.com/relationships/presentationmetadata" Target="metadata"/><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font" Target="fonts/MontserratMedium-bold.fntdata"/><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MontserratSemiBold-italic.fntdata"/><Relationship Id="rId50" Type="http://schemas.openxmlformats.org/officeDocument/2006/relationships/font" Target="fonts/MontserratSemiBold-bold.fntdata"/><Relationship Id="rId53" Type="http://schemas.openxmlformats.org/officeDocument/2006/relationships/font" Target="fonts/Montserrat-regular.fntdata"/><Relationship Id="rId52" Type="http://schemas.openxmlformats.org/officeDocument/2006/relationships/font" Target="fonts/MontserratSemiBold-boldItalic.fntdata"/><Relationship Id="rId11" Type="http://schemas.openxmlformats.org/officeDocument/2006/relationships/slide" Target="slides/slide6.xml"/><Relationship Id="rId55" Type="http://schemas.openxmlformats.org/officeDocument/2006/relationships/font" Target="fonts/Montserrat-italic.fntdata"/><Relationship Id="rId10" Type="http://schemas.openxmlformats.org/officeDocument/2006/relationships/slide" Target="slides/slide5.xml"/><Relationship Id="rId54" Type="http://schemas.openxmlformats.org/officeDocument/2006/relationships/font" Target="fonts/Montserrat-bold.fntdata"/><Relationship Id="rId13" Type="http://schemas.openxmlformats.org/officeDocument/2006/relationships/slide" Target="slides/slide8.xml"/><Relationship Id="rId57" Type="http://schemas.openxmlformats.org/officeDocument/2006/relationships/font" Target="fonts/MontserratBlack-bold.fntdata"/><Relationship Id="rId12" Type="http://schemas.openxmlformats.org/officeDocument/2006/relationships/slide" Target="slides/slide7.xml"/><Relationship Id="rId56" Type="http://schemas.openxmlformats.org/officeDocument/2006/relationships/font" Target="fonts/Montserrat-boldItalic.fntdata"/><Relationship Id="rId15" Type="http://schemas.openxmlformats.org/officeDocument/2006/relationships/slide" Target="slides/slide10.xml"/><Relationship Id="rId59" Type="http://schemas.openxmlformats.org/officeDocument/2006/relationships/font" Target="fonts/MontserratMedium-regular.fntdata"/><Relationship Id="rId14" Type="http://schemas.openxmlformats.org/officeDocument/2006/relationships/slide" Target="slides/slide9.xml"/><Relationship Id="rId58" Type="http://schemas.openxmlformats.org/officeDocument/2006/relationships/font" Target="fonts/MontserratBlack-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27" name="Google Shape;27;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g3f8da4ebb8d_0_85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g3f8da4ebb8d_0_859: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f8da4ebb8d_0_87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g3f8da4ebb8d_0_87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9" name="Google Shape;59;g3f8da4ebb8d_0_87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f8da4ebb8d_0_89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g3f8da4ebb8d_0_89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6" name="Google Shape;76;g3f8da4ebb8d_0_89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f8da4ebb8d_0_910: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g3f8da4ebb8d_0_910: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3" name="Google Shape;93;g3f8da4ebb8d_0_910: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f8da4ebb8d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g3f8da4ebb8d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g3f8da4ebb8d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f8da4ebb8d_0_1173:notes"/>
          <p:cNvSpPr/>
          <p:nvPr>
            <p:ph idx="2" type="sldImg"/>
          </p:nvPr>
        </p:nvSpPr>
        <p:spPr>
          <a:xfrm>
            <a:off x="51435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6" name="Google Shape;206;g3f8da4ebb8d_0_1173:notes"/>
          <p:cNvSpPr txBox="1"/>
          <p:nvPr>
            <p:ph idx="1" type="body"/>
          </p:nvPr>
        </p:nvSpPr>
        <p:spPr>
          <a:xfrm>
            <a:off x="514350" y="3300413"/>
            <a:ext cx="4114800" cy="27006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SzPts val="1400"/>
              <a:buNone/>
            </a:pPr>
            <a:r>
              <a:t/>
            </a:r>
            <a:endParaRPr/>
          </a:p>
        </p:txBody>
      </p:sp>
      <p:sp>
        <p:nvSpPr>
          <p:cNvPr id="207" name="Google Shape;207;g3f8da4ebb8d_0_1173:notes"/>
          <p:cNvSpPr txBox="1"/>
          <p:nvPr>
            <p:ph idx="12" type="sldNum"/>
          </p:nvPr>
        </p:nvSpPr>
        <p:spPr>
          <a:xfrm>
            <a:off x="2913460" y="6513910"/>
            <a:ext cx="2229000" cy="344100"/>
          </a:xfrm>
          <a:prstGeom prst="rect">
            <a:avLst/>
          </a:prstGeom>
          <a:noFill/>
          <a:ln>
            <a:noFill/>
          </a:ln>
        </p:spPr>
        <p:txBody>
          <a:bodyPr anchorCtr="0" anchor="b" bIns="34275" lIns="68575" spcFirstLastPara="1" rIns="68575" wrap="square" tIns="34275">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f8da4ebb8d_0_1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 name="Google Shape;236;g3f8da4ebb8d_0_1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7" name="Google Shape;237;g3f8da4ebb8d_0_1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f8da4ebb8d_0_10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g3f8da4ebb8d_0_10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0" name="Google Shape;250;g3f8da4ebb8d_0_10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f8da4ebb8d_0_10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g3f8da4ebb8d_0_10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g3f8da4ebb8d_0_10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8" name="Google Shape;28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fba7a2acf7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g3fba7a2acf7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9" name="Google Shape;299;g3fba7a2acf7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322" name="Google Shape;322;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3f8da4ebb8d_0_10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2" name="Google Shape;332;g3f8da4ebb8d_0_10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3" name="Google Shape;333;g3f8da4ebb8d_0_10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f8da4ebb8d_0_8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3" name="Google Shape;353;g3f8da4ebb8d_0_8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4" name="Google Shape;354;g3f8da4ebb8d_0_8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4" name="Google Shape;364;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L08 · PROCESO — Cuatro o cinco Etapas con su entregable. Es la vista general; el detalle va en L09.</a:t>
            </a:r>
            <a:endParaRPr/>
          </a:p>
        </p:txBody>
      </p:sp>
      <p:sp>
        <p:nvSpPr>
          <p:cNvPr id="365" name="Google Shape;365;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1" name="Google Shape;41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12" name="Google Shape;41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f8db9ece71_0_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3f8db9ece71_0_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30" name="Google Shape;430;g3f8db9ece71_0_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f8db9ece71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 name="Google Shape;447;g3f8db9ece71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48" name="Google Shape;448;g3f8db9ece71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f8db9ece71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5" name="Google Shape;465;g3f8db9ece71_0_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66" name="Google Shape;466;g3f8db9ece71_0_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fb8e062c65_0_0: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g3fb8e062c65_0_0: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484" name="Google Shape;484;g3fb8e062c65_0_0: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g3fb8e062c65_0_1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7" name="Google Shape;497;g3fb8e062c65_0_1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rPr lang="en-US" sz="900"/>
              <a:t>Formato A de una sola capacitación y sus módulos</a:t>
            </a:r>
            <a:endParaRPr sz="900"/>
          </a:p>
        </p:txBody>
      </p:sp>
      <p:sp>
        <p:nvSpPr>
          <p:cNvPr id="498" name="Google Shape;498;g3fb8e062c65_0_1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g3fb8e062c65_0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8" name="Google Shape;528;g3fb8e062c65_0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Formato B de varias capacitaciones</a:t>
            </a:r>
            <a:endParaRPr/>
          </a:p>
        </p:txBody>
      </p:sp>
      <p:sp>
        <p:nvSpPr>
          <p:cNvPr id="529" name="Google Shape;529;g3fb8e062c65_0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 name="Google Shape;569;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570" name="Google Shape;570;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8" name="Shape 578"/>
        <p:cNvGrpSpPr/>
        <p:nvPr/>
      </p:nvGrpSpPr>
      <p:grpSpPr>
        <a:xfrm>
          <a:off x="0" y="0"/>
          <a:ext cx="0" cy="0"/>
          <a:chOff x="0" y="0"/>
          <a:chExt cx="0" cy="0"/>
        </a:xfrm>
      </p:grpSpPr>
      <p:sp>
        <p:nvSpPr>
          <p:cNvPr id="579" name="Google Shape;57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0" name="Google Shape;58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L11 · COMPARATIVA — Qué entrega NEO frente a qué ejecuta el cliente, o antes/después. Nunca más de dos columnas.</a:t>
            </a:r>
            <a:endParaRPr/>
          </a:p>
        </p:txBody>
      </p:sp>
      <p:sp>
        <p:nvSpPr>
          <p:cNvPr id="581" name="Google Shape;58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 name="Shape 593"/>
        <p:cNvGrpSpPr/>
        <p:nvPr/>
      </p:nvGrpSpPr>
      <p:grpSpPr>
        <a:xfrm>
          <a:off x="0" y="0"/>
          <a:ext cx="0" cy="0"/>
          <a:chOff x="0" y="0"/>
          <a:chExt cx="0" cy="0"/>
        </a:xfrm>
      </p:grpSpPr>
      <p:sp>
        <p:nvSpPr>
          <p:cNvPr id="594" name="Google Shape;594;g3f8da4ebb8d_0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5" name="Google Shape;595;g3f8da4ebb8d_0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6" name="Google Shape;596;g3f8da4ebb8d_0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3f8da4ebb8d_0_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g3f8da4ebb8d_0_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7" name="Google Shape;607;g3f8da4ebb8d_0_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6" name="Shape 626"/>
        <p:cNvGrpSpPr/>
        <p:nvPr/>
      </p:nvGrpSpPr>
      <p:grpSpPr>
        <a:xfrm>
          <a:off x="0" y="0"/>
          <a:ext cx="0" cy="0"/>
          <a:chOff x="0" y="0"/>
          <a:chExt cx="0" cy="0"/>
        </a:xfrm>
      </p:grpSpPr>
      <p:sp>
        <p:nvSpPr>
          <p:cNvPr id="627" name="Google Shape;627;p24: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8" name="Google Shape;628;p24: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29" name="Google Shape;629;p24: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p2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2" name="Google Shape;642;p2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43" name="Google Shape;643;p2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f8da4ebb8d_0_1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f8da4ebb8d_0_1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0" name="Google Shape;680;g3f8da4ebb8d_0_1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2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2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12" name="Google Shape;712;p2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1" name="Shape 731"/>
        <p:cNvGrpSpPr/>
        <p:nvPr/>
      </p:nvGrpSpPr>
      <p:grpSpPr>
        <a:xfrm>
          <a:off x="0" y="0"/>
          <a:ext cx="0" cy="0"/>
          <a:chOff x="0" y="0"/>
          <a:chExt cx="0" cy="0"/>
        </a:xfrm>
      </p:grpSpPr>
      <p:sp>
        <p:nvSpPr>
          <p:cNvPr id="732" name="Google Shape;732;p2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3" name="Google Shape;733;p2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34" name="Google Shape;734;p2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9" name="Shape 749"/>
        <p:cNvGrpSpPr/>
        <p:nvPr/>
      </p:nvGrpSpPr>
      <p:grpSpPr>
        <a:xfrm>
          <a:off x="0" y="0"/>
          <a:ext cx="0" cy="0"/>
          <a:chOff x="0" y="0"/>
          <a:chExt cx="0" cy="0"/>
        </a:xfrm>
      </p:grpSpPr>
      <p:sp>
        <p:nvSpPr>
          <p:cNvPr id="750" name="Google Shape;750;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1" name="Google Shape;751;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2" name="Google Shape;752;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L13 · EQUIPO — Cinco perfiles por fila. Si el equipo tiene menos, borrar la tarjeta completa, no solo el texto.</a:t>
            </a:r>
            <a:endParaRPr/>
          </a:p>
        </p:txBody>
      </p:sp>
      <p:sp>
        <p:nvSpPr>
          <p:cNvPr id="763" name="Google Shape;76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4" name="Shape 794"/>
        <p:cNvGrpSpPr/>
        <p:nvPr/>
      </p:nvGrpSpPr>
      <p:grpSpPr>
        <a:xfrm>
          <a:off x="0" y="0"/>
          <a:ext cx="0" cy="0"/>
          <a:chOff x="0" y="0"/>
          <a:chExt cx="0" cy="0"/>
        </a:xfrm>
      </p:grpSpPr>
      <p:sp>
        <p:nvSpPr>
          <p:cNvPr id="795" name="Google Shape;795;p22: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6" name="Google Shape;796;p22: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g3f8da4ebb8d_0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5" name="Google Shape;825;g3f8da4ebb8d_0_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EJEMPLO</a:t>
            </a:r>
            <a:endParaRPr/>
          </a:p>
        </p:txBody>
      </p:sp>
      <p:sp>
        <p:nvSpPr>
          <p:cNvPr id="826" name="Google Shape;826;g3f8da4ebb8d_0_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4" name="Shape 874"/>
        <p:cNvGrpSpPr/>
        <p:nvPr/>
      </p:nvGrpSpPr>
      <p:grpSpPr>
        <a:xfrm>
          <a:off x="0" y="0"/>
          <a:ext cx="0" cy="0"/>
          <a:chOff x="0" y="0"/>
          <a:chExt cx="0" cy="0"/>
        </a:xfrm>
      </p:grpSpPr>
      <p:sp>
        <p:nvSpPr>
          <p:cNvPr id="875" name="Google Shape;875;g3f8db9ece7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6" name="Google Shape;876;g3f8db9ece7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1" name="Shape 921"/>
        <p:cNvGrpSpPr/>
        <p:nvPr/>
      </p:nvGrpSpPr>
      <p:grpSpPr>
        <a:xfrm>
          <a:off x="0" y="0"/>
          <a:ext cx="0" cy="0"/>
          <a:chOff x="0" y="0"/>
          <a:chExt cx="0" cy="0"/>
        </a:xfrm>
      </p:grpSpPr>
      <p:sp>
        <p:nvSpPr>
          <p:cNvPr id="922" name="Google Shape;922;p28: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3" name="Google Shape;923;p28: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24" name="Google Shape;924;p28: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1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1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38" name="Google Shape;938;p1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p3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p3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63" name="Google Shape;963;p3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35"/>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35"/>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200038" scaled="0"/>
        </a:gradFill>
      </p:bgPr>
    </p:bg>
    <p:spTree>
      <p:nvGrpSpPr>
        <p:cNvPr id="17" name="Shape 17"/>
        <p:cNvGrpSpPr/>
        <p:nvPr/>
      </p:nvGrpSpPr>
      <p:grpSpPr>
        <a:xfrm>
          <a:off x="0" y="0"/>
          <a:ext cx="0" cy="0"/>
          <a:chOff x="0" y="0"/>
          <a:chExt cx="0" cy="0"/>
        </a:xfrm>
      </p:grpSpPr>
      <p:sp>
        <p:nvSpPr>
          <p:cNvPr id="18" name="Google Shape;18;g3f8da4ebb8d_0_1070"/>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19" name="Google Shape;19;g3f8da4ebb8d_0_1070"/>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N" type="blank">
  <p:cSld name="BLANK">
    <p:spTree>
      <p:nvGrpSpPr>
        <p:cNvPr id="20" name="Shape 20"/>
        <p:cNvGrpSpPr/>
        <p:nvPr/>
      </p:nvGrpSpPr>
      <p:grpSpPr>
        <a:xfrm>
          <a:off x="0" y="0"/>
          <a:ext cx="0" cy="0"/>
          <a:chOff x="0" y="0"/>
          <a:chExt cx="0" cy="0"/>
        </a:xfrm>
      </p:grpSpPr>
      <p:sp>
        <p:nvSpPr>
          <p:cNvPr id="21" name="Google Shape;21;g3f8da4ebb8d_0_107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2" name="Google Shape;22;g3f8da4ebb8d_0_1073"/>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23" name="Google Shape;23;g3f8da4ebb8d_0_1073"/>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 name="Shape 13"/>
        <p:cNvGrpSpPr/>
        <p:nvPr/>
      </p:nvGrpSpPr>
      <p:grpSpPr>
        <a:xfrm>
          <a:off x="0" y="0"/>
          <a:ext cx="0" cy="0"/>
          <a:chOff x="0" y="0"/>
          <a:chExt cx="0" cy="0"/>
        </a:xfrm>
      </p:grpSpPr>
      <p:sp>
        <p:nvSpPr>
          <p:cNvPr id="14" name="Google Shape;14;g3f8da4ebb8d_0_106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5" name="Google Shape;15;g3f8da4ebb8d_0_106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6" name="Google Shape;16;g3f8da4ebb8d_0_106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hyperlink" Target="https://drive.google.com/file/d/1MVORiIC4Gprw2QDZSfgB-XOQ6L9SAd6v/view" TargetMode="External"/><Relationship Id="rId5"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5.png"/></Relationships>
</file>

<file path=ppt/slides/_rels/slide6.xml.rels><?xml version="1.0" encoding="UTF-8" standalone="yes"?><Relationships xmlns="http://schemas.openxmlformats.org/package/2006/relationships"><Relationship Id="rId40" Type="http://schemas.openxmlformats.org/officeDocument/2006/relationships/image" Target="../media/image49.png"/><Relationship Id="rId20" Type="http://schemas.openxmlformats.org/officeDocument/2006/relationships/image" Target="../media/image27.png"/><Relationship Id="rId42" Type="http://schemas.openxmlformats.org/officeDocument/2006/relationships/image" Target="../media/image48.png"/><Relationship Id="rId41" Type="http://schemas.openxmlformats.org/officeDocument/2006/relationships/image" Target="../media/image47.png"/><Relationship Id="rId22" Type="http://schemas.openxmlformats.org/officeDocument/2006/relationships/image" Target="../media/image44.png"/><Relationship Id="rId21" Type="http://schemas.openxmlformats.org/officeDocument/2006/relationships/image" Target="../media/image31.png"/><Relationship Id="rId24" Type="http://schemas.openxmlformats.org/officeDocument/2006/relationships/image" Target="../media/image35.png"/><Relationship Id="rId23" Type="http://schemas.openxmlformats.org/officeDocument/2006/relationships/image" Target="../media/image28.png"/><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12.png"/><Relationship Id="rId9" Type="http://schemas.openxmlformats.org/officeDocument/2006/relationships/image" Target="../media/image24.png"/><Relationship Id="rId26" Type="http://schemas.openxmlformats.org/officeDocument/2006/relationships/image" Target="../media/image36.png"/><Relationship Id="rId25" Type="http://schemas.openxmlformats.org/officeDocument/2006/relationships/image" Target="../media/image33.png"/><Relationship Id="rId28" Type="http://schemas.openxmlformats.org/officeDocument/2006/relationships/image" Target="../media/image39.png"/><Relationship Id="rId27" Type="http://schemas.openxmlformats.org/officeDocument/2006/relationships/image" Target="../media/image38.png"/><Relationship Id="rId5" Type="http://schemas.openxmlformats.org/officeDocument/2006/relationships/image" Target="../media/image14.png"/><Relationship Id="rId6" Type="http://schemas.openxmlformats.org/officeDocument/2006/relationships/image" Target="../media/image15.png"/><Relationship Id="rId29" Type="http://schemas.openxmlformats.org/officeDocument/2006/relationships/image" Target="../media/image37.png"/><Relationship Id="rId7" Type="http://schemas.openxmlformats.org/officeDocument/2006/relationships/image" Target="../media/image42.png"/><Relationship Id="rId8" Type="http://schemas.openxmlformats.org/officeDocument/2006/relationships/image" Target="../media/image29.png"/><Relationship Id="rId31" Type="http://schemas.openxmlformats.org/officeDocument/2006/relationships/image" Target="../media/image32.png"/><Relationship Id="rId30" Type="http://schemas.openxmlformats.org/officeDocument/2006/relationships/image" Target="../media/image40.png"/><Relationship Id="rId11" Type="http://schemas.openxmlformats.org/officeDocument/2006/relationships/image" Target="../media/image16.png"/><Relationship Id="rId33" Type="http://schemas.openxmlformats.org/officeDocument/2006/relationships/image" Target="../media/image46.png"/><Relationship Id="rId10" Type="http://schemas.openxmlformats.org/officeDocument/2006/relationships/image" Target="../media/image18.png"/><Relationship Id="rId32" Type="http://schemas.openxmlformats.org/officeDocument/2006/relationships/image" Target="../media/image41.png"/><Relationship Id="rId13" Type="http://schemas.openxmlformats.org/officeDocument/2006/relationships/image" Target="../media/image21.png"/><Relationship Id="rId35" Type="http://schemas.openxmlformats.org/officeDocument/2006/relationships/image" Target="../media/image26.png"/><Relationship Id="rId12" Type="http://schemas.openxmlformats.org/officeDocument/2006/relationships/image" Target="../media/image23.png"/><Relationship Id="rId34" Type="http://schemas.openxmlformats.org/officeDocument/2006/relationships/image" Target="../media/image54.png"/><Relationship Id="rId15" Type="http://schemas.openxmlformats.org/officeDocument/2006/relationships/image" Target="../media/image17.png"/><Relationship Id="rId37" Type="http://schemas.openxmlformats.org/officeDocument/2006/relationships/image" Target="../media/image43.png"/><Relationship Id="rId14" Type="http://schemas.openxmlformats.org/officeDocument/2006/relationships/image" Target="../media/image13.png"/><Relationship Id="rId36" Type="http://schemas.openxmlformats.org/officeDocument/2006/relationships/image" Target="../media/image30.png"/><Relationship Id="rId17" Type="http://schemas.openxmlformats.org/officeDocument/2006/relationships/image" Target="../media/image34.png"/><Relationship Id="rId39" Type="http://schemas.openxmlformats.org/officeDocument/2006/relationships/image" Target="../media/image51.png"/><Relationship Id="rId16" Type="http://schemas.openxmlformats.org/officeDocument/2006/relationships/image" Target="../media/image19.png"/><Relationship Id="rId38" Type="http://schemas.openxmlformats.org/officeDocument/2006/relationships/image" Target="../media/image45.png"/><Relationship Id="rId19" Type="http://schemas.openxmlformats.org/officeDocument/2006/relationships/image" Target="../media/image22.png"/><Relationship Id="rId18"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2.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2.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2.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52.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2.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6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3.png"/><Relationship Id="rId4" Type="http://schemas.openxmlformats.org/officeDocument/2006/relationships/image" Target="../media/image64.png"/><Relationship Id="rId5" Type="http://schemas.openxmlformats.org/officeDocument/2006/relationships/image" Target="../media/image5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3.png"/><Relationship Id="rId4" Type="http://schemas.openxmlformats.org/officeDocument/2006/relationships/image" Target="../media/image64.png"/><Relationship Id="rId5" Type="http://schemas.openxmlformats.org/officeDocument/2006/relationships/image" Target="../media/image5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6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2.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58.png"/><Relationship Id="rId4" Type="http://schemas.openxmlformats.org/officeDocument/2006/relationships/image" Target="../media/image59.jpg"/><Relationship Id="rId9" Type="http://schemas.openxmlformats.org/officeDocument/2006/relationships/image" Target="../media/image60.png"/><Relationship Id="rId5" Type="http://schemas.openxmlformats.org/officeDocument/2006/relationships/image" Target="../media/image65.png"/><Relationship Id="rId6" Type="http://schemas.openxmlformats.org/officeDocument/2006/relationships/image" Target="../media/image57.jpg"/><Relationship Id="rId7" Type="http://schemas.openxmlformats.org/officeDocument/2006/relationships/image" Target="../media/image56.png"/><Relationship Id="rId8" Type="http://schemas.openxmlformats.org/officeDocument/2006/relationships/image" Target="../media/image6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3.jpg"/><Relationship Id="rId4" Type="http://schemas.openxmlformats.org/officeDocument/2006/relationships/image" Target="../media/image57.jpg"/><Relationship Id="rId5" Type="http://schemas.openxmlformats.org/officeDocument/2006/relationships/image" Target="../media/image66.jpg"/><Relationship Id="rId6" Type="http://schemas.openxmlformats.org/officeDocument/2006/relationships/image" Target="../media/image74.jpg"/><Relationship Id="rId7" Type="http://schemas.openxmlformats.org/officeDocument/2006/relationships/image" Target="../media/image59.jpg"/><Relationship Id="rId8" Type="http://schemas.openxmlformats.org/officeDocument/2006/relationships/image" Target="../media/image68.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5.png"/><Relationship Id="rId4" Type="http://schemas.openxmlformats.org/officeDocument/2006/relationships/image" Target="../media/image70.jpg"/><Relationship Id="rId9" Type="http://schemas.openxmlformats.org/officeDocument/2006/relationships/image" Target="../media/image65.png"/><Relationship Id="rId5" Type="http://schemas.openxmlformats.org/officeDocument/2006/relationships/image" Target="../media/image69.jpg"/><Relationship Id="rId6" Type="http://schemas.openxmlformats.org/officeDocument/2006/relationships/image" Target="../media/image71.jpg"/><Relationship Id="rId7" Type="http://schemas.openxmlformats.org/officeDocument/2006/relationships/image" Target="../media/image73.jpg"/><Relationship Id="rId8" Type="http://schemas.openxmlformats.org/officeDocument/2006/relationships/image" Target="../media/image72.jpg"/><Relationship Id="rId11" Type="http://schemas.openxmlformats.org/officeDocument/2006/relationships/image" Target="../media/image56.png"/><Relationship Id="rId10" Type="http://schemas.openxmlformats.org/officeDocument/2006/relationships/image" Target="../media/image87.jpg"/><Relationship Id="rId13" Type="http://schemas.openxmlformats.org/officeDocument/2006/relationships/image" Target="../media/image81.jpg"/><Relationship Id="rId12" Type="http://schemas.openxmlformats.org/officeDocument/2006/relationships/image" Target="../media/image8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53.png"/><Relationship Id="rId4" Type="http://schemas.openxmlformats.org/officeDocument/2006/relationships/image" Target="../media/image64.png"/><Relationship Id="rId5"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5.png"/><Relationship Id="rId4" Type="http://schemas.openxmlformats.org/officeDocument/2006/relationships/image" Target="../media/image78.png"/><Relationship Id="rId5" Type="http://schemas.openxmlformats.org/officeDocument/2006/relationships/image" Target="../media/image8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76.png"/><Relationship Id="rId4" Type="http://schemas.openxmlformats.org/officeDocument/2006/relationships/image" Target="../media/image79.png"/><Relationship Id="rId9"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77.png"/><Relationship Id="rId7" Type="http://schemas.openxmlformats.org/officeDocument/2006/relationships/image" Target="../media/image86.png"/><Relationship Id="rId8" Type="http://schemas.openxmlformats.org/officeDocument/2006/relationships/hyperlink" Target="https://www.linkedin.com/company/neo-consulting/" TargetMode="External"/><Relationship Id="rId11" Type="http://schemas.openxmlformats.org/officeDocument/2006/relationships/image" Target="../media/image89.png"/><Relationship Id="rId10" Type="http://schemas.openxmlformats.org/officeDocument/2006/relationships/hyperlink" Target="https://www.youtube.com/c/neoconsulting" TargetMode="External"/><Relationship Id="rId13" Type="http://schemas.openxmlformats.org/officeDocument/2006/relationships/image" Target="../media/image90.png"/><Relationship Id="rId12" Type="http://schemas.openxmlformats.org/officeDocument/2006/relationships/hyperlink" Target="https://www.facebook.com/neoconsulting/" TargetMode="External"/><Relationship Id="rId15" Type="http://schemas.openxmlformats.org/officeDocument/2006/relationships/image" Target="../media/image83.png"/><Relationship Id="rId14" Type="http://schemas.openxmlformats.org/officeDocument/2006/relationships/hyperlink" Target="https://www.instagram.com/neo_digita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 name="Shape 28"/>
        <p:cNvGrpSpPr/>
        <p:nvPr/>
      </p:nvGrpSpPr>
      <p:grpSpPr>
        <a:xfrm>
          <a:off x="0" y="0"/>
          <a:ext cx="0" cy="0"/>
          <a:chOff x="0" y="0"/>
          <a:chExt cx="0" cy="0"/>
        </a:xfrm>
      </p:grpSpPr>
      <p:pic>
        <p:nvPicPr>
          <p:cNvPr descr="bg_cover.png" id="29" name="Google Shape;29;p1"/>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30" name="Google Shape;30;p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1" name="Google Shape;31;p1"/>
          <p:cNvSpPr txBox="1"/>
          <p:nvPr/>
        </p:nvSpPr>
        <p:spPr>
          <a:xfrm>
            <a:off x="0" y="1975104"/>
            <a:ext cx="91440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Montserrat Black"/>
              <a:buNone/>
            </a:pPr>
            <a:r>
              <a:rPr b="1" i="0" lang="en-US" sz="4100" u="none" cap="none" strike="noStrike">
                <a:solidFill>
                  <a:srgbClr val="FFFFFF"/>
                </a:solidFill>
                <a:latin typeface="Montserrat Black"/>
                <a:ea typeface="Montserrat Black"/>
                <a:cs typeface="Montserrat Black"/>
                <a:sym typeface="Montserrat Black"/>
              </a:rPr>
              <a:t>Neo Consulting</a:t>
            </a:r>
            <a:endParaRPr b="0" i="0" sz="4100" u="none" cap="none" strike="noStrike">
              <a:solidFill>
                <a:schemeClr val="dk1"/>
              </a:solidFill>
              <a:latin typeface="Calibri"/>
              <a:ea typeface="Calibri"/>
              <a:cs typeface="Calibri"/>
              <a:sym typeface="Calibri"/>
            </a:endParaRPr>
          </a:p>
        </p:txBody>
      </p:sp>
      <p:sp>
        <p:nvSpPr>
          <p:cNvPr id="32" name="Google Shape;32;p1"/>
          <p:cNvSpPr txBox="1"/>
          <p:nvPr/>
        </p:nvSpPr>
        <p:spPr>
          <a:xfrm>
            <a:off x="1289304" y="2971800"/>
            <a:ext cx="656539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7E99FE"/>
              </a:buClr>
              <a:buSzPts val="1400"/>
              <a:buFont typeface="Montserrat Medium"/>
              <a:buNone/>
            </a:pPr>
            <a:r>
              <a:rPr b="0" i="0" lang="en-US" sz="1400" u="none" cap="none" strike="noStrike">
                <a:solidFill>
                  <a:srgbClr val="7E99FE"/>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chemeClr val="dk1"/>
              </a:solidFill>
              <a:latin typeface="Calibri"/>
              <a:ea typeface="Calibri"/>
              <a:cs typeface="Calibri"/>
              <a:sym typeface="Calibri"/>
            </a:endParaRPr>
          </a:p>
        </p:txBody>
      </p:sp>
      <p:sp>
        <p:nvSpPr>
          <p:cNvPr id="33" name="Google Shape;33;p1"/>
          <p:cNvSpPr txBox="1"/>
          <p:nvPr/>
        </p:nvSpPr>
        <p:spPr>
          <a:xfrm>
            <a:off x="0" y="4599432"/>
            <a:ext cx="914400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8" name="Shape 38"/>
        <p:cNvGrpSpPr/>
        <p:nvPr/>
      </p:nvGrpSpPr>
      <p:grpSpPr>
        <a:xfrm>
          <a:off x="0" y="0"/>
          <a:ext cx="0" cy="0"/>
          <a:chOff x="0" y="0"/>
          <a:chExt cx="0" cy="0"/>
        </a:xfrm>
      </p:grpSpPr>
      <p:pic>
        <p:nvPicPr>
          <p:cNvPr descr="bg_cover.png" id="39" name="Google Shape;39;p2"/>
          <p:cNvPicPr preferRelativeResize="0"/>
          <p:nvPr/>
        </p:nvPicPr>
        <p:blipFill rotWithShape="1">
          <a:blip r:embed="rId3">
            <a:alphaModFix/>
          </a:blip>
          <a:srcRect b="0" l="0" r="0" t="0"/>
          <a:stretch/>
        </p:blipFill>
        <p:spPr>
          <a:xfrm>
            <a:off x="0" y="0"/>
            <a:ext cx="9144000" cy="5143500"/>
          </a:xfrm>
          <a:prstGeom prst="rect">
            <a:avLst/>
          </a:prstGeom>
          <a:noFill/>
          <a:ln>
            <a:noFill/>
          </a:ln>
        </p:spPr>
      </p:pic>
      <p:pic>
        <p:nvPicPr>
          <p:cNvPr descr="logo_blanco.png" id="40" name="Google Shape;40;p2"/>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1" name="Google Shape;41;p2"/>
          <p:cNvSpPr txBox="1"/>
          <p:nvPr/>
        </p:nvSpPr>
        <p:spPr>
          <a:xfrm>
            <a:off x="571500" y="1810512"/>
            <a:ext cx="36576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PROPUESTA</a:t>
            </a:r>
            <a:endParaRPr b="0" i="0" sz="1200" u="none" cap="none" strike="noStrike">
              <a:solidFill>
                <a:schemeClr val="dk1"/>
              </a:solidFill>
              <a:latin typeface="Calibri"/>
              <a:ea typeface="Calibri"/>
              <a:cs typeface="Calibri"/>
              <a:sym typeface="Calibri"/>
            </a:endParaRPr>
          </a:p>
        </p:txBody>
      </p:sp>
      <p:sp>
        <p:nvSpPr>
          <p:cNvPr id="42" name="Google Shape;42;p2"/>
          <p:cNvSpPr txBox="1"/>
          <p:nvPr/>
        </p:nvSpPr>
        <p:spPr>
          <a:xfrm>
            <a:off x="571500" y="2157984"/>
            <a:ext cx="8001000" cy="1188720"/>
          </a:xfrm>
          <a:prstGeom prst="rect">
            <a:avLst/>
          </a:prstGeom>
          <a:noFill/>
          <a:ln>
            <a:noFill/>
          </a:ln>
        </p:spPr>
        <p:txBody>
          <a:bodyPr anchorCtr="0" anchor="ctr" bIns="0" lIns="0" spcFirstLastPara="1" rIns="0" wrap="square" tIns="0">
            <a:noAutofit/>
          </a:bodyPr>
          <a:lstStyle/>
          <a:p>
            <a:pPr indent="0" lvl="0" marL="0" marR="0" rtl="0" algn="l">
              <a:lnSpc>
                <a:spcPct val="106000"/>
              </a:lnSpc>
              <a:spcBef>
                <a:spcPts val="0"/>
              </a:spcBef>
              <a:spcAft>
                <a:spcPts val="0"/>
              </a:spcAft>
              <a:buClr>
                <a:srgbClr val="FFFFFF"/>
              </a:buClr>
              <a:buSzPts val="3600"/>
              <a:buFont typeface="Montserrat ExtraBold"/>
              <a:buNone/>
            </a:pPr>
            <a:r>
              <a:rPr b="1" i="0" lang="en-US" sz="3600" u="none" cap="none" strike="noStrike">
                <a:solidFill>
                  <a:srgbClr val="FFFFFF"/>
                </a:solidFill>
                <a:latin typeface="Montserrat ExtraBold"/>
                <a:ea typeface="Montserrat ExtraBold"/>
                <a:cs typeface="Montserrat ExtraBold"/>
                <a:sym typeface="Montserrat ExtraBold"/>
              </a:rPr>
              <a:t>Nombre del servicio</a:t>
            </a:r>
            <a:endParaRPr b="0" i="0" sz="3600" u="none" cap="none" strike="noStrike">
              <a:solidFill>
                <a:schemeClr val="dk1"/>
              </a:solidFill>
              <a:latin typeface="Calibri"/>
              <a:ea typeface="Calibri"/>
              <a:cs typeface="Calibri"/>
              <a:sym typeface="Calibri"/>
            </a:endParaRPr>
          </a:p>
          <a:p>
            <a:pPr indent="0" lvl="0" marL="0" marR="0" rtl="0" algn="l">
              <a:lnSpc>
                <a:spcPct val="106000"/>
              </a:lnSpc>
              <a:spcBef>
                <a:spcPts val="0"/>
              </a:spcBef>
              <a:spcAft>
                <a:spcPts val="0"/>
              </a:spcAft>
              <a:buClr>
                <a:srgbClr val="7E99FE"/>
              </a:buClr>
              <a:buSzPts val="3600"/>
              <a:buFont typeface="Montserrat Black"/>
              <a:buNone/>
            </a:pPr>
            <a:r>
              <a:rPr b="1" i="1" lang="en-US" sz="3600" u="none" cap="none" strike="noStrike">
                <a:solidFill>
                  <a:srgbClr val="7E99FE"/>
                </a:solidFill>
                <a:latin typeface="Montserrat Black"/>
                <a:ea typeface="Montserrat Black"/>
                <a:cs typeface="Montserrat Black"/>
                <a:sym typeface="Montserrat Black"/>
              </a:rPr>
              <a:t>Área o alcance</a:t>
            </a:r>
            <a:endParaRPr b="0" i="0" sz="3600" u="none" cap="none" strike="noStrike">
              <a:solidFill>
                <a:schemeClr val="dk1"/>
              </a:solidFill>
              <a:latin typeface="Calibri"/>
              <a:ea typeface="Calibri"/>
              <a:cs typeface="Calibri"/>
              <a:sym typeface="Calibri"/>
            </a:endParaRPr>
          </a:p>
        </p:txBody>
      </p:sp>
      <p:sp>
        <p:nvSpPr>
          <p:cNvPr id="43" name="Google Shape;43;p2"/>
          <p:cNvSpPr txBox="1"/>
          <p:nvPr/>
        </p:nvSpPr>
        <p:spPr>
          <a:xfrm>
            <a:off x="571500" y="3675888"/>
            <a:ext cx="5486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300" u="none" cap="none" strike="noStrike">
              <a:solidFill>
                <a:schemeClr val="dk1"/>
              </a:solidFill>
              <a:latin typeface="Calibri"/>
              <a:ea typeface="Calibri"/>
              <a:cs typeface="Calibri"/>
              <a:sym typeface="Calibri"/>
            </a:endParaRPr>
          </a:p>
        </p:txBody>
      </p:sp>
      <p:sp>
        <p:nvSpPr>
          <p:cNvPr id="44" name="Google Shape;44;p2"/>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 name="Shape 48"/>
        <p:cNvGrpSpPr/>
        <p:nvPr/>
      </p:nvGrpSpPr>
      <p:grpSpPr>
        <a:xfrm>
          <a:off x="0" y="0"/>
          <a:ext cx="0" cy="0"/>
          <a:chOff x="0" y="0"/>
          <a:chExt cx="0" cy="0"/>
        </a:xfrm>
      </p:grpSpPr>
      <p:pic>
        <p:nvPicPr>
          <p:cNvPr descr="preencoded.png" id="49" name="Google Shape;49;g3f8da4ebb8d_0_859"/>
          <p:cNvPicPr preferRelativeResize="0"/>
          <p:nvPr/>
        </p:nvPicPr>
        <p:blipFill rotWithShape="1">
          <a:blip r:embed="rId3">
            <a:alphaModFix/>
          </a:blip>
          <a:srcRect b="0" l="0" r="0" t="0"/>
          <a:stretch/>
        </p:blipFill>
        <p:spPr>
          <a:xfrm>
            <a:off x="581025" y="2205038"/>
            <a:ext cx="4062412" cy="1662113"/>
          </a:xfrm>
          <a:prstGeom prst="rect">
            <a:avLst/>
          </a:prstGeom>
          <a:noFill/>
          <a:ln>
            <a:noFill/>
          </a:ln>
        </p:spPr>
      </p:pic>
      <p:pic>
        <p:nvPicPr>
          <p:cNvPr descr="preencoded.png" id="50" name="Google Shape;50;g3f8da4ebb8d_0_859">
            <a:hlinkClick r:id="rId4"/>
          </p:cNvPr>
          <p:cNvPicPr preferRelativeResize="0"/>
          <p:nvPr/>
        </p:nvPicPr>
        <p:blipFill rotWithShape="1">
          <a:blip r:embed="rId5">
            <a:alphaModFix/>
          </a:blip>
          <a:srcRect b="0" l="0" r="0" t="0"/>
          <a:stretch/>
        </p:blipFill>
        <p:spPr>
          <a:xfrm>
            <a:off x="5200650" y="1357325"/>
            <a:ext cx="3371851" cy="2562249"/>
          </a:xfrm>
          <a:prstGeom prst="rect">
            <a:avLst/>
          </a:prstGeom>
          <a:noFill/>
          <a:ln>
            <a:noFill/>
          </a:ln>
          <a:effectLst>
            <a:outerShdw blurRad="171450" rotWithShape="0" algn="bl" dir="1920000" dist="76200">
              <a:srgbClr val="000000">
                <a:alpha val="7059"/>
              </a:srgbClr>
            </a:outerShdw>
          </a:effectLst>
        </p:spPr>
      </p:pic>
      <p:sp>
        <p:nvSpPr>
          <p:cNvPr id="51" name="Google Shape;51;g3f8da4ebb8d_0_85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52" name="Google Shape;52;g3f8da4ebb8d_0_859"/>
          <p:cNvSpPr/>
          <p:nvPr/>
        </p:nvSpPr>
        <p:spPr>
          <a:xfrm>
            <a:off x="581025" y="2205038"/>
            <a:ext cx="4086300" cy="1371600"/>
          </a:xfrm>
          <a:prstGeom prst="rect">
            <a:avLst/>
          </a:prstGeom>
          <a:noFill/>
          <a:ln>
            <a:noFill/>
          </a:ln>
        </p:spPr>
        <p:txBody>
          <a:bodyPr anchorCtr="0" anchor="t" bIns="0" lIns="0" spcFirstLastPara="1" rIns="0" wrap="square" tIns="0">
            <a:noAutofit/>
          </a:bodyPr>
          <a:lstStyle/>
          <a:p>
            <a:pPr indent="0" lvl="0" marL="0" marR="0" rtl="0" algn="l">
              <a:lnSpc>
                <a:spcPct val="88166"/>
              </a:lnSpc>
              <a:spcBef>
                <a:spcPts val="0"/>
              </a:spcBef>
              <a:spcAft>
                <a:spcPts val="0"/>
              </a:spcAft>
              <a:buClr>
                <a:schemeClr val="lt1"/>
              </a:buClr>
              <a:buSzPts val="900"/>
              <a:buFont typeface="Montserrat ExtraBold"/>
              <a:buNone/>
            </a:pPr>
            <a:r>
              <a:rPr b="1" i="0" lang="en-US" sz="900" u="none" cap="none" strike="noStrike">
                <a:solidFill>
                  <a:srgbClr val="2B5BFC"/>
                </a:solidFill>
                <a:latin typeface="Montserrat ExtraBold"/>
                <a:ea typeface="Montserrat ExtraBold"/>
                <a:cs typeface="Montserrat ExtraBold"/>
                <a:sym typeface="Montserrat ExtraBold"/>
              </a:rPr>
              <a:t>MODELOS FRONTERA &amp; AGENTES </a:t>
            </a:r>
            <a:endParaRPr b="0" i="0" sz="900" u="none" cap="none" strike="noStrike">
              <a:solidFill>
                <a:srgbClr val="2B5BFC"/>
              </a:solidFill>
              <a:latin typeface="Calibri"/>
              <a:ea typeface="Calibri"/>
              <a:cs typeface="Calibri"/>
              <a:sym typeface="Calibri"/>
            </a:endParaRPr>
          </a:p>
          <a:p>
            <a:pPr indent="0" lvl="0" marL="0" marR="0" rtl="0" algn="l">
              <a:lnSpc>
                <a:spcPct val="105833"/>
              </a:lnSpc>
              <a:spcBef>
                <a:spcPts val="0"/>
              </a:spcBef>
              <a:spcAft>
                <a:spcPts val="0"/>
              </a:spcAft>
              <a:buClr>
                <a:srgbClr val="000000"/>
              </a:buClr>
              <a:buSzPts val="1200"/>
              <a:buFont typeface="Montserrat Medium"/>
              <a:buNone/>
            </a:pPr>
            <a:r>
              <a:t/>
            </a:r>
            <a:endParaRPr b="0" i="0" sz="1200" u="none" cap="none" strike="noStrike">
              <a:solidFill>
                <a:srgbClr val="000000"/>
              </a:solidFill>
              <a:latin typeface="Montserrat Medium"/>
              <a:ea typeface="Montserrat Medium"/>
              <a:cs typeface="Montserrat Medium"/>
              <a:sym typeface="Montserrat Medium"/>
            </a:endParaRPr>
          </a:p>
          <a:p>
            <a:pPr indent="0" lvl="0" marL="0" marR="0" rtl="0" algn="l">
              <a:lnSpc>
                <a:spcPct val="105833"/>
              </a:lnSpc>
              <a:spcBef>
                <a:spcPts val="0"/>
              </a:spcBef>
              <a:spcAft>
                <a:spcPts val="0"/>
              </a:spcAft>
              <a:buClr>
                <a:srgbClr val="000000"/>
              </a:buClr>
              <a:buSzPts val="1200"/>
              <a:buFont typeface="Montserrat Medium"/>
              <a:buNone/>
            </a:pPr>
            <a:r>
              <a:rPr b="0" i="0" lang="en-US" sz="1200" u="none" cap="none" strike="noStrike">
                <a:solidFill>
                  <a:srgbClr val="000000"/>
                </a:solidFill>
                <a:latin typeface="Montserrat Medium"/>
                <a:ea typeface="Montserrat Medium"/>
                <a:cs typeface="Montserrat Medium"/>
                <a:sym typeface="Montserrat Medium"/>
              </a:rPr>
              <a:t>Llevando la IA de la experimentación a la producción real. Construimos flujos de trabajo autónomos, agentes cognitivos y modelos especializados para resolver problemas complejos de negocio con optimización constante.</a:t>
            </a:r>
            <a:endParaRPr b="0" i="0" sz="1200" u="none" cap="none" strike="noStrike">
              <a:solidFill>
                <a:srgbClr val="000033"/>
              </a:solidFill>
              <a:latin typeface="Calibri"/>
              <a:ea typeface="Calibri"/>
              <a:cs typeface="Calibri"/>
              <a:sym typeface="Calibri"/>
            </a:endParaRPr>
          </a:p>
        </p:txBody>
      </p:sp>
      <p:sp>
        <p:nvSpPr>
          <p:cNvPr id="53" name="Google Shape;53;g3f8da4ebb8d_0_859"/>
          <p:cNvSpPr/>
          <p:nvPr/>
        </p:nvSpPr>
        <p:spPr>
          <a:xfrm>
            <a:off x="790575" y="3705938"/>
            <a:ext cx="4010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D5BFF"/>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Nos ubicamos en: Calle Río de la Plata 167, San Isidro </a:t>
            </a:r>
            <a:endParaRPr b="0" i="0" sz="1100" u="none" cap="none" strike="noStrike">
              <a:solidFill>
                <a:srgbClr val="000033"/>
              </a:solidFill>
              <a:latin typeface="Calibri"/>
              <a:ea typeface="Calibri"/>
              <a:cs typeface="Calibri"/>
              <a:sym typeface="Calibri"/>
            </a:endParaRPr>
          </a:p>
        </p:txBody>
      </p:sp>
      <p:sp>
        <p:nvSpPr>
          <p:cNvPr id="54" name="Google Shape;54;g3f8da4ebb8d_0_859"/>
          <p:cNvSpPr/>
          <p:nvPr/>
        </p:nvSpPr>
        <p:spPr>
          <a:xfrm>
            <a:off x="571500" y="1357313"/>
            <a:ext cx="1109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INNOVACIÓN </a:t>
            </a:r>
            <a:endParaRPr b="0" i="0" sz="1100" u="none" cap="none" strike="noStrike">
              <a:solidFill>
                <a:srgbClr val="000033"/>
              </a:solidFill>
              <a:latin typeface="Calibri"/>
              <a:ea typeface="Calibri"/>
              <a:cs typeface="Calibri"/>
              <a:sym typeface="Calibri"/>
            </a:endParaRPr>
          </a:p>
        </p:txBody>
      </p:sp>
      <p:sp>
        <p:nvSpPr>
          <p:cNvPr id="55" name="Google Shape;55;g3f8da4ebb8d_0_859"/>
          <p:cNvSpPr/>
          <p:nvPr/>
        </p:nvSpPr>
        <p:spPr>
          <a:xfrm>
            <a:off x="571500" y="1647825"/>
            <a:ext cx="16956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NEO</a:t>
            </a:r>
            <a:r>
              <a:rPr b="1" i="1" lang="en-US" sz="2100" u="none" cap="none" strike="noStrike">
                <a:solidFill>
                  <a:srgbClr val="000033"/>
                </a:solidFill>
                <a:latin typeface="Montserrat Black"/>
                <a:ea typeface="Montserrat Black"/>
                <a:cs typeface="Montserrat Black"/>
                <a:sym typeface="Montserrat Black"/>
              </a:rPr>
              <a:t> </a:t>
            </a:r>
            <a:r>
              <a:rPr b="1" i="1" lang="en-US" sz="2100" u="none" cap="none" strike="noStrike">
                <a:solidFill>
                  <a:srgbClr val="2B5BFC"/>
                </a:solidFill>
                <a:latin typeface="Montserrat Black"/>
                <a:ea typeface="Montserrat Black"/>
                <a:cs typeface="Montserrat Black"/>
                <a:sym typeface="Montserrat Black"/>
              </a:rPr>
              <a:t>AI Lab</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0" name="Shape 60"/>
        <p:cNvGrpSpPr/>
        <p:nvPr/>
      </p:nvGrpSpPr>
      <p:grpSpPr>
        <a:xfrm>
          <a:off x="0" y="0"/>
          <a:ext cx="0" cy="0"/>
          <a:chOff x="0" y="0"/>
          <a:chExt cx="0" cy="0"/>
        </a:xfrm>
      </p:grpSpPr>
      <p:pic>
        <p:nvPicPr>
          <p:cNvPr descr="preencoded.png" id="61" name="Google Shape;61;g3f8da4ebb8d_0_872"/>
          <p:cNvPicPr preferRelativeResize="0"/>
          <p:nvPr/>
        </p:nvPicPr>
        <p:blipFill rotWithShape="1">
          <a:blip r:embed="rId3">
            <a:alphaModFix/>
          </a:blip>
          <a:srcRect b="0" l="0" r="0" t="0"/>
          <a:stretch/>
        </p:blipFill>
        <p:spPr>
          <a:xfrm>
            <a:off x="485775" y="2562225"/>
            <a:ext cx="8172451" cy="1576387"/>
          </a:xfrm>
          <a:prstGeom prst="rect">
            <a:avLst/>
          </a:prstGeom>
          <a:noFill/>
          <a:ln>
            <a:noFill/>
          </a:ln>
        </p:spPr>
      </p:pic>
      <p:sp>
        <p:nvSpPr>
          <p:cNvPr id="62" name="Google Shape;62;g3f8da4ebb8d_0_87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3" name="Google Shape;63;g3f8da4ebb8d_0_872"/>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64" name="Google Shape;64;g3f8da4ebb8d_0_872"/>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65" name="Google Shape;65;g3f8da4ebb8d_0_872"/>
          <p:cNvSpPr/>
          <p:nvPr/>
        </p:nvSpPr>
        <p:spPr>
          <a:xfrm>
            <a:off x="723900" y="2771775"/>
            <a:ext cx="7287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66" name="Google Shape;66;g3f8da4ebb8d_0_872"/>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67" name="Google Shape;67;g3f8da4ebb8d_0_872"/>
          <p:cNvSpPr/>
          <p:nvPr/>
        </p:nvSpPr>
        <p:spPr>
          <a:xfrm>
            <a:off x="2762250" y="2771775"/>
            <a:ext cx="1066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68" name="Google Shape;68;g3f8da4ebb8d_0_872"/>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69" name="Google Shape;69;g3f8da4ebb8d_0_872"/>
          <p:cNvSpPr/>
          <p:nvPr/>
        </p:nvSpPr>
        <p:spPr>
          <a:xfrm>
            <a:off x="4800600" y="2771775"/>
            <a:ext cx="9525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0" name="Google Shape;70;g3f8da4ebb8d_0_872"/>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71" name="Google Shape;71;g3f8da4ebb8d_0_872"/>
          <p:cNvSpPr/>
          <p:nvPr/>
        </p:nvSpPr>
        <p:spPr>
          <a:xfrm>
            <a:off x="6838950" y="2771775"/>
            <a:ext cx="1081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2" name="Google Shape;72;g3f8da4ebb8d_0_872"/>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7" name="Shape 77"/>
        <p:cNvGrpSpPr/>
        <p:nvPr/>
      </p:nvGrpSpPr>
      <p:grpSpPr>
        <a:xfrm>
          <a:off x="0" y="0"/>
          <a:ext cx="0" cy="0"/>
          <a:chOff x="0" y="0"/>
          <a:chExt cx="0" cy="0"/>
        </a:xfrm>
      </p:grpSpPr>
      <p:pic>
        <p:nvPicPr>
          <p:cNvPr descr="preencoded.png" id="78" name="Google Shape;78;g3f8da4ebb8d_0_891"/>
          <p:cNvPicPr preferRelativeResize="0"/>
          <p:nvPr/>
        </p:nvPicPr>
        <p:blipFill rotWithShape="1">
          <a:blip r:embed="rId3">
            <a:alphaModFix/>
          </a:blip>
          <a:srcRect b="0" l="0" r="0" t="0"/>
          <a:stretch/>
        </p:blipFill>
        <p:spPr>
          <a:xfrm>
            <a:off x="1896363" y="2321613"/>
            <a:ext cx="2712792" cy="971509"/>
          </a:xfrm>
          <a:prstGeom prst="rect">
            <a:avLst/>
          </a:prstGeom>
          <a:noFill/>
          <a:ln>
            <a:noFill/>
          </a:ln>
        </p:spPr>
      </p:pic>
      <p:pic>
        <p:nvPicPr>
          <p:cNvPr descr="preencoded.png" id="79" name="Google Shape;79;g3f8da4ebb8d_0_891"/>
          <p:cNvPicPr preferRelativeResize="0"/>
          <p:nvPr/>
        </p:nvPicPr>
        <p:blipFill rotWithShape="1">
          <a:blip r:embed="rId3">
            <a:alphaModFix/>
          </a:blip>
          <a:srcRect b="0" l="0" r="0" t="0"/>
          <a:stretch/>
        </p:blipFill>
        <p:spPr>
          <a:xfrm>
            <a:off x="4534849" y="2321613"/>
            <a:ext cx="2712792" cy="971509"/>
          </a:xfrm>
          <a:prstGeom prst="rect">
            <a:avLst/>
          </a:prstGeom>
          <a:noFill/>
          <a:ln>
            <a:noFill/>
          </a:ln>
        </p:spPr>
      </p:pic>
      <p:pic>
        <p:nvPicPr>
          <p:cNvPr descr="preencoded.png" id="80" name="Google Shape;80;g3f8da4ebb8d_0_891"/>
          <p:cNvPicPr preferRelativeResize="0"/>
          <p:nvPr/>
        </p:nvPicPr>
        <p:blipFill rotWithShape="1">
          <a:blip r:embed="rId3">
            <a:alphaModFix/>
          </a:blip>
          <a:srcRect b="0" l="0" r="0" t="0"/>
          <a:stretch/>
        </p:blipFill>
        <p:spPr>
          <a:xfrm>
            <a:off x="1896363" y="3213490"/>
            <a:ext cx="2712792" cy="971509"/>
          </a:xfrm>
          <a:prstGeom prst="rect">
            <a:avLst/>
          </a:prstGeom>
          <a:noFill/>
          <a:ln>
            <a:noFill/>
          </a:ln>
        </p:spPr>
      </p:pic>
      <p:pic>
        <p:nvPicPr>
          <p:cNvPr descr="preencoded.png" id="81" name="Google Shape;81;g3f8da4ebb8d_0_891"/>
          <p:cNvPicPr preferRelativeResize="0"/>
          <p:nvPr/>
        </p:nvPicPr>
        <p:blipFill rotWithShape="1">
          <a:blip r:embed="rId3">
            <a:alphaModFix/>
          </a:blip>
          <a:srcRect b="0" l="0" r="0" t="0"/>
          <a:stretch/>
        </p:blipFill>
        <p:spPr>
          <a:xfrm>
            <a:off x="4534849" y="3213490"/>
            <a:ext cx="2712792" cy="971509"/>
          </a:xfrm>
          <a:prstGeom prst="rect">
            <a:avLst/>
          </a:prstGeom>
          <a:noFill/>
          <a:ln>
            <a:noFill/>
          </a:ln>
        </p:spPr>
      </p:pic>
      <p:sp>
        <p:nvSpPr>
          <p:cNvPr id="82" name="Google Shape;82;g3f8da4ebb8d_0_891"/>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83" name="Google Shape;83;g3f8da4ebb8d_0_891"/>
          <p:cNvSpPr/>
          <p:nvPr/>
        </p:nvSpPr>
        <p:spPr>
          <a:xfrm>
            <a:off x="571500" y="1085850"/>
            <a:ext cx="45912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partners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84" name="Google Shape;84;g3f8da4ebb8d_0_891"/>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85" name="Google Shape;85;g3f8da4ebb8d_0_891"/>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B5BFC"/>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86" name="Google Shape;86;g3f8da4ebb8d_0_891"/>
          <p:cNvPicPr preferRelativeResize="0"/>
          <p:nvPr/>
        </p:nvPicPr>
        <p:blipFill rotWithShape="1">
          <a:blip r:embed="rId4">
            <a:alphaModFix/>
          </a:blip>
          <a:srcRect b="0" l="0" r="0" t="0"/>
          <a:stretch/>
        </p:blipFill>
        <p:spPr>
          <a:xfrm>
            <a:off x="2239304" y="2409215"/>
            <a:ext cx="2026927" cy="716700"/>
          </a:xfrm>
          <a:prstGeom prst="rect">
            <a:avLst/>
          </a:prstGeom>
          <a:noFill/>
          <a:ln>
            <a:noFill/>
          </a:ln>
        </p:spPr>
      </p:pic>
      <p:pic>
        <p:nvPicPr>
          <p:cNvPr id="87" name="Google Shape;87;g3f8da4ebb8d_0_891"/>
          <p:cNvPicPr preferRelativeResize="0"/>
          <p:nvPr/>
        </p:nvPicPr>
        <p:blipFill rotWithShape="1">
          <a:blip r:embed="rId5">
            <a:alphaModFix/>
          </a:blip>
          <a:srcRect b="0" l="0" r="0" t="0"/>
          <a:stretch/>
        </p:blipFill>
        <p:spPr>
          <a:xfrm>
            <a:off x="2166391" y="3304477"/>
            <a:ext cx="2223933" cy="716701"/>
          </a:xfrm>
          <a:prstGeom prst="rect">
            <a:avLst/>
          </a:prstGeom>
          <a:noFill/>
          <a:ln>
            <a:noFill/>
          </a:ln>
        </p:spPr>
      </p:pic>
      <p:pic>
        <p:nvPicPr>
          <p:cNvPr descr="preencoded.png" id="88" name="Google Shape;88;g3f8da4ebb8d_0_891"/>
          <p:cNvPicPr preferRelativeResize="0"/>
          <p:nvPr/>
        </p:nvPicPr>
        <p:blipFill rotWithShape="1">
          <a:blip r:embed="rId6">
            <a:alphaModFix/>
          </a:blip>
          <a:srcRect b="0" l="0" r="0" t="0"/>
          <a:stretch/>
        </p:blipFill>
        <p:spPr>
          <a:xfrm>
            <a:off x="5475486" y="2351794"/>
            <a:ext cx="831543" cy="831543"/>
          </a:xfrm>
          <a:prstGeom prst="rect">
            <a:avLst/>
          </a:prstGeom>
          <a:noFill/>
          <a:ln>
            <a:noFill/>
          </a:ln>
        </p:spPr>
      </p:pic>
      <p:pic>
        <p:nvPicPr>
          <p:cNvPr id="89" name="Google Shape;89;g3f8da4ebb8d_0_891"/>
          <p:cNvPicPr preferRelativeResize="0"/>
          <p:nvPr/>
        </p:nvPicPr>
        <p:blipFill rotWithShape="1">
          <a:blip r:embed="rId7">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94" name="Shape 94"/>
        <p:cNvGrpSpPr/>
        <p:nvPr/>
      </p:nvGrpSpPr>
      <p:grpSpPr>
        <a:xfrm>
          <a:off x="0" y="0"/>
          <a:ext cx="0" cy="0"/>
          <a:chOff x="0" y="0"/>
          <a:chExt cx="0" cy="0"/>
        </a:xfrm>
      </p:grpSpPr>
      <p:pic>
        <p:nvPicPr>
          <p:cNvPr descr="preencoded.png" id="95" name="Google Shape;95;g3f8da4ebb8d_0_910"/>
          <p:cNvPicPr preferRelativeResize="0"/>
          <p:nvPr/>
        </p:nvPicPr>
        <p:blipFill rotWithShape="1">
          <a:blip r:embed="rId3">
            <a:alphaModFix/>
          </a:blip>
          <a:srcRect b="0" l="0" r="0" t="0"/>
          <a:stretch/>
        </p:blipFill>
        <p:spPr>
          <a:xfrm>
            <a:off x="490538" y="1604963"/>
            <a:ext cx="2771775" cy="1452562"/>
          </a:xfrm>
          <a:prstGeom prst="rect">
            <a:avLst/>
          </a:prstGeom>
          <a:noFill/>
          <a:ln>
            <a:noFill/>
          </a:ln>
        </p:spPr>
      </p:pic>
      <p:pic>
        <p:nvPicPr>
          <p:cNvPr descr="preencoded.png" id="96" name="Google Shape;96;g3f8da4ebb8d_0_910"/>
          <p:cNvPicPr preferRelativeResize="0"/>
          <p:nvPr/>
        </p:nvPicPr>
        <p:blipFill rotWithShape="1">
          <a:blip r:embed="rId3">
            <a:alphaModFix/>
          </a:blip>
          <a:srcRect b="0" l="0" r="0" t="0"/>
          <a:stretch/>
        </p:blipFill>
        <p:spPr>
          <a:xfrm>
            <a:off x="3186113" y="1604963"/>
            <a:ext cx="2771775" cy="1452562"/>
          </a:xfrm>
          <a:prstGeom prst="rect">
            <a:avLst/>
          </a:prstGeom>
          <a:noFill/>
          <a:ln>
            <a:noFill/>
          </a:ln>
        </p:spPr>
      </p:pic>
      <p:pic>
        <p:nvPicPr>
          <p:cNvPr descr="preencoded.png" id="97" name="Google Shape;97;g3f8da4ebb8d_0_910"/>
          <p:cNvPicPr preferRelativeResize="0"/>
          <p:nvPr/>
        </p:nvPicPr>
        <p:blipFill rotWithShape="1">
          <a:blip r:embed="rId4">
            <a:alphaModFix/>
          </a:blip>
          <a:srcRect b="0" l="0" r="0" t="0"/>
          <a:stretch/>
        </p:blipFill>
        <p:spPr>
          <a:xfrm>
            <a:off x="5881688" y="1604963"/>
            <a:ext cx="2776538" cy="1452562"/>
          </a:xfrm>
          <a:prstGeom prst="rect">
            <a:avLst/>
          </a:prstGeom>
          <a:noFill/>
          <a:ln>
            <a:noFill/>
          </a:ln>
        </p:spPr>
      </p:pic>
      <p:pic>
        <p:nvPicPr>
          <p:cNvPr descr="preencoded.png" id="98" name="Google Shape;98;g3f8da4ebb8d_0_910"/>
          <p:cNvPicPr preferRelativeResize="0"/>
          <p:nvPr/>
        </p:nvPicPr>
        <p:blipFill rotWithShape="1">
          <a:blip r:embed="rId3">
            <a:alphaModFix/>
          </a:blip>
          <a:srcRect b="0" l="0" r="0" t="0"/>
          <a:stretch/>
        </p:blipFill>
        <p:spPr>
          <a:xfrm>
            <a:off x="490538" y="3086100"/>
            <a:ext cx="2771775" cy="1452563"/>
          </a:xfrm>
          <a:prstGeom prst="rect">
            <a:avLst/>
          </a:prstGeom>
          <a:noFill/>
          <a:ln>
            <a:noFill/>
          </a:ln>
        </p:spPr>
      </p:pic>
      <p:pic>
        <p:nvPicPr>
          <p:cNvPr descr="preencoded.png" id="99" name="Google Shape;99;g3f8da4ebb8d_0_910"/>
          <p:cNvPicPr preferRelativeResize="0"/>
          <p:nvPr/>
        </p:nvPicPr>
        <p:blipFill rotWithShape="1">
          <a:blip r:embed="rId3">
            <a:alphaModFix/>
          </a:blip>
          <a:srcRect b="0" l="0" r="0" t="0"/>
          <a:stretch/>
        </p:blipFill>
        <p:spPr>
          <a:xfrm>
            <a:off x="3186113" y="3086100"/>
            <a:ext cx="2771775" cy="1452563"/>
          </a:xfrm>
          <a:prstGeom prst="rect">
            <a:avLst/>
          </a:prstGeom>
          <a:noFill/>
          <a:ln>
            <a:noFill/>
          </a:ln>
        </p:spPr>
      </p:pic>
      <p:pic>
        <p:nvPicPr>
          <p:cNvPr descr="preencoded.png" id="100" name="Google Shape;100;g3f8da4ebb8d_0_910"/>
          <p:cNvPicPr preferRelativeResize="0"/>
          <p:nvPr/>
        </p:nvPicPr>
        <p:blipFill rotWithShape="1">
          <a:blip r:embed="rId4">
            <a:alphaModFix/>
          </a:blip>
          <a:srcRect b="0" l="0" r="0" t="0"/>
          <a:stretch/>
        </p:blipFill>
        <p:spPr>
          <a:xfrm>
            <a:off x="5881688" y="3086100"/>
            <a:ext cx="2776538" cy="1452563"/>
          </a:xfrm>
          <a:prstGeom prst="rect">
            <a:avLst/>
          </a:prstGeom>
          <a:noFill/>
          <a:ln>
            <a:noFill/>
          </a:ln>
        </p:spPr>
      </p:pic>
      <p:sp>
        <p:nvSpPr>
          <p:cNvPr id="101" name="Google Shape;101;g3f8da4ebb8d_0_910"/>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02" name="Google Shape;102;g3f8da4ebb8d_0_910"/>
          <p:cNvSpPr/>
          <p:nvPr/>
        </p:nvSpPr>
        <p:spPr>
          <a:xfrm>
            <a:off x="3143250" y="1052513"/>
            <a:ext cx="43767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103" name="Google Shape;103;g3f8da4ebb8d_0_910"/>
          <p:cNvSpPr/>
          <p:nvPr/>
        </p:nvSpPr>
        <p:spPr>
          <a:xfrm>
            <a:off x="671513" y="1038225"/>
            <a:ext cx="1794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104" name="Google Shape;104;g3f8da4ebb8d_0_910"/>
          <p:cNvSpPr/>
          <p:nvPr/>
        </p:nvSpPr>
        <p:spPr>
          <a:xfrm>
            <a:off x="671513" y="1214438"/>
            <a:ext cx="24147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Nuestros </a:t>
            </a:r>
            <a:r>
              <a:rPr b="1" i="1" lang="en-US" sz="1800" u="none" cap="none" strike="noStrike">
                <a:solidFill>
                  <a:srgbClr val="2B5BFC"/>
                </a:solidFill>
                <a:latin typeface="Montserrat ExtraBold"/>
                <a:ea typeface="Montserrat ExtraBold"/>
                <a:cs typeface="Montserrat ExtraBold"/>
                <a:sym typeface="Montserrat ExtraBold"/>
              </a:rPr>
              <a:t>Clientes</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05" name="Google Shape;105;g3f8da4ebb8d_0_910"/>
          <p:cNvSpPr/>
          <p:nvPr/>
        </p:nvSpPr>
        <p:spPr>
          <a:xfrm>
            <a:off x="690563"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106" name="Google Shape;106;g3f8da4ebb8d_0_910"/>
          <p:cNvSpPr/>
          <p:nvPr/>
        </p:nvSpPr>
        <p:spPr>
          <a:xfrm>
            <a:off x="3386138" y="1738313"/>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107" name="Google Shape;107;g3f8da4ebb8d_0_910"/>
          <p:cNvSpPr/>
          <p:nvPr/>
        </p:nvSpPr>
        <p:spPr>
          <a:xfrm>
            <a:off x="6081713" y="1738313"/>
            <a:ext cx="25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108" name="Google Shape;108;g3f8da4ebb8d_0_910"/>
          <p:cNvSpPr/>
          <p:nvPr/>
        </p:nvSpPr>
        <p:spPr>
          <a:xfrm>
            <a:off x="690563"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109" name="Google Shape;109;g3f8da4ebb8d_0_910"/>
          <p:cNvSpPr/>
          <p:nvPr/>
        </p:nvSpPr>
        <p:spPr>
          <a:xfrm>
            <a:off x="3386138" y="3219450"/>
            <a:ext cx="24957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110" name="Google Shape;110;g3f8da4ebb8d_0_910"/>
          <p:cNvSpPr/>
          <p:nvPr/>
        </p:nvSpPr>
        <p:spPr>
          <a:xfrm>
            <a:off x="6019850" y="3221925"/>
            <a:ext cx="2500200" cy="1452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ExtraBold"/>
              <a:buNone/>
            </a:pPr>
            <a:r>
              <a:rPr b="1" i="0" lang="en-US" sz="1100" u="none" cap="none" strike="noStrike">
                <a:solidFill>
                  <a:srgbClr val="2B5BFC"/>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111" name="Google Shape;111;g3f8da4ebb8d_0_910"/>
          <p:cNvPicPr preferRelativeResize="0"/>
          <p:nvPr/>
        </p:nvPicPr>
        <p:blipFill rotWithShape="1">
          <a:blip r:embed="rId5">
            <a:alphaModFix/>
          </a:blip>
          <a:srcRect b="0" l="0" r="0" t="0"/>
          <a:stretch/>
        </p:blipFill>
        <p:spPr>
          <a:xfrm>
            <a:off x="865204" y="2043472"/>
            <a:ext cx="535765" cy="136724"/>
          </a:xfrm>
          <a:prstGeom prst="rect">
            <a:avLst/>
          </a:prstGeom>
          <a:noFill/>
          <a:ln>
            <a:noFill/>
          </a:ln>
        </p:spPr>
      </p:pic>
      <p:pic>
        <p:nvPicPr>
          <p:cNvPr id="112" name="Google Shape;112;g3f8da4ebb8d_0_910"/>
          <p:cNvPicPr preferRelativeResize="0"/>
          <p:nvPr/>
        </p:nvPicPr>
        <p:blipFill rotWithShape="1">
          <a:blip r:embed="rId6">
            <a:alphaModFix/>
          </a:blip>
          <a:srcRect b="0" l="0" r="0" t="0"/>
          <a:stretch/>
        </p:blipFill>
        <p:spPr>
          <a:xfrm>
            <a:off x="1515203" y="2026763"/>
            <a:ext cx="520563" cy="163738"/>
          </a:xfrm>
          <a:prstGeom prst="rect">
            <a:avLst/>
          </a:prstGeom>
          <a:noFill/>
          <a:ln>
            <a:noFill/>
          </a:ln>
        </p:spPr>
      </p:pic>
      <p:pic>
        <p:nvPicPr>
          <p:cNvPr id="113" name="Google Shape;113;g3f8da4ebb8d_0_910"/>
          <p:cNvPicPr preferRelativeResize="0"/>
          <p:nvPr/>
        </p:nvPicPr>
        <p:blipFill rotWithShape="1">
          <a:blip r:embed="rId7">
            <a:alphaModFix/>
          </a:blip>
          <a:srcRect b="0" l="0" r="0" t="0"/>
          <a:stretch/>
        </p:blipFill>
        <p:spPr>
          <a:xfrm>
            <a:off x="881767" y="2269021"/>
            <a:ext cx="634855" cy="331903"/>
          </a:xfrm>
          <a:prstGeom prst="rect">
            <a:avLst/>
          </a:prstGeom>
          <a:noFill/>
          <a:ln>
            <a:noFill/>
          </a:ln>
        </p:spPr>
      </p:pic>
      <p:pic>
        <p:nvPicPr>
          <p:cNvPr id="114" name="Google Shape;114;g3f8da4ebb8d_0_910"/>
          <p:cNvPicPr preferRelativeResize="0"/>
          <p:nvPr/>
        </p:nvPicPr>
        <p:blipFill rotWithShape="1">
          <a:blip r:embed="rId8">
            <a:alphaModFix/>
          </a:blip>
          <a:srcRect b="0" l="0" r="0" t="0"/>
          <a:stretch/>
        </p:blipFill>
        <p:spPr>
          <a:xfrm>
            <a:off x="2150005" y="1995375"/>
            <a:ext cx="727248" cy="226505"/>
          </a:xfrm>
          <a:prstGeom prst="rect">
            <a:avLst/>
          </a:prstGeom>
          <a:noFill/>
          <a:ln>
            <a:noFill/>
          </a:ln>
        </p:spPr>
      </p:pic>
      <p:pic>
        <p:nvPicPr>
          <p:cNvPr id="115" name="Google Shape;115;g3f8da4ebb8d_0_910"/>
          <p:cNvPicPr preferRelativeResize="0"/>
          <p:nvPr/>
        </p:nvPicPr>
        <p:blipFill rotWithShape="1">
          <a:blip r:embed="rId9">
            <a:alphaModFix/>
          </a:blip>
          <a:srcRect b="0" l="0" r="0" t="0"/>
          <a:stretch/>
        </p:blipFill>
        <p:spPr>
          <a:xfrm>
            <a:off x="1622104" y="2308271"/>
            <a:ext cx="425080" cy="226507"/>
          </a:xfrm>
          <a:prstGeom prst="rect">
            <a:avLst/>
          </a:prstGeom>
          <a:noFill/>
          <a:ln>
            <a:noFill/>
          </a:ln>
        </p:spPr>
      </p:pic>
      <p:pic>
        <p:nvPicPr>
          <p:cNvPr id="116" name="Google Shape;116;g3f8da4ebb8d_0_910"/>
          <p:cNvPicPr preferRelativeResize="0"/>
          <p:nvPr/>
        </p:nvPicPr>
        <p:blipFill rotWithShape="1">
          <a:blip r:embed="rId10">
            <a:alphaModFix/>
          </a:blip>
          <a:srcRect b="0" l="0" r="0" t="0"/>
          <a:stretch/>
        </p:blipFill>
        <p:spPr>
          <a:xfrm>
            <a:off x="2152672" y="2330112"/>
            <a:ext cx="734991" cy="253373"/>
          </a:xfrm>
          <a:prstGeom prst="rect">
            <a:avLst/>
          </a:prstGeom>
          <a:noFill/>
          <a:ln>
            <a:noFill/>
          </a:ln>
        </p:spPr>
      </p:pic>
      <p:pic>
        <p:nvPicPr>
          <p:cNvPr id="117" name="Google Shape;117;g3f8da4ebb8d_0_910"/>
          <p:cNvPicPr preferRelativeResize="0"/>
          <p:nvPr/>
        </p:nvPicPr>
        <p:blipFill rotWithShape="1">
          <a:blip r:embed="rId11">
            <a:alphaModFix/>
          </a:blip>
          <a:srcRect b="37814" l="2268" r="3232" t="40187"/>
          <a:stretch/>
        </p:blipFill>
        <p:spPr>
          <a:xfrm>
            <a:off x="895026" y="2641418"/>
            <a:ext cx="843625" cy="196382"/>
          </a:xfrm>
          <a:prstGeom prst="rect">
            <a:avLst/>
          </a:prstGeom>
          <a:noFill/>
          <a:ln>
            <a:noFill/>
          </a:ln>
        </p:spPr>
      </p:pic>
      <p:pic>
        <p:nvPicPr>
          <p:cNvPr id="118" name="Google Shape;118;g3f8da4ebb8d_0_910"/>
          <p:cNvPicPr preferRelativeResize="0"/>
          <p:nvPr/>
        </p:nvPicPr>
        <p:blipFill rotWithShape="1">
          <a:blip r:embed="rId12">
            <a:alphaModFix/>
          </a:blip>
          <a:srcRect b="0" l="0" r="0" t="0"/>
          <a:stretch/>
        </p:blipFill>
        <p:spPr>
          <a:xfrm>
            <a:off x="1912875" y="2641418"/>
            <a:ext cx="964368" cy="163734"/>
          </a:xfrm>
          <a:prstGeom prst="rect">
            <a:avLst/>
          </a:prstGeom>
          <a:noFill/>
          <a:ln>
            <a:noFill/>
          </a:ln>
        </p:spPr>
      </p:pic>
      <p:pic>
        <p:nvPicPr>
          <p:cNvPr id="119" name="Google Shape;119;g3f8da4ebb8d_0_910"/>
          <p:cNvPicPr preferRelativeResize="0"/>
          <p:nvPr/>
        </p:nvPicPr>
        <p:blipFill rotWithShape="1">
          <a:blip r:embed="rId13">
            <a:alphaModFix/>
          </a:blip>
          <a:srcRect b="0" l="0" r="0" t="0"/>
          <a:stretch/>
        </p:blipFill>
        <p:spPr>
          <a:xfrm>
            <a:off x="3474250" y="2002262"/>
            <a:ext cx="714419" cy="279042"/>
          </a:xfrm>
          <a:prstGeom prst="rect">
            <a:avLst/>
          </a:prstGeom>
          <a:noFill/>
          <a:ln>
            <a:noFill/>
          </a:ln>
        </p:spPr>
      </p:pic>
      <p:pic>
        <p:nvPicPr>
          <p:cNvPr id="120" name="Google Shape;120;g3f8da4ebb8d_0_910"/>
          <p:cNvPicPr preferRelativeResize="0"/>
          <p:nvPr/>
        </p:nvPicPr>
        <p:blipFill rotWithShape="1">
          <a:blip r:embed="rId14">
            <a:alphaModFix/>
          </a:blip>
          <a:srcRect b="0" l="0" r="0" t="0"/>
          <a:stretch/>
        </p:blipFill>
        <p:spPr>
          <a:xfrm>
            <a:off x="4299885" y="1994602"/>
            <a:ext cx="714419" cy="265799"/>
          </a:xfrm>
          <a:prstGeom prst="rect">
            <a:avLst/>
          </a:prstGeom>
          <a:noFill/>
          <a:ln>
            <a:noFill/>
          </a:ln>
        </p:spPr>
      </p:pic>
      <p:pic>
        <p:nvPicPr>
          <p:cNvPr id="121" name="Google Shape;121;g3f8da4ebb8d_0_910"/>
          <p:cNvPicPr preferRelativeResize="0"/>
          <p:nvPr/>
        </p:nvPicPr>
        <p:blipFill rotWithShape="1">
          <a:blip r:embed="rId15">
            <a:alphaModFix/>
          </a:blip>
          <a:srcRect b="0" l="0" r="0" t="0"/>
          <a:stretch/>
        </p:blipFill>
        <p:spPr>
          <a:xfrm>
            <a:off x="5098812" y="1981026"/>
            <a:ext cx="557165" cy="292948"/>
          </a:xfrm>
          <a:prstGeom prst="rect">
            <a:avLst/>
          </a:prstGeom>
          <a:noFill/>
          <a:ln>
            <a:noFill/>
          </a:ln>
        </p:spPr>
      </p:pic>
      <p:pic>
        <p:nvPicPr>
          <p:cNvPr id="122" name="Google Shape;122;g3f8da4ebb8d_0_910"/>
          <p:cNvPicPr preferRelativeResize="0"/>
          <p:nvPr/>
        </p:nvPicPr>
        <p:blipFill rotWithShape="1">
          <a:blip r:embed="rId16">
            <a:alphaModFix/>
          </a:blip>
          <a:srcRect b="0" l="0" r="0" t="0"/>
          <a:stretch/>
        </p:blipFill>
        <p:spPr>
          <a:xfrm>
            <a:off x="3492622" y="2346739"/>
            <a:ext cx="1072874" cy="170100"/>
          </a:xfrm>
          <a:prstGeom prst="rect">
            <a:avLst/>
          </a:prstGeom>
          <a:noFill/>
          <a:ln>
            <a:noFill/>
          </a:ln>
        </p:spPr>
      </p:pic>
      <p:pic>
        <p:nvPicPr>
          <p:cNvPr id="123" name="Google Shape;123;g3f8da4ebb8d_0_910"/>
          <p:cNvPicPr preferRelativeResize="0"/>
          <p:nvPr/>
        </p:nvPicPr>
        <p:blipFill rotWithShape="1">
          <a:blip r:embed="rId17">
            <a:alphaModFix/>
          </a:blip>
          <a:srcRect b="0" l="0" r="0" t="0"/>
          <a:stretch/>
        </p:blipFill>
        <p:spPr>
          <a:xfrm>
            <a:off x="4697245" y="2319724"/>
            <a:ext cx="972554" cy="224129"/>
          </a:xfrm>
          <a:prstGeom prst="rect">
            <a:avLst/>
          </a:prstGeom>
          <a:noFill/>
          <a:ln>
            <a:noFill/>
          </a:ln>
        </p:spPr>
      </p:pic>
      <p:pic>
        <p:nvPicPr>
          <p:cNvPr id="124" name="Google Shape;124;g3f8da4ebb8d_0_910"/>
          <p:cNvPicPr preferRelativeResize="0"/>
          <p:nvPr/>
        </p:nvPicPr>
        <p:blipFill rotWithShape="1">
          <a:blip r:embed="rId18">
            <a:alphaModFix/>
          </a:blip>
          <a:srcRect b="0" l="0" r="0" t="0"/>
          <a:stretch/>
        </p:blipFill>
        <p:spPr>
          <a:xfrm>
            <a:off x="4646432" y="2631481"/>
            <a:ext cx="792442" cy="142989"/>
          </a:xfrm>
          <a:prstGeom prst="rect">
            <a:avLst/>
          </a:prstGeom>
          <a:noFill/>
          <a:ln>
            <a:noFill/>
          </a:ln>
        </p:spPr>
      </p:pic>
      <p:pic>
        <p:nvPicPr>
          <p:cNvPr id="125" name="Google Shape;125;g3f8da4ebb8d_0_910"/>
          <p:cNvPicPr preferRelativeResize="0"/>
          <p:nvPr/>
        </p:nvPicPr>
        <p:blipFill rotWithShape="1">
          <a:blip r:embed="rId19">
            <a:alphaModFix/>
          </a:blip>
          <a:srcRect b="0" l="0" r="0" t="0"/>
          <a:stretch/>
        </p:blipFill>
        <p:spPr>
          <a:xfrm>
            <a:off x="3492640" y="2590918"/>
            <a:ext cx="979774" cy="224128"/>
          </a:xfrm>
          <a:prstGeom prst="rect">
            <a:avLst/>
          </a:prstGeom>
          <a:noFill/>
          <a:ln>
            <a:noFill/>
          </a:ln>
        </p:spPr>
      </p:pic>
      <p:pic>
        <p:nvPicPr>
          <p:cNvPr id="126" name="Google Shape;126;g3f8da4ebb8d_0_910"/>
          <p:cNvPicPr preferRelativeResize="0"/>
          <p:nvPr/>
        </p:nvPicPr>
        <p:blipFill rotWithShape="1">
          <a:blip r:embed="rId20">
            <a:alphaModFix/>
          </a:blip>
          <a:srcRect b="10" l="23542" r="22953" t="-10"/>
          <a:stretch/>
        </p:blipFill>
        <p:spPr>
          <a:xfrm>
            <a:off x="7827175" y="1994599"/>
            <a:ext cx="464548" cy="488376"/>
          </a:xfrm>
          <a:prstGeom prst="rect">
            <a:avLst/>
          </a:prstGeom>
          <a:noFill/>
          <a:ln>
            <a:noFill/>
          </a:ln>
        </p:spPr>
      </p:pic>
      <p:pic>
        <p:nvPicPr>
          <p:cNvPr id="127" name="Google Shape;127;g3f8da4ebb8d_0_910"/>
          <p:cNvPicPr preferRelativeResize="0"/>
          <p:nvPr/>
        </p:nvPicPr>
        <p:blipFill rotWithShape="1">
          <a:blip r:embed="rId21">
            <a:alphaModFix/>
          </a:blip>
          <a:srcRect b="0" l="0" r="0" t="0"/>
          <a:stretch/>
        </p:blipFill>
        <p:spPr>
          <a:xfrm>
            <a:off x="6788042" y="2017794"/>
            <a:ext cx="763434" cy="217698"/>
          </a:xfrm>
          <a:prstGeom prst="rect">
            <a:avLst/>
          </a:prstGeom>
          <a:noFill/>
          <a:ln>
            <a:noFill/>
          </a:ln>
        </p:spPr>
      </p:pic>
      <p:pic>
        <p:nvPicPr>
          <p:cNvPr id="128" name="Google Shape;128;g3f8da4ebb8d_0_910"/>
          <p:cNvPicPr preferRelativeResize="0"/>
          <p:nvPr/>
        </p:nvPicPr>
        <p:blipFill rotWithShape="1">
          <a:blip r:embed="rId22">
            <a:alphaModFix/>
          </a:blip>
          <a:srcRect b="0" l="0" r="0" t="0"/>
          <a:stretch/>
        </p:blipFill>
        <p:spPr>
          <a:xfrm>
            <a:off x="7731050" y="2580662"/>
            <a:ext cx="691638" cy="125360"/>
          </a:xfrm>
          <a:prstGeom prst="rect">
            <a:avLst/>
          </a:prstGeom>
          <a:noFill/>
          <a:ln>
            <a:noFill/>
          </a:ln>
        </p:spPr>
      </p:pic>
      <p:pic>
        <p:nvPicPr>
          <p:cNvPr id="129" name="Google Shape;129;g3f8da4ebb8d_0_910"/>
          <p:cNvPicPr preferRelativeResize="0"/>
          <p:nvPr/>
        </p:nvPicPr>
        <p:blipFill rotWithShape="1">
          <a:blip r:embed="rId23">
            <a:alphaModFix/>
          </a:blip>
          <a:srcRect b="21388" l="6969" r="7939" t="16018"/>
          <a:stretch/>
        </p:blipFill>
        <p:spPr>
          <a:xfrm>
            <a:off x="6203376" y="2408361"/>
            <a:ext cx="434714" cy="319749"/>
          </a:xfrm>
          <a:prstGeom prst="rect">
            <a:avLst/>
          </a:prstGeom>
          <a:noFill/>
          <a:ln>
            <a:noFill/>
          </a:ln>
        </p:spPr>
      </p:pic>
      <p:pic>
        <p:nvPicPr>
          <p:cNvPr id="130" name="Google Shape;130;g3f8da4ebb8d_0_910"/>
          <p:cNvPicPr preferRelativeResize="0"/>
          <p:nvPr/>
        </p:nvPicPr>
        <p:blipFill rotWithShape="1">
          <a:blip r:embed="rId24">
            <a:alphaModFix/>
          </a:blip>
          <a:srcRect b="0" l="0" r="0" t="0"/>
          <a:stretch/>
        </p:blipFill>
        <p:spPr>
          <a:xfrm>
            <a:off x="6794393" y="2288506"/>
            <a:ext cx="750742" cy="141962"/>
          </a:xfrm>
          <a:prstGeom prst="rect">
            <a:avLst/>
          </a:prstGeom>
          <a:noFill/>
          <a:ln>
            <a:noFill/>
          </a:ln>
        </p:spPr>
      </p:pic>
      <p:pic>
        <p:nvPicPr>
          <p:cNvPr id="131" name="Google Shape;131;g3f8da4ebb8d_0_910"/>
          <p:cNvPicPr preferRelativeResize="0"/>
          <p:nvPr/>
        </p:nvPicPr>
        <p:blipFill rotWithShape="1">
          <a:blip r:embed="rId25">
            <a:alphaModFix/>
          </a:blip>
          <a:srcRect b="8537" l="3901" r="4515" t="8254"/>
          <a:stretch/>
        </p:blipFill>
        <p:spPr>
          <a:xfrm>
            <a:off x="6228735" y="1995375"/>
            <a:ext cx="384006" cy="348849"/>
          </a:xfrm>
          <a:prstGeom prst="rect">
            <a:avLst/>
          </a:prstGeom>
          <a:noFill/>
          <a:ln>
            <a:noFill/>
          </a:ln>
        </p:spPr>
      </p:pic>
      <p:pic>
        <p:nvPicPr>
          <p:cNvPr id="132" name="Google Shape;132;g3f8da4ebb8d_0_910"/>
          <p:cNvPicPr preferRelativeResize="0"/>
          <p:nvPr/>
        </p:nvPicPr>
        <p:blipFill rotWithShape="1">
          <a:blip r:embed="rId26">
            <a:alphaModFix/>
          </a:blip>
          <a:srcRect b="37573" l="0" r="0" t="37834"/>
          <a:stretch/>
        </p:blipFill>
        <p:spPr>
          <a:xfrm>
            <a:off x="6744998" y="2537192"/>
            <a:ext cx="849538" cy="208922"/>
          </a:xfrm>
          <a:prstGeom prst="rect">
            <a:avLst/>
          </a:prstGeom>
          <a:noFill/>
          <a:ln>
            <a:noFill/>
          </a:ln>
        </p:spPr>
      </p:pic>
      <p:pic>
        <p:nvPicPr>
          <p:cNvPr id="133" name="Google Shape;133;g3f8da4ebb8d_0_910"/>
          <p:cNvPicPr preferRelativeResize="0"/>
          <p:nvPr/>
        </p:nvPicPr>
        <p:blipFill rotWithShape="1">
          <a:blip r:embed="rId27">
            <a:alphaModFix/>
          </a:blip>
          <a:srcRect b="0" l="0" r="0" t="0"/>
          <a:stretch/>
        </p:blipFill>
        <p:spPr>
          <a:xfrm>
            <a:off x="764101" y="3518325"/>
            <a:ext cx="763610" cy="276693"/>
          </a:xfrm>
          <a:prstGeom prst="rect">
            <a:avLst/>
          </a:prstGeom>
          <a:noFill/>
          <a:ln>
            <a:noFill/>
          </a:ln>
        </p:spPr>
      </p:pic>
      <p:pic>
        <p:nvPicPr>
          <p:cNvPr id="134" name="Google Shape;134;g3f8da4ebb8d_0_910"/>
          <p:cNvPicPr preferRelativeResize="0"/>
          <p:nvPr/>
        </p:nvPicPr>
        <p:blipFill rotWithShape="1">
          <a:blip r:embed="rId28">
            <a:alphaModFix/>
          </a:blip>
          <a:srcRect b="0" l="0" r="0" t="0"/>
          <a:stretch/>
        </p:blipFill>
        <p:spPr>
          <a:xfrm>
            <a:off x="1662375" y="3523164"/>
            <a:ext cx="1086735" cy="265166"/>
          </a:xfrm>
          <a:prstGeom prst="rect">
            <a:avLst/>
          </a:prstGeom>
          <a:noFill/>
          <a:ln>
            <a:noFill/>
          </a:ln>
        </p:spPr>
      </p:pic>
      <p:pic>
        <p:nvPicPr>
          <p:cNvPr id="135" name="Google Shape;135;g3f8da4ebb8d_0_910"/>
          <p:cNvPicPr preferRelativeResize="0"/>
          <p:nvPr/>
        </p:nvPicPr>
        <p:blipFill rotWithShape="1">
          <a:blip r:embed="rId29">
            <a:alphaModFix/>
          </a:blip>
          <a:srcRect b="0" l="0" r="0" t="0"/>
          <a:stretch/>
        </p:blipFill>
        <p:spPr>
          <a:xfrm>
            <a:off x="764101" y="3902836"/>
            <a:ext cx="1232892" cy="296665"/>
          </a:xfrm>
          <a:prstGeom prst="rect">
            <a:avLst/>
          </a:prstGeom>
          <a:noFill/>
          <a:ln>
            <a:noFill/>
          </a:ln>
        </p:spPr>
      </p:pic>
      <p:pic>
        <p:nvPicPr>
          <p:cNvPr id="136" name="Google Shape;136;g3f8da4ebb8d_0_910"/>
          <p:cNvPicPr preferRelativeResize="0"/>
          <p:nvPr/>
        </p:nvPicPr>
        <p:blipFill rotWithShape="1">
          <a:blip r:embed="rId30">
            <a:alphaModFix/>
          </a:blip>
          <a:srcRect b="0" l="0" r="0" t="0"/>
          <a:stretch/>
        </p:blipFill>
        <p:spPr>
          <a:xfrm>
            <a:off x="2092126" y="3962305"/>
            <a:ext cx="838784" cy="177750"/>
          </a:xfrm>
          <a:prstGeom prst="rect">
            <a:avLst/>
          </a:prstGeom>
          <a:noFill/>
          <a:ln>
            <a:noFill/>
          </a:ln>
        </p:spPr>
      </p:pic>
      <p:pic>
        <p:nvPicPr>
          <p:cNvPr id="137" name="Google Shape;137;g3f8da4ebb8d_0_910"/>
          <p:cNvPicPr preferRelativeResize="0"/>
          <p:nvPr/>
        </p:nvPicPr>
        <p:blipFill rotWithShape="1">
          <a:blip r:embed="rId31">
            <a:alphaModFix/>
          </a:blip>
          <a:srcRect b="0" l="0" r="0" t="0"/>
          <a:stretch/>
        </p:blipFill>
        <p:spPr>
          <a:xfrm>
            <a:off x="3419926" y="3492006"/>
            <a:ext cx="723469" cy="184973"/>
          </a:xfrm>
          <a:prstGeom prst="rect">
            <a:avLst/>
          </a:prstGeom>
          <a:noFill/>
          <a:ln>
            <a:noFill/>
          </a:ln>
        </p:spPr>
      </p:pic>
      <p:pic>
        <p:nvPicPr>
          <p:cNvPr id="138" name="Google Shape;138;g3f8da4ebb8d_0_910"/>
          <p:cNvPicPr preferRelativeResize="0"/>
          <p:nvPr/>
        </p:nvPicPr>
        <p:blipFill rotWithShape="1">
          <a:blip r:embed="rId32">
            <a:alphaModFix/>
          </a:blip>
          <a:srcRect b="0" l="0" r="0" t="0"/>
          <a:stretch/>
        </p:blipFill>
        <p:spPr>
          <a:xfrm>
            <a:off x="4208060" y="3493173"/>
            <a:ext cx="732743" cy="182624"/>
          </a:xfrm>
          <a:prstGeom prst="rect">
            <a:avLst/>
          </a:prstGeom>
          <a:noFill/>
          <a:ln>
            <a:noFill/>
          </a:ln>
        </p:spPr>
      </p:pic>
      <p:pic>
        <p:nvPicPr>
          <p:cNvPr id="139" name="Google Shape;139;g3f8da4ebb8d_0_910"/>
          <p:cNvPicPr preferRelativeResize="0"/>
          <p:nvPr/>
        </p:nvPicPr>
        <p:blipFill rotWithShape="1">
          <a:blip r:embed="rId33">
            <a:alphaModFix/>
          </a:blip>
          <a:srcRect b="0" l="0" r="0" t="0"/>
          <a:stretch/>
        </p:blipFill>
        <p:spPr>
          <a:xfrm>
            <a:off x="5013171" y="3461644"/>
            <a:ext cx="727654" cy="222564"/>
          </a:xfrm>
          <a:prstGeom prst="rect">
            <a:avLst/>
          </a:prstGeom>
          <a:noFill/>
          <a:ln>
            <a:noFill/>
          </a:ln>
        </p:spPr>
      </p:pic>
      <p:pic>
        <p:nvPicPr>
          <p:cNvPr id="140" name="Google Shape;140;g3f8da4ebb8d_0_910"/>
          <p:cNvPicPr preferRelativeResize="0"/>
          <p:nvPr/>
        </p:nvPicPr>
        <p:blipFill rotWithShape="1">
          <a:blip r:embed="rId34">
            <a:alphaModFix/>
          </a:blip>
          <a:srcRect b="51161" l="-624" r="0" t="-784"/>
          <a:stretch/>
        </p:blipFill>
        <p:spPr>
          <a:xfrm>
            <a:off x="3413956" y="3758032"/>
            <a:ext cx="737490" cy="129287"/>
          </a:xfrm>
          <a:prstGeom prst="rect">
            <a:avLst/>
          </a:prstGeom>
          <a:noFill/>
          <a:ln>
            <a:noFill/>
          </a:ln>
        </p:spPr>
      </p:pic>
      <p:pic>
        <p:nvPicPr>
          <p:cNvPr id="141" name="Google Shape;141;g3f8da4ebb8d_0_910"/>
          <p:cNvPicPr preferRelativeResize="0"/>
          <p:nvPr/>
        </p:nvPicPr>
        <p:blipFill rotWithShape="1">
          <a:blip r:embed="rId35">
            <a:alphaModFix/>
          </a:blip>
          <a:srcRect b="14613" l="5819" r="3123" t="19856"/>
          <a:stretch/>
        </p:blipFill>
        <p:spPr>
          <a:xfrm>
            <a:off x="4208050" y="3758020"/>
            <a:ext cx="782976" cy="173150"/>
          </a:xfrm>
          <a:prstGeom prst="rect">
            <a:avLst/>
          </a:prstGeom>
          <a:noFill/>
          <a:ln>
            <a:noFill/>
          </a:ln>
        </p:spPr>
      </p:pic>
      <p:pic>
        <p:nvPicPr>
          <p:cNvPr id="142" name="Google Shape;142;g3f8da4ebb8d_0_910"/>
          <p:cNvPicPr preferRelativeResize="0"/>
          <p:nvPr/>
        </p:nvPicPr>
        <p:blipFill rotWithShape="1">
          <a:blip r:embed="rId36">
            <a:alphaModFix/>
          </a:blip>
          <a:srcRect b="20058" l="0" r="0" t="19196"/>
          <a:stretch/>
        </p:blipFill>
        <p:spPr>
          <a:xfrm>
            <a:off x="5094187" y="3740663"/>
            <a:ext cx="607815" cy="192976"/>
          </a:xfrm>
          <a:prstGeom prst="rect">
            <a:avLst/>
          </a:prstGeom>
          <a:noFill/>
          <a:ln>
            <a:noFill/>
          </a:ln>
        </p:spPr>
      </p:pic>
      <p:pic>
        <p:nvPicPr>
          <p:cNvPr id="143" name="Google Shape;143;g3f8da4ebb8d_0_910"/>
          <p:cNvPicPr preferRelativeResize="0"/>
          <p:nvPr/>
        </p:nvPicPr>
        <p:blipFill rotWithShape="1">
          <a:blip r:embed="rId37">
            <a:alphaModFix/>
          </a:blip>
          <a:srcRect b="37764" l="0" r="0" t="38972"/>
          <a:stretch/>
        </p:blipFill>
        <p:spPr>
          <a:xfrm>
            <a:off x="3419923" y="4034743"/>
            <a:ext cx="623867" cy="145136"/>
          </a:xfrm>
          <a:prstGeom prst="rect">
            <a:avLst/>
          </a:prstGeom>
          <a:noFill/>
          <a:ln>
            <a:noFill/>
          </a:ln>
        </p:spPr>
      </p:pic>
      <p:pic>
        <p:nvPicPr>
          <p:cNvPr id="144" name="Google Shape;144;g3f8da4ebb8d_0_910"/>
          <p:cNvPicPr preferRelativeResize="0"/>
          <p:nvPr/>
        </p:nvPicPr>
        <p:blipFill rotWithShape="1">
          <a:blip r:embed="rId38">
            <a:alphaModFix/>
          </a:blip>
          <a:srcRect b="22704" l="0" r="0" t="23084"/>
          <a:stretch/>
        </p:blipFill>
        <p:spPr>
          <a:xfrm>
            <a:off x="4217718" y="3990110"/>
            <a:ext cx="884829" cy="205309"/>
          </a:xfrm>
          <a:prstGeom prst="rect">
            <a:avLst/>
          </a:prstGeom>
          <a:noFill/>
          <a:ln>
            <a:noFill/>
          </a:ln>
        </p:spPr>
      </p:pic>
      <p:pic>
        <p:nvPicPr>
          <p:cNvPr id="145" name="Google Shape;145;g3f8da4ebb8d_0_910"/>
          <p:cNvPicPr preferRelativeResize="0"/>
          <p:nvPr/>
        </p:nvPicPr>
        <p:blipFill rotWithShape="1">
          <a:blip r:embed="rId39">
            <a:alphaModFix/>
          </a:blip>
          <a:srcRect b="30771" l="25863" r="25163" t="30371"/>
          <a:stretch/>
        </p:blipFill>
        <p:spPr>
          <a:xfrm>
            <a:off x="6137474" y="3468879"/>
            <a:ext cx="971443" cy="223181"/>
          </a:xfrm>
          <a:prstGeom prst="rect">
            <a:avLst/>
          </a:prstGeom>
          <a:noFill/>
          <a:ln>
            <a:noFill/>
          </a:ln>
        </p:spPr>
      </p:pic>
      <p:pic>
        <p:nvPicPr>
          <p:cNvPr id="146" name="Google Shape;146;g3f8da4ebb8d_0_910"/>
          <p:cNvPicPr preferRelativeResize="0"/>
          <p:nvPr/>
        </p:nvPicPr>
        <p:blipFill rotWithShape="1">
          <a:blip r:embed="rId40">
            <a:alphaModFix/>
          </a:blip>
          <a:srcRect b="20333" l="4272" r="5016" t="20161"/>
          <a:stretch/>
        </p:blipFill>
        <p:spPr>
          <a:xfrm>
            <a:off x="7292717" y="3476901"/>
            <a:ext cx="1043316" cy="207146"/>
          </a:xfrm>
          <a:prstGeom prst="rect">
            <a:avLst/>
          </a:prstGeom>
          <a:noFill/>
          <a:ln>
            <a:noFill/>
          </a:ln>
        </p:spPr>
      </p:pic>
      <p:pic>
        <p:nvPicPr>
          <p:cNvPr id="147" name="Google Shape;147;g3f8da4ebb8d_0_910"/>
          <p:cNvPicPr preferRelativeResize="0"/>
          <p:nvPr/>
        </p:nvPicPr>
        <p:blipFill rotWithShape="1">
          <a:blip r:embed="rId41">
            <a:alphaModFix/>
          </a:blip>
          <a:srcRect b="18913" l="3908" r="3491" t="15983"/>
          <a:stretch/>
        </p:blipFill>
        <p:spPr>
          <a:xfrm>
            <a:off x="6134400" y="3814688"/>
            <a:ext cx="1141516" cy="242666"/>
          </a:xfrm>
          <a:prstGeom prst="rect">
            <a:avLst/>
          </a:prstGeom>
          <a:noFill/>
          <a:ln>
            <a:noFill/>
          </a:ln>
        </p:spPr>
      </p:pic>
      <p:pic>
        <p:nvPicPr>
          <p:cNvPr id="148" name="Google Shape;148;g3f8da4ebb8d_0_910"/>
          <p:cNvPicPr preferRelativeResize="0"/>
          <p:nvPr/>
        </p:nvPicPr>
        <p:blipFill rotWithShape="1">
          <a:blip r:embed="rId42">
            <a:alphaModFix/>
          </a:blip>
          <a:srcRect b="0" l="0" r="0" t="0"/>
          <a:stretch/>
        </p:blipFill>
        <p:spPr>
          <a:xfrm>
            <a:off x="7328036" y="3771360"/>
            <a:ext cx="1077464" cy="32932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53" name="Shape 153"/>
        <p:cNvGrpSpPr/>
        <p:nvPr/>
      </p:nvGrpSpPr>
      <p:grpSpPr>
        <a:xfrm>
          <a:off x="0" y="0"/>
          <a:ext cx="0" cy="0"/>
          <a:chOff x="0" y="0"/>
          <a:chExt cx="0" cy="0"/>
        </a:xfrm>
      </p:grpSpPr>
      <p:sp>
        <p:nvSpPr>
          <p:cNvPr id="154" name="Google Shape;154;g3f8da4ebb8d_0_209"/>
          <p:cNvSpPr txBox="1"/>
          <p:nvPr/>
        </p:nvSpPr>
        <p:spPr>
          <a:xfrm>
            <a:off x="571500" y="890625"/>
            <a:ext cx="3210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CONTENIDO</a:t>
            </a:r>
            <a:endParaRPr b="0" i="0" sz="1100" u="none" cap="none" strike="noStrike">
              <a:solidFill>
                <a:schemeClr val="dk1"/>
              </a:solidFill>
              <a:latin typeface="Calibri"/>
              <a:ea typeface="Calibri"/>
              <a:cs typeface="Calibri"/>
              <a:sym typeface="Calibri"/>
            </a:endParaRPr>
          </a:p>
        </p:txBody>
      </p:sp>
      <p:sp>
        <p:nvSpPr>
          <p:cNvPr id="155" name="Google Shape;155;g3f8da4ebb8d_0_209"/>
          <p:cNvSpPr txBox="1"/>
          <p:nvPr/>
        </p:nvSpPr>
        <p:spPr>
          <a:xfrm>
            <a:off x="571500" y="1165651"/>
            <a:ext cx="3210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Agenda</a:t>
            </a:r>
            <a:endParaRPr b="0" i="0" sz="2100" u="none" cap="none" strike="noStrike">
              <a:solidFill>
                <a:schemeClr val="dk1"/>
              </a:solidFill>
              <a:latin typeface="Calibri"/>
              <a:ea typeface="Calibri"/>
              <a:cs typeface="Calibri"/>
              <a:sym typeface="Calibri"/>
            </a:endParaRPr>
          </a:p>
        </p:txBody>
      </p:sp>
      <p:sp>
        <p:nvSpPr>
          <p:cNvPr id="156" name="Google Shape;156;g3f8da4ebb8d_0_209"/>
          <p:cNvSpPr/>
          <p:nvPr/>
        </p:nvSpPr>
        <p:spPr>
          <a:xfrm>
            <a:off x="589800" y="17403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g3f8da4ebb8d_0_209"/>
          <p:cNvSpPr txBox="1"/>
          <p:nvPr/>
        </p:nvSpPr>
        <p:spPr>
          <a:xfrm>
            <a:off x="772680" y="1831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01</a:t>
            </a:r>
            <a:endParaRPr b="0" i="0" sz="1200" u="none" cap="none" strike="noStrike">
              <a:solidFill>
                <a:schemeClr val="dk1"/>
              </a:solidFill>
              <a:latin typeface="Calibri"/>
              <a:ea typeface="Calibri"/>
              <a:cs typeface="Calibri"/>
              <a:sym typeface="Calibri"/>
            </a:endParaRPr>
          </a:p>
        </p:txBody>
      </p:sp>
      <p:sp>
        <p:nvSpPr>
          <p:cNvPr id="158" name="Google Shape;158;g3f8da4ebb8d_0_209"/>
          <p:cNvSpPr txBox="1"/>
          <p:nvPr/>
        </p:nvSpPr>
        <p:spPr>
          <a:xfrm>
            <a:off x="1193304" y="1831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Contexto </a:t>
            </a:r>
            <a:endParaRPr b="0" i="0" sz="1200" u="none" cap="none" strike="noStrike">
              <a:solidFill>
                <a:schemeClr val="dk1"/>
              </a:solidFill>
              <a:latin typeface="Calibri"/>
              <a:ea typeface="Calibri"/>
              <a:cs typeface="Calibri"/>
              <a:sym typeface="Calibri"/>
            </a:endParaRPr>
          </a:p>
        </p:txBody>
      </p:sp>
      <p:sp>
        <p:nvSpPr>
          <p:cNvPr id="159" name="Google Shape;159;g3f8da4ebb8d_0_209"/>
          <p:cNvSpPr/>
          <p:nvPr/>
        </p:nvSpPr>
        <p:spPr>
          <a:xfrm>
            <a:off x="589864" y="23959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g3f8da4ebb8d_0_209"/>
          <p:cNvSpPr txBox="1"/>
          <p:nvPr/>
        </p:nvSpPr>
        <p:spPr>
          <a:xfrm>
            <a:off x="772744" y="24874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02</a:t>
            </a:r>
            <a:endParaRPr b="0" i="0" sz="1200" u="none" cap="none" strike="noStrike">
              <a:solidFill>
                <a:schemeClr val="dk1"/>
              </a:solidFill>
              <a:latin typeface="Calibri"/>
              <a:ea typeface="Calibri"/>
              <a:cs typeface="Calibri"/>
              <a:sym typeface="Calibri"/>
            </a:endParaRPr>
          </a:p>
        </p:txBody>
      </p:sp>
      <p:sp>
        <p:nvSpPr>
          <p:cNvPr id="161" name="Google Shape;161;g3f8da4ebb8d_0_209"/>
          <p:cNvSpPr txBox="1"/>
          <p:nvPr/>
        </p:nvSpPr>
        <p:spPr>
          <a:xfrm>
            <a:off x="1193368" y="24874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Diagnóstico</a:t>
            </a:r>
            <a:endParaRPr b="0" i="0" sz="1200" u="none" cap="none" strike="noStrike">
              <a:solidFill>
                <a:schemeClr val="dk1"/>
              </a:solidFill>
              <a:latin typeface="Calibri"/>
              <a:ea typeface="Calibri"/>
              <a:cs typeface="Calibri"/>
              <a:sym typeface="Calibri"/>
            </a:endParaRPr>
          </a:p>
        </p:txBody>
      </p:sp>
      <p:sp>
        <p:nvSpPr>
          <p:cNvPr id="162" name="Google Shape;162;g3f8da4ebb8d_0_209"/>
          <p:cNvSpPr/>
          <p:nvPr/>
        </p:nvSpPr>
        <p:spPr>
          <a:xfrm>
            <a:off x="589803" y="305164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g3f8da4ebb8d_0_209"/>
          <p:cNvSpPr txBox="1"/>
          <p:nvPr/>
        </p:nvSpPr>
        <p:spPr>
          <a:xfrm>
            <a:off x="772683" y="314308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03</a:t>
            </a:r>
            <a:endParaRPr b="0" i="0" sz="1200" u="none" cap="none" strike="noStrike">
              <a:solidFill>
                <a:schemeClr val="dk1"/>
              </a:solidFill>
              <a:latin typeface="Calibri"/>
              <a:ea typeface="Calibri"/>
              <a:cs typeface="Calibri"/>
              <a:sym typeface="Calibri"/>
            </a:endParaRPr>
          </a:p>
        </p:txBody>
      </p:sp>
      <p:sp>
        <p:nvSpPr>
          <p:cNvPr id="164" name="Google Shape;164;g3f8da4ebb8d_0_209"/>
          <p:cNvSpPr txBox="1"/>
          <p:nvPr/>
        </p:nvSpPr>
        <p:spPr>
          <a:xfrm>
            <a:off x="1193307" y="314308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reto</a:t>
            </a:r>
            <a:endParaRPr b="0" i="0" sz="1200" u="none" cap="none" strike="noStrike">
              <a:solidFill>
                <a:schemeClr val="dk1"/>
              </a:solidFill>
              <a:latin typeface="Calibri"/>
              <a:ea typeface="Calibri"/>
              <a:cs typeface="Calibri"/>
              <a:sym typeface="Calibri"/>
            </a:endParaRPr>
          </a:p>
        </p:txBody>
      </p:sp>
      <p:sp>
        <p:nvSpPr>
          <p:cNvPr id="165" name="Google Shape;165;g3f8da4ebb8d_0_209"/>
          <p:cNvSpPr/>
          <p:nvPr/>
        </p:nvSpPr>
        <p:spPr>
          <a:xfrm>
            <a:off x="589800" y="3660607"/>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g3f8da4ebb8d_0_209"/>
          <p:cNvSpPr txBox="1"/>
          <p:nvPr/>
        </p:nvSpPr>
        <p:spPr>
          <a:xfrm>
            <a:off x="772680" y="375204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04</a:t>
            </a:r>
            <a:endParaRPr b="0" i="0" sz="1200" u="none" cap="none" strike="noStrike">
              <a:solidFill>
                <a:schemeClr val="dk1"/>
              </a:solidFill>
              <a:latin typeface="Calibri"/>
              <a:ea typeface="Calibri"/>
              <a:cs typeface="Calibri"/>
              <a:sym typeface="Calibri"/>
            </a:endParaRPr>
          </a:p>
        </p:txBody>
      </p:sp>
      <p:sp>
        <p:nvSpPr>
          <p:cNvPr id="167" name="Google Shape;167;g3f8da4ebb8d_0_209"/>
          <p:cNvSpPr txBox="1"/>
          <p:nvPr/>
        </p:nvSpPr>
        <p:spPr>
          <a:xfrm>
            <a:off x="1193300" y="3752050"/>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Nuestra Propuesta</a:t>
            </a:r>
            <a:endParaRPr b="0" i="0" sz="1200" u="none" cap="none" strike="noStrike">
              <a:solidFill>
                <a:schemeClr val="dk1"/>
              </a:solidFill>
              <a:latin typeface="Calibri"/>
              <a:ea typeface="Calibri"/>
              <a:cs typeface="Calibri"/>
              <a:sym typeface="Calibri"/>
            </a:endParaRPr>
          </a:p>
        </p:txBody>
      </p:sp>
      <p:sp>
        <p:nvSpPr>
          <p:cNvPr id="168" name="Google Shape;168;g3f8da4ebb8d_0_209"/>
          <p:cNvSpPr/>
          <p:nvPr/>
        </p:nvSpPr>
        <p:spPr>
          <a:xfrm>
            <a:off x="3311664" y="174685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g3f8da4ebb8d_0_209"/>
          <p:cNvSpPr txBox="1"/>
          <p:nvPr/>
        </p:nvSpPr>
        <p:spPr>
          <a:xfrm>
            <a:off x="3494544" y="1838297"/>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05</a:t>
            </a:r>
            <a:endParaRPr b="0" i="0" sz="1200" u="none" cap="none" strike="noStrike">
              <a:solidFill>
                <a:schemeClr val="dk1"/>
              </a:solidFill>
              <a:latin typeface="Calibri"/>
              <a:ea typeface="Calibri"/>
              <a:cs typeface="Calibri"/>
              <a:sym typeface="Calibri"/>
            </a:endParaRPr>
          </a:p>
        </p:txBody>
      </p:sp>
      <p:sp>
        <p:nvSpPr>
          <p:cNvPr id="170" name="Google Shape;170;g3f8da4ebb8d_0_209"/>
          <p:cNvSpPr txBox="1"/>
          <p:nvPr/>
        </p:nvSpPr>
        <p:spPr>
          <a:xfrm>
            <a:off x="3915168" y="1838297"/>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Proceso General</a:t>
            </a:r>
            <a:endParaRPr b="0" i="0" sz="1200" u="none" cap="none" strike="noStrike">
              <a:solidFill>
                <a:schemeClr val="dk1"/>
              </a:solidFill>
              <a:latin typeface="Calibri"/>
              <a:ea typeface="Calibri"/>
              <a:cs typeface="Calibri"/>
              <a:sym typeface="Calibri"/>
            </a:endParaRPr>
          </a:p>
        </p:txBody>
      </p:sp>
      <p:sp>
        <p:nvSpPr>
          <p:cNvPr id="171" name="Google Shape;171;g3f8da4ebb8d_0_209"/>
          <p:cNvSpPr/>
          <p:nvPr/>
        </p:nvSpPr>
        <p:spPr>
          <a:xfrm>
            <a:off x="3311641" y="241027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g3f8da4ebb8d_0_209"/>
          <p:cNvSpPr txBox="1"/>
          <p:nvPr/>
        </p:nvSpPr>
        <p:spPr>
          <a:xfrm>
            <a:off x="3494521" y="250171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06</a:t>
            </a:r>
            <a:endParaRPr b="0" i="0" sz="1200" u="none" cap="none" strike="noStrike">
              <a:solidFill>
                <a:schemeClr val="dk1"/>
              </a:solidFill>
              <a:latin typeface="Calibri"/>
              <a:ea typeface="Calibri"/>
              <a:cs typeface="Calibri"/>
              <a:sym typeface="Calibri"/>
            </a:endParaRPr>
          </a:p>
        </p:txBody>
      </p:sp>
      <p:sp>
        <p:nvSpPr>
          <p:cNvPr id="173" name="Google Shape;173;g3f8da4ebb8d_0_209"/>
          <p:cNvSpPr txBox="1"/>
          <p:nvPr/>
        </p:nvSpPr>
        <p:spPr>
          <a:xfrm>
            <a:off x="3915145" y="250171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Detalle del proceso</a:t>
            </a:r>
            <a:endParaRPr b="1" i="0" sz="1200" u="none" cap="none" strike="noStrike">
              <a:solidFill>
                <a:srgbClr val="000033"/>
              </a:solidFill>
              <a:latin typeface="Montserrat SemiBold"/>
              <a:ea typeface="Montserrat SemiBold"/>
              <a:cs typeface="Montserrat SemiBold"/>
              <a:sym typeface="Montserrat SemiBold"/>
            </a:endParaRPr>
          </a:p>
        </p:txBody>
      </p:sp>
      <p:sp>
        <p:nvSpPr>
          <p:cNvPr id="174" name="Google Shape;174;g3f8da4ebb8d_0_209"/>
          <p:cNvSpPr/>
          <p:nvPr/>
        </p:nvSpPr>
        <p:spPr>
          <a:xfrm>
            <a:off x="3311650" y="305156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g3f8da4ebb8d_0_209"/>
          <p:cNvSpPr txBox="1"/>
          <p:nvPr/>
        </p:nvSpPr>
        <p:spPr>
          <a:xfrm>
            <a:off x="3494530" y="314300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07</a:t>
            </a:r>
            <a:endParaRPr b="0" i="0" sz="1200" u="none" cap="none" strike="noStrike">
              <a:solidFill>
                <a:schemeClr val="dk1"/>
              </a:solidFill>
              <a:latin typeface="Calibri"/>
              <a:ea typeface="Calibri"/>
              <a:cs typeface="Calibri"/>
              <a:sym typeface="Calibri"/>
            </a:endParaRPr>
          </a:p>
        </p:txBody>
      </p:sp>
      <p:sp>
        <p:nvSpPr>
          <p:cNvPr id="176" name="Google Shape;176;g3f8da4ebb8d_0_209"/>
          <p:cNvSpPr txBox="1"/>
          <p:nvPr/>
        </p:nvSpPr>
        <p:spPr>
          <a:xfrm>
            <a:off x="3915154" y="314300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Temario Tentativo</a:t>
            </a:r>
            <a:endParaRPr b="0" i="0" sz="1200" u="none" cap="none" strike="noStrike">
              <a:solidFill>
                <a:schemeClr val="dk1"/>
              </a:solidFill>
              <a:latin typeface="Calibri"/>
              <a:ea typeface="Calibri"/>
              <a:cs typeface="Calibri"/>
              <a:sym typeface="Calibri"/>
            </a:endParaRPr>
          </a:p>
        </p:txBody>
      </p:sp>
      <p:sp>
        <p:nvSpPr>
          <p:cNvPr id="177" name="Google Shape;177;g3f8da4ebb8d_0_209"/>
          <p:cNvSpPr/>
          <p:nvPr/>
        </p:nvSpPr>
        <p:spPr>
          <a:xfrm>
            <a:off x="3325414" y="366058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g3f8da4ebb8d_0_209"/>
          <p:cNvSpPr txBox="1"/>
          <p:nvPr/>
        </p:nvSpPr>
        <p:spPr>
          <a:xfrm>
            <a:off x="3508294" y="375202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08</a:t>
            </a:r>
            <a:endParaRPr b="0" i="0" sz="1200" u="none" cap="none" strike="noStrike">
              <a:solidFill>
                <a:schemeClr val="dk1"/>
              </a:solidFill>
              <a:latin typeface="Calibri"/>
              <a:ea typeface="Calibri"/>
              <a:cs typeface="Calibri"/>
              <a:sym typeface="Calibri"/>
            </a:endParaRPr>
          </a:p>
        </p:txBody>
      </p:sp>
      <p:sp>
        <p:nvSpPr>
          <p:cNvPr id="179" name="Google Shape;179;g3f8da4ebb8d_0_209"/>
          <p:cNvSpPr txBox="1"/>
          <p:nvPr/>
        </p:nvSpPr>
        <p:spPr>
          <a:xfrm>
            <a:off x="3928918" y="3752028"/>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Consideraciones</a:t>
            </a:r>
            <a:endParaRPr b="0" i="0" sz="1200" u="none" cap="none" strike="noStrike">
              <a:solidFill>
                <a:schemeClr val="dk1"/>
              </a:solidFill>
              <a:latin typeface="Calibri"/>
              <a:ea typeface="Calibri"/>
              <a:cs typeface="Calibri"/>
              <a:sym typeface="Calibri"/>
            </a:endParaRPr>
          </a:p>
        </p:txBody>
      </p:sp>
      <p:sp>
        <p:nvSpPr>
          <p:cNvPr id="180" name="Google Shape;180;g3f8da4ebb8d_0_209"/>
          <p:cNvSpPr/>
          <p:nvPr/>
        </p:nvSpPr>
        <p:spPr>
          <a:xfrm>
            <a:off x="6040453" y="239910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g3f8da4ebb8d_0_209"/>
          <p:cNvSpPr txBox="1"/>
          <p:nvPr/>
        </p:nvSpPr>
        <p:spPr>
          <a:xfrm>
            <a:off x="6223333" y="249054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10</a:t>
            </a:r>
            <a:endParaRPr b="0" i="0" sz="1200" u="none" cap="none" strike="noStrike">
              <a:solidFill>
                <a:schemeClr val="dk1"/>
              </a:solidFill>
              <a:latin typeface="Calibri"/>
              <a:ea typeface="Calibri"/>
              <a:cs typeface="Calibri"/>
              <a:sym typeface="Calibri"/>
            </a:endParaRPr>
          </a:p>
        </p:txBody>
      </p:sp>
      <p:sp>
        <p:nvSpPr>
          <p:cNvPr id="182" name="Google Shape;182;g3f8da4ebb8d_0_209"/>
          <p:cNvSpPr txBox="1"/>
          <p:nvPr/>
        </p:nvSpPr>
        <p:spPr>
          <a:xfrm>
            <a:off x="6643957" y="249054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Cronograma e Inversión</a:t>
            </a:r>
            <a:endParaRPr b="0" i="0" sz="1200" u="none" cap="none" strike="noStrike">
              <a:solidFill>
                <a:schemeClr val="dk1"/>
              </a:solidFill>
              <a:latin typeface="Calibri"/>
              <a:ea typeface="Calibri"/>
              <a:cs typeface="Calibri"/>
              <a:sym typeface="Calibri"/>
            </a:endParaRPr>
          </a:p>
        </p:txBody>
      </p:sp>
      <p:sp>
        <p:nvSpPr>
          <p:cNvPr id="183" name="Google Shape;183;g3f8da4ebb8d_0_209"/>
          <p:cNvSpPr/>
          <p:nvPr/>
        </p:nvSpPr>
        <p:spPr>
          <a:xfrm>
            <a:off x="6040438" y="3048255"/>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g3f8da4ebb8d_0_209"/>
          <p:cNvSpPr txBox="1"/>
          <p:nvPr/>
        </p:nvSpPr>
        <p:spPr>
          <a:xfrm>
            <a:off x="6223318" y="3139695"/>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11</a:t>
            </a:r>
            <a:endParaRPr b="0" i="0" sz="1200" u="none" cap="none" strike="noStrike">
              <a:solidFill>
                <a:schemeClr val="dk1"/>
              </a:solidFill>
              <a:latin typeface="Calibri"/>
              <a:ea typeface="Calibri"/>
              <a:cs typeface="Calibri"/>
              <a:sym typeface="Calibri"/>
            </a:endParaRPr>
          </a:p>
        </p:txBody>
      </p:sp>
      <p:sp>
        <p:nvSpPr>
          <p:cNvPr id="185" name="Google Shape;185;g3f8da4ebb8d_0_209"/>
          <p:cNvSpPr txBox="1"/>
          <p:nvPr/>
        </p:nvSpPr>
        <p:spPr>
          <a:xfrm>
            <a:off x="6643941" y="3139695"/>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equipo Asignado</a:t>
            </a:r>
            <a:endParaRPr b="0" i="0" sz="1200" u="none" cap="none" strike="noStrike">
              <a:solidFill>
                <a:schemeClr val="dk1"/>
              </a:solidFill>
              <a:latin typeface="Calibri"/>
              <a:ea typeface="Calibri"/>
              <a:cs typeface="Calibri"/>
              <a:sym typeface="Calibri"/>
            </a:endParaRPr>
          </a:p>
        </p:txBody>
      </p:sp>
      <p:sp>
        <p:nvSpPr>
          <p:cNvPr id="186" name="Google Shape;186;g3f8da4ebb8d_0_209"/>
          <p:cNvSpPr/>
          <p:nvPr/>
        </p:nvSpPr>
        <p:spPr>
          <a:xfrm>
            <a:off x="6040439" y="370389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g3f8da4ebb8d_0_209"/>
          <p:cNvSpPr txBox="1"/>
          <p:nvPr/>
        </p:nvSpPr>
        <p:spPr>
          <a:xfrm>
            <a:off x="6223319" y="379533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12</a:t>
            </a:r>
            <a:endParaRPr b="0" i="0" sz="1200" u="none" cap="none" strike="noStrike">
              <a:solidFill>
                <a:schemeClr val="dk1"/>
              </a:solidFill>
              <a:latin typeface="Calibri"/>
              <a:ea typeface="Calibri"/>
              <a:cs typeface="Calibri"/>
              <a:sym typeface="Calibri"/>
            </a:endParaRPr>
          </a:p>
        </p:txBody>
      </p:sp>
      <p:sp>
        <p:nvSpPr>
          <p:cNvPr id="188" name="Google Shape;188;g3f8da4ebb8d_0_209"/>
          <p:cNvSpPr txBox="1"/>
          <p:nvPr/>
        </p:nvSpPr>
        <p:spPr>
          <a:xfrm>
            <a:off x="6643943" y="379533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¿Por qué NEO?</a:t>
            </a:r>
            <a:endParaRPr b="0" i="0" sz="1200" u="none" cap="none" strike="noStrike">
              <a:solidFill>
                <a:schemeClr val="dk1"/>
              </a:solidFill>
              <a:latin typeface="Calibri"/>
              <a:ea typeface="Calibri"/>
              <a:cs typeface="Calibri"/>
              <a:sym typeface="Calibri"/>
            </a:endParaRPr>
          </a:p>
        </p:txBody>
      </p:sp>
      <p:sp>
        <p:nvSpPr>
          <p:cNvPr id="189" name="Google Shape;189;g3f8da4ebb8d_0_20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190" name="Google Shape;190;g3f8da4ebb8d_0_209"/>
          <p:cNvSpPr/>
          <p:nvPr/>
        </p:nvSpPr>
        <p:spPr>
          <a:xfrm>
            <a:off x="6033539" y="174993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g3f8da4ebb8d_0_209"/>
          <p:cNvSpPr txBox="1"/>
          <p:nvPr/>
        </p:nvSpPr>
        <p:spPr>
          <a:xfrm>
            <a:off x="6216419" y="184137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09</a:t>
            </a:r>
            <a:endParaRPr b="0" i="0" sz="1200" u="none" cap="none" strike="noStrike">
              <a:solidFill>
                <a:schemeClr val="dk1"/>
              </a:solidFill>
              <a:latin typeface="Calibri"/>
              <a:ea typeface="Calibri"/>
              <a:cs typeface="Calibri"/>
              <a:sym typeface="Calibri"/>
            </a:endParaRPr>
          </a:p>
        </p:txBody>
      </p:sp>
      <p:sp>
        <p:nvSpPr>
          <p:cNvPr id="192" name="Google Shape;192;g3f8da4ebb8d_0_209"/>
          <p:cNvSpPr txBox="1"/>
          <p:nvPr/>
        </p:nvSpPr>
        <p:spPr>
          <a:xfrm>
            <a:off x="6637051" y="1841375"/>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Estimación del Impacto</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97" name="Shape 197"/>
        <p:cNvGrpSpPr/>
        <p:nvPr/>
      </p:nvGrpSpPr>
      <p:grpSpPr>
        <a:xfrm>
          <a:off x="0" y="0"/>
          <a:ext cx="0" cy="0"/>
          <a:chOff x="0" y="0"/>
          <a:chExt cx="0" cy="0"/>
        </a:xfrm>
      </p:grpSpPr>
      <p:pic>
        <p:nvPicPr>
          <p:cNvPr descr="bg_divider.png" id="198" name="Google Shape;198;p5"/>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199" name="Google Shape;199;p5"/>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00" name="Google Shape;200;p5"/>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01</a:t>
            </a:r>
            <a:endParaRPr b="0" i="0" sz="1200" u="none" cap="none" strike="noStrike">
              <a:solidFill>
                <a:schemeClr val="dk1"/>
              </a:solidFill>
              <a:latin typeface="Calibri"/>
              <a:ea typeface="Calibri"/>
              <a:cs typeface="Calibri"/>
              <a:sym typeface="Calibri"/>
            </a:endParaRPr>
          </a:p>
        </p:txBody>
      </p:sp>
      <p:sp>
        <p:nvSpPr>
          <p:cNvPr id="201" name="Google Shape;201;p5"/>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Contexto</a:t>
            </a:r>
            <a:endParaRPr b="0" i="0" sz="4500" u="none" cap="none" strike="noStrike">
              <a:solidFill>
                <a:schemeClr val="dk1"/>
              </a:solidFill>
              <a:latin typeface="Calibri"/>
              <a:ea typeface="Calibri"/>
              <a:cs typeface="Calibri"/>
              <a:sym typeface="Calibri"/>
            </a:endParaRPr>
          </a:p>
        </p:txBody>
      </p:sp>
      <p:sp>
        <p:nvSpPr>
          <p:cNvPr id="202" name="Google Shape;202;p5"/>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203" name="Google Shape;203;p5"/>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g3f8da4ebb8d_0_1173"/>
          <p:cNvSpPr/>
          <p:nvPr/>
        </p:nvSpPr>
        <p:spPr>
          <a:xfrm>
            <a:off x="571500" y="1557750"/>
            <a:ext cx="8283900" cy="2058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900"/>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chemeClr val="dk1"/>
              </a:solidFill>
              <a:latin typeface="Montserrat"/>
              <a:ea typeface="Montserrat"/>
              <a:cs typeface="Montserrat"/>
              <a:sym typeface="Montserrat"/>
            </a:endParaRPr>
          </a:p>
        </p:txBody>
      </p:sp>
      <p:sp>
        <p:nvSpPr>
          <p:cNvPr id="210" name="Google Shape;210;g3f8da4ebb8d_0_1173"/>
          <p:cNvSpPr/>
          <p:nvPr/>
        </p:nvSpPr>
        <p:spPr>
          <a:xfrm>
            <a:off x="550300"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 name="Google Shape;211;g3f8da4ebb8d_0_1173"/>
          <p:cNvSpPr/>
          <p:nvPr/>
        </p:nvSpPr>
        <p:spPr>
          <a:xfrm>
            <a:off x="728608"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a:t>
            </a:r>
            <a:endParaRPr b="1" i="0" sz="1000" u="none" cap="none" strike="noStrike">
              <a:solidFill>
                <a:srgbClr val="7E99FE"/>
              </a:solidFill>
              <a:latin typeface="Montserrat"/>
              <a:ea typeface="Montserrat"/>
              <a:cs typeface="Montserrat"/>
              <a:sym typeface="Montserrat"/>
            </a:endParaRPr>
          </a:p>
        </p:txBody>
      </p:sp>
      <p:sp>
        <p:nvSpPr>
          <p:cNvPr id="212" name="Google Shape;212;g3f8da4ebb8d_0_1173"/>
          <p:cNvSpPr/>
          <p:nvPr/>
        </p:nvSpPr>
        <p:spPr>
          <a:xfrm>
            <a:off x="728603"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00"/>
              <a:buFont typeface="Calibri"/>
              <a:buNone/>
            </a:pPr>
            <a:r>
              <a:rPr b="1" i="0" lang="en-US" sz="1200" u="none" cap="none" strike="noStrike">
                <a:solidFill>
                  <a:srgbClr val="FFFFFF"/>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p:txBody>
      </p:sp>
      <p:sp>
        <p:nvSpPr>
          <p:cNvPr id="213" name="Google Shape;213;g3f8da4ebb8d_0_1173"/>
          <p:cNvSpPr/>
          <p:nvPr/>
        </p:nvSpPr>
        <p:spPr>
          <a:xfrm>
            <a:off x="72857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xxxxx</a:t>
            </a:r>
            <a:endParaRPr b="0" i="0" sz="1000" u="none" cap="none" strike="noStrike">
              <a:solidFill>
                <a:srgbClr val="EEF3FF"/>
              </a:solidFill>
              <a:latin typeface="Montserrat"/>
              <a:ea typeface="Montserrat"/>
              <a:cs typeface="Montserrat"/>
              <a:sym typeface="Montserrat"/>
            </a:endParaRPr>
          </a:p>
        </p:txBody>
      </p:sp>
      <p:sp>
        <p:nvSpPr>
          <p:cNvPr id="214" name="Google Shape;214;g3f8da4ebb8d_0_1173"/>
          <p:cNvSpPr/>
          <p:nvPr/>
        </p:nvSpPr>
        <p:spPr>
          <a:xfrm>
            <a:off x="3389512"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g3f8da4ebb8d_0_1173"/>
          <p:cNvSpPr/>
          <p:nvPr/>
        </p:nvSpPr>
        <p:spPr>
          <a:xfrm>
            <a:off x="3567820"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a:t>
            </a:r>
            <a:endParaRPr b="1" i="0" sz="1000" u="none" cap="none" strike="noStrike">
              <a:solidFill>
                <a:srgbClr val="7E99FE"/>
              </a:solidFill>
              <a:latin typeface="Montserrat"/>
              <a:ea typeface="Montserrat"/>
              <a:cs typeface="Montserrat"/>
              <a:sym typeface="Montserrat"/>
            </a:endParaRPr>
          </a:p>
        </p:txBody>
      </p:sp>
      <p:sp>
        <p:nvSpPr>
          <p:cNvPr id="216" name="Google Shape;216;g3f8da4ebb8d_0_1173"/>
          <p:cNvSpPr/>
          <p:nvPr/>
        </p:nvSpPr>
        <p:spPr>
          <a:xfrm>
            <a:off x="3567816"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a:p>
            <a:pPr indent="0" lvl="0" marL="0" marR="0" rtl="0" algn="l">
              <a:lnSpc>
                <a:spcPct val="105000"/>
              </a:lnSpc>
              <a:spcBef>
                <a:spcPts val="0"/>
              </a:spcBef>
              <a:spcAft>
                <a:spcPts val="0"/>
              </a:spcAft>
              <a:buClr>
                <a:srgbClr val="FFFFFF"/>
              </a:buClr>
              <a:buSzPts val="1000"/>
              <a:buFont typeface="Calibri"/>
              <a:buNone/>
            </a:pPr>
            <a:r>
              <a:t/>
            </a:r>
            <a:endParaRPr b="1" i="0" sz="1200" u="none" cap="none" strike="noStrike">
              <a:solidFill>
                <a:srgbClr val="FFFFFF"/>
              </a:solidFill>
              <a:latin typeface="Montserrat"/>
              <a:ea typeface="Montserrat"/>
              <a:cs typeface="Montserrat"/>
              <a:sym typeface="Montserrat"/>
            </a:endParaRPr>
          </a:p>
        </p:txBody>
      </p:sp>
      <p:sp>
        <p:nvSpPr>
          <p:cNvPr id="217" name="Google Shape;217;g3f8da4ebb8d_0_1173"/>
          <p:cNvSpPr/>
          <p:nvPr/>
        </p:nvSpPr>
        <p:spPr>
          <a:xfrm>
            <a:off x="356782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a:t>
            </a:r>
            <a:endParaRPr b="0" i="0" sz="1000" u="none" cap="none" strike="noStrike">
              <a:solidFill>
                <a:srgbClr val="EEF3FF"/>
              </a:solidFill>
              <a:latin typeface="Montserrat"/>
              <a:ea typeface="Montserrat"/>
              <a:cs typeface="Montserrat"/>
              <a:sym typeface="Montserrat"/>
            </a:endParaRPr>
          </a:p>
        </p:txBody>
      </p:sp>
      <p:sp>
        <p:nvSpPr>
          <p:cNvPr id="218" name="Google Shape;218;g3f8da4ebb8d_0_1173"/>
          <p:cNvSpPr/>
          <p:nvPr/>
        </p:nvSpPr>
        <p:spPr>
          <a:xfrm>
            <a:off x="6228725"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g3f8da4ebb8d_0_1173"/>
          <p:cNvSpPr/>
          <p:nvPr/>
        </p:nvSpPr>
        <p:spPr>
          <a:xfrm>
            <a:off x="6407032"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III</a:t>
            </a:r>
            <a:endParaRPr b="1" i="0" sz="1000" u="none" cap="none" strike="noStrike">
              <a:solidFill>
                <a:srgbClr val="7E99FE"/>
              </a:solidFill>
              <a:latin typeface="Montserrat"/>
              <a:ea typeface="Montserrat"/>
              <a:cs typeface="Montserrat"/>
              <a:sym typeface="Montserrat"/>
            </a:endParaRPr>
          </a:p>
        </p:txBody>
      </p:sp>
      <p:sp>
        <p:nvSpPr>
          <p:cNvPr id="220" name="Google Shape;220;g3f8da4ebb8d_0_1173"/>
          <p:cNvSpPr/>
          <p:nvPr/>
        </p:nvSpPr>
        <p:spPr>
          <a:xfrm>
            <a:off x="6407028"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1" i="0" sz="1200" u="none" cap="none" strike="noStrike">
              <a:solidFill>
                <a:srgbClr val="FFFFFF"/>
              </a:solidFill>
              <a:latin typeface="Montserrat"/>
              <a:ea typeface="Montserrat"/>
              <a:cs typeface="Montserrat"/>
              <a:sym typeface="Montserrat"/>
            </a:endParaRPr>
          </a:p>
        </p:txBody>
      </p:sp>
      <p:sp>
        <p:nvSpPr>
          <p:cNvPr id="221" name="Google Shape;221;g3f8da4ebb8d_0_1173"/>
          <p:cNvSpPr/>
          <p:nvPr/>
        </p:nvSpPr>
        <p:spPr>
          <a:xfrm>
            <a:off x="6407000"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a:t>
            </a:r>
            <a:endParaRPr b="0" i="0" sz="1000" u="none" cap="none" strike="noStrike">
              <a:solidFill>
                <a:srgbClr val="EEF3FF"/>
              </a:solidFill>
              <a:latin typeface="Montserrat"/>
              <a:ea typeface="Montserrat"/>
              <a:cs typeface="Montserrat"/>
              <a:sym typeface="Montserrat"/>
            </a:endParaRPr>
          </a:p>
        </p:txBody>
      </p:sp>
      <p:sp>
        <p:nvSpPr>
          <p:cNvPr id="222" name="Google Shape;222;g3f8da4ebb8d_0_1173"/>
          <p:cNvSpPr/>
          <p:nvPr/>
        </p:nvSpPr>
        <p:spPr>
          <a:xfrm>
            <a:off x="550275" y="3475544"/>
            <a:ext cx="4114800" cy="173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00"/>
              <a:buFont typeface="Calibri"/>
              <a:buNone/>
            </a:pPr>
            <a:r>
              <a:rPr b="1" i="0" lang="en-US" sz="1000" u="none" cap="none" strike="noStrike">
                <a:solidFill>
                  <a:srgbClr val="2B5BFC"/>
                </a:solidFill>
                <a:latin typeface="Montserrat"/>
                <a:ea typeface="Montserrat"/>
                <a:cs typeface="Montserrat"/>
                <a:sym typeface="Montserrat"/>
              </a:rPr>
              <a:t>CÓMO SE ABORDA HOY</a:t>
            </a:r>
            <a:endParaRPr b="1" i="0" sz="1000" u="none" cap="none" strike="noStrike">
              <a:solidFill>
                <a:srgbClr val="2B5BFC"/>
              </a:solidFill>
              <a:latin typeface="Montserrat"/>
              <a:ea typeface="Montserrat"/>
              <a:cs typeface="Montserrat"/>
              <a:sym typeface="Montserrat"/>
            </a:endParaRPr>
          </a:p>
        </p:txBody>
      </p:sp>
      <p:cxnSp>
        <p:nvCxnSpPr>
          <p:cNvPr id="223" name="Google Shape;223;g3f8da4ebb8d_0_1173"/>
          <p:cNvCxnSpPr/>
          <p:nvPr/>
        </p:nvCxnSpPr>
        <p:spPr>
          <a:xfrm>
            <a:off x="550275" y="3718757"/>
            <a:ext cx="2626800" cy="0"/>
          </a:xfrm>
          <a:prstGeom prst="straightConnector1">
            <a:avLst/>
          </a:prstGeom>
          <a:noFill/>
          <a:ln cap="flat" cmpd="sng" w="9525">
            <a:solidFill>
              <a:srgbClr val="D9D7EC"/>
            </a:solidFill>
            <a:prstDash val="solid"/>
            <a:round/>
            <a:headEnd len="sm" w="sm" type="none"/>
            <a:tailEnd len="sm" w="sm" type="none"/>
          </a:ln>
        </p:spPr>
      </p:cxnSp>
      <p:sp>
        <p:nvSpPr>
          <p:cNvPr id="224" name="Google Shape;224;g3f8da4ebb8d_0_1173"/>
          <p:cNvSpPr/>
          <p:nvPr/>
        </p:nvSpPr>
        <p:spPr>
          <a:xfrm>
            <a:off x="550275" y="3860184"/>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25" name="Google Shape;225;g3f8da4ebb8d_0_1173"/>
          <p:cNvSpPr/>
          <p:nvPr/>
        </p:nvSpPr>
        <p:spPr>
          <a:xfrm>
            <a:off x="550275" y="4099444"/>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chemeClr val="dk1"/>
              </a:solidFill>
              <a:latin typeface="Montserrat"/>
              <a:ea typeface="Montserrat"/>
              <a:cs typeface="Montserrat"/>
              <a:sym typeface="Montserrat"/>
            </a:endParaRPr>
          </a:p>
        </p:txBody>
      </p:sp>
      <p:cxnSp>
        <p:nvCxnSpPr>
          <p:cNvPr id="226" name="Google Shape;226;g3f8da4ebb8d_0_1173"/>
          <p:cNvCxnSpPr/>
          <p:nvPr/>
        </p:nvCxnSpPr>
        <p:spPr>
          <a:xfrm>
            <a:off x="3389487" y="3718757"/>
            <a:ext cx="2626800" cy="0"/>
          </a:xfrm>
          <a:prstGeom prst="straightConnector1">
            <a:avLst/>
          </a:prstGeom>
          <a:noFill/>
          <a:ln cap="flat" cmpd="sng" w="9525">
            <a:solidFill>
              <a:srgbClr val="D9D7EC"/>
            </a:solidFill>
            <a:prstDash val="solid"/>
            <a:round/>
            <a:headEnd len="sm" w="sm" type="none"/>
            <a:tailEnd len="sm" w="sm" type="none"/>
          </a:ln>
        </p:spPr>
      </p:cxnSp>
      <p:sp>
        <p:nvSpPr>
          <p:cNvPr id="227" name="Google Shape;227;g3f8da4ebb8d_0_1173"/>
          <p:cNvSpPr/>
          <p:nvPr/>
        </p:nvSpPr>
        <p:spPr>
          <a:xfrm>
            <a:off x="3389487" y="3860184"/>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28" name="Google Shape;228;g3f8da4ebb8d_0_1173"/>
          <p:cNvSpPr/>
          <p:nvPr/>
        </p:nvSpPr>
        <p:spPr>
          <a:xfrm>
            <a:off x="3389487" y="4099444"/>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a:t>
            </a:r>
            <a:endParaRPr b="0" i="0" sz="1000" u="none" cap="none" strike="noStrike">
              <a:solidFill>
                <a:schemeClr val="dk1"/>
              </a:solidFill>
              <a:latin typeface="Montserrat"/>
              <a:ea typeface="Montserrat"/>
              <a:cs typeface="Montserrat"/>
              <a:sym typeface="Montserrat"/>
            </a:endParaRPr>
          </a:p>
        </p:txBody>
      </p:sp>
      <p:cxnSp>
        <p:nvCxnSpPr>
          <p:cNvPr id="229" name="Google Shape;229;g3f8da4ebb8d_0_1173"/>
          <p:cNvCxnSpPr/>
          <p:nvPr/>
        </p:nvCxnSpPr>
        <p:spPr>
          <a:xfrm>
            <a:off x="6228700" y="3718757"/>
            <a:ext cx="2626800" cy="0"/>
          </a:xfrm>
          <a:prstGeom prst="straightConnector1">
            <a:avLst/>
          </a:prstGeom>
          <a:noFill/>
          <a:ln cap="flat" cmpd="sng" w="9525">
            <a:solidFill>
              <a:srgbClr val="D9D7EC"/>
            </a:solidFill>
            <a:prstDash val="solid"/>
            <a:round/>
            <a:headEnd len="sm" w="sm" type="none"/>
            <a:tailEnd len="sm" w="sm" type="none"/>
          </a:ln>
        </p:spPr>
      </p:cxnSp>
      <p:sp>
        <p:nvSpPr>
          <p:cNvPr id="230" name="Google Shape;230;g3f8da4ebb8d_0_1173"/>
          <p:cNvSpPr/>
          <p:nvPr/>
        </p:nvSpPr>
        <p:spPr>
          <a:xfrm>
            <a:off x="6228700" y="3860184"/>
            <a:ext cx="2626800" cy="1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31" name="Google Shape;231;g3f8da4ebb8d_0_1173"/>
          <p:cNvSpPr/>
          <p:nvPr/>
        </p:nvSpPr>
        <p:spPr>
          <a:xfrm>
            <a:off x="6228700" y="4099444"/>
            <a:ext cx="2626800" cy="486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chemeClr val="dk1"/>
              </a:solidFill>
              <a:latin typeface="Montserrat"/>
              <a:ea typeface="Montserrat"/>
              <a:cs typeface="Montserrat"/>
              <a:sym typeface="Montserrat"/>
            </a:endParaRPr>
          </a:p>
        </p:txBody>
      </p:sp>
      <p:sp>
        <p:nvSpPr>
          <p:cNvPr id="232" name="Google Shape;232;g3f8da4ebb8d_0_1173"/>
          <p:cNvSpPr txBox="1"/>
          <p:nvPr/>
        </p:nvSpPr>
        <p:spPr>
          <a:xfrm>
            <a:off x="571500" y="8885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33" name="Google Shape;233;g3f8da4ebb8d_0_1173"/>
          <p:cNvSpPr txBox="1"/>
          <p:nvPr/>
        </p:nvSpPr>
        <p:spPr>
          <a:xfrm>
            <a:off x="571500" y="1126100"/>
            <a:ext cx="8001000" cy="37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38" name="Shape 238"/>
        <p:cNvGrpSpPr/>
        <p:nvPr/>
      </p:nvGrpSpPr>
      <p:grpSpPr>
        <a:xfrm>
          <a:off x="0" y="0"/>
          <a:ext cx="0" cy="0"/>
          <a:chOff x="0" y="0"/>
          <a:chExt cx="0" cy="0"/>
        </a:xfrm>
      </p:grpSpPr>
      <p:sp>
        <p:nvSpPr>
          <p:cNvPr id="239" name="Google Shape;239;g3f8da4ebb8d_0_120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40" name="Google Shape;240;g3f8da4ebb8d_0_120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241" name="Google Shape;241;g3f8da4ebb8d_0_1206"/>
          <p:cNvSpPr/>
          <p:nvPr/>
        </p:nvSpPr>
        <p:spPr>
          <a:xfrm>
            <a:off x="571525" y="1689352"/>
            <a:ext cx="2651700" cy="3120900"/>
          </a:xfrm>
          <a:prstGeom prst="roundRect">
            <a:avLst>
              <a:gd fmla="val 3279"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g3f8da4ebb8d_0_1206"/>
          <p:cNvSpPr txBox="1"/>
          <p:nvPr/>
        </p:nvSpPr>
        <p:spPr>
          <a:xfrm>
            <a:off x="809269" y="1984821"/>
            <a:ext cx="2194500" cy="21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1000"/>
              <a:buFont typeface="Montserrat SemiBold"/>
              <a:buNone/>
            </a:pPr>
            <a:r>
              <a:rPr b="1" i="0" lang="en-US" sz="1000" u="none" cap="none" strike="noStrike">
                <a:solidFill>
                  <a:srgbClr val="7E99FE"/>
                </a:solidFill>
                <a:latin typeface="Montserrat SemiBold"/>
                <a:ea typeface="Montserrat SemiBold"/>
                <a:cs typeface="Montserrat SemiBold"/>
                <a:sym typeface="Montserrat SemiBold"/>
              </a:rPr>
              <a:t>ESTA PROPUESTA</a:t>
            </a:r>
            <a:endParaRPr b="1" i="0" sz="1000" u="none" cap="none" strike="noStrike">
              <a:solidFill>
                <a:srgbClr val="7E99FE"/>
              </a:solidFill>
              <a:latin typeface="Montserrat SemiBold"/>
              <a:ea typeface="Montserrat SemiBold"/>
              <a:cs typeface="Montserrat SemiBold"/>
              <a:sym typeface="Montserrat SemiBold"/>
            </a:endParaRPr>
          </a:p>
        </p:txBody>
      </p:sp>
      <p:sp>
        <p:nvSpPr>
          <p:cNvPr id="243" name="Google Shape;243;g3f8da4ebb8d_0_1206"/>
          <p:cNvSpPr txBox="1"/>
          <p:nvPr/>
        </p:nvSpPr>
        <p:spPr>
          <a:xfrm>
            <a:off x="809275" y="2291267"/>
            <a:ext cx="2194500" cy="1126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1700"/>
              <a:buFont typeface="Montserrat ExtraBold"/>
              <a:buNone/>
            </a:pPr>
            <a:r>
              <a:rPr b="1" i="0" lang="en-US" sz="1700" u="none" cap="none" strike="noStrike">
                <a:solidFill>
                  <a:srgbClr val="FFFFFF"/>
                </a:solidFill>
                <a:latin typeface="Montserrat ExtraBold"/>
                <a:ea typeface="Montserrat ExtraBold"/>
                <a:cs typeface="Montserrat ExtraBold"/>
                <a:sym typeface="Montserrat ExtraBold"/>
              </a:rPr>
              <a:t>Título de la card</a:t>
            </a:r>
            <a:endParaRPr b="1" i="0" sz="1700" u="none" cap="none" strike="noStrike">
              <a:solidFill>
                <a:srgbClr val="FFFFFF"/>
              </a:solidFill>
              <a:latin typeface="Montserrat ExtraBold"/>
              <a:ea typeface="Montserrat ExtraBold"/>
              <a:cs typeface="Montserrat ExtraBold"/>
              <a:sym typeface="Montserrat ExtraBold"/>
            </a:endParaRPr>
          </a:p>
          <a:p>
            <a:pPr indent="0" lvl="0" marL="0" marR="0" rtl="0" algn="l">
              <a:lnSpc>
                <a:spcPct val="110000"/>
              </a:lnSpc>
              <a:spcBef>
                <a:spcPts val="0"/>
              </a:spcBef>
              <a:spcAft>
                <a:spcPts val="0"/>
              </a:spcAft>
              <a:buClr>
                <a:srgbClr val="FFFFFF"/>
              </a:buClr>
              <a:buSzPts val="1700"/>
              <a:buFont typeface="Montserrat ExtraBold"/>
              <a:buNone/>
            </a:pPr>
            <a:r>
              <a:t/>
            </a:r>
            <a:endParaRPr b="1" i="0" sz="1700" u="none" cap="none" strike="noStrike">
              <a:solidFill>
                <a:srgbClr val="FFFFFF"/>
              </a:solidFill>
              <a:latin typeface="Montserrat ExtraBold"/>
              <a:ea typeface="Montserrat ExtraBold"/>
              <a:cs typeface="Montserrat ExtraBold"/>
              <a:sym typeface="Montserrat ExtraBold"/>
            </a:endParaRPr>
          </a:p>
        </p:txBody>
      </p:sp>
      <p:sp>
        <p:nvSpPr>
          <p:cNvPr id="244" name="Google Shape;244;g3f8da4ebb8d_0_1206"/>
          <p:cNvSpPr txBox="1"/>
          <p:nvPr/>
        </p:nvSpPr>
        <p:spPr>
          <a:xfrm>
            <a:off x="809275" y="2936690"/>
            <a:ext cx="2194500" cy="15624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Clr>
                <a:srgbClr val="C5D5F7"/>
              </a:buClr>
              <a:buSzPts val="1050"/>
              <a:buFont typeface="Montserrat"/>
              <a:buNone/>
            </a:pPr>
            <a:r>
              <a:rPr b="0" i="0" lang="en-US" sz="1050" u="none" cap="none" strike="noStrike">
                <a:solidFill>
                  <a:srgbClr val="EEF3FF"/>
                </a:solidFill>
                <a:latin typeface="Montserrat"/>
                <a:ea typeface="Montserrat"/>
                <a:cs typeface="Montserrat"/>
                <a:sym typeface="Montserrat"/>
              </a:rPr>
              <a:t>xxxxx</a:t>
            </a:r>
            <a:endParaRPr b="0" i="0" sz="1050" u="none" cap="none" strike="noStrike">
              <a:solidFill>
                <a:srgbClr val="EEF3FF"/>
              </a:solidFill>
              <a:latin typeface="Montserrat"/>
              <a:ea typeface="Montserrat"/>
              <a:cs typeface="Montserrat"/>
              <a:sym typeface="Montserrat"/>
            </a:endParaRPr>
          </a:p>
          <a:p>
            <a:pPr indent="0" lvl="0" marL="0" marR="0" rtl="0" algn="l">
              <a:lnSpc>
                <a:spcPct val="128000"/>
              </a:lnSpc>
              <a:spcBef>
                <a:spcPts val="0"/>
              </a:spcBef>
              <a:spcAft>
                <a:spcPts val="0"/>
              </a:spcAft>
              <a:buClr>
                <a:srgbClr val="C5D5F7"/>
              </a:buClr>
              <a:buSzPts val="1050"/>
              <a:buFont typeface="Montserrat"/>
              <a:buNone/>
            </a:pPr>
            <a:r>
              <a:t/>
            </a:r>
            <a:endParaRPr b="0" i="0" sz="1050" u="none" cap="none" strike="noStrike">
              <a:solidFill>
                <a:srgbClr val="EEF3FF"/>
              </a:solidFill>
              <a:latin typeface="Montserrat"/>
              <a:ea typeface="Montserrat"/>
              <a:cs typeface="Montserrat"/>
              <a:sym typeface="Montserrat"/>
            </a:endParaRPr>
          </a:p>
        </p:txBody>
      </p:sp>
      <p:sp>
        <p:nvSpPr>
          <p:cNvPr id="245" name="Google Shape;245;g3f8da4ebb8d_0_1206"/>
          <p:cNvSpPr/>
          <p:nvPr/>
        </p:nvSpPr>
        <p:spPr>
          <a:xfrm>
            <a:off x="3406175" y="1689352"/>
            <a:ext cx="5166300" cy="3120900"/>
          </a:xfrm>
          <a:prstGeom prst="roundRect">
            <a:avLst>
              <a:gd fmla="val 3279"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g3f8da4ebb8d_0_1206"/>
          <p:cNvSpPr/>
          <p:nvPr/>
        </p:nvSpPr>
        <p:spPr>
          <a:xfrm>
            <a:off x="3595725" y="1950913"/>
            <a:ext cx="4951800" cy="2493300"/>
          </a:xfrm>
          <a:prstGeom prst="rect">
            <a:avLst/>
          </a:prstGeom>
          <a:noFill/>
          <a:ln>
            <a:noFill/>
          </a:ln>
        </p:spPr>
        <p:txBody>
          <a:bodyPr anchorCtr="0" anchor="t" bIns="0" lIns="0" spcFirstLastPara="1" rIns="0" wrap="square" tIns="0">
            <a:noAutofit/>
          </a:bodyPr>
          <a:lstStyle/>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a:p>
            <a:pPr indent="-292100" lvl="0" marL="457200" marR="0" rtl="0" algn="l">
              <a:lnSpc>
                <a:spcPct val="115000"/>
              </a:lnSpc>
              <a:spcBef>
                <a:spcPts val="1000"/>
              </a:spcBef>
              <a:spcAft>
                <a:spcPts val="0"/>
              </a:spcAft>
              <a:buClr>
                <a:srgbClr val="000033"/>
              </a:buClr>
              <a:buSzPts val="1000"/>
              <a:buFont typeface="Montserrat"/>
              <a:buChar char="●"/>
            </a:pPr>
            <a:r>
              <a:rPr b="1" i="0" lang="en-US" sz="1000" u="none" cap="none" strike="noStrike">
                <a:solidFill>
                  <a:srgbClr val="000033"/>
                </a:solidFill>
                <a:latin typeface="Montserrat"/>
                <a:ea typeface="Montserrat"/>
                <a:cs typeface="Montserrat"/>
                <a:sym typeface="Montserrat"/>
              </a:rPr>
              <a:t>xxxxx: </a:t>
            </a:r>
            <a:r>
              <a:rPr b="0" i="0" lang="en-US" sz="1000" u="none" cap="none" strike="noStrike">
                <a:solidFill>
                  <a:srgbClr val="000033"/>
                </a:solidFill>
                <a:latin typeface="Montserrat"/>
                <a:ea typeface="Montserrat"/>
                <a:cs typeface="Montserrat"/>
                <a:sym typeface="Montserrat"/>
              </a:rPr>
              <a:t>xxxxxxxx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51" name="Shape 251"/>
        <p:cNvGrpSpPr/>
        <p:nvPr/>
      </p:nvGrpSpPr>
      <p:grpSpPr>
        <a:xfrm>
          <a:off x="0" y="0"/>
          <a:ext cx="0" cy="0"/>
          <a:chOff x="0" y="0"/>
          <a:chExt cx="0" cy="0"/>
        </a:xfrm>
      </p:grpSpPr>
      <p:pic>
        <p:nvPicPr>
          <p:cNvPr descr="bg_divider.png" id="252" name="Google Shape;252;g3f8da4ebb8d_0_102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53" name="Google Shape;253;g3f8da4ebb8d_0_1024"/>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54" name="Google Shape;254;g3f8da4ebb8d_0_1024"/>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02</a:t>
            </a:r>
            <a:endParaRPr b="0" i="0" sz="1200" u="none" cap="none" strike="noStrike">
              <a:solidFill>
                <a:schemeClr val="dk1"/>
              </a:solidFill>
              <a:latin typeface="Calibri"/>
              <a:ea typeface="Calibri"/>
              <a:cs typeface="Calibri"/>
              <a:sym typeface="Calibri"/>
            </a:endParaRPr>
          </a:p>
        </p:txBody>
      </p:sp>
      <p:sp>
        <p:nvSpPr>
          <p:cNvPr id="255" name="Google Shape;255;g3f8da4ebb8d_0_1024"/>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Diagnóstico</a:t>
            </a:r>
            <a:endParaRPr b="0" i="0" sz="4500" u="none" cap="none" strike="noStrike">
              <a:solidFill>
                <a:schemeClr val="dk1"/>
              </a:solidFill>
              <a:latin typeface="Calibri"/>
              <a:ea typeface="Calibri"/>
              <a:cs typeface="Calibri"/>
              <a:sym typeface="Calibri"/>
            </a:endParaRPr>
          </a:p>
        </p:txBody>
      </p:sp>
      <p:sp>
        <p:nvSpPr>
          <p:cNvPr id="256" name="Google Shape;256;g3f8da4ebb8d_0_1024"/>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rgbClr val="C5D5F7"/>
              </a:solidFill>
              <a:latin typeface="Montserrat Medium"/>
              <a:ea typeface="Montserrat Medium"/>
              <a:cs typeface="Montserrat Medium"/>
              <a:sym typeface="Montserrat Medium"/>
            </a:endParaRPr>
          </a:p>
        </p:txBody>
      </p:sp>
      <p:sp>
        <p:nvSpPr>
          <p:cNvPr id="257" name="Google Shape;257;g3f8da4ebb8d_0_1024"/>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62" name="Shape 262"/>
        <p:cNvGrpSpPr/>
        <p:nvPr/>
      </p:nvGrpSpPr>
      <p:grpSpPr>
        <a:xfrm>
          <a:off x="0" y="0"/>
          <a:ext cx="0" cy="0"/>
          <a:chOff x="0" y="0"/>
          <a:chExt cx="0" cy="0"/>
        </a:xfrm>
      </p:grpSpPr>
      <p:sp>
        <p:nvSpPr>
          <p:cNvPr id="263" name="Google Shape;263;g3f8da4ebb8d_0_103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DIAGNÓSTICO</a:t>
            </a:r>
            <a:endParaRPr b="0" i="0" sz="1100" u="none" cap="none" strike="noStrike">
              <a:solidFill>
                <a:schemeClr val="dk1"/>
              </a:solidFill>
              <a:latin typeface="Calibri"/>
              <a:ea typeface="Calibri"/>
              <a:cs typeface="Calibri"/>
              <a:sym typeface="Calibri"/>
            </a:endParaRPr>
          </a:p>
        </p:txBody>
      </p:sp>
      <p:sp>
        <p:nvSpPr>
          <p:cNvPr id="264" name="Google Shape;264;g3f8da4ebb8d_0_1034"/>
          <p:cNvSpPr txBox="1"/>
          <p:nvPr/>
        </p:nvSpPr>
        <p:spPr>
          <a:xfrm>
            <a:off x="571500" y="1097275"/>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0" i="1" sz="2100" u="none" cap="none" strike="noStrike">
              <a:solidFill>
                <a:srgbClr val="2B5BFC"/>
              </a:solidFill>
              <a:latin typeface="Calibri"/>
              <a:ea typeface="Calibri"/>
              <a:cs typeface="Calibri"/>
              <a:sym typeface="Calibri"/>
            </a:endParaRPr>
          </a:p>
        </p:txBody>
      </p:sp>
      <p:sp>
        <p:nvSpPr>
          <p:cNvPr id="265" name="Google Shape;265;g3f8da4ebb8d_0_1034"/>
          <p:cNvSpPr/>
          <p:nvPr/>
        </p:nvSpPr>
        <p:spPr>
          <a:xfrm>
            <a:off x="571500"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g3f8da4ebb8d_0_1034"/>
          <p:cNvSpPr txBox="1"/>
          <p:nvPr/>
        </p:nvSpPr>
        <p:spPr>
          <a:xfrm>
            <a:off x="756599"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1</a:t>
            </a:r>
            <a:endParaRPr b="0" i="0" sz="1000" u="none" cap="none" strike="noStrike">
              <a:solidFill>
                <a:schemeClr val="dk1"/>
              </a:solidFill>
              <a:latin typeface="Calibri"/>
              <a:ea typeface="Calibri"/>
              <a:cs typeface="Calibri"/>
              <a:sym typeface="Calibri"/>
            </a:endParaRPr>
          </a:p>
        </p:txBody>
      </p:sp>
      <p:sp>
        <p:nvSpPr>
          <p:cNvPr id="267" name="Google Shape;267;g3f8da4ebb8d_0_1034"/>
          <p:cNvSpPr txBox="1"/>
          <p:nvPr/>
        </p:nvSpPr>
        <p:spPr>
          <a:xfrm>
            <a:off x="756599"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68" name="Google Shape;268;g3f8da4ebb8d_0_1034"/>
          <p:cNvSpPr/>
          <p:nvPr/>
        </p:nvSpPr>
        <p:spPr>
          <a:xfrm>
            <a:off x="756604"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g3f8da4ebb8d_0_1034"/>
          <p:cNvSpPr txBox="1"/>
          <p:nvPr/>
        </p:nvSpPr>
        <p:spPr>
          <a:xfrm>
            <a:off x="756600" y="2666088"/>
            <a:ext cx="1529400" cy="1841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575757"/>
              </a:buClr>
              <a:buSzPts val="900"/>
              <a:buFont typeface="Montserrat"/>
              <a:buNone/>
            </a:pPr>
            <a:r>
              <a:t/>
            </a:r>
            <a:endParaRPr b="0" i="0" sz="1000" u="none" cap="none" strike="noStrike">
              <a:solidFill>
                <a:srgbClr val="000033"/>
              </a:solidFill>
              <a:latin typeface="Montserrat"/>
              <a:ea typeface="Montserrat"/>
              <a:cs typeface="Montserrat"/>
              <a:sym typeface="Montserrat"/>
            </a:endParaRPr>
          </a:p>
        </p:txBody>
      </p:sp>
      <p:sp>
        <p:nvSpPr>
          <p:cNvPr id="270" name="Google Shape;270;g3f8da4ebb8d_0_1034"/>
          <p:cNvSpPr/>
          <p:nvPr/>
        </p:nvSpPr>
        <p:spPr>
          <a:xfrm>
            <a:off x="2637734"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g3f8da4ebb8d_0_1034"/>
          <p:cNvSpPr txBox="1"/>
          <p:nvPr/>
        </p:nvSpPr>
        <p:spPr>
          <a:xfrm>
            <a:off x="2822834"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2</a:t>
            </a:r>
            <a:endParaRPr b="0" i="0" sz="1000" u="none" cap="none" strike="noStrike">
              <a:solidFill>
                <a:schemeClr val="dk1"/>
              </a:solidFill>
              <a:latin typeface="Calibri"/>
              <a:ea typeface="Calibri"/>
              <a:cs typeface="Calibri"/>
              <a:sym typeface="Calibri"/>
            </a:endParaRPr>
          </a:p>
        </p:txBody>
      </p:sp>
      <p:sp>
        <p:nvSpPr>
          <p:cNvPr id="272" name="Google Shape;272;g3f8da4ebb8d_0_1034"/>
          <p:cNvSpPr txBox="1"/>
          <p:nvPr/>
        </p:nvSpPr>
        <p:spPr>
          <a:xfrm>
            <a:off x="2822834"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73" name="Google Shape;273;g3f8da4ebb8d_0_1034"/>
          <p:cNvSpPr/>
          <p:nvPr/>
        </p:nvSpPr>
        <p:spPr>
          <a:xfrm>
            <a:off x="2822837"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g3f8da4ebb8d_0_1034"/>
          <p:cNvSpPr txBox="1"/>
          <p:nvPr/>
        </p:nvSpPr>
        <p:spPr>
          <a:xfrm>
            <a:off x="2822845" y="2666074"/>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75" name="Google Shape;275;g3f8da4ebb8d_0_1034"/>
          <p:cNvSpPr/>
          <p:nvPr/>
        </p:nvSpPr>
        <p:spPr>
          <a:xfrm>
            <a:off x="4703968"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g3f8da4ebb8d_0_1034"/>
          <p:cNvSpPr txBox="1"/>
          <p:nvPr/>
        </p:nvSpPr>
        <p:spPr>
          <a:xfrm>
            <a:off x="4889068"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3</a:t>
            </a:r>
            <a:endParaRPr b="0" i="0" sz="1000" u="none" cap="none" strike="noStrike">
              <a:solidFill>
                <a:schemeClr val="dk1"/>
              </a:solidFill>
              <a:latin typeface="Calibri"/>
              <a:ea typeface="Calibri"/>
              <a:cs typeface="Calibri"/>
              <a:sym typeface="Calibri"/>
            </a:endParaRPr>
          </a:p>
        </p:txBody>
      </p:sp>
      <p:sp>
        <p:nvSpPr>
          <p:cNvPr id="277" name="Google Shape;277;g3f8da4ebb8d_0_1034"/>
          <p:cNvSpPr txBox="1"/>
          <p:nvPr/>
        </p:nvSpPr>
        <p:spPr>
          <a:xfrm>
            <a:off x="4889068"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78" name="Google Shape;278;g3f8da4ebb8d_0_1034"/>
          <p:cNvSpPr/>
          <p:nvPr/>
        </p:nvSpPr>
        <p:spPr>
          <a:xfrm>
            <a:off x="4889069"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g3f8da4ebb8d_0_1034"/>
          <p:cNvSpPr txBox="1"/>
          <p:nvPr/>
        </p:nvSpPr>
        <p:spPr>
          <a:xfrm>
            <a:off x="4889046" y="2666070"/>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80" name="Google Shape;280;g3f8da4ebb8d_0_1034"/>
          <p:cNvSpPr/>
          <p:nvPr/>
        </p:nvSpPr>
        <p:spPr>
          <a:xfrm>
            <a:off x="6770202"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g3f8da4ebb8d_0_1034"/>
          <p:cNvSpPr txBox="1"/>
          <p:nvPr/>
        </p:nvSpPr>
        <p:spPr>
          <a:xfrm>
            <a:off x="6955301"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4</a:t>
            </a:r>
            <a:endParaRPr b="0" i="0" sz="1000" u="none" cap="none" strike="noStrike">
              <a:solidFill>
                <a:schemeClr val="dk1"/>
              </a:solidFill>
              <a:latin typeface="Calibri"/>
              <a:ea typeface="Calibri"/>
              <a:cs typeface="Calibri"/>
              <a:sym typeface="Calibri"/>
            </a:endParaRPr>
          </a:p>
        </p:txBody>
      </p:sp>
      <p:sp>
        <p:nvSpPr>
          <p:cNvPr id="282" name="Google Shape;282;g3f8da4ebb8d_0_1034"/>
          <p:cNvSpPr txBox="1"/>
          <p:nvPr/>
        </p:nvSpPr>
        <p:spPr>
          <a:xfrm>
            <a:off x="6955301"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83" name="Google Shape;283;g3f8da4ebb8d_0_1034"/>
          <p:cNvSpPr/>
          <p:nvPr/>
        </p:nvSpPr>
        <p:spPr>
          <a:xfrm>
            <a:off x="6955300" y="2574523"/>
            <a:ext cx="15294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g3f8da4ebb8d_0_1034"/>
          <p:cNvSpPr txBox="1"/>
          <p:nvPr/>
        </p:nvSpPr>
        <p:spPr>
          <a:xfrm>
            <a:off x="6955294" y="2666071"/>
            <a:ext cx="15294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9" name="Shape 289"/>
        <p:cNvGrpSpPr/>
        <p:nvPr/>
      </p:nvGrpSpPr>
      <p:grpSpPr>
        <a:xfrm>
          <a:off x="0" y="0"/>
          <a:ext cx="0" cy="0"/>
          <a:chOff x="0" y="0"/>
          <a:chExt cx="0" cy="0"/>
        </a:xfrm>
      </p:grpSpPr>
      <p:pic>
        <p:nvPicPr>
          <p:cNvPr descr="bg_divider.png" id="290" name="Google Shape;290;p9"/>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291" name="Google Shape;291;p9"/>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292" name="Google Shape;292;p9"/>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03</a:t>
            </a:r>
            <a:endParaRPr b="0" i="0" sz="1200" u="none" cap="none" strike="noStrike">
              <a:solidFill>
                <a:schemeClr val="dk1"/>
              </a:solidFill>
              <a:latin typeface="Calibri"/>
              <a:ea typeface="Calibri"/>
              <a:cs typeface="Calibri"/>
              <a:sym typeface="Calibri"/>
            </a:endParaRPr>
          </a:p>
        </p:txBody>
      </p:sp>
      <p:sp>
        <p:nvSpPr>
          <p:cNvPr id="293" name="Google Shape;293;p9"/>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a:t>
            </a:r>
            <a:r>
              <a:rPr b="1" i="1" lang="en-US" sz="4500" u="none" cap="none" strike="noStrike">
                <a:solidFill>
                  <a:srgbClr val="7E99FE"/>
                </a:solidFill>
                <a:latin typeface="Montserrat Black"/>
                <a:ea typeface="Montserrat Black"/>
                <a:cs typeface="Montserrat Black"/>
                <a:sym typeface="Montserrat Black"/>
              </a:rPr>
              <a:t> reto</a:t>
            </a:r>
            <a:endParaRPr b="0" i="0" sz="4500" u="none" cap="none" strike="noStrike">
              <a:solidFill>
                <a:schemeClr val="dk1"/>
              </a:solidFill>
              <a:latin typeface="Calibri"/>
              <a:ea typeface="Calibri"/>
              <a:cs typeface="Calibri"/>
              <a:sym typeface="Calibri"/>
            </a:endParaRPr>
          </a:p>
        </p:txBody>
      </p:sp>
      <p:sp>
        <p:nvSpPr>
          <p:cNvPr id="294" name="Google Shape;294;p9"/>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rgbClr val="C5D5F7"/>
              </a:solidFill>
              <a:latin typeface="Montserrat Medium"/>
              <a:ea typeface="Montserrat Medium"/>
              <a:cs typeface="Montserrat Medium"/>
              <a:sym typeface="Montserrat Medium"/>
            </a:endParaRPr>
          </a:p>
        </p:txBody>
      </p:sp>
      <p:sp>
        <p:nvSpPr>
          <p:cNvPr id="295" name="Google Shape;295;p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00" name="Shape 300"/>
        <p:cNvGrpSpPr/>
        <p:nvPr/>
      </p:nvGrpSpPr>
      <p:grpSpPr>
        <a:xfrm>
          <a:off x="0" y="0"/>
          <a:ext cx="0" cy="0"/>
          <a:chOff x="0" y="0"/>
          <a:chExt cx="0" cy="0"/>
        </a:xfrm>
      </p:grpSpPr>
      <p:sp>
        <p:nvSpPr>
          <p:cNvPr id="301" name="Google Shape;301;g3fba7a2acf7_0_0"/>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DESAFÍO</a:t>
            </a:r>
            <a:endParaRPr b="0" i="0" sz="1100" u="none" cap="none" strike="noStrike">
              <a:solidFill>
                <a:schemeClr val="dk1"/>
              </a:solidFill>
              <a:latin typeface="Calibri"/>
              <a:ea typeface="Calibri"/>
              <a:cs typeface="Calibri"/>
              <a:sym typeface="Calibri"/>
            </a:endParaRPr>
          </a:p>
        </p:txBody>
      </p:sp>
      <p:sp>
        <p:nvSpPr>
          <p:cNvPr id="302" name="Google Shape;302;g3fba7a2acf7_0_0"/>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303" name="Google Shape;303;g3fba7a2acf7_0_0"/>
          <p:cNvSpPr txBox="1"/>
          <p:nvPr/>
        </p:nvSpPr>
        <p:spPr>
          <a:xfrm>
            <a:off x="571500" y="1649350"/>
            <a:ext cx="8001000" cy="432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Resumen de lo que Neo tiene que solucionar y con qué lo hará.</a:t>
            </a:r>
            <a:endParaRPr b="0" i="0" sz="1000" u="none" cap="none" strike="noStrike">
              <a:solidFill>
                <a:schemeClr val="dk1"/>
              </a:solidFill>
              <a:latin typeface="Calibri"/>
              <a:ea typeface="Calibri"/>
              <a:cs typeface="Calibri"/>
              <a:sym typeface="Calibri"/>
            </a:endParaRPr>
          </a:p>
        </p:txBody>
      </p:sp>
      <p:sp>
        <p:nvSpPr>
          <p:cNvPr id="304" name="Google Shape;304;g3fba7a2acf7_0_0"/>
          <p:cNvSpPr/>
          <p:nvPr/>
        </p:nvSpPr>
        <p:spPr>
          <a:xfrm>
            <a:off x="571500" y="2241715"/>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g3fba7a2acf7_0_0"/>
          <p:cNvSpPr/>
          <p:nvPr/>
        </p:nvSpPr>
        <p:spPr>
          <a:xfrm>
            <a:off x="772668" y="2442883"/>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g3fba7a2acf7_0_0"/>
          <p:cNvSpPr txBox="1"/>
          <p:nvPr/>
        </p:nvSpPr>
        <p:spPr>
          <a:xfrm>
            <a:off x="772668" y="2497747"/>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307" name="Google Shape;307;g3fba7a2acf7_0_0"/>
          <p:cNvSpPr txBox="1"/>
          <p:nvPr/>
        </p:nvSpPr>
        <p:spPr>
          <a:xfrm>
            <a:off x="1281562" y="2423300"/>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1</a:t>
            </a:r>
            <a:endParaRPr b="0" i="0" sz="1200" u="none" cap="none" strike="noStrike">
              <a:solidFill>
                <a:schemeClr val="dk1"/>
              </a:solidFill>
              <a:latin typeface="Calibri"/>
              <a:ea typeface="Calibri"/>
              <a:cs typeface="Calibri"/>
              <a:sym typeface="Calibri"/>
            </a:endParaRPr>
          </a:p>
        </p:txBody>
      </p:sp>
      <p:sp>
        <p:nvSpPr>
          <p:cNvPr id="308" name="Google Shape;308;g3fba7a2acf7_0_0"/>
          <p:cNvSpPr txBox="1"/>
          <p:nvPr/>
        </p:nvSpPr>
        <p:spPr>
          <a:xfrm>
            <a:off x="3625596" y="2423309"/>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 </a:t>
            </a:r>
            <a:endParaRPr b="0" i="0" sz="1000" u="none" cap="none" strike="noStrike">
              <a:solidFill>
                <a:schemeClr val="dk1"/>
              </a:solidFill>
              <a:latin typeface="Calibri"/>
              <a:ea typeface="Calibri"/>
              <a:cs typeface="Calibri"/>
              <a:sym typeface="Calibri"/>
            </a:endParaRPr>
          </a:p>
        </p:txBody>
      </p:sp>
      <p:sp>
        <p:nvSpPr>
          <p:cNvPr id="309" name="Google Shape;309;g3fba7a2acf7_0_0"/>
          <p:cNvSpPr/>
          <p:nvPr/>
        </p:nvSpPr>
        <p:spPr>
          <a:xfrm>
            <a:off x="571500" y="3082963"/>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g3fba7a2acf7_0_0"/>
          <p:cNvSpPr/>
          <p:nvPr/>
        </p:nvSpPr>
        <p:spPr>
          <a:xfrm>
            <a:off x="772668" y="3284131"/>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g3fba7a2acf7_0_0"/>
          <p:cNvSpPr txBox="1"/>
          <p:nvPr/>
        </p:nvSpPr>
        <p:spPr>
          <a:xfrm>
            <a:off x="772668" y="3338995"/>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312" name="Google Shape;312;g3fba7a2acf7_0_0"/>
          <p:cNvSpPr txBox="1"/>
          <p:nvPr/>
        </p:nvSpPr>
        <p:spPr>
          <a:xfrm>
            <a:off x="1281562" y="3264550"/>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2</a:t>
            </a:r>
            <a:endParaRPr b="0" i="0" sz="1200" u="none" cap="none" strike="noStrike">
              <a:solidFill>
                <a:schemeClr val="dk1"/>
              </a:solidFill>
              <a:latin typeface="Calibri"/>
              <a:ea typeface="Calibri"/>
              <a:cs typeface="Calibri"/>
              <a:sym typeface="Calibri"/>
            </a:endParaRPr>
          </a:p>
        </p:txBody>
      </p:sp>
      <p:sp>
        <p:nvSpPr>
          <p:cNvPr id="313" name="Google Shape;313;g3fba7a2acf7_0_0"/>
          <p:cNvSpPr txBox="1"/>
          <p:nvPr/>
        </p:nvSpPr>
        <p:spPr>
          <a:xfrm>
            <a:off x="3625596" y="3264557"/>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14" name="Google Shape;314;g3fba7a2acf7_0_0"/>
          <p:cNvSpPr/>
          <p:nvPr/>
        </p:nvSpPr>
        <p:spPr>
          <a:xfrm>
            <a:off x="571500" y="3924211"/>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g3fba7a2acf7_0_0"/>
          <p:cNvSpPr/>
          <p:nvPr/>
        </p:nvSpPr>
        <p:spPr>
          <a:xfrm>
            <a:off x="772668" y="4125379"/>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g3fba7a2acf7_0_0"/>
          <p:cNvSpPr txBox="1"/>
          <p:nvPr/>
        </p:nvSpPr>
        <p:spPr>
          <a:xfrm>
            <a:off x="772668" y="4180243"/>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317" name="Google Shape;317;g3fba7a2acf7_0_0"/>
          <p:cNvSpPr txBox="1"/>
          <p:nvPr/>
        </p:nvSpPr>
        <p:spPr>
          <a:xfrm>
            <a:off x="1281562" y="4105799"/>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3</a:t>
            </a:r>
            <a:endParaRPr b="0" i="0" sz="1200" u="none" cap="none" strike="noStrike">
              <a:solidFill>
                <a:schemeClr val="dk1"/>
              </a:solidFill>
              <a:latin typeface="Calibri"/>
              <a:ea typeface="Calibri"/>
              <a:cs typeface="Calibri"/>
              <a:sym typeface="Calibri"/>
            </a:endParaRPr>
          </a:p>
        </p:txBody>
      </p:sp>
      <p:sp>
        <p:nvSpPr>
          <p:cNvPr id="318" name="Google Shape;318;g3fba7a2acf7_0_0"/>
          <p:cNvSpPr txBox="1"/>
          <p:nvPr/>
        </p:nvSpPr>
        <p:spPr>
          <a:xfrm>
            <a:off x="3625596" y="4105805"/>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23" name="Shape 323"/>
        <p:cNvGrpSpPr/>
        <p:nvPr/>
      </p:nvGrpSpPr>
      <p:grpSpPr>
        <a:xfrm>
          <a:off x="0" y="0"/>
          <a:ext cx="0" cy="0"/>
          <a:chOff x="0" y="0"/>
          <a:chExt cx="0" cy="0"/>
        </a:xfrm>
      </p:grpSpPr>
      <p:pic>
        <p:nvPicPr>
          <p:cNvPr descr="bg_divider.png" id="324" name="Google Shape;324;p11"/>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25" name="Google Shape;325;p11"/>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26" name="Google Shape;326;p11"/>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04</a:t>
            </a:r>
            <a:endParaRPr b="0" i="0" sz="1200" u="none" cap="none" strike="noStrike">
              <a:solidFill>
                <a:schemeClr val="dk1"/>
              </a:solidFill>
              <a:latin typeface="Calibri"/>
              <a:ea typeface="Calibri"/>
              <a:cs typeface="Calibri"/>
              <a:sym typeface="Calibri"/>
            </a:endParaRPr>
          </a:p>
        </p:txBody>
      </p:sp>
      <p:sp>
        <p:nvSpPr>
          <p:cNvPr id="327" name="Google Shape;327;p11"/>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lt1"/>
              </a:buClr>
              <a:buSzPts val="4500"/>
              <a:buFont typeface="Montserrat ExtraBold"/>
              <a:buNone/>
            </a:pPr>
            <a:r>
              <a:rPr b="1" i="0" lang="en-US" sz="4500" u="none" cap="none" strike="noStrike">
                <a:solidFill>
                  <a:schemeClr val="lt1"/>
                </a:solidFill>
                <a:latin typeface="Montserrat ExtraBold"/>
                <a:ea typeface="Montserrat ExtraBold"/>
                <a:cs typeface="Montserrat ExtraBold"/>
                <a:sym typeface="Montserrat ExtraBold"/>
              </a:rPr>
              <a:t>Nuestra </a:t>
            </a:r>
            <a:r>
              <a:rPr b="0" i="0" lang="en-US" sz="4500" u="none" cap="none" strike="noStrike">
                <a:solidFill>
                  <a:srgbClr val="7E99FE"/>
                </a:solidFill>
                <a:latin typeface="Montserrat ExtraBold"/>
                <a:ea typeface="Montserrat ExtraBold"/>
                <a:cs typeface="Montserrat ExtraBold"/>
                <a:sym typeface="Montserrat ExtraBold"/>
              </a:rPr>
              <a:t>Propuesta</a:t>
            </a:r>
            <a:endParaRPr b="0" i="0" sz="4500" u="none" cap="none" strike="noStrike">
              <a:solidFill>
                <a:srgbClr val="7E99FE"/>
              </a:solidFill>
              <a:latin typeface="Montserrat ExtraBold"/>
              <a:ea typeface="Montserrat ExtraBold"/>
              <a:cs typeface="Montserrat ExtraBold"/>
              <a:sym typeface="Montserrat ExtraBold"/>
            </a:endParaRPr>
          </a:p>
        </p:txBody>
      </p:sp>
      <p:sp>
        <p:nvSpPr>
          <p:cNvPr id="328" name="Google Shape;328;p11"/>
          <p:cNvSpPr txBox="1"/>
          <p:nvPr/>
        </p:nvSpPr>
        <p:spPr>
          <a:xfrm>
            <a:off x="571500" y="3017525"/>
            <a:ext cx="67374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329" name="Google Shape;329;p11"/>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334" name="Shape 334"/>
        <p:cNvGrpSpPr/>
        <p:nvPr/>
      </p:nvGrpSpPr>
      <p:grpSpPr>
        <a:xfrm>
          <a:off x="0" y="0"/>
          <a:ext cx="0" cy="0"/>
          <a:chOff x="0" y="0"/>
          <a:chExt cx="0" cy="0"/>
        </a:xfrm>
      </p:grpSpPr>
      <p:sp>
        <p:nvSpPr>
          <p:cNvPr id="335" name="Google Shape;335;g3f8da4ebb8d_0_1077"/>
          <p:cNvSpPr txBox="1"/>
          <p:nvPr/>
        </p:nvSpPr>
        <p:spPr>
          <a:xfrm>
            <a:off x="571500" y="8300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NUESTRA PROPUESTA</a:t>
            </a:r>
            <a:endParaRPr b="0" i="0" sz="1100" u="none" cap="none" strike="noStrike">
              <a:solidFill>
                <a:schemeClr val="dk1"/>
              </a:solidFill>
              <a:latin typeface="Calibri"/>
              <a:ea typeface="Calibri"/>
              <a:cs typeface="Calibri"/>
              <a:sym typeface="Calibri"/>
            </a:endParaRPr>
          </a:p>
        </p:txBody>
      </p:sp>
      <p:sp>
        <p:nvSpPr>
          <p:cNvPr id="336" name="Google Shape;336;g3f8da4ebb8d_0_1077"/>
          <p:cNvSpPr/>
          <p:nvPr/>
        </p:nvSpPr>
        <p:spPr>
          <a:xfrm>
            <a:off x="571500" y="1566898"/>
            <a:ext cx="8109300" cy="353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909"/>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5F"/>
              </a:buClr>
              <a:buSzPts val="909"/>
              <a:buFont typeface="Calibri"/>
              <a:buNone/>
            </a:pPr>
            <a:r>
              <a:t/>
            </a:r>
            <a:endParaRPr b="0" i="0" sz="1000" u="none" cap="none" strike="noStrike">
              <a:solidFill>
                <a:srgbClr val="000033"/>
              </a:solidFill>
              <a:latin typeface="Montserrat"/>
              <a:ea typeface="Montserrat"/>
              <a:cs typeface="Montserrat"/>
              <a:sym typeface="Montserrat"/>
            </a:endParaRPr>
          </a:p>
        </p:txBody>
      </p:sp>
      <p:sp>
        <p:nvSpPr>
          <p:cNvPr id="337" name="Google Shape;337;g3f8da4ebb8d_0_1077"/>
          <p:cNvSpPr/>
          <p:nvPr/>
        </p:nvSpPr>
        <p:spPr>
          <a:xfrm>
            <a:off x="588150" y="2039525"/>
            <a:ext cx="4009800" cy="28296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g3f8da4ebb8d_0_1077"/>
          <p:cNvSpPr/>
          <p:nvPr/>
        </p:nvSpPr>
        <p:spPr>
          <a:xfrm>
            <a:off x="766375" y="2198688"/>
            <a:ext cx="3653400" cy="26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100" u="none" cap="none" strike="noStrike">
                <a:solidFill>
                  <a:srgbClr val="2B5BFC"/>
                </a:solidFill>
                <a:latin typeface="Montserrat SemiBold"/>
                <a:ea typeface="Montserrat SemiBold"/>
                <a:cs typeface="Montserrat SemiBold"/>
                <a:sym typeface="Montserrat SemiBold"/>
              </a:rPr>
              <a:t>NOMBRE DE LA CAPACITACIÓN</a:t>
            </a:r>
            <a:endParaRPr b="1" i="0" sz="1100" u="none" cap="none" strike="noStrike">
              <a:solidFill>
                <a:srgbClr val="000033"/>
              </a:solidFill>
              <a:latin typeface="Montserrat"/>
              <a:ea typeface="Montserrat"/>
              <a:cs typeface="Montserrat"/>
              <a:sym typeface="Montserrat"/>
            </a:endParaRPr>
          </a:p>
        </p:txBody>
      </p:sp>
      <p:sp>
        <p:nvSpPr>
          <p:cNvPr id="339" name="Google Shape;339;g3f8da4ebb8d_0_1077"/>
          <p:cNvSpPr/>
          <p:nvPr/>
        </p:nvSpPr>
        <p:spPr>
          <a:xfrm>
            <a:off x="766375" y="2600322"/>
            <a:ext cx="3653400" cy="67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i="0" lang="en-US" sz="1200" u="none" cap="none" strike="noStrike">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40" name="Google Shape;340;g3f8da4ebb8d_0_1077"/>
          <p:cNvSpPr/>
          <p:nvPr/>
        </p:nvSpPr>
        <p:spPr>
          <a:xfrm>
            <a:off x="774350" y="3128013"/>
            <a:ext cx="3740400" cy="144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b="0" i="0" lang="en-US" sz="1000" u="none" cap="none" strike="noStrike">
                <a:solidFill>
                  <a:srgbClr val="000033"/>
                </a:solidFill>
                <a:latin typeface="Montserrat"/>
                <a:ea typeface="Montserrat"/>
                <a:cs typeface="Montserrat"/>
                <a:sym typeface="Montserrat"/>
              </a:rPr>
              <a:t>Resumen de lo que se va a dictar</a:t>
            </a:r>
            <a:endParaRPr b="0" i="0" sz="1000" u="none" cap="none" strike="noStrike">
              <a:solidFill>
                <a:srgbClr val="000033"/>
              </a:solidFill>
              <a:latin typeface="Montserrat"/>
              <a:ea typeface="Montserrat"/>
              <a:cs typeface="Montserrat"/>
              <a:sym typeface="Montserrat"/>
            </a:endParaRPr>
          </a:p>
        </p:txBody>
      </p:sp>
      <p:sp>
        <p:nvSpPr>
          <p:cNvPr id="341" name="Google Shape;341;g3f8da4ebb8d_0_1077"/>
          <p:cNvSpPr/>
          <p:nvPr/>
        </p:nvSpPr>
        <p:spPr>
          <a:xfrm>
            <a:off x="4762650" y="2039525"/>
            <a:ext cx="3901500" cy="8265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 name="Google Shape;342;g3f8da4ebb8d_0_1077"/>
          <p:cNvSpPr/>
          <p:nvPr/>
        </p:nvSpPr>
        <p:spPr>
          <a:xfrm>
            <a:off x="4940871" y="2115359"/>
            <a:ext cx="3653400" cy="19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100" u="none" cap="none" strike="noStrike">
                <a:solidFill>
                  <a:srgbClr val="2B5BFC"/>
                </a:solidFill>
                <a:latin typeface="Montserrat SemiBold"/>
                <a:ea typeface="Montserrat SemiBold"/>
                <a:cs typeface="Montserrat SemiBold"/>
                <a:sym typeface="Montserrat SemiBold"/>
              </a:rPr>
              <a:t>NÚMERO DE PARTICIPANTES</a:t>
            </a:r>
            <a:endParaRPr b="1" i="0" sz="1100" u="none" cap="none" strike="noStrike">
              <a:solidFill>
                <a:srgbClr val="000033"/>
              </a:solidFill>
              <a:latin typeface="Montserrat"/>
              <a:ea typeface="Montserrat"/>
              <a:cs typeface="Montserrat"/>
              <a:sym typeface="Montserrat"/>
            </a:endParaRPr>
          </a:p>
        </p:txBody>
      </p:sp>
      <p:sp>
        <p:nvSpPr>
          <p:cNvPr id="343" name="Google Shape;343;g3f8da4ebb8d_0_1077"/>
          <p:cNvSpPr/>
          <p:nvPr/>
        </p:nvSpPr>
        <p:spPr>
          <a:xfrm>
            <a:off x="4940875" y="2357970"/>
            <a:ext cx="3586800" cy="411300"/>
          </a:xfrm>
          <a:prstGeom prst="rect">
            <a:avLst/>
          </a:prstGeom>
          <a:noFill/>
          <a:ln>
            <a:noFill/>
          </a:ln>
        </p:spPr>
        <p:txBody>
          <a:bodyPr anchorCtr="0" anchor="t" bIns="0" lIns="0" spcFirstLastPara="1" rIns="0" wrap="square" tIns="0">
            <a:noAutofit/>
          </a:bodyPr>
          <a:lstStyle/>
          <a:p>
            <a:pPr indent="-292100" lvl="0" marL="457200" marR="0" rtl="0" algn="l">
              <a:lnSpc>
                <a:spcPct val="105000"/>
              </a:lnSpc>
              <a:spcBef>
                <a:spcPts val="0"/>
              </a:spcBef>
              <a:spcAft>
                <a:spcPts val="0"/>
              </a:spcAft>
              <a:buClr>
                <a:srgbClr val="2B5BFC"/>
              </a:buClr>
              <a:buSzPts val="1000"/>
              <a:buFont typeface="Montserrat"/>
              <a:buChar char="●"/>
            </a:pPr>
            <a:r>
              <a:rPr b="1" i="0" lang="en-US" sz="1000" u="none" cap="none" strike="noStrike">
                <a:solidFill>
                  <a:srgbClr val="000033"/>
                </a:solidFill>
                <a:latin typeface="Montserrat"/>
                <a:ea typeface="Montserrat"/>
                <a:cs typeface="Montserrat"/>
                <a:sym typeface="Montserrat"/>
              </a:rPr>
              <a:t>Título del componente</a:t>
            </a:r>
            <a:endParaRPr b="1" i="0" sz="1000" u="none" cap="none" strike="noStrike">
              <a:solidFill>
                <a:srgbClr val="000033"/>
              </a:solidFill>
              <a:latin typeface="Montserrat"/>
              <a:ea typeface="Montserrat"/>
              <a:cs typeface="Montserrat"/>
              <a:sym typeface="Montserrat"/>
            </a:endParaRPr>
          </a:p>
        </p:txBody>
      </p:sp>
      <p:sp>
        <p:nvSpPr>
          <p:cNvPr id="344" name="Google Shape;344;g3f8da4ebb8d_0_1077"/>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345" name="Google Shape;345;g3f8da4ebb8d_0_1077"/>
          <p:cNvSpPr/>
          <p:nvPr/>
        </p:nvSpPr>
        <p:spPr>
          <a:xfrm>
            <a:off x="4762650" y="3041058"/>
            <a:ext cx="3901500" cy="8265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g3f8da4ebb8d_0_1077"/>
          <p:cNvSpPr/>
          <p:nvPr/>
        </p:nvSpPr>
        <p:spPr>
          <a:xfrm>
            <a:off x="4940871" y="3103087"/>
            <a:ext cx="3653400" cy="19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100" u="none" cap="none" strike="noStrike">
                <a:solidFill>
                  <a:srgbClr val="2B5BFC"/>
                </a:solidFill>
                <a:latin typeface="Montserrat SemiBold"/>
                <a:ea typeface="Montserrat SemiBold"/>
                <a:cs typeface="Montserrat SemiBold"/>
                <a:sym typeface="Montserrat SemiBold"/>
              </a:rPr>
              <a:t>SESIONES</a:t>
            </a:r>
            <a:endParaRPr b="1" i="0" sz="1100" u="none" cap="none" strike="noStrike">
              <a:solidFill>
                <a:srgbClr val="000033"/>
              </a:solidFill>
              <a:latin typeface="Montserrat"/>
              <a:ea typeface="Montserrat"/>
              <a:cs typeface="Montserrat"/>
              <a:sym typeface="Montserrat"/>
            </a:endParaRPr>
          </a:p>
        </p:txBody>
      </p:sp>
      <p:sp>
        <p:nvSpPr>
          <p:cNvPr id="347" name="Google Shape;347;g3f8da4ebb8d_0_1077"/>
          <p:cNvSpPr/>
          <p:nvPr/>
        </p:nvSpPr>
        <p:spPr>
          <a:xfrm>
            <a:off x="4940875" y="3345690"/>
            <a:ext cx="3531600" cy="411300"/>
          </a:xfrm>
          <a:prstGeom prst="rect">
            <a:avLst/>
          </a:prstGeom>
          <a:noFill/>
          <a:ln>
            <a:noFill/>
          </a:ln>
        </p:spPr>
        <p:txBody>
          <a:bodyPr anchorCtr="0" anchor="t" bIns="0" lIns="0" spcFirstLastPara="1" rIns="0" wrap="square" tIns="0">
            <a:noAutofit/>
          </a:bodyPr>
          <a:lstStyle/>
          <a:p>
            <a:pPr indent="-292100" lvl="0" marL="457200" marR="0" rtl="0" algn="l">
              <a:lnSpc>
                <a:spcPct val="105000"/>
              </a:lnSpc>
              <a:spcBef>
                <a:spcPts val="0"/>
              </a:spcBef>
              <a:spcAft>
                <a:spcPts val="0"/>
              </a:spcAft>
              <a:buClr>
                <a:srgbClr val="2B5BFC"/>
              </a:buClr>
              <a:buSzPts val="1000"/>
              <a:buFont typeface="Montserrat"/>
              <a:buChar char="●"/>
            </a:pPr>
            <a:r>
              <a:rPr b="1" i="0" lang="en-US" sz="1000" u="none" cap="none" strike="noStrike">
                <a:solidFill>
                  <a:srgbClr val="000033"/>
                </a:solidFill>
                <a:latin typeface="Montserrat"/>
                <a:ea typeface="Montserrat"/>
                <a:cs typeface="Montserrat"/>
                <a:sym typeface="Montserrat"/>
              </a:rPr>
              <a:t>Título del componente</a:t>
            </a:r>
            <a:endParaRPr b="0" i="0" sz="1000" u="none" cap="none" strike="noStrike">
              <a:solidFill>
                <a:srgbClr val="000033"/>
              </a:solidFill>
              <a:latin typeface="Montserrat"/>
              <a:ea typeface="Montserrat"/>
              <a:cs typeface="Montserrat"/>
              <a:sym typeface="Montserrat"/>
            </a:endParaRPr>
          </a:p>
        </p:txBody>
      </p:sp>
      <p:sp>
        <p:nvSpPr>
          <p:cNvPr id="348" name="Google Shape;348;g3f8da4ebb8d_0_1077"/>
          <p:cNvSpPr/>
          <p:nvPr/>
        </p:nvSpPr>
        <p:spPr>
          <a:xfrm>
            <a:off x="4762650" y="4042563"/>
            <a:ext cx="3901500" cy="8265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 name="Google Shape;349;g3f8da4ebb8d_0_1077"/>
          <p:cNvSpPr/>
          <p:nvPr/>
        </p:nvSpPr>
        <p:spPr>
          <a:xfrm>
            <a:off x="4940871" y="4132201"/>
            <a:ext cx="3653400" cy="19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100" u="none" cap="none" strike="noStrike">
                <a:solidFill>
                  <a:srgbClr val="2B5BFC"/>
                </a:solidFill>
                <a:latin typeface="Montserrat SemiBold"/>
                <a:ea typeface="Montserrat SemiBold"/>
                <a:cs typeface="Montserrat SemiBold"/>
                <a:sym typeface="Montserrat SemiBold"/>
              </a:rPr>
              <a:t>HERRAMIENTA Y NIVEL</a:t>
            </a:r>
            <a:endParaRPr b="1" i="0" sz="1100" u="none" cap="none" strike="noStrike">
              <a:solidFill>
                <a:srgbClr val="000033"/>
              </a:solidFill>
              <a:latin typeface="Montserrat"/>
              <a:ea typeface="Montserrat"/>
              <a:cs typeface="Montserrat"/>
              <a:sym typeface="Montserrat"/>
            </a:endParaRPr>
          </a:p>
        </p:txBody>
      </p:sp>
      <p:sp>
        <p:nvSpPr>
          <p:cNvPr id="350" name="Google Shape;350;g3f8da4ebb8d_0_1077"/>
          <p:cNvSpPr/>
          <p:nvPr/>
        </p:nvSpPr>
        <p:spPr>
          <a:xfrm>
            <a:off x="4940875" y="4374824"/>
            <a:ext cx="3531600" cy="411300"/>
          </a:xfrm>
          <a:prstGeom prst="rect">
            <a:avLst/>
          </a:prstGeom>
          <a:noFill/>
          <a:ln>
            <a:noFill/>
          </a:ln>
        </p:spPr>
        <p:txBody>
          <a:bodyPr anchorCtr="0" anchor="t" bIns="0" lIns="0" spcFirstLastPara="1" rIns="0" wrap="square" tIns="0">
            <a:noAutofit/>
          </a:bodyPr>
          <a:lstStyle/>
          <a:p>
            <a:pPr indent="-292100" lvl="0" marL="457200" marR="0" rtl="0" algn="l">
              <a:lnSpc>
                <a:spcPct val="105000"/>
              </a:lnSpc>
              <a:spcBef>
                <a:spcPts val="0"/>
              </a:spcBef>
              <a:spcAft>
                <a:spcPts val="0"/>
              </a:spcAft>
              <a:buClr>
                <a:srgbClr val="2B5BFC"/>
              </a:buClr>
              <a:buSzPts val="1000"/>
              <a:buFont typeface="Montserrat"/>
              <a:buChar char="●"/>
            </a:pPr>
            <a:r>
              <a:rPr b="1" i="0" lang="en-US" sz="1000" u="none" cap="none" strike="noStrike">
                <a:solidFill>
                  <a:srgbClr val="000033"/>
                </a:solidFill>
                <a:latin typeface="Montserrat"/>
                <a:ea typeface="Montserrat"/>
                <a:cs typeface="Montserrat"/>
                <a:sym typeface="Montserrat"/>
              </a:rPr>
              <a:t>Título del componente</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55" name="Shape 355"/>
        <p:cNvGrpSpPr/>
        <p:nvPr/>
      </p:nvGrpSpPr>
      <p:grpSpPr>
        <a:xfrm>
          <a:off x="0" y="0"/>
          <a:ext cx="0" cy="0"/>
          <a:chOff x="0" y="0"/>
          <a:chExt cx="0" cy="0"/>
        </a:xfrm>
      </p:grpSpPr>
      <p:pic>
        <p:nvPicPr>
          <p:cNvPr descr="bg_divider.png" id="356" name="Google Shape;356;g3f8da4ebb8d_0_84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357" name="Google Shape;357;g3f8da4ebb8d_0_84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358" name="Google Shape;358;g3f8da4ebb8d_0_84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05</a:t>
            </a:r>
            <a:endParaRPr b="0" i="0" sz="1200" u="none" cap="none" strike="noStrike">
              <a:solidFill>
                <a:schemeClr val="dk1"/>
              </a:solidFill>
              <a:latin typeface="Calibri"/>
              <a:ea typeface="Calibri"/>
              <a:cs typeface="Calibri"/>
              <a:sym typeface="Calibri"/>
            </a:endParaRPr>
          </a:p>
        </p:txBody>
      </p:sp>
      <p:sp>
        <p:nvSpPr>
          <p:cNvPr id="359" name="Google Shape;359;g3f8da4ebb8d_0_84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Proceso</a:t>
            </a:r>
            <a:r>
              <a:rPr b="1" i="1" lang="en-US" sz="4500" u="none" cap="none" strike="noStrike">
                <a:solidFill>
                  <a:srgbClr val="7E99FE"/>
                </a:solidFill>
                <a:latin typeface="Montserrat Black"/>
                <a:ea typeface="Montserrat Black"/>
                <a:cs typeface="Montserrat Black"/>
                <a:sym typeface="Montserrat Black"/>
              </a:rPr>
              <a:t> general</a:t>
            </a:r>
            <a:endParaRPr b="0" i="0" sz="4500" u="none" cap="none" strike="noStrike">
              <a:solidFill>
                <a:schemeClr val="dk1"/>
              </a:solidFill>
              <a:latin typeface="Calibri"/>
              <a:ea typeface="Calibri"/>
              <a:cs typeface="Calibri"/>
              <a:sym typeface="Calibri"/>
            </a:endParaRPr>
          </a:p>
        </p:txBody>
      </p:sp>
      <p:sp>
        <p:nvSpPr>
          <p:cNvPr id="360" name="Google Shape;360;g3f8da4ebb8d_0_846"/>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Etapas, cada una con su entregable.</a:t>
            </a:r>
            <a:endParaRPr b="0" i="0" sz="1300" u="none" cap="none" strike="noStrike">
              <a:solidFill>
                <a:schemeClr val="dk1"/>
              </a:solidFill>
              <a:latin typeface="Calibri"/>
              <a:ea typeface="Calibri"/>
              <a:cs typeface="Calibri"/>
              <a:sym typeface="Calibri"/>
            </a:endParaRPr>
          </a:p>
        </p:txBody>
      </p:sp>
      <p:sp>
        <p:nvSpPr>
          <p:cNvPr id="361" name="Google Shape;361;g3f8da4ebb8d_0_84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66" name="Shape 366"/>
        <p:cNvGrpSpPr/>
        <p:nvPr/>
      </p:nvGrpSpPr>
      <p:grpSpPr>
        <a:xfrm>
          <a:off x="0" y="0"/>
          <a:ext cx="0" cy="0"/>
          <a:chOff x="0" y="0"/>
          <a:chExt cx="0" cy="0"/>
        </a:xfrm>
      </p:grpSpPr>
      <p:sp>
        <p:nvSpPr>
          <p:cNvPr id="367" name="Google Shape;367;p14"/>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DETALLE DEL PROCESO</a:t>
            </a:r>
            <a:endParaRPr b="0" i="0" sz="1100" u="none" cap="none" strike="noStrike">
              <a:solidFill>
                <a:schemeClr val="dk1"/>
              </a:solidFill>
              <a:latin typeface="Calibri"/>
              <a:ea typeface="Calibri"/>
              <a:cs typeface="Calibri"/>
              <a:sym typeface="Calibri"/>
            </a:endParaRPr>
          </a:p>
        </p:txBody>
      </p:sp>
      <p:sp>
        <p:nvSpPr>
          <p:cNvPr id="368" name="Google Shape;368;p14"/>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a:t>
            </a:r>
            <a:r>
              <a:rPr b="1" i="1" lang="en-US" sz="2100" u="none" cap="none" strike="noStrike">
                <a:solidFill>
                  <a:srgbClr val="2B5BFC"/>
                </a:solidFill>
                <a:latin typeface="Montserrat Black"/>
                <a:ea typeface="Montserrat Black"/>
                <a:cs typeface="Montserrat Black"/>
                <a:sym typeface="Montserrat Black"/>
              </a:rPr>
              <a:t> proceso</a:t>
            </a:r>
            <a:endParaRPr b="0" i="0" sz="2100" u="none" cap="none" strike="noStrike">
              <a:solidFill>
                <a:schemeClr val="dk1"/>
              </a:solidFill>
              <a:latin typeface="Calibri"/>
              <a:ea typeface="Calibri"/>
              <a:cs typeface="Calibri"/>
              <a:sym typeface="Calibri"/>
            </a:endParaRPr>
          </a:p>
        </p:txBody>
      </p:sp>
      <p:sp>
        <p:nvSpPr>
          <p:cNvPr id="369" name="Google Shape;369;p14"/>
          <p:cNvSpPr txBox="1"/>
          <p:nvPr/>
        </p:nvSpPr>
        <p:spPr>
          <a:xfrm>
            <a:off x="571500" y="1539850"/>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Cada Etapa cierra con un entregable concreto y verificable.</a:t>
            </a:r>
            <a:endParaRPr b="0" i="0" sz="1000" u="none" cap="none" strike="noStrike">
              <a:solidFill>
                <a:schemeClr val="dk1"/>
              </a:solidFill>
              <a:latin typeface="Calibri"/>
              <a:ea typeface="Calibri"/>
              <a:cs typeface="Calibri"/>
              <a:sym typeface="Calibri"/>
            </a:endParaRPr>
          </a:p>
        </p:txBody>
      </p:sp>
      <p:sp>
        <p:nvSpPr>
          <p:cNvPr id="370" name="Google Shape;370;p14"/>
          <p:cNvSpPr/>
          <p:nvPr/>
        </p:nvSpPr>
        <p:spPr>
          <a:xfrm>
            <a:off x="571500"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14"/>
          <p:cNvSpPr txBox="1"/>
          <p:nvPr/>
        </p:nvSpPr>
        <p:spPr>
          <a:xfrm>
            <a:off x="7726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1</a:t>
            </a:r>
            <a:endParaRPr b="0" i="0" sz="900" u="none" cap="none" strike="noStrike">
              <a:solidFill>
                <a:schemeClr val="dk1"/>
              </a:solidFill>
              <a:latin typeface="Calibri"/>
              <a:ea typeface="Calibri"/>
              <a:cs typeface="Calibri"/>
              <a:sym typeface="Calibri"/>
            </a:endParaRPr>
          </a:p>
        </p:txBody>
      </p:sp>
      <p:sp>
        <p:nvSpPr>
          <p:cNvPr id="372" name="Google Shape;372;p14"/>
          <p:cNvSpPr txBox="1"/>
          <p:nvPr/>
        </p:nvSpPr>
        <p:spPr>
          <a:xfrm>
            <a:off x="7726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3" name="Google Shape;373;p14"/>
          <p:cNvSpPr txBox="1"/>
          <p:nvPr/>
        </p:nvSpPr>
        <p:spPr>
          <a:xfrm>
            <a:off x="772682"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74" name="Google Shape;374;p14"/>
          <p:cNvSpPr/>
          <p:nvPr/>
        </p:nvSpPr>
        <p:spPr>
          <a:xfrm>
            <a:off x="2617467"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14"/>
          <p:cNvSpPr txBox="1"/>
          <p:nvPr/>
        </p:nvSpPr>
        <p:spPr>
          <a:xfrm>
            <a:off x="2818642"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2</a:t>
            </a:r>
            <a:endParaRPr b="0" i="0" sz="900" u="none" cap="none" strike="noStrike">
              <a:solidFill>
                <a:schemeClr val="dk1"/>
              </a:solidFill>
              <a:latin typeface="Calibri"/>
              <a:ea typeface="Calibri"/>
              <a:cs typeface="Calibri"/>
              <a:sym typeface="Calibri"/>
            </a:endParaRPr>
          </a:p>
        </p:txBody>
      </p:sp>
      <p:sp>
        <p:nvSpPr>
          <p:cNvPr id="376" name="Google Shape;376;p14"/>
          <p:cNvSpPr txBox="1"/>
          <p:nvPr/>
        </p:nvSpPr>
        <p:spPr>
          <a:xfrm>
            <a:off x="2818642"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7" name="Google Shape;377;p14"/>
          <p:cNvSpPr txBox="1"/>
          <p:nvPr/>
        </p:nvSpPr>
        <p:spPr>
          <a:xfrm>
            <a:off x="2818637"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78" name="Google Shape;378;p14"/>
          <p:cNvSpPr/>
          <p:nvPr/>
        </p:nvSpPr>
        <p:spPr>
          <a:xfrm>
            <a:off x="4663435"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14"/>
          <p:cNvSpPr txBox="1"/>
          <p:nvPr/>
        </p:nvSpPr>
        <p:spPr>
          <a:xfrm>
            <a:off x="4864609"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3</a:t>
            </a:r>
            <a:endParaRPr b="0" i="0" sz="900" u="none" cap="none" strike="noStrike">
              <a:solidFill>
                <a:schemeClr val="dk1"/>
              </a:solidFill>
              <a:latin typeface="Calibri"/>
              <a:ea typeface="Calibri"/>
              <a:cs typeface="Calibri"/>
              <a:sym typeface="Calibri"/>
            </a:endParaRPr>
          </a:p>
        </p:txBody>
      </p:sp>
      <p:sp>
        <p:nvSpPr>
          <p:cNvPr id="380" name="Google Shape;380;p14"/>
          <p:cNvSpPr txBox="1"/>
          <p:nvPr/>
        </p:nvSpPr>
        <p:spPr>
          <a:xfrm>
            <a:off x="4864609"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81" name="Google Shape;381;p14"/>
          <p:cNvSpPr txBox="1"/>
          <p:nvPr/>
        </p:nvSpPr>
        <p:spPr>
          <a:xfrm>
            <a:off x="4864605"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82" name="Google Shape;382;p14"/>
          <p:cNvSpPr/>
          <p:nvPr/>
        </p:nvSpPr>
        <p:spPr>
          <a:xfrm>
            <a:off x="6709402"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14"/>
          <p:cNvSpPr txBox="1"/>
          <p:nvPr/>
        </p:nvSpPr>
        <p:spPr>
          <a:xfrm>
            <a:off x="69105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4</a:t>
            </a:r>
            <a:endParaRPr b="0" i="0" sz="900" u="none" cap="none" strike="noStrike">
              <a:solidFill>
                <a:schemeClr val="dk1"/>
              </a:solidFill>
              <a:latin typeface="Calibri"/>
              <a:ea typeface="Calibri"/>
              <a:cs typeface="Calibri"/>
              <a:sym typeface="Calibri"/>
            </a:endParaRPr>
          </a:p>
        </p:txBody>
      </p:sp>
      <p:sp>
        <p:nvSpPr>
          <p:cNvPr id="384" name="Google Shape;384;p14"/>
          <p:cNvSpPr txBox="1"/>
          <p:nvPr/>
        </p:nvSpPr>
        <p:spPr>
          <a:xfrm>
            <a:off x="69105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85" name="Google Shape;385;p14"/>
          <p:cNvSpPr txBox="1"/>
          <p:nvPr/>
        </p:nvSpPr>
        <p:spPr>
          <a:xfrm>
            <a:off x="6910572" y="2710462"/>
            <a:ext cx="1460700" cy="13380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86" name="Google Shape;386;p14"/>
          <p:cNvSpPr/>
          <p:nvPr/>
        </p:nvSpPr>
        <p:spPr>
          <a:xfrm>
            <a:off x="73760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14"/>
          <p:cNvSpPr txBox="1"/>
          <p:nvPr/>
        </p:nvSpPr>
        <p:spPr>
          <a:xfrm>
            <a:off x="81702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88" name="Google Shape;388;p14"/>
          <p:cNvSpPr txBox="1"/>
          <p:nvPr/>
        </p:nvSpPr>
        <p:spPr>
          <a:xfrm>
            <a:off x="81702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89" name="Google Shape;389;p14"/>
          <p:cNvSpPr/>
          <p:nvPr/>
        </p:nvSpPr>
        <p:spPr>
          <a:xfrm>
            <a:off x="275382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14"/>
          <p:cNvSpPr txBox="1"/>
          <p:nvPr/>
        </p:nvSpPr>
        <p:spPr>
          <a:xfrm>
            <a:off x="283325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91" name="Google Shape;391;p14"/>
          <p:cNvSpPr txBox="1"/>
          <p:nvPr/>
        </p:nvSpPr>
        <p:spPr>
          <a:xfrm>
            <a:off x="283325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92" name="Google Shape;392;p14"/>
          <p:cNvSpPr/>
          <p:nvPr/>
        </p:nvSpPr>
        <p:spPr>
          <a:xfrm>
            <a:off x="483577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14"/>
          <p:cNvSpPr txBox="1"/>
          <p:nvPr/>
        </p:nvSpPr>
        <p:spPr>
          <a:xfrm>
            <a:off x="491520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94" name="Google Shape;394;p14"/>
          <p:cNvSpPr txBox="1"/>
          <p:nvPr/>
        </p:nvSpPr>
        <p:spPr>
          <a:xfrm>
            <a:off x="491520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95" name="Google Shape;395;p14"/>
          <p:cNvSpPr/>
          <p:nvPr/>
        </p:nvSpPr>
        <p:spPr>
          <a:xfrm>
            <a:off x="684575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14"/>
          <p:cNvSpPr txBox="1"/>
          <p:nvPr/>
        </p:nvSpPr>
        <p:spPr>
          <a:xfrm>
            <a:off x="692517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97" name="Google Shape;397;p14"/>
          <p:cNvSpPr txBox="1"/>
          <p:nvPr/>
        </p:nvSpPr>
        <p:spPr>
          <a:xfrm>
            <a:off x="692517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02" name="Shape 402"/>
        <p:cNvGrpSpPr/>
        <p:nvPr/>
      </p:nvGrpSpPr>
      <p:grpSpPr>
        <a:xfrm>
          <a:off x="0" y="0"/>
          <a:ext cx="0" cy="0"/>
          <a:chOff x="0" y="0"/>
          <a:chExt cx="0" cy="0"/>
        </a:xfrm>
      </p:grpSpPr>
      <p:pic>
        <p:nvPicPr>
          <p:cNvPr descr="bg_divider.png" id="403" name="Google Shape;403;p1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404" name="Google Shape;404;p13"/>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405" name="Google Shape;405;p13"/>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06</a:t>
            </a:r>
            <a:endParaRPr b="0" i="0" sz="1200" u="none" cap="none" strike="noStrike">
              <a:solidFill>
                <a:schemeClr val="dk1"/>
              </a:solidFill>
              <a:latin typeface="Calibri"/>
              <a:ea typeface="Calibri"/>
              <a:cs typeface="Calibri"/>
              <a:sym typeface="Calibri"/>
            </a:endParaRPr>
          </a:p>
        </p:txBody>
      </p:sp>
      <p:sp>
        <p:nvSpPr>
          <p:cNvPr id="406" name="Google Shape;406;p13"/>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Detalle del</a:t>
            </a:r>
            <a:r>
              <a:rPr b="1" i="1" lang="en-US" sz="4500" u="none" cap="none" strike="noStrike">
                <a:solidFill>
                  <a:srgbClr val="7E99FE"/>
                </a:solidFill>
                <a:latin typeface="Montserrat Black"/>
                <a:ea typeface="Montserrat Black"/>
                <a:cs typeface="Montserrat Black"/>
                <a:sym typeface="Montserrat Black"/>
              </a:rPr>
              <a:t> Proceso</a:t>
            </a:r>
            <a:endParaRPr b="0" i="0" sz="4500" u="none" cap="none" strike="noStrike">
              <a:solidFill>
                <a:schemeClr val="dk1"/>
              </a:solidFill>
              <a:latin typeface="Calibri"/>
              <a:ea typeface="Calibri"/>
              <a:cs typeface="Calibri"/>
              <a:sym typeface="Calibri"/>
            </a:endParaRPr>
          </a:p>
        </p:txBody>
      </p:sp>
      <p:sp>
        <p:nvSpPr>
          <p:cNvPr id="407" name="Google Shape;407;p13"/>
          <p:cNvSpPr txBox="1"/>
          <p:nvPr/>
        </p:nvSpPr>
        <p:spPr>
          <a:xfrm>
            <a:off x="571500" y="3054100"/>
            <a:ext cx="68145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*Número* de etapas (ubicadas en la slide de proceso genera), cada una con su entregable.</a:t>
            </a:r>
            <a:endParaRPr b="0" i="0" sz="1300" u="none" cap="none" strike="noStrike">
              <a:solidFill>
                <a:schemeClr val="dk1"/>
              </a:solidFill>
              <a:latin typeface="Calibri"/>
              <a:ea typeface="Calibri"/>
              <a:cs typeface="Calibri"/>
              <a:sym typeface="Calibri"/>
            </a:endParaRPr>
          </a:p>
        </p:txBody>
      </p:sp>
      <p:sp>
        <p:nvSpPr>
          <p:cNvPr id="408" name="Google Shape;408;p1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13" name="Shape 413"/>
        <p:cNvGrpSpPr/>
        <p:nvPr/>
      </p:nvGrpSpPr>
      <p:grpSpPr>
        <a:xfrm>
          <a:off x="0" y="0"/>
          <a:ext cx="0" cy="0"/>
          <a:chOff x="0" y="0"/>
          <a:chExt cx="0" cy="0"/>
        </a:xfrm>
      </p:grpSpPr>
      <p:sp>
        <p:nvSpPr>
          <p:cNvPr id="414" name="Google Shape;414;p15"/>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15" name="Google Shape;415;p15"/>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16" name="Google Shape;416;p15"/>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17" name="Google Shape;417;p1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 name="Google Shape;418;p15"/>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19" name="Google Shape;419;p15"/>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20" name="Google Shape;420;p1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 name="Google Shape;421;p15"/>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22" name="Google Shape;422;p15"/>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15"/>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24" name="Google Shape;424;p15"/>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25" name="Google Shape;425;p15"/>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26" name="Google Shape;426;p15"/>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31" name="Shape 431"/>
        <p:cNvGrpSpPr/>
        <p:nvPr/>
      </p:nvGrpSpPr>
      <p:grpSpPr>
        <a:xfrm>
          <a:off x="0" y="0"/>
          <a:ext cx="0" cy="0"/>
          <a:chOff x="0" y="0"/>
          <a:chExt cx="0" cy="0"/>
        </a:xfrm>
      </p:grpSpPr>
      <p:sp>
        <p:nvSpPr>
          <p:cNvPr id="432" name="Google Shape;432;g3f8db9ece71_0_5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33" name="Google Shape;433;g3f8db9ece71_0_58"/>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34" name="Google Shape;434;g3f8db9ece71_0_58"/>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35" name="Google Shape;435;g3f8db9ece71_0_58"/>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 name="Google Shape;436;g3f8db9ece71_0_58"/>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37" name="Google Shape;437;g3f8db9ece71_0_58"/>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38" name="Google Shape;438;g3f8db9ece71_0_58"/>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 name="Google Shape;439;g3f8db9ece71_0_58"/>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40" name="Google Shape;440;g3f8db9ece71_0_58"/>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 name="Google Shape;441;g3f8db9ece71_0_58"/>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42" name="Google Shape;442;g3f8db9ece71_0_58"/>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43" name="Google Shape;443;g3f8db9ece71_0_58"/>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44" name="Google Shape;444;g3f8db9ece71_0_58"/>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49" name="Shape 449"/>
        <p:cNvGrpSpPr/>
        <p:nvPr/>
      </p:nvGrpSpPr>
      <p:grpSpPr>
        <a:xfrm>
          <a:off x="0" y="0"/>
          <a:ext cx="0" cy="0"/>
          <a:chOff x="0" y="0"/>
          <a:chExt cx="0" cy="0"/>
        </a:xfrm>
      </p:grpSpPr>
      <p:sp>
        <p:nvSpPr>
          <p:cNvPr id="450" name="Google Shape;450;g3f8db9ece71_0_7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51" name="Google Shape;451;g3f8db9ece71_0_75"/>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52" name="Google Shape;452;g3f8db9ece71_0_75"/>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53" name="Google Shape;453;g3f8db9ece71_0_7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g3f8db9ece71_0_75"/>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55" name="Google Shape;455;g3f8db9ece71_0_75"/>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56" name="Google Shape;456;g3f8db9ece71_0_7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g3f8db9ece71_0_75"/>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58" name="Google Shape;458;g3f8db9ece71_0_75"/>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 name="Google Shape;459;g3f8db9ece71_0_75"/>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60" name="Google Shape;460;g3f8db9ece71_0_75"/>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61" name="Google Shape;461;g3f8db9ece71_0_75"/>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62" name="Google Shape;462;g3f8db9ece71_0_75"/>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67" name="Shape 467"/>
        <p:cNvGrpSpPr/>
        <p:nvPr/>
      </p:nvGrpSpPr>
      <p:grpSpPr>
        <a:xfrm>
          <a:off x="0" y="0"/>
          <a:ext cx="0" cy="0"/>
          <a:chOff x="0" y="0"/>
          <a:chExt cx="0" cy="0"/>
        </a:xfrm>
      </p:grpSpPr>
      <p:sp>
        <p:nvSpPr>
          <p:cNvPr id="468" name="Google Shape;468;g3f8db9ece71_0_92"/>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69" name="Google Shape;469;g3f8db9ece71_0_92"/>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70" name="Google Shape;470;g3f8db9ece71_0_92"/>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71" name="Google Shape;471;g3f8db9ece71_0_92"/>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g3f8db9ece71_0_92"/>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73" name="Google Shape;473;g3f8db9ece71_0_92"/>
          <p:cNvSpPr txBox="1"/>
          <p:nvPr/>
        </p:nvSpPr>
        <p:spPr>
          <a:xfrm>
            <a:off x="681850" y="2210950"/>
            <a:ext cx="34749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474" name="Google Shape;474;g3f8db9ece71_0_92"/>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 name="Google Shape;475;g3f8db9ece71_0_92"/>
          <p:cNvSpPr txBox="1"/>
          <p:nvPr/>
        </p:nvSpPr>
        <p:spPr>
          <a:xfrm>
            <a:off x="4493825" y="2018174"/>
            <a:ext cx="22482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76" name="Google Shape;476;g3f8db9ece71_0_92"/>
          <p:cNvSpPr/>
          <p:nvPr/>
        </p:nvSpPr>
        <p:spPr>
          <a:xfrm>
            <a:off x="557150" y="3996801"/>
            <a:ext cx="8001000" cy="7308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 name="Google Shape;477;g3f8db9ece71_0_92"/>
          <p:cNvSpPr txBox="1"/>
          <p:nvPr/>
        </p:nvSpPr>
        <p:spPr>
          <a:xfrm>
            <a:off x="790956" y="4051402"/>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78" name="Google Shape;478;g3f8db9ece71_0_92"/>
          <p:cNvSpPr txBox="1"/>
          <p:nvPr/>
        </p:nvSpPr>
        <p:spPr>
          <a:xfrm>
            <a:off x="790950" y="4260246"/>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50000"/>
              </a:lnSpc>
              <a:spcBef>
                <a:spcPts val="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79" name="Google Shape;479;g3f8db9ece71_0_92"/>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80" name="Google Shape;480;g3f8db9ece71_0_92"/>
          <p:cNvSpPr txBox="1"/>
          <p:nvPr/>
        </p:nvSpPr>
        <p:spPr>
          <a:xfrm>
            <a:off x="4522525" y="2210950"/>
            <a:ext cx="2003400" cy="1625100"/>
          </a:xfrm>
          <a:prstGeom prst="rect">
            <a:avLst/>
          </a:prstGeom>
          <a:noFill/>
          <a:ln>
            <a:noFill/>
          </a:ln>
        </p:spPr>
        <p:txBody>
          <a:bodyPr anchorCtr="0" anchor="t" bIns="0" lIns="0" spcFirstLastPara="1" rIns="0" wrap="square" tIns="0">
            <a:noAutofit/>
          </a:bodyPr>
          <a:lstStyle/>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74625" lvl="0" marL="228600" marR="0" rtl="0" algn="l">
              <a:lnSpc>
                <a:spcPct val="115000"/>
              </a:lnSpc>
              <a:spcBef>
                <a:spcPts val="1000"/>
              </a:spcBef>
              <a:spcAft>
                <a:spcPts val="0"/>
              </a:spcAft>
              <a:buClr>
                <a:srgbClr val="2B5BFC"/>
              </a:buClr>
              <a:buSzPts val="500"/>
              <a:buFont typeface="Montserrat"/>
              <a:buChar char="●"/>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5" name="Shape 485"/>
        <p:cNvGrpSpPr/>
        <p:nvPr/>
      </p:nvGrpSpPr>
      <p:grpSpPr>
        <a:xfrm>
          <a:off x="0" y="0"/>
          <a:ext cx="0" cy="0"/>
          <a:chOff x="0" y="0"/>
          <a:chExt cx="0" cy="0"/>
        </a:xfrm>
      </p:grpSpPr>
      <p:sp>
        <p:nvSpPr>
          <p:cNvPr id="486" name="Google Shape;486;g3fb8e062c65_0_0"/>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87" name="Google Shape;487;g3fb8e062c65_0_0"/>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488" name="Google Shape;488;g3fb8e062c65_0_0"/>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489" name="Google Shape;489;g3fb8e062c65_0_0"/>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490" name="Google Shape;490;g3fb8e062c65_0_0"/>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491" name="Google Shape;491;g3fb8e062c65_0_0"/>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492" name="Google Shape;492;g3fb8e062c65_0_0"/>
          <p:cNvSpPr/>
          <p:nvPr/>
        </p:nvSpPr>
        <p:spPr>
          <a:xfrm>
            <a:off x="571500" y="1762581"/>
            <a:ext cx="1100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07 </a:t>
            </a:r>
            <a:endParaRPr b="0" i="0" sz="1200" u="none" cap="none" strike="noStrike">
              <a:solidFill>
                <a:schemeClr val="dk1"/>
              </a:solidFill>
              <a:latin typeface="Calibri"/>
              <a:ea typeface="Calibri"/>
              <a:cs typeface="Calibri"/>
              <a:sym typeface="Calibri"/>
            </a:endParaRPr>
          </a:p>
        </p:txBody>
      </p:sp>
      <p:sp>
        <p:nvSpPr>
          <p:cNvPr id="493" name="Google Shape;493;g3fb8e062c65_0_0"/>
          <p:cNvSpPr/>
          <p:nvPr/>
        </p:nvSpPr>
        <p:spPr>
          <a:xfrm>
            <a:off x="571500" y="2988925"/>
            <a:ext cx="51960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Temario tentativo para las capacitaciones</a:t>
            </a:r>
            <a:endParaRPr b="0" i="0" sz="1300" u="none" cap="none" strike="noStrike">
              <a:solidFill>
                <a:schemeClr val="dk1"/>
              </a:solidFill>
              <a:latin typeface="Calibri"/>
              <a:ea typeface="Calibri"/>
              <a:cs typeface="Calibri"/>
              <a:sym typeface="Calibri"/>
            </a:endParaRPr>
          </a:p>
        </p:txBody>
      </p:sp>
      <p:sp>
        <p:nvSpPr>
          <p:cNvPr id="494" name="Google Shape;494;g3fb8e062c65_0_0"/>
          <p:cNvSpPr/>
          <p:nvPr/>
        </p:nvSpPr>
        <p:spPr>
          <a:xfrm>
            <a:off x="571500" y="2155488"/>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Temario tentativo</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99" name="Shape 499"/>
        <p:cNvGrpSpPr/>
        <p:nvPr/>
      </p:nvGrpSpPr>
      <p:grpSpPr>
        <a:xfrm>
          <a:off x="0" y="0"/>
          <a:ext cx="0" cy="0"/>
          <a:chOff x="0" y="0"/>
          <a:chExt cx="0" cy="0"/>
        </a:xfrm>
      </p:grpSpPr>
      <p:sp>
        <p:nvSpPr>
          <p:cNvPr id="500" name="Google Shape;500;g3fb8e062c65_0_13"/>
          <p:cNvSpPr/>
          <p:nvPr/>
        </p:nvSpPr>
        <p:spPr>
          <a:xfrm>
            <a:off x="590550" y="81438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Capacitación </a:t>
            </a:r>
            <a:r>
              <a:rPr b="1" i="0" lang="en-US" sz="1700" u="none" cap="none" strike="noStrike">
                <a:solidFill>
                  <a:srgbClr val="2B5BFC"/>
                </a:solidFill>
                <a:latin typeface="Montserrat ExtraBold"/>
                <a:ea typeface="Montserrat ExtraBold"/>
                <a:cs typeface="Montserrat ExtraBold"/>
                <a:sym typeface="Montserrat ExtraBold"/>
              </a:rPr>
              <a:t>*nombre de la capacitación*</a:t>
            </a:r>
            <a:endParaRPr b="0" i="0" sz="1700" u="none" cap="none" strike="noStrike">
              <a:solidFill>
                <a:srgbClr val="2B5BFC"/>
              </a:solidFill>
              <a:latin typeface="Calibri"/>
              <a:ea typeface="Calibri"/>
              <a:cs typeface="Calibri"/>
              <a:sym typeface="Calibri"/>
            </a:endParaRPr>
          </a:p>
        </p:txBody>
      </p:sp>
      <p:sp>
        <p:nvSpPr>
          <p:cNvPr id="501" name="Google Shape;501;g3fb8e062c65_0_13"/>
          <p:cNvSpPr/>
          <p:nvPr/>
        </p:nvSpPr>
        <p:spPr>
          <a:xfrm>
            <a:off x="590550" y="1162878"/>
            <a:ext cx="3909300" cy="3574200"/>
          </a:xfrm>
          <a:prstGeom prst="roundRect">
            <a:avLst>
              <a:gd fmla="val 2830" name="adj"/>
            </a:avLst>
          </a:prstGeom>
          <a:solidFill>
            <a:schemeClr val="lt1"/>
          </a:solidFill>
          <a:ln>
            <a:noFill/>
          </a:ln>
          <a:effectLst>
            <a:outerShdw blurRad="57150" rotWithShape="0" algn="bl" dir="5400000" dist="19050">
              <a:srgbClr val="000000">
                <a:alpha val="27843"/>
              </a:srgbClr>
            </a:outerShdw>
          </a:effectLst>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b="0" i="0" sz="1400" u="none" cap="none" strike="noStrike">
              <a:solidFill>
                <a:srgbClr val="000033"/>
              </a:solidFill>
              <a:latin typeface="Montserrat"/>
              <a:ea typeface="Montserrat"/>
              <a:cs typeface="Montserrat"/>
              <a:sym typeface="Montserrat"/>
            </a:endParaRPr>
          </a:p>
        </p:txBody>
      </p:sp>
      <p:sp>
        <p:nvSpPr>
          <p:cNvPr id="502" name="Google Shape;502;g3fb8e062c65_0_13"/>
          <p:cNvSpPr/>
          <p:nvPr/>
        </p:nvSpPr>
        <p:spPr>
          <a:xfrm>
            <a:off x="3791616" y="1336906"/>
            <a:ext cx="570000" cy="110100"/>
          </a:xfrm>
          <a:prstGeom prst="rect">
            <a:avLst/>
          </a:prstGeom>
          <a:noFill/>
          <a:ln>
            <a:noFill/>
          </a:ln>
        </p:spPr>
        <p:txBody>
          <a:bodyPr anchorCtr="0" anchor="t" bIns="11675" lIns="11675" spcFirstLastPara="1" rIns="11675" wrap="square" tIns="11675">
            <a:noAutofit/>
          </a:bodyPr>
          <a:lstStyle/>
          <a:p>
            <a:pPr indent="0" lvl="0" marL="0" marR="0" rtl="0" algn="r">
              <a:lnSpc>
                <a:spcPct val="100000"/>
              </a:lnSpc>
              <a:spcBef>
                <a:spcPts val="0"/>
              </a:spcBef>
              <a:spcAft>
                <a:spcPts val="0"/>
              </a:spcAft>
              <a:buClr>
                <a:srgbClr val="4A4A6A"/>
              </a:buClr>
              <a:buSzPts val="414"/>
              <a:buFont typeface="Montserrat"/>
              <a:buNone/>
            </a:pPr>
            <a:r>
              <a:rPr b="1" i="0" lang="en-US" sz="920" u="none" cap="none" strike="noStrike">
                <a:solidFill>
                  <a:srgbClr val="2D5BFF"/>
                </a:solidFill>
                <a:latin typeface="Montserrat"/>
                <a:ea typeface="Montserrat"/>
                <a:cs typeface="Montserrat"/>
                <a:sym typeface="Montserrat"/>
              </a:rPr>
              <a:t>#H</a:t>
            </a:r>
            <a:endParaRPr b="0" i="0" sz="920" u="none" cap="none" strike="noStrike">
              <a:solidFill>
                <a:srgbClr val="2D5BFF"/>
              </a:solidFill>
              <a:latin typeface="Calibri"/>
              <a:ea typeface="Calibri"/>
              <a:cs typeface="Calibri"/>
              <a:sym typeface="Calibri"/>
            </a:endParaRPr>
          </a:p>
        </p:txBody>
      </p:sp>
      <p:sp>
        <p:nvSpPr>
          <p:cNvPr id="503" name="Google Shape;503;g3fb8e062c65_0_13"/>
          <p:cNvSpPr/>
          <p:nvPr/>
        </p:nvSpPr>
        <p:spPr>
          <a:xfrm>
            <a:off x="784176" y="1563506"/>
            <a:ext cx="3874500" cy="221700"/>
          </a:xfrm>
          <a:prstGeom prst="rect">
            <a:avLst/>
          </a:prstGeom>
          <a:noFill/>
          <a:ln>
            <a:noFill/>
          </a:ln>
        </p:spPr>
        <p:txBody>
          <a:bodyPr anchorCtr="0" anchor="t" bIns="11675" lIns="11675" spcFirstLastPara="1" rIns="11675" wrap="square" tIns="11675">
            <a:noAutofit/>
          </a:bodyPr>
          <a:lstStyle/>
          <a:p>
            <a:pPr indent="0" lvl="0" marL="0" marR="0" rtl="0" algn="l">
              <a:lnSpc>
                <a:spcPct val="97714"/>
              </a:lnSpc>
              <a:spcBef>
                <a:spcPts val="0"/>
              </a:spcBef>
              <a:spcAft>
                <a:spcPts val="0"/>
              </a:spcAft>
              <a:buClr>
                <a:srgbClr val="000033"/>
              </a:buClr>
              <a:buSzPts val="1035"/>
              <a:buFont typeface="Georgia"/>
              <a:buNone/>
            </a:pPr>
            <a:r>
              <a:rPr b="1" i="0" lang="en-US" sz="1380" u="none" cap="none" strike="noStrike">
                <a:solidFill>
                  <a:srgbClr val="000033"/>
                </a:solidFill>
                <a:latin typeface="Montserrat"/>
                <a:ea typeface="Montserrat"/>
                <a:cs typeface="Montserrat"/>
                <a:sym typeface="Montserrat"/>
              </a:rPr>
              <a:t>Nombre de la Sesión</a:t>
            </a:r>
            <a:endParaRPr b="0" i="0" sz="1380" u="none" cap="none" strike="noStrike">
              <a:solidFill>
                <a:srgbClr val="000033"/>
              </a:solidFill>
              <a:latin typeface="Montserrat"/>
              <a:ea typeface="Montserrat"/>
              <a:cs typeface="Montserrat"/>
              <a:sym typeface="Montserrat"/>
            </a:endParaRPr>
          </a:p>
        </p:txBody>
      </p:sp>
      <p:sp>
        <p:nvSpPr>
          <p:cNvPr id="504" name="Google Shape;504;g3fb8e062c65_0_13"/>
          <p:cNvSpPr/>
          <p:nvPr/>
        </p:nvSpPr>
        <p:spPr>
          <a:xfrm>
            <a:off x="836993" y="1866787"/>
            <a:ext cx="3522300" cy="5700"/>
          </a:xfrm>
          <a:prstGeom prst="rect">
            <a:avLst/>
          </a:prstGeom>
          <a:solidFill>
            <a:srgbClr val="D0D0E0"/>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b="0" i="0" sz="874" u="none" cap="none" strike="noStrike">
              <a:solidFill>
                <a:srgbClr val="000033"/>
              </a:solidFill>
              <a:latin typeface="Montserrat"/>
              <a:ea typeface="Montserrat"/>
              <a:cs typeface="Montserrat"/>
              <a:sym typeface="Montserrat"/>
            </a:endParaRPr>
          </a:p>
        </p:txBody>
      </p:sp>
      <p:sp>
        <p:nvSpPr>
          <p:cNvPr id="505" name="Google Shape;505;g3fb8e062c65_0_13"/>
          <p:cNvSpPr/>
          <p:nvPr/>
        </p:nvSpPr>
        <p:spPr>
          <a:xfrm>
            <a:off x="784176" y="1931364"/>
            <a:ext cx="30981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CASO DE USO *</a:t>
            </a:r>
            <a:endParaRPr b="0" i="0" sz="782" u="none" cap="none" strike="noStrike">
              <a:solidFill>
                <a:srgbClr val="2B5BFC"/>
              </a:solidFill>
              <a:latin typeface="Montserrat"/>
              <a:ea typeface="Montserrat"/>
              <a:cs typeface="Montserrat"/>
              <a:sym typeface="Montserrat"/>
            </a:endParaRPr>
          </a:p>
        </p:txBody>
      </p:sp>
      <p:sp>
        <p:nvSpPr>
          <p:cNvPr id="506" name="Google Shape;506;g3fb8e062c65_0_13"/>
          <p:cNvSpPr/>
          <p:nvPr/>
        </p:nvSpPr>
        <p:spPr>
          <a:xfrm>
            <a:off x="784173" y="2136766"/>
            <a:ext cx="3627900" cy="324300"/>
          </a:xfrm>
          <a:prstGeom prst="rect">
            <a:avLst/>
          </a:prstGeom>
          <a:noFill/>
          <a:ln>
            <a:noFill/>
          </a:ln>
        </p:spPr>
        <p:txBody>
          <a:bodyPr anchorCtr="0" anchor="t" bIns="11675" lIns="11675" spcFirstLastPara="1" rIns="11675" wrap="square" tIns="11675">
            <a:noAutofit/>
          </a:bodyPr>
          <a:lstStyle/>
          <a:p>
            <a:pPr indent="0" lvl="0" marL="0" marR="0" rtl="0" algn="l">
              <a:lnSpc>
                <a:spcPct val="118333"/>
              </a:lnSpc>
              <a:spcBef>
                <a:spcPts val="0"/>
              </a:spcBef>
              <a:spcAft>
                <a:spcPts val="0"/>
              </a:spcAft>
              <a:buClr>
                <a:srgbClr val="4A4A6A"/>
              </a:buClr>
              <a:buSzPts val="690"/>
              <a:buFont typeface="Montserrat"/>
              <a:buNone/>
            </a:pPr>
            <a:r>
              <a:rPr b="0" i="0" lang="en-US" sz="828" u="none" cap="none" strike="noStrike">
                <a:solidFill>
                  <a:srgbClr val="000033"/>
                </a:solidFill>
                <a:latin typeface="Montserrat"/>
                <a:ea typeface="Montserrat"/>
                <a:cs typeface="Montserrat"/>
                <a:sym typeface="Montserrat"/>
              </a:rPr>
              <a:t>xxxx</a:t>
            </a:r>
            <a:endParaRPr b="0" i="0" sz="1012" u="none" cap="none" strike="noStrike">
              <a:solidFill>
                <a:srgbClr val="000033"/>
              </a:solidFill>
              <a:latin typeface="Montserrat"/>
              <a:ea typeface="Montserrat"/>
              <a:cs typeface="Montserrat"/>
              <a:sym typeface="Montserrat"/>
            </a:endParaRPr>
          </a:p>
        </p:txBody>
      </p:sp>
      <p:sp>
        <p:nvSpPr>
          <p:cNvPr id="507" name="Google Shape;507;g3fb8e062c65_0_13"/>
          <p:cNvSpPr/>
          <p:nvPr/>
        </p:nvSpPr>
        <p:spPr>
          <a:xfrm>
            <a:off x="784176" y="2557643"/>
            <a:ext cx="38745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TEMAS</a:t>
            </a:r>
            <a:endParaRPr b="0" i="0" sz="782" u="none" cap="none" strike="noStrike">
              <a:solidFill>
                <a:srgbClr val="2B5BFC"/>
              </a:solidFill>
              <a:latin typeface="Montserrat"/>
              <a:ea typeface="Montserrat"/>
              <a:cs typeface="Montserrat"/>
              <a:sym typeface="Montserrat"/>
            </a:endParaRPr>
          </a:p>
        </p:txBody>
      </p:sp>
      <p:sp>
        <p:nvSpPr>
          <p:cNvPr id="508" name="Google Shape;508;g3fb8e062c65_0_13"/>
          <p:cNvSpPr/>
          <p:nvPr/>
        </p:nvSpPr>
        <p:spPr>
          <a:xfrm>
            <a:off x="784174" y="2813764"/>
            <a:ext cx="3600600" cy="1303800"/>
          </a:xfrm>
          <a:prstGeom prst="rect">
            <a:avLst/>
          </a:prstGeom>
          <a:noFill/>
          <a:ln>
            <a:noFill/>
          </a:ln>
        </p:spPr>
        <p:txBody>
          <a:bodyPr anchorCtr="0" anchor="t" bIns="11675" lIns="11675" spcFirstLastPara="1" rIns="11675" wrap="square" tIns="11675">
            <a:noAutofit/>
          </a:bodyPr>
          <a:lstStyle/>
          <a:p>
            <a:pPr indent="-155990" lvl="0" marL="210381" marR="0" rtl="0" algn="l">
              <a:lnSpc>
                <a:spcPct val="115000"/>
              </a:lnSpc>
              <a:spcBef>
                <a:spcPts val="1000"/>
              </a:spcBef>
              <a:spcAft>
                <a:spcPts val="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1:</a:t>
            </a:r>
            <a:r>
              <a:rPr b="0" i="0" lang="en-US" sz="800" u="none" cap="none" strike="noStrike">
                <a:solidFill>
                  <a:srgbClr val="000033"/>
                </a:solidFill>
                <a:latin typeface="Montserrat"/>
                <a:ea typeface="Montserrat"/>
                <a:cs typeface="Montserrat"/>
                <a:sym typeface="Montserrat"/>
              </a:rPr>
              <a:t> xxxxxx</a:t>
            </a:r>
            <a:endParaRPr b="0" i="0" sz="800" u="none" cap="none" strike="noStrike">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2: </a:t>
            </a: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3: </a:t>
            </a: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46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4: </a:t>
            </a: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509" name="Google Shape;509;g3fb8e062c65_0_13"/>
          <p:cNvSpPr/>
          <p:nvPr/>
        </p:nvSpPr>
        <p:spPr>
          <a:xfrm>
            <a:off x="759347" y="4129453"/>
            <a:ext cx="3522300" cy="453000"/>
          </a:xfrm>
          <a:prstGeom prst="roundRect">
            <a:avLst>
              <a:gd fmla="val 13514" name="adj"/>
            </a:avLst>
          </a:prstGeom>
          <a:solidFill>
            <a:srgbClr val="000033"/>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b="0" i="0" sz="874" u="none" cap="none" strike="noStrike">
              <a:solidFill>
                <a:srgbClr val="000033"/>
              </a:solidFill>
              <a:latin typeface="Montserrat"/>
              <a:ea typeface="Montserrat"/>
              <a:cs typeface="Montserrat"/>
              <a:sym typeface="Montserrat"/>
            </a:endParaRPr>
          </a:p>
        </p:txBody>
      </p:sp>
      <p:sp>
        <p:nvSpPr>
          <p:cNvPr id="510" name="Google Shape;510;g3fb8e062c65_0_13"/>
          <p:cNvSpPr/>
          <p:nvPr/>
        </p:nvSpPr>
        <p:spPr>
          <a:xfrm>
            <a:off x="883827" y="4202853"/>
            <a:ext cx="33453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FFFFFF"/>
              </a:buClr>
              <a:buSzPts val="414"/>
              <a:buFont typeface="Montserrat"/>
              <a:buNone/>
            </a:pPr>
            <a:r>
              <a:rPr b="1" i="0" lang="en-US" sz="644" u="none" cap="none" strike="noStrike">
                <a:solidFill>
                  <a:schemeClr val="lt1"/>
                </a:solidFill>
                <a:latin typeface="Montserrat"/>
                <a:ea typeface="Montserrat"/>
                <a:cs typeface="Montserrat"/>
                <a:sym typeface="Montserrat"/>
              </a:rPr>
              <a:t>OUTPUT</a:t>
            </a:r>
            <a:endParaRPr b="0" i="0" sz="644" u="none" cap="none" strike="noStrike">
              <a:solidFill>
                <a:schemeClr val="lt1"/>
              </a:solidFill>
              <a:latin typeface="Montserrat"/>
              <a:ea typeface="Montserrat"/>
              <a:cs typeface="Montserrat"/>
              <a:sym typeface="Montserrat"/>
            </a:endParaRPr>
          </a:p>
        </p:txBody>
      </p:sp>
      <p:sp>
        <p:nvSpPr>
          <p:cNvPr id="511" name="Google Shape;511;g3fb8e062c65_0_13"/>
          <p:cNvSpPr/>
          <p:nvPr/>
        </p:nvSpPr>
        <p:spPr>
          <a:xfrm>
            <a:off x="883823" y="4350581"/>
            <a:ext cx="3236700" cy="134700"/>
          </a:xfrm>
          <a:prstGeom prst="rect">
            <a:avLst/>
          </a:prstGeom>
          <a:noFill/>
          <a:ln>
            <a:noFill/>
          </a:ln>
        </p:spPr>
        <p:txBody>
          <a:bodyPr anchorCtr="0" anchor="t" bIns="11675" lIns="11675" spcFirstLastPara="1" rIns="11675" wrap="square" tIns="11675">
            <a:noAutofit/>
          </a:bodyPr>
          <a:lstStyle/>
          <a:p>
            <a:pPr indent="0" lvl="0" marL="0" marR="0" rtl="0" algn="l">
              <a:lnSpc>
                <a:spcPct val="112500"/>
              </a:lnSpc>
              <a:spcBef>
                <a:spcPts val="0"/>
              </a:spcBef>
              <a:spcAft>
                <a:spcPts val="0"/>
              </a:spcAft>
              <a:buClr>
                <a:srgbClr val="FFFFFF"/>
              </a:buClr>
              <a:buSzPts val="690"/>
              <a:buFont typeface="Montserrat"/>
              <a:buNone/>
            </a:pPr>
            <a:r>
              <a:rPr b="1" i="0" lang="en-US" sz="782" u="none" cap="none" strike="noStrike">
                <a:solidFill>
                  <a:srgbClr val="EEF3FF"/>
                </a:solidFill>
                <a:latin typeface="Montserrat"/>
                <a:ea typeface="Montserrat"/>
                <a:cs typeface="Montserrat"/>
                <a:sym typeface="Montserrat"/>
              </a:rPr>
              <a:t>*Resultado de la capacitación*</a:t>
            </a:r>
            <a:endParaRPr b="1" i="0" sz="966" u="none" cap="none" strike="noStrike">
              <a:solidFill>
                <a:srgbClr val="EEF3FF"/>
              </a:solidFill>
              <a:latin typeface="Montserrat"/>
              <a:ea typeface="Montserrat"/>
              <a:cs typeface="Montserrat"/>
              <a:sym typeface="Montserrat"/>
            </a:endParaRPr>
          </a:p>
        </p:txBody>
      </p:sp>
      <p:sp>
        <p:nvSpPr>
          <p:cNvPr id="512" name="Google Shape;512;g3fb8e062c65_0_13"/>
          <p:cNvSpPr/>
          <p:nvPr/>
        </p:nvSpPr>
        <p:spPr>
          <a:xfrm>
            <a:off x="784176" y="1358608"/>
            <a:ext cx="25497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14"/>
              <a:buFont typeface="Montserrat"/>
              <a:buNone/>
            </a:pPr>
            <a:r>
              <a:rPr b="1" i="0" lang="en-US" sz="920" u="none" cap="none" strike="noStrike">
                <a:solidFill>
                  <a:srgbClr val="2D5BFF"/>
                </a:solidFill>
                <a:latin typeface="Montserrat"/>
                <a:ea typeface="Montserrat"/>
                <a:cs typeface="Montserrat"/>
                <a:sym typeface="Montserrat"/>
              </a:rPr>
              <a:t>SESIÓN #</a:t>
            </a:r>
            <a:endParaRPr b="0" i="0" sz="920" u="none" cap="none" strike="noStrike">
              <a:solidFill>
                <a:srgbClr val="2D5BFF"/>
              </a:solidFill>
              <a:latin typeface="Montserrat"/>
              <a:ea typeface="Montserrat"/>
              <a:cs typeface="Montserrat"/>
              <a:sym typeface="Montserrat"/>
            </a:endParaRPr>
          </a:p>
        </p:txBody>
      </p:sp>
      <p:sp>
        <p:nvSpPr>
          <p:cNvPr id="513" name="Google Shape;513;g3fb8e062c65_0_13"/>
          <p:cNvSpPr txBox="1"/>
          <p:nvPr/>
        </p:nvSpPr>
        <p:spPr>
          <a:xfrm>
            <a:off x="590550" y="4783247"/>
            <a:ext cx="81360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0" i="1" lang="en-US" sz="800" u="none" cap="none" strike="noStrike">
                <a:solidFill>
                  <a:srgbClr val="2B5BFC"/>
                </a:solidFill>
                <a:latin typeface="Montserrat"/>
                <a:ea typeface="Montserrat"/>
                <a:cs typeface="Montserrat"/>
                <a:sym typeface="Montserrat"/>
              </a:rPr>
              <a:t>* El temario propuesto puede modificarse o cambiarse en coordinación con Adidas según las necesidades específicas que identifiquen en el proceso.</a:t>
            </a:r>
            <a:endParaRPr b="0" i="1" sz="800" u="none" cap="none" strike="noStrike">
              <a:solidFill>
                <a:srgbClr val="2B5BFC"/>
              </a:solidFill>
              <a:latin typeface="Montserrat"/>
              <a:ea typeface="Montserrat"/>
              <a:cs typeface="Montserrat"/>
              <a:sym typeface="Montserrat"/>
            </a:endParaRPr>
          </a:p>
        </p:txBody>
      </p:sp>
      <p:sp>
        <p:nvSpPr>
          <p:cNvPr id="514" name="Google Shape;514;g3fb8e062c65_0_13"/>
          <p:cNvSpPr/>
          <p:nvPr/>
        </p:nvSpPr>
        <p:spPr>
          <a:xfrm>
            <a:off x="4658544" y="1162878"/>
            <a:ext cx="3909300" cy="3574200"/>
          </a:xfrm>
          <a:prstGeom prst="roundRect">
            <a:avLst>
              <a:gd fmla="val 2830" name="adj"/>
            </a:avLst>
          </a:prstGeom>
          <a:solidFill>
            <a:schemeClr val="lt1"/>
          </a:solidFill>
          <a:ln>
            <a:noFill/>
          </a:ln>
          <a:effectLst>
            <a:outerShdw blurRad="57150" rotWithShape="0" algn="bl" dir="5400000" dist="19050">
              <a:srgbClr val="000000">
                <a:alpha val="27843"/>
              </a:srgbClr>
            </a:outerShdw>
          </a:effectLst>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b="0" i="0" sz="1400" u="none" cap="none" strike="noStrike">
              <a:solidFill>
                <a:srgbClr val="000033"/>
              </a:solidFill>
              <a:latin typeface="Montserrat"/>
              <a:ea typeface="Montserrat"/>
              <a:cs typeface="Montserrat"/>
              <a:sym typeface="Montserrat"/>
            </a:endParaRPr>
          </a:p>
        </p:txBody>
      </p:sp>
      <p:sp>
        <p:nvSpPr>
          <p:cNvPr id="515" name="Google Shape;515;g3fb8e062c65_0_13"/>
          <p:cNvSpPr/>
          <p:nvPr/>
        </p:nvSpPr>
        <p:spPr>
          <a:xfrm>
            <a:off x="7859610" y="1336906"/>
            <a:ext cx="570000" cy="110100"/>
          </a:xfrm>
          <a:prstGeom prst="rect">
            <a:avLst/>
          </a:prstGeom>
          <a:noFill/>
          <a:ln>
            <a:noFill/>
          </a:ln>
        </p:spPr>
        <p:txBody>
          <a:bodyPr anchorCtr="0" anchor="t" bIns="11675" lIns="11675" spcFirstLastPara="1" rIns="11675" wrap="square" tIns="11675">
            <a:noAutofit/>
          </a:bodyPr>
          <a:lstStyle/>
          <a:p>
            <a:pPr indent="0" lvl="0" marL="0" marR="0" rtl="0" algn="r">
              <a:lnSpc>
                <a:spcPct val="100000"/>
              </a:lnSpc>
              <a:spcBef>
                <a:spcPts val="0"/>
              </a:spcBef>
              <a:spcAft>
                <a:spcPts val="0"/>
              </a:spcAft>
              <a:buClr>
                <a:srgbClr val="4A4A6A"/>
              </a:buClr>
              <a:buSzPts val="414"/>
              <a:buFont typeface="Montserrat"/>
              <a:buNone/>
            </a:pPr>
            <a:r>
              <a:rPr b="1" i="0" lang="en-US" sz="920" u="none" cap="none" strike="noStrike">
                <a:solidFill>
                  <a:srgbClr val="2D5BFF"/>
                </a:solidFill>
                <a:latin typeface="Montserrat"/>
                <a:ea typeface="Montserrat"/>
                <a:cs typeface="Montserrat"/>
                <a:sym typeface="Montserrat"/>
              </a:rPr>
              <a:t>#H</a:t>
            </a:r>
            <a:endParaRPr b="0" i="0" sz="920" u="none" cap="none" strike="noStrike">
              <a:solidFill>
                <a:srgbClr val="2D5BFF"/>
              </a:solidFill>
              <a:latin typeface="Calibri"/>
              <a:ea typeface="Calibri"/>
              <a:cs typeface="Calibri"/>
              <a:sym typeface="Calibri"/>
            </a:endParaRPr>
          </a:p>
        </p:txBody>
      </p:sp>
      <p:sp>
        <p:nvSpPr>
          <p:cNvPr id="516" name="Google Shape;516;g3fb8e062c65_0_13"/>
          <p:cNvSpPr/>
          <p:nvPr/>
        </p:nvSpPr>
        <p:spPr>
          <a:xfrm>
            <a:off x="4852170" y="1563506"/>
            <a:ext cx="3874500" cy="221700"/>
          </a:xfrm>
          <a:prstGeom prst="rect">
            <a:avLst/>
          </a:prstGeom>
          <a:noFill/>
          <a:ln>
            <a:noFill/>
          </a:ln>
        </p:spPr>
        <p:txBody>
          <a:bodyPr anchorCtr="0" anchor="t" bIns="11675" lIns="11675" spcFirstLastPara="1" rIns="11675" wrap="square" tIns="11675">
            <a:noAutofit/>
          </a:bodyPr>
          <a:lstStyle/>
          <a:p>
            <a:pPr indent="0" lvl="0" marL="0" marR="0" rtl="0" algn="l">
              <a:lnSpc>
                <a:spcPct val="97714"/>
              </a:lnSpc>
              <a:spcBef>
                <a:spcPts val="0"/>
              </a:spcBef>
              <a:spcAft>
                <a:spcPts val="0"/>
              </a:spcAft>
              <a:buClr>
                <a:srgbClr val="000033"/>
              </a:buClr>
              <a:buSzPts val="1035"/>
              <a:buFont typeface="Georgia"/>
              <a:buNone/>
            </a:pPr>
            <a:r>
              <a:rPr b="1" i="0" lang="en-US" sz="1380" u="none" cap="none" strike="noStrike">
                <a:solidFill>
                  <a:srgbClr val="000033"/>
                </a:solidFill>
                <a:latin typeface="Montserrat"/>
                <a:ea typeface="Montserrat"/>
                <a:cs typeface="Montserrat"/>
                <a:sym typeface="Montserrat"/>
              </a:rPr>
              <a:t>Nombre de la Sesión</a:t>
            </a:r>
            <a:endParaRPr b="0" i="0" sz="1380" u="none" cap="none" strike="noStrike">
              <a:solidFill>
                <a:srgbClr val="000033"/>
              </a:solidFill>
              <a:latin typeface="Montserrat"/>
              <a:ea typeface="Montserrat"/>
              <a:cs typeface="Montserrat"/>
              <a:sym typeface="Montserrat"/>
            </a:endParaRPr>
          </a:p>
        </p:txBody>
      </p:sp>
      <p:sp>
        <p:nvSpPr>
          <p:cNvPr id="517" name="Google Shape;517;g3fb8e062c65_0_13"/>
          <p:cNvSpPr/>
          <p:nvPr/>
        </p:nvSpPr>
        <p:spPr>
          <a:xfrm>
            <a:off x="4904987" y="1866787"/>
            <a:ext cx="3522300" cy="5700"/>
          </a:xfrm>
          <a:prstGeom prst="rect">
            <a:avLst/>
          </a:prstGeom>
          <a:solidFill>
            <a:srgbClr val="D0D0E0"/>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b="0" i="0" sz="874" u="none" cap="none" strike="noStrike">
              <a:solidFill>
                <a:srgbClr val="000033"/>
              </a:solidFill>
              <a:latin typeface="Montserrat"/>
              <a:ea typeface="Montserrat"/>
              <a:cs typeface="Montserrat"/>
              <a:sym typeface="Montserrat"/>
            </a:endParaRPr>
          </a:p>
        </p:txBody>
      </p:sp>
      <p:sp>
        <p:nvSpPr>
          <p:cNvPr id="518" name="Google Shape;518;g3fb8e062c65_0_13"/>
          <p:cNvSpPr/>
          <p:nvPr/>
        </p:nvSpPr>
        <p:spPr>
          <a:xfrm>
            <a:off x="4852170" y="1931364"/>
            <a:ext cx="30981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CASO DE USO *</a:t>
            </a:r>
            <a:endParaRPr b="0" i="0" sz="782" u="none" cap="none" strike="noStrike">
              <a:solidFill>
                <a:srgbClr val="2B5BFC"/>
              </a:solidFill>
              <a:latin typeface="Montserrat"/>
              <a:ea typeface="Montserrat"/>
              <a:cs typeface="Montserrat"/>
              <a:sym typeface="Montserrat"/>
            </a:endParaRPr>
          </a:p>
        </p:txBody>
      </p:sp>
      <p:sp>
        <p:nvSpPr>
          <p:cNvPr id="519" name="Google Shape;519;g3fb8e062c65_0_13"/>
          <p:cNvSpPr/>
          <p:nvPr/>
        </p:nvSpPr>
        <p:spPr>
          <a:xfrm>
            <a:off x="4852167" y="2136766"/>
            <a:ext cx="3627900" cy="324300"/>
          </a:xfrm>
          <a:prstGeom prst="rect">
            <a:avLst/>
          </a:prstGeom>
          <a:noFill/>
          <a:ln>
            <a:noFill/>
          </a:ln>
        </p:spPr>
        <p:txBody>
          <a:bodyPr anchorCtr="0" anchor="t" bIns="11675" lIns="11675" spcFirstLastPara="1" rIns="11675" wrap="square" tIns="11675">
            <a:noAutofit/>
          </a:bodyPr>
          <a:lstStyle/>
          <a:p>
            <a:pPr indent="0" lvl="0" marL="0" marR="0" rtl="0" algn="l">
              <a:lnSpc>
                <a:spcPct val="118333"/>
              </a:lnSpc>
              <a:spcBef>
                <a:spcPts val="0"/>
              </a:spcBef>
              <a:spcAft>
                <a:spcPts val="0"/>
              </a:spcAft>
              <a:buClr>
                <a:srgbClr val="4A4A6A"/>
              </a:buClr>
              <a:buSzPts val="690"/>
              <a:buFont typeface="Montserrat"/>
              <a:buNone/>
            </a:pPr>
            <a:r>
              <a:rPr b="0" i="0" lang="en-US" sz="828" u="none" cap="none" strike="noStrike">
                <a:solidFill>
                  <a:srgbClr val="000033"/>
                </a:solidFill>
                <a:latin typeface="Montserrat"/>
                <a:ea typeface="Montserrat"/>
                <a:cs typeface="Montserrat"/>
                <a:sym typeface="Montserrat"/>
              </a:rPr>
              <a:t>xxxx</a:t>
            </a:r>
            <a:endParaRPr b="0" i="0" sz="1012" u="none" cap="none" strike="noStrike">
              <a:solidFill>
                <a:srgbClr val="000033"/>
              </a:solidFill>
              <a:latin typeface="Montserrat"/>
              <a:ea typeface="Montserrat"/>
              <a:cs typeface="Montserrat"/>
              <a:sym typeface="Montserrat"/>
            </a:endParaRPr>
          </a:p>
        </p:txBody>
      </p:sp>
      <p:sp>
        <p:nvSpPr>
          <p:cNvPr id="520" name="Google Shape;520;g3fb8e062c65_0_13"/>
          <p:cNvSpPr/>
          <p:nvPr/>
        </p:nvSpPr>
        <p:spPr>
          <a:xfrm>
            <a:off x="4852170" y="2557643"/>
            <a:ext cx="38745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TEMAS</a:t>
            </a:r>
            <a:endParaRPr b="0" i="0" sz="782" u="none" cap="none" strike="noStrike">
              <a:solidFill>
                <a:srgbClr val="2B5BFC"/>
              </a:solidFill>
              <a:latin typeface="Montserrat"/>
              <a:ea typeface="Montserrat"/>
              <a:cs typeface="Montserrat"/>
              <a:sym typeface="Montserrat"/>
            </a:endParaRPr>
          </a:p>
        </p:txBody>
      </p:sp>
      <p:sp>
        <p:nvSpPr>
          <p:cNvPr id="521" name="Google Shape;521;g3fb8e062c65_0_13"/>
          <p:cNvSpPr/>
          <p:nvPr/>
        </p:nvSpPr>
        <p:spPr>
          <a:xfrm>
            <a:off x="4852167" y="2813764"/>
            <a:ext cx="3600600" cy="1303800"/>
          </a:xfrm>
          <a:prstGeom prst="rect">
            <a:avLst/>
          </a:prstGeom>
          <a:noFill/>
          <a:ln>
            <a:noFill/>
          </a:ln>
        </p:spPr>
        <p:txBody>
          <a:bodyPr anchorCtr="0" anchor="t" bIns="11675" lIns="11675" spcFirstLastPara="1" rIns="11675" wrap="square" tIns="11675">
            <a:noAutofit/>
          </a:bodyPr>
          <a:lstStyle/>
          <a:p>
            <a:pPr indent="-155990" lvl="0" marL="210381" marR="0" rtl="0" algn="l">
              <a:lnSpc>
                <a:spcPct val="115000"/>
              </a:lnSpc>
              <a:spcBef>
                <a:spcPts val="1000"/>
              </a:spcBef>
              <a:spcAft>
                <a:spcPts val="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1:</a:t>
            </a:r>
            <a:r>
              <a:rPr b="0" i="0" lang="en-US" sz="800" u="none" cap="none" strike="noStrike">
                <a:solidFill>
                  <a:srgbClr val="000033"/>
                </a:solidFill>
                <a:latin typeface="Montserrat"/>
                <a:ea typeface="Montserrat"/>
                <a:cs typeface="Montserrat"/>
                <a:sym typeface="Montserrat"/>
              </a:rPr>
              <a:t> xxxxxx</a:t>
            </a:r>
            <a:endParaRPr b="0" i="0" sz="800" u="none" cap="none" strike="noStrike">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2: </a:t>
            </a: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3: </a:t>
            </a: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460"/>
              </a:spcAft>
              <a:buClr>
                <a:srgbClr val="2D5BFF"/>
              </a:buClr>
              <a:buSzPts val="800"/>
              <a:buFont typeface="Montserrat"/>
              <a:buAutoNum type="arabicParenR"/>
            </a:pPr>
            <a:r>
              <a:rPr b="1" i="0" lang="en-US" sz="800" u="none" cap="none" strike="noStrike">
                <a:solidFill>
                  <a:srgbClr val="000033"/>
                </a:solidFill>
                <a:latin typeface="Montserrat"/>
                <a:ea typeface="Montserrat"/>
                <a:cs typeface="Montserrat"/>
                <a:sym typeface="Montserrat"/>
              </a:rPr>
              <a:t>Tema 4: </a:t>
            </a: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522" name="Google Shape;522;g3fb8e062c65_0_13"/>
          <p:cNvSpPr/>
          <p:nvPr/>
        </p:nvSpPr>
        <p:spPr>
          <a:xfrm>
            <a:off x="4827340" y="4129453"/>
            <a:ext cx="3522300" cy="453000"/>
          </a:xfrm>
          <a:prstGeom prst="roundRect">
            <a:avLst>
              <a:gd fmla="val 13514" name="adj"/>
            </a:avLst>
          </a:prstGeom>
          <a:solidFill>
            <a:srgbClr val="000033"/>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b="0" i="0" sz="874" u="none" cap="none" strike="noStrike">
              <a:solidFill>
                <a:srgbClr val="000033"/>
              </a:solidFill>
              <a:latin typeface="Montserrat"/>
              <a:ea typeface="Montserrat"/>
              <a:cs typeface="Montserrat"/>
              <a:sym typeface="Montserrat"/>
            </a:endParaRPr>
          </a:p>
        </p:txBody>
      </p:sp>
      <p:sp>
        <p:nvSpPr>
          <p:cNvPr id="523" name="Google Shape;523;g3fb8e062c65_0_13"/>
          <p:cNvSpPr/>
          <p:nvPr/>
        </p:nvSpPr>
        <p:spPr>
          <a:xfrm>
            <a:off x="4951821" y="4202853"/>
            <a:ext cx="33453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FFFFFF"/>
              </a:buClr>
              <a:buSzPts val="414"/>
              <a:buFont typeface="Montserrat"/>
              <a:buNone/>
            </a:pPr>
            <a:r>
              <a:rPr b="1" i="0" lang="en-US" sz="644" u="none" cap="none" strike="noStrike">
                <a:solidFill>
                  <a:schemeClr val="lt1"/>
                </a:solidFill>
                <a:latin typeface="Montserrat"/>
                <a:ea typeface="Montserrat"/>
                <a:cs typeface="Montserrat"/>
                <a:sym typeface="Montserrat"/>
              </a:rPr>
              <a:t>OUTPUT</a:t>
            </a:r>
            <a:endParaRPr b="0" i="0" sz="644" u="none" cap="none" strike="noStrike">
              <a:solidFill>
                <a:schemeClr val="lt1"/>
              </a:solidFill>
              <a:latin typeface="Montserrat"/>
              <a:ea typeface="Montserrat"/>
              <a:cs typeface="Montserrat"/>
              <a:sym typeface="Montserrat"/>
            </a:endParaRPr>
          </a:p>
        </p:txBody>
      </p:sp>
      <p:sp>
        <p:nvSpPr>
          <p:cNvPr id="524" name="Google Shape;524;g3fb8e062c65_0_13"/>
          <p:cNvSpPr/>
          <p:nvPr/>
        </p:nvSpPr>
        <p:spPr>
          <a:xfrm>
            <a:off x="4951816" y="4350581"/>
            <a:ext cx="3236700" cy="134700"/>
          </a:xfrm>
          <a:prstGeom prst="rect">
            <a:avLst/>
          </a:prstGeom>
          <a:noFill/>
          <a:ln>
            <a:noFill/>
          </a:ln>
        </p:spPr>
        <p:txBody>
          <a:bodyPr anchorCtr="0" anchor="t" bIns="11675" lIns="11675" spcFirstLastPara="1" rIns="11675" wrap="square" tIns="11675">
            <a:noAutofit/>
          </a:bodyPr>
          <a:lstStyle/>
          <a:p>
            <a:pPr indent="0" lvl="0" marL="0" marR="0" rtl="0" algn="l">
              <a:lnSpc>
                <a:spcPct val="112500"/>
              </a:lnSpc>
              <a:spcBef>
                <a:spcPts val="0"/>
              </a:spcBef>
              <a:spcAft>
                <a:spcPts val="0"/>
              </a:spcAft>
              <a:buClr>
                <a:srgbClr val="FFFFFF"/>
              </a:buClr>
              <a:buSzPts val="690"/>
              <a:buFont typeface="Montserrat"/>
              <a:buNone/>
            </a:pPr>
            <a:r>
              <a:rPr b="1" i="0" lang="en-US" sz="782" u="none" cap="none" strike="noStrike">
                <a:solidFill>
                  <a:srgbClr val="EEF3FF"/>
                </a:solidFill>
                <a:latin typeface="Montserrat"/>
                <a:ea typeface="Montserrat"/>
                <a:cs typeface="Montserrat"/>
                <a:sym typeface="Montserrat"/>
              </a:rPr>
              <a:t>*Resultado de la capacitación*</a:t>
            </a:r>
            <a:endParaRPr b="1" i="0" sz="966" u="none" cap="none" strike="noStrike">
              <a:solidFill>
                <a:srgbClr val="EEF3FF"/>
              </a:solidFill>
              <a:latin typeface="Montserrat"/>
              <a:ea typeface="Montserrat"/>
              <a:cs typeface="Montserrat"/>
              <a:sym typeface="Montserrat"/>
            </a:endParaRPr>
          </a:p>
        </p:txBody>
      </p:sp>
      <p:sp>
        <p:nvSpPr>
          <p:cNvPr id="525" name="Google Shape;525;g3fb8e062c65_0_13"/>
          <p:cNvSpPr/>
          <p:nvPr/>
        </p:nvSpPr>
        <p:spPr>
          <a:xfrm>
            <a:off x="4852170" y="1358608"/>
            <a:ext cx="25497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14"/>
              <a:buFont typeface="Montserrat"/>
              <a:buNone/>
            </a:pPr>
            <a:r>
              <a:rPr b="1" i="0" lang="en-US" sz="920" u="none" cap="none" strike="noStrike">
                <a:solidFill>
                  <a:srgbClr val="2D5BFF"/>
                </a:solidFill>
                <a:latin typeface="Montserrat"/>
                <a:ea typeface="Montserrat"/>
                <a:cs typeface="Montserrat"/>
                <a:sym typeface="Montserrat"/>
              </a:rPr>
              <a:t>SESIÓN #</a:t>
            </a:r>
            <a:endParaRPr b="0" i="0" sz="920" u="none" cap="none" strike="noStrike">
              <a:solidFill>
                <a:srgbClr val="2D5BFF"/>
              </a:solidFill>
              <a:latin typeface="Montserrat"/>
              <a:ea typeface="Montserrat"/>
              <a:cs typeface="Montserrat"/>
              <a:sym typeface="Montserra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530" name="Shape 530"/>
        <p:cNvGrpSpPr/>
        <p:nvPr/>
      </p:nvGrpSpPr>
      <p:grpSpPr>
        <a:xfrm>
          <a:off x="0" y="0"/>
          <a:ext cx="0" cy="0"/>
          <a:chOff x="0" y="0"/>
          <a:chExt cx="0" cy="0"/>
        </a:xfrm>
      </p:grpSpPr>
      <p:sp>
        <p:nvSpPr>
          <p:cNvPr id="531" name="Google Shape;531;g3fb8e062c65_0_11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SÍLABO · *NOMBRE DE LA CAPACITACIÓN*</a:t>
            </a:r>
            <a:endParaRPr b="0" i="0" sz="1100" u="none" cap="none" strike="noStrike">
              <a:solidFill>
                <a:schemeClr val="dk1"/>
              </a:solidFill>
              <a:latin typeface="Calibri"/>
              <a:ea typeface="Calibri"/>
              <a:cs typeface="Calibri"/>
              <a:sym typeface="Calibri"/>
            </a:endParaRPr>
          </a:p>
        </p:txBody>
      </p:sp>
      <p:sp>
        <p:nvSpPr>
          <p:cNvPr id="532" name="Google Shape;532;g3fb8e062c65_0_114"/>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Capa # · </a:t>
            </a:r>
            <a:r>
              <a:rPr b="1" i="1" lang="en-US" sz="2100" u="none" cap="none" strike="noStrike">
                <a:solidFill>
                  <a:srgbClr val="2B5BFC"/>
                </a:solidFill>
                <a:latin typeface="Montserrat Black"/>
                <a:ea typeface="Montserrat Black"/>
                <a:cs typeface="Montserrat Black"/>
                <a:sym typeface="Montserrat Black"/>
              </a:rPr>
              <a:t>*Nombre de la capa*</a:t>
            </a:r>
            <a:endParaRPr b="0" i="0" sz="2100" u="none" cap="none" strike="noStrike">
              <a:solidFill>
                <a:schemeClr val="dk1"/>
              </a:solidFill>
              <a:latin typeface="Calibri"/>
              <a:ea typeface="Calibri"/>
              <a:cs typeface="Calibri"/>
              <a:sym typeface="Calibri"/>
            </a:endParaRPr>
          </a:p>
        </p:txBody>
      </p:sp>
      <p:sp>
        <p:nvSpPr>
          <p:cNvPr id="533" name="Google Shape;533;g3fb8e062c65_0_114"/>
          <p:cNvSpPr txBox="1"/>
          <p:nvPr/>
        </p:nvSpPr>
        <p:spPr>
          <a:xfrm>
            <a:off x="571500" y="1539850"/>
            <a:ext cx="8001000" cy="3108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000033"/>
              </a:buClr>
              <a:buSzPts val="1050"/>
              <a:buFont typeface="Montserrat"/>
              <a:buNone/>
            </a:pPr>
            <a:r>
              <a:rPr b="0" i="0" lang="en-US" sz="1050" u="none" cap="none" strike="noStrike">
                <a:solidFill>
                  <a:srgbClr val="000033"/>
                </a:solidFill>
                <a:latin typeface="Montserrat"/>
                <a:ea typeface="Montserrat"/>
                <a:cs typeface="Montserrat"/>
                <a:sym typeface="Montserrat"/>
              </a:rPr>
              <a:t>xxxxxxxxx</a:t>
            </a:r>
            <a:endParaRPr b="0" i="0" sz="1000" u="none" cap="none" strike="noStrike">
              <a:solidFill>
                <a:schemeClr val="dk1"/>
              </a:solidFill>
              <a:latin typeface="Calibri"/>
              <a:ea typeface="Calibri"/>
              <a:cs typeface="Calibri"/>
              <a:sym typeface="Calibri"/>
            </a:endParaRPr>
          </a:p>
        </p:txBody>
      </p:sp>
      <p:sp>
        <p:nvSpPr>
          <p:cNvPr id="534" name="Google Shape;534;g3fb8e062c65_0_114"/>
          <p:cNvSpPr/>
          <p:nvPr/>
        </p:nvSpPr>
        <p:spPr>
          <a:xfrm>
            <a:off x="571500" y="1828800"/>
            <a:ext cx="8001000" cy="8946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g3fb8e062c65_0_114"/>
          <p:cNvSpPr/>
          <p:nvPr/>
        </p:nvSpPr>
        <p:spPr>
          <a:xfrm>
            <a:off x="772668" y="1977942"/>
            <a:ext cx="384000" cy="2982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g3fb8e062c65_0_114"/>
          <p:cNvSpPr txBox="1"/>
          <p:nvPr/>
        </p:nvSpPr>
        <p:spPr>
          <a:xfrm>
            <a:off x="772668" y="2041861"/>
            <a:ext cx="384000" cy="192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850" u="none" cap="none" strike="noStrike">
                <a:solidFill>
                  <a:srgbClr val="FFFFFF"/>
                </a:solidFill>
                <a:latin typeface="Montserrat SemiBold"/>
                <a:ea typeface="Montserrat SemiBold"/>
                <a:cs typeface="Montserrat SemiBold"/>
                <a:sym typeface="Montserrat SemiBold"/>
              </a:rPr>
              <a:t>S1</a:t>
            </a:r>
            <a:endParaRPr b="0" i="0" sz="850" u="none" cap="none" strike="noStrike">
              <a:solidFill>
                <a:schemeClr val="dk1"/>
              </a:solidFill>
              <a:latin typeface="Calibri"/>
              <a:ea typeface="Calibri"/>
              <a:cs typeface="Calibri"/>
              <a:sym typeface="Calibri"/>
            </a:endParaRPr>
          </a:p>
        </p:txBody>
      </p:sp>
      <p:sp>
        <p:nvSpPr>
          <p:cNvPr id="537" name="Google Shape;537;g3fb8e062c65_0_114"/>
          <p:cNvSpPr txBox="1"/>
          <p:nvPr/>
        </p:nvSpPr>
        <p:spPr>
          <a:xfrm>
            <a:off x="1229875" y="2015904"/>
            <a:ext cx="1554600" cy="4092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33"/>
              </a:buClr>
              <a:buSzPts val="1050"/>
              <a:buFont typeface="Montserrat SemiBold"/>
              <a:buNone/>
            </a:pPr>
            <a:r>
              <a:rPr b="1" i="0" lang="en-US" sz="1050" u="none" cap="none" strike="noStrike">
                <a:solidFill>
                  <a:srgbClr val="000033"/>
                </a:solidFill>
                <a:latin typeface="Montserrat SemiBold"/>
                <a:ea typeface="Montserrat SemiBold"/>
                <a:cs typeface="Montserrat SemiBold"/>
                <a:sym typeface="Montserrat SemiBold"/>
              </a:rPr>
              <a:t>Fundamentos AI</a:t>
            </a:r>
            <a:endParaRPr b="0" i="0" sz="1050" u="none" cap="none" strike="noStrike">
              <a:solidFill>
                <a:schemeClr val="dk1"/>
              </a:solidFill>
              <a:latin typeface="Calibri"/>
              <a:ea typeface="Calibri"/>
              <a:cs typeface="Calibri"/>
              <a:sym typeface="Calibri"/>
            </a:endParaRPr>
          </a:p>
        </p:txBody>
      </p:sp>
      <p:sp>
        <p:nvSpPr>
          <p:cNvPr id="538" name="Google Shape;538;g3fb8e062c65_0_114"/>
          <p:cNvSpPr txBox="1"/>
          <p:nvPr/>
        </p:nvSpPr>
        <p:spPr>
          <a:xfrm>
            <a:off x="1229868" y="2407296"/>
            <a:ext cx="1554600" cy="17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650"/>
              <a:buFont typeface="Montserrat"/>
              <a:buNone/>
            </a:pPr>
            <a:r>
              <a:rPr b="0" i="0" lang="en-US" sz="650" u="none" cap="none" strike="noStrike">
                <a:solidFill>
                  <a:srgbClr val="000033"/>
                </a:solidFill>
                <a:latin typeface="Montserrat"/>
                <a:ea typeface="Montserrat"/>
                <a:cs typeface="Montserrat"/>
                <a:sym typeface="Montserrat"/>
              </a:rPr>
              <a:t>Duración: # horas</a:t>
            </a:r>
            <a:endParaRPr b="0" i="0" sz="650" u="none" cap="none" strike="noStrike">
              <a:solidFill>
                <a:schemeClr val="dk1"/>
              </a:solidFill>
              <a:latin typeface="Calibri"/>
              <a:ea typeface="Calibri"/>
              <a:cs typeface="Calibri"/>
              <a:sym typeface="Calibri"/>
            </a:endParaRPr>
          </a:p>
        </p:txBody>
      </p:sp>
      <p:sp>
        <p:nvSpPr>
          <p:cNvPr id="539" name="Google Shape;539;g3fb8e062c65_0_114"/>
          <p:cNvSpPr/>
          <p:nvPr/>
        </p:nvSpPr>
        <p:spPr>
          <a:xfrm>
            <a:off x="2857500" y="1977942"/>
            <a:ext cx="7200" cy="5967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g3fb8e062c65_0_114"/>
          <p:cNvSpPr txBox="1"/>
          <p:nvPr/>
        </p:nvSpPr>
        <p:spPr>
          <a:xfrm>
            <a:off x="2952175" y="2015903"/>
            <a:ext cx="3636300" cy="558600"/>
          </a:xfrm>
          <a:prstGeom prst="rect">
            <a:avLst/>
          </a:prstGeom>
          <a:noFill/>
          <a:ln>
            <a:noFill/>
          </a:ln>
        </p:spPr>
        <p:txBody>
          <a:bodyPr anchorCtr="0" anchor="t" bIns="0" lIns="0" spcFirstLastPara="1" rIns="0" wrap="square" tIns="0">
            <a:noAutofit/>
          </a:bodyPr>
          <a:lstStyle/>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41" name="Google Shape;541;g3fb8e062c65_0_114"/>
          <p:cNvSpPr/>
          <p:nvPr/>
        </p:nvSpPr>
        <p:spPr>
          <a:xfrm>
            <a:off x="6679692" y="1977942"/>
            <a:ext cx="7200" cy="5967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g3fb8e062c65_0_114"/>
          <p:cNvSpPr txBox="1"/>
          <p:nvPr/>
        </p:nvSpPr>
        <p:spPr>
          <a:xfrm>
            <a:off x="6825996" y="1967289"/>
            <a:ext cx="1463100" cy="14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600"/>
              <a:buFont typeface="Montserrat SemiBold"/>
              <a:buNone/>
            </a:pPr>
            <a:r>
              <a:rPr b="1" i="0" lang="en-US" sz="600" u="none" cap="none" strike="noStrike">
                <a:solidFill>
                  <a:srgbClr val="2B5BFC"/>
                </a:solidFill>
                <a:latin typeface="Montserrat SemiBold"/>
                <a:ea typeface="Montserrat SemiBold"/>
                <a:cs typeface="Montserrat SemiBold"/>
                <a:sym typeface="Montserrat SemiBold"/>
              </a:rPr>
              <a:t>CASO DE USO o OUTPUT</a:t>
            </a:r>
            <a:endParaRPr b="0" i="0" sz="600" u="none" cap="none" strike="noStrike">
              <a:solidFill>
                <a:schemeClr val="dk1"/>
              </a:solidFill>
              <a:latin typeface="Calibri"/>
              <a:ea typeface="Calibri"/>
              <a:cs typeface="Calibri"/>
              <a:sym typeface="Calibri"/>
            </a:endParaRPr>
          </a:p>
        </p:txBody>
      </p:sp>
      <p:sp>
        <p:nvSpPr>
          <p:cNvPr id="543" name="Google Shape;543;g3fb8e062c65_0_114"/>
          <p:cNvSpPr txBox="1"/>
          <p:nvPr/>
        </p:nvSpPr>
        <p:spPr>
          <a:xfrm>
            <a:off x="6825996" y="2148391"/>
            <a:ext cx="1554600" cy="489900"/>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000033"/>
              </a:buClr>
              <a:buSzPts val="600"/>
              <a:buFont typeface="Montserrat"/>
              <a:buNone/>
            </a:pPr>
            <a:r>
              <a:rPr b="0" i="1" lang="en-US" sz="600" u="none" cap="none" strike="noStrike">
                <a:solidFill>
                  <a:srgbClr val="000033"/>
                </a:solidFill>
                <a:latin typeface="Montserrat"/>
                <a:ea typeface="Montserrat"/>
                <a:cs typeface="Montserrat"/>
                <a:sym typeface="Montserrat"/>
              </a:rPr>
              <a:t>«xxxxxx.»</a:t>
            </a:r>
            <a:endParaRPr b="0" i="0" sz="600" u="none" cap="none" strike="noStrike">
              <a:solidFill>
                <a:schemeClr val="dk1"/>
              </a:solidFill>
              <a:latin typeface="Calibri"/>
              <a:ea typeface="Calibri"/>
              <a:cs typeface="Calibri"/>
              <a:sym typeface="Calibri"/>
            </a:endParaRPr>
          </a:p>
        </p:txBody>
      </p:sp>
      <p:sp>
        <p:nvSpPr>
          <p:cNvPr id="544" name="Google Shape;544;g3fb8e062c65_0_114"/>
          <p:cNvSpPr/>
          <p:nvPr/>
        </p:nvSpPr>
        <p:spPr>
          <a:xfrm>
            <a:off x="7002310" y="1234475"/>
            <a:ext cx="1570200" cy="2559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 name="Google Shape;545;g3fb8e062c65_0_114"/>
          <p:cNvSpPr txBox="1"/>
          <p:nvPr/>
        </p:nvSpPr>
        <p:spPr>
          <a:xfrm>
            <a:off x="7002310" y="1289339"/>
            <a:ext cx="1570200" cy="164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850" u="none" cap="none" strike="noStrike">
                <a:solidFill>
                  <a:srgbClr val="FFFFFF"/>
                </a:solidFill>
                <a:latin typeface="Montserrat SemiBold"/>
                <a:ea typeface="Montserrat SemiBold"/>
                <a:cs typeface="Montserrat SemiBold"/>
                <a:sym typeface="Montserrat SemiBold"/>
              </a:rPr>
              <a:t># Sesiones - # horas c/u</a:t>
            </a:r>
            <a:endParaRPr b="0" i="0" sz="850" u="none" cap="none" strike="noStrike">
              <a:solidFill>
                <a:schemeClr val="dk1"/>
              </a:solidFill>
              <a:latin typeface="Calibri"/>
              <a:ea typeface="Calibri"/>
              <a:cs typeface="Calibri"/>
              <a:sym typeface="Calibri"/>
            </a:endParaRPr>
          </a:p>
        </p:txBody>
      </p:sp>
      <p:sp>
        <p:nvSpPr>
          <p:cNvPr id="546" name="Google Shape;546;g3fb8e062c65_0_114"/>
          <p:cNvSpPr/>
          <p:nvPr/>
        </p:nvSpPr>
        <p:spPr>
          <a:xfrm>
            <a:off x="571500" y="2792906"/>
            <a:ext cx="8001000" cy="8946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g3fb8e062c65_0_114"/>
          <p:cNvSpPr/>
          <p:nvPr/>
        </p:nvSpPr>
        <p:spPr>
          <a:xfrm>
            <a:off x="772668" y="2942048"/>
            <a:ext cx="384000" cy="2982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g3fb8e062c65_0_114"/>
          <p:cNvSpPr txBox="1"/>
          <p:nvPr/>
        </p:nvSpPr>
        <p:spPr>
          <a:xfrm>
            <a:off x="772668" y="3005966"/>
            <a:ext cx="384000" cy="192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850" u="none" cap="none" strike="noStrike">
                <a:solidFill>
                  <a:srgbClr val="FFFFFF"/>
                </a:solidFill>
                <a:latin typeface="Montserrat SemiBold"/>
                <a:ea typeface="Montserrat SemiBold"/>
                <a:cs typeface="Montserrat SemiBold"/>
                <a:sym typeface="Montserrat SemiBold"/>
              </a:rPr>
              <a:t>S1</a:t>
            </a:r>
            <a:endParaRPr b="0" i="0" sz="850" u="none" cap="none" strike="noStrike">
              <a:solidFill>
                <a:schemeClr val="dk1"/>
              </a:solidFill>
              <a:latin typeface="Calibri"/>
              <a:ea typeface="Calibri"/>
              <a:cs typeface="Calibri"/>
              <a:sym typeface="Calibri"/>
            </a:endParaRPr>
          </a:p>
        </p:txBody>
      </p:sp>
      <p:sp>
        <p:nvSpPr>
          <p:cNvPr id="549" name="Google Shape;549;g3fb8e062c65_0_114"/>
          <p:cNvSpPr txBox="1"/>
          <p:nvPr/>
        </p:nvSpPr>
        <p:spPr>
          <a:xfrm>
            <a:off x="1229875" y="2980010"/>
            <a:ext cx="1554600" cy="4092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33"/>
              </a:buClr>
              <a:buSzPts val="1050"/>
              <a:buFont typeface="Montserrat SemiBold"/>
              <a:buNone/>
            </a:pPr>
            <a:r>
              <a:rPr b="1" i="0" lang="en-US" sz="1050" u="none" cap="none" strike="noStrike">
                <a:solidFill>
                  <a:srgbClr val="000033"/>
                </a:solidFill>
                <a:latin typeface="Montserrat SemiBold"/>
                <a:ea typeface="Montserrat SemiBold"/>
                <a:cs typeface="Montserrat SemiBold"/>
                <a:sym typeface="Montserrat SemiBold"/>
              </a:rPr>
              <a:t>Fundamentos AI</a:t>
            </a:r>
            <a:endParaRPr b="0" i="0" sz="1050" u="none" cap="none" strike="noStrike">
              <a:solidFill>
                <a:schemeClr val="dk1"/>
              </a:solidFill>
              <a:latin typeface="Calibri"/>
              <a:ea typeface="Calibri"/>
              <a:cs typeface="Calibri"/>
              <a:sym typeface="Calibri"/>
            </a:endParaRPr>
          </a:p>
        </p:txBody>
      </p:sp>
      <p:sp>
        <p:nvSpPr>
          <p:cNvPr id="550" name="Google Shape;550;g3fb8e062c65_0_114"/>
          <p:cNvSpPr txBox="1"/>
          <p:nvPr/>
        </p:nvSpPr>
        <p:spPr>
          <a:xfrm>
            <a:off x="1229868" y="3371402"/>
            <a:ext cx="1554600" cy="17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650"/>
              <a:buFont typeface="Montserrat"/>
              <a:buNone/>
            </a:pPr>
            <a:r>
              <a:rPr b="0" i="0" lang="en-US" sz="650" u="none" cap="none" strike="noStrike">
                <a:solidFill>
                  <a:srgbClr val="000033"/>
                </a:solidFill>
                <a:latin typeface="Montserrat"/>
                <a:ea typeface="Montserrat"/>
                <a:cs typeface="Montserrat"/>
                <a:sym typeface="Montserrat"/>
              </a:rPr>
              <a:t>Duración: # horas</a:t>
            </a:r>
            <a:endParaRPr b="0" i="0" sz="650" u="none" cap="none" strike="noStrike">
              <a:solidFill>
                <a:schemeClr val="dk1"/>
              </a:solidFill>
              <a:latin typeface="Calibri"/>
              <a:ea typeface="Calibri"/>
              <a:cs typeface="Calibri"/>
              <a:sym typeface="Calibri"/>
            </a:endParaRPr>
          </a:p>
        </p:txBody>
      </p:sp>
      <p:sp>
        <p:nvSpPr>
          <p:cNvPr id="551" name="Google Shape;551;g3fb8e062c65_0_114"/>
          <p:cNvSpPr/>
          <p:nvPr/>
        </p:nvSpPr>
        <p:spPr>
          <a:xfrm>
            <a:off x="2857500" y="2942048"/>
            <a:ext cx="7200" cy="5967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g3fb8e062c65_0_114"/>
          <p:cNvSpPr txBox="1"/>
          <p:nvPr/>
        </p:nvSpPr>
        <p:spPr>
          <a:xfrm>
            <a:off x="2952175" y="2980009"/>
            <a:ext cx="3636300" cy="558600"/>
          </a:xfrm>
          <a:prstGeom prst="rect">
            <a:avLst/>
          </a:prstGeom>
          <a:noFill/>
          <a:ln>
            <a:noFill/>
          </a:ln>
        </p:spPr>
        <p:txBody>
          <a:bodyPr anchorCtr="0" anchor="t" bIns="0" lIns="0" spcFirstLastPara="1" rIns="0" wrap="square" tIns="0">
            <a:noAutofit/>
          </a:bodyPr>
          <a:lstStyle/>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53" name="Google Shape;553;g3fb8e062c65_0_114"/>
          <p:cNvSpPr/>
          <p:nvPr/>
        </p:nvSpPr>
        <p:spPr>
          <a:xfrm>
            <a:off x="6679692" y="2942048"/>
            <a:ext cx="7200" cy="5967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g3fb8e062c65_0_114"/>
          <p:cNvSpPr txBox="1"/>
          <p:nvPr/>
        </p:nvSpPr>
        <p:spPr>
          <a:xfrm>
            <a:off x="6825996" y="2931395"/>
            <a:ext cx="1463100" cy="14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600"/>
              <a:buFont typeface="Montserrat SemiBold"/>
              <a:buNone/>
            </a:pPr>
            <a:r>
              <a:rPr b="1" i="0" lang="en-US" sz="600" u="none" cap="none" strike="noStrike">
                <a:solidFill>
                  <a:srgbClr val="2B5BFC"/>
                </a:solidFill>
                <a:latin typeface="Montserrat SemiBold"/>
                <a:ea typeface="Montserrat SemiBold"/>
                <a:cs typeface="Montserrat SemiBold"/>
                <a:sym typeface="Montserrat SemiBold"/>
              </a:rPr>
              <a:t>CASO DE USO o OUTPUT</a:t>
            </a:r>
            <a:endParaRPr b="0" i="0" sz="600" u="none" cap="none" strike="noStrike">
              <a:solidFill>
                <a:schemeClr val="dk1"/>
              </a:solidFill>
              <a:latin typeface="Calibri"/>
              <a:ea typeface="Calibri"/>
              <a:cs typeface="Calibri"/>
              <a:sym typeface="Calibri"/>
            </a:endParaRPr>
          </a:p>
        </p:txBody>
      </p:sp>
      <p:sp>
        <p:nvSpPr>
          <p:cNvPr id="555" name="Google Shape;555;g3fb8e062c65_0_114"/>
          <p:cNvSpPr txBox="1"/>
          <p:nvPr/>
        </p:nvSpPr>
        <p:spPr>
          <a:xfrm>
            <a:off x="6825996" y="3112497"/>
            <a:ext cx="1554600" cy="489900"/>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000033"/>
              </a:buClr>
              <a:buSzPts val="600"/>
              <a:buFont typeface="Montserrat"/>
              <a:buNone/>
            </a:pPr>
            <a:r>
              <a:rPr b="0" i="1" lang="en-US" sz="600" u="none" cap="none" strike="noStrike">
                <a:solidFill>
                  <a:srgbClr val="000033"/>
                </a:solidFill>
                <a:latin typeface="Montserrat"/>
                <a:ea typeface="Montserrat"/>
                <a:cs typeface="Montserrat"/>
                <a:sym typeface="Montserrat"/>
              </a:rPr>
              <a:t>«xxxxxx.»</a:t>
            </a:r>
            <a:endParaRPr b="0" i="0" sz="600" u="none" cap="none" strike="noStrike">
              <a:solidFill>
                <a:schemeClr val="dk1"/>
              </a:solidFill>
              <a:latin typeface="Calibri"/>
              <a:ea typeface="Calibri"/>
              <a:cs typeface="Calibri"/>
              <a:sym typeface="Calibri"/>
            </a:endParaRPr>
          </a:p>
        </p:txBody>
      </p:sp>
      <p:sp>
        <p:nvSpPr>
          <p:cNvPr id="556" name="Google Shape;556;g3fb8e062c65_0_114"/>
          <p:cNvSpPr/>
          <p:nvPr/>
        </p:nvSpPr>
        <p:spPr>
          <a:xfrm>
            <a:off x="571500" y="3780982"/>
            <a:ext cx="8001000" cy="8946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g3fb8e062c65_0_114"/>
          <p:cNvSpPr/>
          <p:nvPr/>
        </p:nvSpPr>
        <p:spPr>
          <a:xfrm>
            <a:off x="772668" y="3930125"/>
            <a:ext cx="384000" cy="2982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g3fb8e062c65_0_114"/>
          <p:cNvSpPr txBox="1"/>
          <p:nvPr/>
        </p:nvSpPr>
        <p:spPr>
          <a:xfrm>
            <a:off x="772668" y="3994043"/>
            <a:ext cx="384000" cy="192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50"/>
              <a:buFont typeface="Montserrat SemiBold"/>
              <a:buNone/>
            </a:pPr>
            <a:r>
              <a:rPr b="1" i="0" lang="en-US" sz="850" u="none" cap="none" strike="noStrike">
                <a:solidFill>
                  <a:srgbClr val="FFFFFF"/>
                </a:solidFill>
                <a:latin typeface="Montserrat SemiBold"/>
                <a:ea typeface="Montserrat SemiBold"/>
                <a:cs typeface="Montserrat SemiBold"/>
                <a:sym typeface="Montserrat SemiBold"/>
              </a:rPr>
              <a:t>S1</a:t>
            </a:r>
            <a:endParaRPr b="0" i="0" sz="850" u="none" cap="none" strike="noStrike">
              <a:solidFill>
                <a:schemeClr val="dk1"/>
              </a:solidFill>
              <a:latin typeface="Calibri"/>
              <a:ea typeface="Calibri"/>
              <a:cs typeface="Calibri"/>
              <a:sym typeface="Calibri"/>
            </a:endParaRPr>
          </a:p>
        </p:txBody>
      </p:sp>
      <p:sp>
        <p:nvSpPr>
          <p:cNvPr id="559" name="Google Shape;559;g3fb8e062c65_0_114"/>
          <p:cNvSpPr txBox="1"/>
          <p:nvPr/>
        </p:nvSpPr>
        <p:spPr>
          <a:xfrm>
            <a:off x="1229875" y="3968086"/>
            <a:ext cx="1554600" cy="4092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33"/>
              </a:buClr>
              <a:buSzPts val="1050"/>
              <a:buFont typeface="Montserrat SemiBold"/>
              <a:buNone/>
            </a:pPr>
            <a:r>
              <a:rPr b="1" i="0" lang="en-US" sz="1050" u="none" cap="none" strike="noStrike">
                <a:solidFill>
                  <a:srgbClr val="000033"/>
                </a:solidFill>
                <a:latin typeface="Montserrat SemiBold"/>
                <a:ea typeface="Montserrat SemiBold"/>
                <a:cs typeface="Montserrat SemiBold"/>
                <a:sym typeface="Montserrat SemiBold"/>
              </a:rPr>
              <a:t>Fundamentos AI</a:t>
            </a:r>
            <a:endParaRPr b="0" i="0" sz="1050" u="none" cap="none" strike="noStrike">
              <a:solidFill>
                <a:schemeClr val="dk1"/>
              </a:solidFill>
              <a:latin typeface="Calibri"/>
              <a:ea typeface="Calibri"/>
              <a:cs typeface="Calibri"/>
              <a:sym typeface="Calibri"/>
            </a:endParaRPr>
          </a:p>
        </p:txBody>
      </p:sp>
      <p:sp>
        <p:nvSpPr>
          <p:cNvPr id="560" name="Google Shape;560;g3fb8e062c65_0_114"/>
          <p:cNvSpPr txBox="1"/>
          <p:nvPr/>
        </p:nvSpPr>
        <p:spPr>
          <a:xfrm>
            <a:off x="1229868" y="4359478"/>
            <a:ext cx="1554600" cy="17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650"/>
              <a:buFont typeface="Montserrat"/>
              <a:buNone/>
            </a:pPr>
            <a:r>
              <a:rPr b="0" i="0" lang="en-US" sz="650" u="none" cap="none" strike="noStrike">
                <a:solidFill>
                  <a:srgbClr val="000033"/>
                </a:solidFill>
                <a:latin typeface="Montserrat"/>
                <a:ea typeface="Montserrat"/>
                <a:cs typeface="Montserrat"/>
                <a:sym typeface="Montserrat"/>
              </a:rPr>
              <a:t>Duración: # horas</a:t>
            </a:r>
            <a:endParaRPr b="0" i="0" sz="650" u="none" cap="none" strike="noStrike">
              <a:solidFill>
                <a:schemeClr val="dk1"/>
              </a:solidFill>
              <a:latin typeface="Calibri"/>
              <a:ea typeface="Calibri"/>
              <a:cs typeface="Calibri"/>
              <a:sym typeface="Calibri"/>
            </a:endParaRPr>
          </a:p>
        </p:txBody>
      </p:sp>
      <p:sp>
        <p:nvSpPr>
          <p:cNvPr id="561" name="Google Shape;561;g3fb8e062c65_0_114"/>
          <p:cNvSpPr/>
          <p:nvPr/>
        </p:nvSpPr>
        <p:spPr>
          <a:xfrm>
            <a:off x="2857500" y="3930125"/>
            <a:ext cx="7200" cy="5967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g3fb8e062c65_0_114"/>
          <p:cNvSpPr txBox="1"/>
          <p:nvPr/>
        </p:nvSpPr>
        <p:spPr>
          <a:xfrm>
            <a:off x="2952175" y="3968085"/>
            <a:ext cx="3636300" cy="558600"/>
          </a:xfrm>
          <a:prstGeom prst="rect">
            <a:avLst/>
          </a:prstGeom>
          <a:noFill/>
          <a:ln>
            <a:noFill/>
          </a:ln>
        </p:spPr>
        <p:txBody>
          <a:bodyPr anchorCtr="0" anchor="t" bIns="0" lIns="0" spcFirstLastPara="1" rIns="0" wrap="square" tIns="0">
            <a:noAutofit/>
          </a:bodyPr>
          <a:lstStyle/>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a:p>
            <a:pPr indent="-279400" lvl="0" marL="342900" marR="0" rtl="0" algn="l">
              <a:lnSpc>
                <a:spcPct val="120000"/>
              </a:lnSpc>
              <a:spcBef>
                <a:spcPts val="0"/>
              </a:spcBef>
              <a:spcAft>
                <a:spcPts val="0"/>
              </a:spcAft>
              <a:buClr>
                <a:srgbClr val="2B5BFC"/>
              </a:buClr>
              <a:buSzPts val="800"/>
              <a:buFont typeface="Montserrat"/>
              <a:buChar char="●"/>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63" name="Google Shape;563;g3fb8e062c65_0_114"/>
          <p:cNvSpPr/>
          <p:nvPr/>
        </p:nvSpPr>
        <p:spPr>
          <a:xfrm>
            <a:off x="6679692" y="3930125"/>
            <a:ext cx="7200" cy="5967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g3fb8e062c65_0_114"/>
          <p:cNvSpPr txBox="1"/>
          <p:nvPr/>
        </p:nvSpPr>
        <p:spPr>
          <a:xfrm>
            <a:off x="6825996" y="3919472"/>
            <a:ext cx="1463100" cy="14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600"/>
              <a:buFont typeface="Montserrat SemiBold"/>
              <a:buNone/>
            </a:pPr>
            <a:r>
              <a:rPr b="1" i="0" lang="en-US" sz="600" u="none" cap="none" strike="noStrike">
                <a:solidFill>
                  <a:srgbClr val="2B5BFC"/>
                </a:solidFill>
                <a:latin typeface="Montserrat SemiBold"/>
                <a:ea typeface="Montserrat SemiBold"/>
                <a:cs typeface="Montserrat SemiBold"/>
                <a:sym typeface="Montserrat SemiBold"/>
              </a:rPr>
              <a:t>CASO DE USO o OUTPUT</a:t>
            </a:r>
            <a:endParaRPr b="0" i="0" sz="600" u="none" cap="none" strike="noStrike">
              <a:solidFill>
                <a:schemeClr val="dk1"/>
              </a:solidFill>
              <a:latin typeface="Calibri"/>
              <a:ea typeface="Calibri"/>
              <a:cs typeface="Calibri"/>
              <a:sym typeface="Calibri"/>
            </a:endParaRPr>
          </a:p>
        </p:txBody>
      </p:sp>
      <p:sp>
        <p:nvSpPr>
          <p:cNvPr id="565" name="Google Shape;565;g3fb8e062c65_0_114"/>
          <p:cNvSpPr txBox="1"/>
          <p:nvPr/>
        </p:nvSpPr>
        <p:spPr>
          <a:xfrm>
            <a:off x="6825996" y="4100573"/>
            <a:ext cx="1554600" cy="489900"/>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000033"/>
              </a:buClr>
              <a:buSzPts val="600"/>
              <a:buFont typeface="Montserrat"/>
              <a:buNone/>
            </a:pPr>
            <a:r>
              <a:rPr b="0" i="1" lang="en-US" sz="600" u="none" cap="none" strike="noStrike">
                <a:solidFill>
                  <a:srgbClr val="000033"/>
                </a:solidFill>
                <a:latin typeface="Montserrat"/>
                <a:ea typeface="Montserrat"/>
                <a:cs typeface="Montserrat"/>
                <a:sym typeface="Montserrat"/>
              </a:rPr>
              <a:t>«xxxxxx.»</a:t>
            </a:r>
            <a:endParaRPr b="0" i="0" sz="600" u="none" cap="none" strike="noStrike">
              <a:solidFill>
                <a:schemeClr val="dk1"/>
              </a:solidFill>
              <a:latin typeface="Calibri"/>
              <a:ea typeface="Calibri"/>
              <a:cs typeface="Calibri"/>
              <a:sym typeface="Calibri"/>
            </a:endParaRPr>
          </a:p>
        </p:txBody>
      </p:sp>
      <p:sp>
        <p:nvSpPr>
          <p:cNvPr id="566" name="Google Shape;566;g3fb8e062c65_0_114"/>
          <p:cNvSpPr txBox="1"/>
          <p:nvPr/>
        </p:nvSpPr>
        <p:spPr>
          <a:xfrm>
            <a:off x="590550" y="4783247"/>
            <a:ext cx="81360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0" i="1" lang="en-US" sz="800" u="none" cap="none" strike="noStrike">
                <a:solidFill>
                  <a:srgbClr val="2B5BFC"/>
                </a:solidFill>
                <a:latin typeface="Montserrat"/>
                <a:ea typeface="Montserrat"/>
                <a:cs typeface="Montserrat"/>
                <a:sym typeface="Montserrat"/>
              </a:rPr>
              <a:t>* El temario propuesto puede modificarse o cambiarse en coordinación con Adidas según las necesidades específicas que identifiquen en el proceso.</a:t>
            </a:r>
            <a:endParaRPr b="0" i="1" sz="800" u="none" cap="none" strike="noStrike">
              <a:solidFill>
                <a:srgbClr val="2B5BFC"/>
              </a:solidFill>
              <a:latin typeface="Montserrat"/>
              <a:ea typeface="Montserrat"/>
              <a:cs typeface="Montserrat"/>
              <a:sym typeface="Montserrat"/>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71" name="Shape 571"/>
        <p:cNvGrpSpPr/>
        <p:nvPr/>
      </p:nvGrpSpPr>
      <p:grpSpPr>
        <a:xfrm>
          <a:off x="0" y="0"/>
          <a:ext cx="0" cy="0"/>
          <a:chOff x="0" y="0"/>
          <a:chExt cx="0" cy="0"/>
        </a:xfrm>
      </p:grpSpPr>
      <p:pic>
        <p:nvPicPr>
          <p:cNvPr descr="bg_divider.png" id="572" name="Google Shape;572;p1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573" name="Google Shape;573;p1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574" name="Google Shape;574;p1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08</a:t>
            </a:r>
            <a:endParaRPr b="0" i="0" sz="1200" u="none" cap="none" strike="noStrike">
              <a:solidFill>
                <a:schemeClr val="dk1"/>
              </a:solidFill>
              <a:latin typeface="Calibri"/>
              <a:ea typeface="Calibri"/>
              <a:cs typeface="Calibri"/>
              <a:sym typeface="Calibri"/>
            </a:endParaRPr>
          </a:p>
        </p:txBody>
      </p:sp>
      <p:sp>
        <p:nvSpPr>
          <p:cNvPr id="575" name="Google Shape;575;p1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Consideraciones </a:t>
            </a:r>
            <a:endParaRPr b="0" i="0" sz="4500" u="none" cap="none" strike="noStrike">
              <a:solidFill>
                <a:schemeClr val="dk1"/>
              </a:solidFill>
              <a:latin typeface="Calibri"/>
              <a:ea typeface="Calibri"/>
              <a:cs typeface="Calibri"/>
              <a:sym typeface="Calibri"/>
            </a:endParaRPr>
          </a:p>
        </p:txBody>
      </p:sp>
      <p:sp>
        <p:nvSpPr>
          <p:cNvPr id="576" name="Google Shape;576;p16"/>
          <p:cNvSpPr txBox="1"/>
          <p:nvPr/>
        </p:nvSpPr>
        <p:spPr>
          <a:xfrm>
            <a:off x="571500" y="3017520"/>
            <a:ext cx="45720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Una línea que anticipa qué se resuelve en esta sección.</a:t>
            </a:r>
            <a:endParaRPr b="0" i="0" sz="1300" u="none" cap="none" strike="noStrike">
              <a:solidFill>
                <a:schemeClr val="dk1"/>
              </a:solidFill>
              <a:latin typeface="Calibri"/>
              <a:ea typeface="Calibri"/>
              <a:cs typeface="Calibri"/>
              <a:sym typeface="Calibri"/>
            </a:endParaRPr>
          </a:p>
        </p:txBody>
      </p:sp>
      <p:sp>
        <p:nvSpPr>
          <p:cNvPr id="577" name="Google Shape;577;p1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82" name="Shape 582"/>
        <p:cNvGrpSpPr/>
        <p:nvPr/>
      </p:nvGrpSpPr>
      <p:grpSpPr>
        <a:xfrm>
          <a:off x="0" y="0"/>
          <a:ext cx="0" cy="0"/>
          <a:chOff x="0" y="0"/>
          <a:chExt cx="0" cy="0"/>
        </a:xfrm>
      </p:grpSpPr>
      <p:sp>
        <p:nvSpPr>
          <p:cNvPr id="583" name="Google Shape;583;p17"/>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CONSIDERACIONES</a:t>
            </a:r>
            <a:endParaRPr b="0" i="0" sz="1100" u="none" cap="none" strike="noStrike">
              <a:solidFill>
                <a:schemeClr val="dk1"/>
              </a:solidFill>
              <a:latin typeface="Calibri"/>
              <a:ea typeface="Calibri"/>
              <a:cs typeface="Calibri"/>
              <a:sym typeface="Calibri"/>
            </a:endParaRPr>
          </a:p>
        </p:txBody>
      </p:sp>
      <p:sp>
        <p:nvSpPr>
          <p:cNvPr id="584" name="Google Shape;584;p17"/>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Qué entrega cada</a:t>
            </a:r>
            <a:r>
              <a:rPr b="1" i="1" lang="en-US" sz="2100" u="none" cap="none" strike="noStrike">
                <a:solidFill>
                  <a:srgbClr val="2B5BFC"/>
                </a:solidFill>
                <a:latin typeface="Montserrat Black"/>
                <a:ea typeface="Montserrat Black"/>
                <a:cs typeface="Montserrat Black"/>
                <a:sym typeface="Montserrat Black"/>
              </a:rPr>
              <a:t> parte</a:t>
            </a:r>
            <a:endParaRPr b="0" i="0" sz="2100" u="none" cap="none" strike="noStrike">
              <a:solidFill>
                <a:schemeClr val="dk1"/>
              </a:solidFill>
              <a:latin typeface="Calibri"/>
              <a:ea typeface="Calibri"/>
              <a:cs typeface="Calibri"/>
              <a:sym typeface="Calibri"/>
            </a:endParaRPr>
          </a:p>
        </p:txBody>
      </p:sp>
      <p:sp>
        <p:nvSpPr>
          <p:cNvPr id="585" name="Google Shape;585;p17"/>
          <p:cNvSpPr/>
          <p:nvPr/>
        </p:nvSpPr>
        <p:spPr>
          <a:xfrm>
            <a:off x="5756181" y="1749550"/>
            <a:ext cx="3122400" cy="30810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17"/>
          <p:cNvSpPr/>
          <p:nvPr/>
        </p:nvSpPr>
        <p:spPr>
          <a:xfrm>
            <a:off x="5936681" y="1869823"/>
            <a:ext cx="1678800" cy="2163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17"/>
          <p:cNvSpPr txBox="1"/>
          <p:nvPr/>
        </p:nvSpPr>
        <p:spPr>
          <a:xfrm>
            <a:off x="5936677" y="1884643"/>
            <a:ext cx="15519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NEO ENTREGA</a:t>
            </a:r>
            <a:endParaRPr b="0" i="0" sz="900" u="none" cap="none" strike="noStrike">
              <a:solidFill>
                <a:schemeClr val="dk1"/>
              </a:solidFill>
              <a:latin typeface="Calibri"/>
              <a:ea typeface="Calibri"/>
              <a:cs typeface="Calibri"/>
              <a:sym typeface="Calibri"/>
            </a:endParaRPr>
          </a:p>
        </p:txBody>
      </p:sp>
      <p:sp>
        <p:nvSpPr>
          <p:cNvPr id="588" name="Google Shape;588;p17"/>
          <p:cNvSpPr/>
          <p:nvPr/>
        </p:nvSpPr>
        <p:spPr>
          <a:xfrm>
            <a:off x="588558" y="1726000"/>
            <a:ext cx="4969500" cy="3128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 name="Google Shape;589;p17"/>
          <p:cNvSpPr/>
          <p:nvPr/>
        </p:nvSpPr>
        <p:spPr>
          <a:xfrm>
            <a:off x="816848" y="1846275"/>
            <a:ext cx="1636800" cy="216300"/>
          </a:xfrm>
          <a:prstGeom prst="roundRect">
            <a:avLst>
              <a:gd fmla="val 50000" name="adj"/>
            </a:avLst>
          </a:prstGeom>
          <a:solidFill>
            <a:srgbClr val="EEF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17"/>
          <p:cNvSpPr txBox="1"/>
          <p:nvPr/>
        </p:nvSpPr>
        <p:spPr>
          <a:xfrm>
            <a:off x="571500" y="1861075"/>
            <a:ext cx="19629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EL CLIENTE </a:t>
            </a:r>
            <a:endParaRPr b="0" i="0" sz="900" u="none" cap="none" strike="noStrike">
              <a:solidFill>
                <a:schemeClr val="dk1"/>
              </a:solidFill>
              <a:latin typeface="Calibri"/>
              <a:ea typeface="Calibri"/>
              <a:cs typeface="Calibri"/>
              <a:sym typeface="Calibri"/>
            </a:endParaRPr>
          </a:p>
        </p:txBody>
      </p:sp>
      <p:sp>
        <p:nvSpPr>
          <p:cNvPr id="591" name="Google Shape;591;p17"/>
          <p:cNvSpPr txBox="1"/>
          <p:nvPr/>
        </p:nvSpPr>
        <p:spPr>
          <a:xfrm>
            <a:off x="816848" y="2169275"/>
            <a:ext cx="4641000" cy="2613900"/>
          </a:xfrm>
          <a:prstGeom prst="rect">
            <a:avLst/>
          </a:prstGeom>
          <a:noFill/>
          <a:ln>
            <a:noFill/>
          </a:ln>
        </p:spPr>
        <p:txBody>
          <a:bodyPr anchorCtr="0" anchor="t" bIns="47075" lIns="47075" spcFirstLastPara="1" rIns="47075" wrap="square" tIns="47075">
            <a:spAutoFit/>
          </a:bodyPr>
          <a:lstStyle/>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Lo que aporta SPSA:</a:t>
            </a:r>
            <a:endParaRPr b="1"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Licencias y accesos</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Arial"/>
              <a:buChar char="●"/>
            </a:pPr>
            <a:r>
              <a:rPr b="0" i="0" lang="en-US" sz="827" u="none" cap="none" strike="noStrike">
                <a:solidFill>
                  <a:srgbClr val="000000"/>
                </a:solidFill>
                <a:latin typeface="Montserrat"/>
                <a:ea typeface="Montserrat"/>
                <a:cs typeface="Montserrat"/>
                <a:sym typeface="Montserrat"/>
              </a:rPr>
              <a:t> Licencias activas de la herramienta de IA seleccionada, y accesos habilitados a las plataformas correspondientes.</a:t>
            </a:r>
            <a:endParaRPr b="0"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Perfiles y logística</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Arial"/>
              <a:buChar char="●"/>
            </a:pPr>
            <a:r>
              <a:rPr b="0" i="0" lang="en-US" sz="827" u="none" cap="none" strike="noStrike">
                <a:solidFill>
                  <a:srgbClr val="000000"/>
                </a:solidFill>
                <a:latin typeface="Montserrat"/>
                <a:ea typeface="Montserrat"/>
                <a:cs typeface="Montserrat"/>
                <a:sym typeface="Montserrat"/>
              </a:rPr>
              <a:t>Detalle de perfiles por grupo (área, rol, nivel de madurez), convocatoria interna de los colaboradores y disponibilidad de horarios/sala para las sesiones presenciales.</a:t>
            </a:r>
            <a:endParaRPr b="0"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Equipos de los participantes</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Montserrat"/>
              <a:buChar char="●"/>
            </a:pPr>
            <a:r>
              <a:rPr b="0" i="0" lang="en-US" sz="827" u="none" cap="none" strike="noStrike">
                <a:solidFill>
                  <a:srgbClr val="000000"/>
                </a:solidFill>
                <a:latin typeface="Montserrat"/>
                <a:ea typeface="Montserrat"/>
                <a:cs typeface="Montserrat"/>
                <a:sym typeface="Montserrat"/>
              </a:rPr>
              <a:t>Laptops u otros dispositivos necesarios para que cada colaborador participe en las sesiones prácticas.</a:t>
            </a:r>
            <a:endParaRPr b="0"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Logística adicional</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Arial"/>
              <a:buChar char="●"/>
            </a:pPr>
            <a:r>
              <a:rPr b="0" i="0" lang="en-US" sz="827" u="none" cap="none" strike="noStrike">
                <a:solidFill>
                  <a:srgbClr val="000000"/>
                </a:solidFill>
                <a:latin typeface="Montserrat"/>
                <a:ea typeface="Montserrat"/>
                <a:cs typeface="Montserrat"/>
                <a:sym typeface="Montserrat"/>
              </a:rPr>
              <a:t>Cualquier gasto extra de la sesión presencial (coffee break, alimentos, bebidas u otros) queda a cargo de *nombre del cliente*.</a:t>
            </a:r>
            <a:endParaRPr b="0" i="0" sz="827" u="none" cap="none" strike="noStrike">
              <a:solidFill>
                <a:srgbClr val="000000"/>
              </a:solidFill>
              <a:latin typeface="Arial"/>
              <a:ea typeface="Arial"/>
              <a:cs typeface="Arial"/>
              <a:sym typeface="Arial"/>
            </a:endParaRPr>
          </a:p>
        </p:txBody>
      </p:sp>
      <p:sp>
        <p:nvSpPr>
          <p:cNvPr id="592" name="Google Shape;592;p17"/>
          <p:cNvSpPr txBox="1"/>
          <p:nvPr/>
        </p:nvSpPr>
        <p:spPr>
          <a:xfrm>
            <a:off x="5936676" y="2192814"/>
            <a:ext cx="2941800" cy="2360400"/>
          </a:xfrm>
          <a:prstGeom prst="rect">
            <a:avLst/>
          </a:prstGeom>
          <a:noFill/>
          <a:ln>
            <a:noFill/>
          </a:ln>
        </p:spPr>
        <p:txBody>
          <a:bodyPr anchorCtr="0" anchor="t" bIns="47075" lIns="47075" spcFirstLastPara="1" rIns="47075" wrap="square" tIns="47075">
            <a:spAutoFit/>
          </a:bodyPr>
          <a:lstStyle/>
          <a:p>
            <a:pPr indent="0" lvl="0" marL="0" marR="0" rtl="0" algn="l">
              <a:lnSpc>
                <a:spcPct val="115000"/>
              </a:lnSpc>
              <a:spcBef>
                <a:spcPts val="618"/>
              </a:spcBef>
              <a:spcAft>
                <a:spcPts val="0"/>
              </a:spcAft>
              <a:buClr>
                <a:srgbClr val="000000"/>
              </a:buClr>
              <a:buSzPts val="927"/>
              <a:buFont typeface="Arial"/>
              <a:buNone/>
            </a:pPr>
            <a:r>
              <a:rPr b="1" i="0" lang="en-US" sz="927" u="none" cap="none" strike="noStrike">
                <a:solidFill>
                  <a:srgbClr val="000000"/>
                </a:solidFill>
                <a:latin typeface="Montserrat"/>
                <a:ea typeface="Montserrat"/>
                <a:cs typeface="Montserrat"/>
                <a:sym typeface="Montserrat"/>
              </a:rPr>
              <a:t>Lo que aporta Neo:</a:t>
            </a:r>
            <a:endParaRPr b="1" i="0" sz="9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927" u="none" cap="none" strike="noStrike">
                <a:solidFill>
                  <a:srgbClr val="000000"/>
                </a:solidFill>
                <a:latin typeface="Montserrat"/>
                <a:ea typeface="Montserrat"/>
                <a:cs typeface="Montserrat"/>
                <a:sym typeface="Montserrat"/>
              </a:rPr>
              <a:t>Material y capacitadores</a:t>
            </a:r>
            <a:r>
              <a:rPr b="0" i="0" lang="en-US" sz="927" u="none" cap="none" strike="noStrike">
                <a:solidFill>
                  <a:srgbClr val="000000"/>
                </a:solidFill>
                <a:latin typeface="Montserrat"/>
                <a:ea typeface="Montserrat"/>
                <a:cs typeface="Montserrat"/>
                <a:sym typeface="Montserrat"/>
              </a:rPr>
              <a:t> </a:t>
            </a:r>
            <a:endParaRPr b="0" i="0" sz="927" u="none" cap="none" strike="noStrike">
              <a:solidFill>
                <a:srgbClr val="000000"/>
              </a:solidFill>
              <a:latin typeface="Montserrat"/>
              <a:ea typeface="Montserrat"/>
              <a:cs typeface="Montserrat"/>
              <a:sym typeface="Montserrat"/>
            </a:endParaRPr>
          </a:p>
          <a:p>
            <a:pPr indent="-176630" lvl="0" marL="235508" marR="0" rtl="0" algn="l">
              <a:lnSpc>
                <a:spcPct val="115000"/>
              </a:lnSpc>
              <a:spcBef>
                <a:spcPts val="618"/>
              </a:spcBef>
              <a:spcAft>
                <a:spcPts val="0"/>
              </a:spcAft>
              <a:buClr>
                <a:srgbClr val="000000"/>
              </a:buClr>
              <a:buSzPts val="927"/>
              <a:buFont typeface="Arial"/>
              <a:buChar char="●"/>
            </a:pPr>
            <a:r>
              <a:rPr b="0" i="0" lang="en-US" sz="927" u="none" cap="none" strike="noStrike">
                <a:solidFill>
                  <a:srgbClr val="000000"/>
                </a:solidFill>
                <a:latin typeface="Montserrat"/>
                <a:ea typeface="Montserrat"/>
                <a:cs typeface="Montserrat"/>
                <a:sym typeface="Montserrat"/>
              </a:rPr>
              <a:t>Contenido, plantillas, datasets de práctica y facilitadores especializados para cada sesión, adaptados al caso ad-hoc de cada grupo.</a:t>
            </a:r>
            <a:endParaRPr b="0" i="0" sz="9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927" u="none" cap="none" strike="noStrike">
                <a:solidFill>
                  <a:srgbClr val="000000"/>
                </a:solidFill>
                <a:latin typeface="Montserrat"/>
                <a:ea typeface="Montserrat"/>
                <a:cs typeface="Montserrat"/>
                <a:sym typeface="Montserrat"/>
              </a:rPr>
              <a:t>Espacio IA Lab</a:t>
            </a:r>
            <a:r>
              <a:rPr b="0" i="0" lang="en-US" sz="927" u="none" cap="none" strike="noStrike">
                <a:solidFill>
                  <a:srgbClr val="000000"/>
                </a:solidFill>
                <a:latin typeface="Montserrat"/>
                <a:ea typeface="Montserrat"/>
                <a:cs typeface="Montserrat"/>
                <a:sym typeface="Montserrat"/>
              </a:rPr>
              <a:t> (24 personas)</a:t>
            </a:r>
            <a:endParaRPr b="0" i="0" sz="927" u="none" cap="none" strike="noStrike">
              <a:solidFill>
                <a:srgbClr val="000000"/>
              </a:solidFill>
              <a:latin typeface="Montserrat"/>
              <a:ea typeface="Montserrat"/>
              <a:cs typeface="Montserrat"/>
              <a:sym typeface="Montserrat"/>
            </a:endParaRPr>
          </a:p>
          <a:p>
            <a:pPr indent="-176630" lvl="0" marL="235508" marR="0" rtl="0" algn="l">
              <a:lnSpc>
                <a:spcPct val="115000"/>
              </a:lnSpc>
              <a:spcBef>
                <a:spcPts val="618"/>
              </a:spcBef>
              <a:spcAft>
                <a:spcPts val="0"/>
              </a:spcAft>
              <a:buClr>
                <a:srgbClr val="000000"/>
              </a:buClr>
              <a:buSzPts val="927"/>
              <a:buFont typeface="Arial"/>
              <a:buChar char="●"/>
            </a:pPr>
            <a:r>
              <a:rPr b="0" i="0" lang="en-US" sz="927" u="none" cap="none" strike="noStrike">
                <a:solidFill>
                  <a:srgbClr val="000000"/>
                </a:solidFill>
                <a:latin typeface="Montserrat"/>
                <a:ea typeface="Montserrat"/>
                <a:cs typeface="Montserrat"/>
                <a:sym typeface="Montserrat"/>
              </a:rPr>
              <a:t>Uso de nuestro IA Lab como sede física opcional para el desarrollo de las capacitaciones presenciales, en caso *nombre del cliente*  lo prefiera en vez de sus propias instalaciones.</a:t>
            </a:r>
            <a:endParaRPr b="0" i="0" sz="927"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597" name="Shape 597"/>
        <p:cNvGrpSpPr/>
        <p:nvPr/>
      </p:nvGrpSpPr>
      <p:grpSpPr>
        <a:xfrm>
          <a:off x="0" y="0"/>
          <a:ext cx="0" cy="0"/>
          <a:chOff x="0" y="0"/>
          <a:chExt cx="0" cy="0"/>
        </a:xfrm>
      </p:grpSpPr>
      <p:pic>
        <p:nvPicPr>
          <p:cNvPr descr="bg_divider.png" id="598" name="Google Shape;598;g3f8da4ebb8d_0_106"/>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599" name="Google Shape;599;g3f8da4ebb8d_0_106"/>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600" name="Google Shape;600;g3f8da4ebb8d_0_106"/>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09</a:t>
            </a:r>
            <a:endParaRPr b="0" i="0" sz="1200" u="none" cap="none" strike="noStrike">
              <a:solidFill>
                <a:schemeClr val="dk1"/>
              </a:solidFill>
              <a:latin typeface="Calibri"/>
              <a:ea typeface="Calibri"/>
              <a:cs typeface="Calibri"/>
              <a:sym typeface="Calibri"/>
            </a:endParaRPr>
          </a:p>
        </p:txBody>
      </p:sp>
      <p:sp>
        <p:nvSpPr>
          <p:cNvPr id="601" name="Google Shape;601;g3f8da4ebb8d_0_106"/>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Estimación de</a:t>
            </a:r>
            <a:r>
              <a:rPr b="1" i="1" lang="en-US" sz="4500" u="none" cap="none" strike="noStrike">
                <a:solidFill>
                  <a:srgbClr val="7E99FE"/>
                </a:solidFill>
                <a:latin typeface="Montserrat Black"/>
                <a:ea typeface="Montserrat Black"/>
                <a:cs typeface="Montserrat Black"/>
                <a:sym typeface="Montserrat Black"/>
              </a:rPr>
              <a:t> impacto</a:t>
            </a:r>
            <a:endParaRPr b="0" i="0" sz="4500" u="none" cap="none" strike="noStrike">
              <a:solidFill>
                <a:schemeClr val="dk1"/>
              </a:solidFill>
              <a:latin typeface="Calibri"/>
              <a:ea typeface="Calibri"/>
              <a:cs typeface="Calibri"/>
              <a:sym typeface="Calibri"/>
            </a:endParaRPr>
          </a:p>
        </p:txBody>
      </p:sp>
      <p:sp>
        <p:nvSpPr>
          <p:cNvPr id="602" name="Google Shape;602;g3f8da4ebb8d_0_106"/>
          <p:cNvSpPr txBox="1"/>
          <p:nvPr/>
        </p:nvSpPr>
        <p:spPr>
          <a:xfrm>
            <a:off x="571500" y="3054100"/>
            <a:ext cx="709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El impacto esperado de la ruta, a completar con *cliente*.</a:t>
            </a:r>
            <a:endParaRPr b="0" i="0" sz="1300" u="none" cap="none" strike="noStrike">
              <a:solidFill>
                <a:schemeClr val="dk1"/>
              </a:solidFill>
              <a:latin typeface="Calibri"/>
              <a:ea typeface="Calibri"/>
              <a:cs typeface="Calibri"/>
              <a:sym typeface="Calibri"/>
            </a:endParaRPr>
          </a:p>
        </p:txBody>
      </p:sp>
      <p:sp>
        <p:nvSpPr>
          <p:cNvPr id="603" name="Google Shape;603;g3f8da4ebb8d_0_10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08" name="Shape 608"/>
        <p:cNvGrpSpPr/>
        <p:nvPr/>
      </p:nvGrpSpPr>
      <p:grpSpPr>
        <a:xfrm>
          <a:off x="0" y="0"/>
          <a:ext cx="0" cy="0"/>
          <a:chOff x="0" y="0"/>
          <a:chExt cx="0" cy="0"/>
        </a:xfrm>
      </p:grpSpPr>
      <p:sp>
        <p:nvSpPr>
          <p:cNvPr id="609" name="Google Shape;609;g3f8da4ebb8d_0_11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ESTIMACIÓN DE IMPACTO</a:t>
            </a:r>
            <a:endParaRPr b="0" i="0" sz="1100" u="none" cap="none" strike="noStrike">
              <a:solidFill>
                <a:schemeClr val="dk1"/>
              </a:solidFill>
              <a:latin typeface="Calibri"/>
              <a:ea typeface="Calibri"/>
              <a:cs typeface="Calibri"/>
              <a:sym typeface="Calibri"/>
            </a:endParaRPr>
          </a:p>
        </p:txBody>
      </p:sp>
      <p:sp>
        <p:nvSpPr>
          <p:cNvPr id="610" name="Google Shape;610;g3f8da4ebb8d_0_116"/>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611" name="Google Shape;611;g3f8da4ebb8d_0_116"/>
          <p:cNvSpPr/>
          <p:nvPr/>
        </p:nvSpPr>
        <p:spPr>
          <a:xfrm>
            <a:off x="571500" y="1929437"/>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g3f8da4ebb8d_0_116"/>
          <p:cNvSpPr/>
          <p:nvPr/>
        </p:nvSpPr>
        <p:spPr>
          <a:xfrm>
            <a:off x="3332400" y="1929437"/>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 name="Google Shape;613;g3f8da4ebb8d_0_116"/>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614" name="Google Shape;614;g3f8da4ebb8d_0_116"/>
          <p:cNvSpPr/>
          <p:nvPr/>
        </p:nvSpPr>
        <p:spPr>
          <a:xfrm>
            <a:off x="6093300" y="1929437"/>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 name="Google Shape;615;g3f8da4ebb8d_0_116"/>
          <p:cNvSpPr/>
          <p:nvPr/>
        </p:nvSpPr>
        <p:spPr>
          <a:xfrm>
            <a:off x="731804" y="2007625"/>
            <a:ext cx="24291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16" name="Google Shape;616;g3f8da4ebb8d_0_116"/>
          <p:cNvSpPr/>
          <p:nvPr/>
        </p:nvSpPr>
        <p:spPr>
          <a:xfrm>
            <a:off x="731812" y="2492522"/>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17" name="Google Shape;617;g3f8da4ebb8d_0_116"/>
          <p:cNvSpPr/>
          <p:nvPr/>
        </p:nvSpPr>
        <p:spPr>
          <a:xfrm>
            <a:off x="731824" y="2950463"/>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18" name="Google Shape;618;g3f8da4ebb8d_0_116"/>
          <p:cNvSpPr/>
          <p:nvPr/>
        </p:nvSpPr>
        <p:spPr>
          <a:xfrm>
            <a:off x="3491238" y="2007627"/>
            <a:ext cx="22953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19" name="Google Shape;619;g3f8da4ebb8d_0_116"/>
          <p:cNvSpPr/>
          <p:nvPr/>
        </p:nvSpPr>
        <p:spPr>
          <a:xfrm>
            <a:off x="3424338" y="2492522"/>
            <a:ext cx="22953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20" name="Google Shape;620;g3f8da4ebb8d_0_116"/>
          <p:cNvSpPr/>
          <p:nvPr/>
        </p:nvSpPr>
        <p:spPr>
          <a:xfrm>
            <a:off x="3424350" y="2950463"/>
            <a:ext cx="22953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21" name="Google Shape;621;g3f8da4ebb8d_0_116"/>
          <p:cNvSpPr/>
          <p:nvPr/>
        </p:nvSpPr>
        <p:spPr>
          <a:xfrm>
            <a:off x="6263287" y="2007627"/>
            <a:ext cx="21489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22" name="Google Shape;622;g3f8da4ebb8d_0_116"/>
          <p:cNvSpPr/>
          <p:nvPr/>
        </p:nvSpPr>
        <p:spPr>
          <a:xfrm>
            <a:off x="6263287" y="2492529"/>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23" name="Google Shape;623;g3f8da4ebb8d_0_116"/>
          <p:cNvSpPr/>
          <p:nvPr/>
        </p:nvSpPr>
        <p:spPr>
          <a:xfrm>
            <a:off x="6263299" y="2950465"/>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24" name="Google Shape;624;g3f8da4ebb8d_0_116"/>
          <p:cNvSpPr/>
          <p:nvPr/>
        </p:nvSpPr>
        <p:spPr>
          <a:xfrm>
            <a:off x="571500" y="1600327"/>
            <a:ext cx="8001000" cy="3291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1150"/>
              <a:buFont typeface="Calibri"/>
              <a:buNone/>
            </a:pPr>
            <a:r>
              <a:rPr b="0" i="0" lang="en-US" sz="1000" u="none" cap="none" strike="noStrike">
                <a:solidFill>
                  <a:srgbClr val="4A4A5F"/>
                </a:solidFill>
                <a:latin typeface="Montserrat"/>
                <a:ea typeface="Montserrat"/>
                <a:cs typeface="Montserrat"/>
                <a:sym typeface="Montserrat"/>
              </a:rPr>
              <a:t>xxxxxxx</a:t>
            </a:r>
            <a:endParaRPr b="0" i="0" sz="1000" u="none" cap="none" strike="noStrike">
              <a:solidFill>
                <a:srgbClr val="000000"/>
              </a:solidFill>
              <a:latin typeface="Montserrat"/>
              <a:ea typeface="Montserrat"/>
              <a:cs typeface="Montserrat"/>
              <a:sym typeface="Montserrat"/>
            </a:endParaRPr>
          </a:p>
        </p:txBody>
      </p:sp>
      <p:sp>
        <p:nvSpPr>
          <p:cNvPr id="625" name="Google Shape;625;g3f8da4ebb8d_0_116"/>
          <p:cNvSpPr/>
          <p:nvPr/>
        </p:nvSpPr>
        <p:spPr>
          <a:xfrm>
            <a:off x="645400" y="4061850"/>
            <a:ext cx="7838700" cy="53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6E6BBF"/>
              </a:buClr>
              <a:buSzPts val="950"/>
              <a:buFont typeface="Calibri"/>
              <a:buNone/>
            </a:pPr>
            <a:r>
              <a:rPr b="1" i="1" lang="en-US" sz="600" u="none" cap="none" strike="noStrike">
                <a:solidFill>
                  <a:srgbClr val="2B5BFC"/>
                </a:solidFill>
                <a:latin typeface="Montserrat"/>
                <a:ea typeface="Montserrat"/>
                <a:cs typeface="Montserrat"/>
                <a:sym typeface="Montserrat"/>
              </a:rPr>
              <a:t>Nota:</a:t>
            </a:r>
            <a:r>
              <a:rPr b="1" i="1" lang="en-US" sz="550" u="none" cap="none" strike="noStrike">
                <a:solidFill>
                  <a:srgbClr val="6E6BBF"/>
                </a:solidFill>
                <a:latin typeface="Montserrat"/>
                <a:ea typeface="Montserrat"/>
                <a:cs typeface="Montserrat"/>
                <a:sym typeface="Montserrat"/>
              </a:rPr>
              <a:t>   </a:t>
            </a:r>
            <a:r>
              <a:rPr b="0" i="1" lang="en-US" sz="600" u="none" cap="none" strike="noStrike">
                <a:solidFill>
                  <a:srgbClr val="4A4A5F"/>
                </a:solidFill>
                <a:latin typeface="Montserrat"/>
                <a:ea typeface="Montserrat"/>
                <a:cs typeface="Montserrat"/>
                <a:sym typeface="Montserrat"/>
              </a:rPr>
              <a:t>No existe todavía una cifra de impacto verificada para “nombre del cliente”. Las cifras de arriba corresponden a otros clientes y no son una proyección de resultados. Las metas de “el nombre del cliente” se fijan en la Etapa 1 contra la línea base medida.</a:t>
            </a:r>
            <a:endParaRPr b="0" i="1" sz="55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0" name="Shape 630"/>
        <p:cNvGrpSpPr/>
        <p:nvPr/>
      </p:nvGrpSpPr>
      <p:grpSpPr>
        <a:xfrm>
          <a:off x="0" y="0"/>
          <a:ext cx="0" cy="0"/>
          <a:chOff x="0" y="0"/>
          <a:chExt cx="0" cy="0"/>
        </a:xfrm>
      </p:grpSpPr>
      <p:sp>
        <p:nvSpPr>
          <p:cNvPr id="631" name="Google Shape;631;p24"/>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32" name="Google Shape;632;p24"/>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633" name="Google Shape;633;p24"/>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634" name="Google Shape;634;p24"/>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635" name="Google Shape;635;p24"/>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636" name="Google Shape;636;p24"/>
          <p:cNvSpPr/>
          <p:nvPr/>
        </p:nvSpPr>
        <p:spPr>
          <a:xfrm>
            <a:off x="1676144"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637" name="Google Shape;637;p24"/>
          <p:cNvSpPr/>
          <p:nvPr/>
        </p:nvSpPr>
        <p:spPr>
          <a:xfrm>
            <a:off x="571500" y="1762581"/>
            <a:ext cx="1100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10 </a:t>
            </a:r>
            <a:endParaRPr b="0" i="0" sz="1200" u="none" cap="none" strike="noStrike">
              <a:solidFill>
                <a:schemeClr val="dk1"/>
              </a:solidFill>
              <a:latin typeface="Calibri"/>
              <a:ea typeface="Calibri"/>
              <a:cs typeface="Calibri"/>
              <a:sym typeface="Calibri"/>
            </a:endParaRPr>
          </a:p>
        </p:txBody>
      </p:sp>
      <p:sp>
        <p:nvSpPr>
          <p:cNvPr id="638" name="Google Shape;638;p24"/>
          <p:cNvSpPr/>
          <p:nvPr/>
        </p:nvSpPr>
        <p:spPr>
          <a:xfrm>
            <a:off x="571500" y="2988925"/>
            <a:ext cx="51960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Planificación temporal y propuestas de inversión económica estimadas para el desarrollo del proyecto. </a:t>
            </a:r>
            <a:endParaRPr b="0" i="0" sz="1300" u="none" cap="none" strike="noStrike">
              <a:solidFill>
                <a:schemeClr val="dk1"/>
              </a:solidFill>
              <a:latin typeface="Calibri"/>
              <a:ea typeface="Calibri"/>
              <a:cs typeface="Calibri"/>
              <a:sym typeface="Calibri"/>
            </a:endParaRPr>
          </a:p>
        </p:txBody>
      </p:sp>
      <p:sp>
        <p:nvSpPr>
          <p:cNvPr id="639" name="Google Shape;639;p24"/>
          <p:cNvSpPr/>
          <p:nvPr/>
        </p:nvSpPr>
        <p:spPr>
          <a:xfrm>
            <a:off x="571500" y="2155488"/>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Cronograma e </a:t>
            </a:r>
            <a:r>
              <a:rPr b="1" i="1" lang="en-US" sz="4500" u="none" cap="none" strike="noStrike">
                <a:solidFill>
                  <a:srgbClr val="7E99FE"/>
                </a:solidFill>
                <a:latin typeface="Montserrat ExtraBold"/>
                <a:ea typeface="Montserrat ExtraBold"/>
                <a:cs typeface="Montserrat ExtraBold"/>
                <a:sym typeface="Montserrat ExtraBold"/>
              </a:rPr>
              <a:t>Inversión</a:t>
            </a:r>
            <a:endParaRPr b="0" i="1" sz="4500" u="none" cap="none" strike="noStrike">
              <a:solidFill>
                <a:srgbClr val="7E99FE"/>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44" name="Shape 644"/>
        <p:cNvGrpSpPr/>
        <p:nvPr/>
      </p:nvGrpSpPr>
      <p:grpSpPr>
        <a:xfrm>
          <a:off x="0" y="0"/>
          <a:ext cx="0" cy="0"/>
          <a:chOff x="0" y="0"/>
          <a:chExt cx="0" cy="0"/>
        </a:xfrm>
      </p:grpSpPr>
      <p:sp>
        <p:nvSpPr>
          <p:cNvPr id="645" name="Google Shape;645;p25"/>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46" name="Google Shape;646;p25"/>
          <p:cNvSpPr/>
          <p:nvPr/>
        </p:nvSpPr>
        <p:spPr>
          <a:xfrm>
            <a:off x="590550" y="933450"/>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Cronograma e </a:t>
            </a:r>
            <a:r>
              <a:rPr b="1" i="0" lang="en-US" sz="1700" u="none" cap="none" strike="noStrike">
                <a:solidFill>
                  <a:srgbClr val="2B5BFC"/>
                </a:solidFill>
                <a:latin typeface="Montserrat ExtraBold"/>
                <a:ea typeface="Montserrat ExtraBold"/>
                <a:cs typeface="Montserrat ExtraBold"/>
                <a:sym typeface="Montserrat ExtraBold"/>
              </a:rPr>
              <a:t>Inversión</a:t>
            </a:r>
            <a:endParaRPr b="0" i="0" sz="1700" u="none" cap="none" strike="noStrike">
              <a:solidFill>
                <a:srgbClr val="2B5BFC"/>
              </a:solidFill>
              <a:latin typeface="Calibri"/>
              <a:ea typeface="Calibri"/>
              <a:cs typeface="Calibri"/>
              <a:sym typeface="Calibri"/>
            </a:endParaRPr>
          </a:p>
        </p:txBody>
      </p:sp>
      <p:sp>
        <p:nvSpPr>
          <p:cNvPr id="647" name="Google Shape;647;p25"/>
          <p:cNvSpPr/>
          <p:nvPr/>
        </p:nvSpPr>
        <p:spPr>
          <a:xfrm>
            <a:off x="571500" y="1339350"/>
            <a:ext cx="8001000" cy="22899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25"/>
          <p:cNvSpPr txBox="1"/>
          <p:nvPr/>
        </p:nvSpPr>
        <p:spPr>
          <a:xfrm>
            <a:off x="3223260"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649" name="Google Shape;649;p25"/>
          <p:cNvSpPr txBox="1"/>
          <p:nvPr/>
        </p:nvSpPr>
        <p:spPr>
          <a:xfrm>
            <a:off x="4501134"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650" name="Google Shape;650;p25"/>
          <p:cNvSpPr txBox="1"/>
          <p:nvPr/>
        </p:nvSpPr>
        <p:spPr>
          <a:xfrm>
            <a:off x="5779008"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651" name="Google Shape;651;p25"/>
          <p:cNvSpPr txBox="1"/>
          <p:nvPr/>
        </p:nvSpPr>
        <p:spPr>
          <a:xfrm>
            <a:off x="7056882"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652" name="Google Shape;652;p25"/>
          <p:cNvSpPr/>
          <p:nvPr/>
        </p:nvSpPr>
        <p:spPr>
          <a:xfrm>
            <a:off x="809244" y="1743468"/>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25"/>
          <p:cNvSpPr txBox="1"/>
          <p:nvPr/>
        </p:nvSpPr>
        <p:spPr>
          <a:xfrm>
            <a:off x="809250" y="185090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1 · Nombre</a:t>
            </a:r>
            <a:endParaRPr b="0" i="0" sz="1000" u="none" cap="none" strike="noStrike">
              <a:solidFill>
                <a:schemeClr val="dk1"/>
              </a:solidFill>
              <a:latin typeface="Calibri"/>
              <a:ea typeface="Calibri"/>
              <a:cs typeface="Calibri"/>
              <a:sym typeface="Calibri"/>
            </a:endParaRPr>
          </a:p>
        </p:txBody>
      </p:sp>
      <p:sp>
        <p:nvSpPr>
          <p:cNvPr id="654" name="Google Shape;654;p25"/>
          <p:cNvSpPr/>
          <p:nvPr/>
        </p:nvSpPr>
        <p:spPr>
          <a:xfrm>
            <a:off x="3223260" y="1945527"/>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 name="Google Shape;655;p25"/>
          <p:cNvSpPr/>
          <p:nvPr/>
        </p:nvSpPr>
        <p:spPr>
          <a:xfrm>
            <a:off x="809244" y="2231777"/>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25"/>
          <p:cNvSpPr txBox="1"/>
          <p:nvPr/>
        </p:nvSpPr>
        <p:spPr>
          <a:xfrm>
            <a:off x="809250" y="229420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2 · Nombre</a:t>
            </a:r>
            <a:endParaRPr b="0" i="0" sz="1000" u="none" cap="none" strike="noStrike">
              <a:solidFill>
                <a:schemeClr val="dk1"/>
              </a:solidFill>
              <a:latin typeface="Calibri"/>
              <a:ea typeface="Calibri"/>
              <a:cs typeface="Calibri"/>
              <a:sym typeface="Calibri"/>
            </a:endParaRPr>
          </a:p>
        </p:txBody>
      </p:sp>
      <p:sp>
        <p:nvSpPr>
          <p:cNvPr id="657" name="Google Shape;657;p25"/>
          <p:cNvSpPr/>
          <p:nvPr/>
        </p:nvSpPr>
        <p:spPr>
          <a:xfrm>
            <a:off x="4501134" y="2366483"/>
            <a:ext cx="20445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25"/>
          <p:cNvSpPr/>
          <p:nvPr/>
        </p:nvSpPr>
        <p:spPr>
          <a:xfrm>
            <a:off x="809244" y="2652733"/>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25"/>
          <p:cNvSpPr txBox="1"/>
          <p:nvPr/>
        </p:nvSpPr>
        <p:spPr>
          <a:xfrm>
            <a:off x="809250" y="273751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3 · Nombre</a:t>
            </a:r>
            <a:endParaRPr b="0" i="0" sz="1000" u="none" cap="none" strike="noStrike">
              <a:solidFill>
                <a:schemeClr val="dk1"/>
              </a:solidFill>
              <a:latin typeface="Calibri"/>
              <a:ea typeface="Calibri"/>
              <a:cs typeface="Calibri"/>
              <a:sym typeface="Calibri"/>
            </a:endParaRPr>
          </a:p>
        </p:txBody>
      </p:sp>
      <p:sp>
        <p:nvSpPr>
          <p:cNvPr id="660" name="Google Shape;660;p25"/>
          <p:cNvSpPr/>
          <p:nvPr/>
        </p:nvSpPr>
        <p:spPr>
          <a:xfrm>
            <a:off x="6034583" y="2787439"/>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p25"/>
          <p:cNvSpPr/>
          <p:nvPr/>
        </p:nvSpPr>
        <p:spPr>
          <a:xfrm>
            <a:off x="809244" y="3073689"/>
            <a:ext cx="7525500" cy="69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 name="Google Shape;662;p25"/>
          <p:cNvSpPr txBox="1"/>
          <p:nvPr/>
        </p:nvSpPr>
        <p:spPr>
          <a:xfrm>
            <a:off x="809250" y="318081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4 · Nombre</a:t>
            </a:r>
            <a:endParaRPr b="0" i="0" sz="1000" u="none" cap="none" strike="noStrike">
              <a:solidFill>
                <a:schemeClr val="dk1"/>
              </a:solidFill>
              <a:latin typeface="Calibri"/>
              <a:ea typeface="Calibri"/>
              <a:cs typeface="Calibri"/>
              <a:sym typeface="Calibri"/>
            </a:endParaRPr>
          </a:p>
        </p:txBody>
      </p:sp>
      <p:sp>
        <p:nvSpPr>
          <p:cNvPr id="663" name="Google Shape;663;p25"/>
          <p:cNvSpPr/>
          <p:nvPr/>
        </p:nvSpPr>
        <p:spPr>
          <a:xfrm>
            <a:off x="7312457" y="3208395"/>
            <a:ext cx="1022400" cy="1854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 name="Google Shape;664;p25"/>
          <p:cNvSpPr/>
          <p:nvPr/>
        </p:nvSpPr>
        <p:spPr>
          <a:xfrm>
            <a:off x="586550" y="4039956"/>
            <a:ext cx="799200" cy="193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549"/>
              <a:buFont typeface="Calibri"/>
              <a:buNone/>
            </a:pPr>
            <a:r>
              <a:rPr b="1" i="0" lang="en-US" sz="549" u="none" cap="none" strike="noStrike">
                <a:solidFill>
                  <a:srgbClr val="000033"/>
                </a:solidFill>
                <a:latin typeface="Montserrat"/>
                <a:ea typeface="Montserrat"/>
                <a:cs typeface="Montserrat"/>
                <a:sym typeface="Montserrat"/>
              </a:rPr>
              <a:t>HITOS DE CONTROL</a:t>
            </a:r>
            <a:endParaRPr b="0" i="0" sz="549" u="none" cap="none" strike="noStrike">
              <a:solidFill>
                <a:srgbClr val="000033"/>
              </a:solidFill>
              <a:latin typeface="Montserrat"/>
              <a:ea typeface="Montserrat"/>
              <a:cs typeface="Montserrat"/>
              <a:sym typeface="Montserrat"/>
            </a:endParaRPr>
          </a:p>
        </p:txBody>
      </p:sp>
      <p:sp>
        <p:nvSpPr>
          <p:cNvPr id="665" name="Google Shape;665;p25"/>
          <p:cNvSpPr/>
          <p:nvPr/>
        </p:nvSpPr>
        <p:spPr>
          <a:xfrm>
            <a:off x="1467718" y="3964081"/>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25"/>
          <p:cNvSpPr/>
          <p:nvPr/>
        </p:nvSpPr>
        <p:spPr>
          <a:xfrm>
            <a:off x="1568080" y="4012461"/>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667" name="Google Shape;667;p25"/>
          <p:cNvSpPr/>
          <p:nvPr/>
        </p:nvSpPr>
        <p:spPr>
          <a:xfrm>
            <a:off x="1568080" y="4147925"/>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668" name="Google Shape;668;p25"/>
          <p:cNvSpPr/>
          <p:nvPr/>
        </p:nvSpPr>
        <p:spPr>
          <a:xfrm>
            <a:off x="3278760" y="3965906"/>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 name="Google Shape;669;p25"/>
          <p:cNvSpPr/>
          <p:nvPr/>
        </p:nvSpPr>
        <p:spPr>
          <a:xfrm>
            <a:off x="3379121" y="4014286"/>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670" name="Google Shape;670;p25"/>
          <p:cNvSpPr/>
          <p:nvPr/>
        </p:nvSpPr>
        <p:spPr>
          <a:xfrm>
            <a:off x="3379121" y="4149750"/>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671" name="Google Shape;671;p25"/>
          <p:cNvSpPr/>
          <p:nvPr/>
        </p:nvSpPr>
        <p:spPr>
          <a:xfrm>
            <a:off x="5085517" y="3967781"/>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 name="Google Shape;672;p25"/>
          <p:cNvSpPr/>
          <p:nvPr/>
        </p:nvSpPr>
        <p:spPr>
          <a:xfrm>
            <a:off x="5185879" y="4016161"/>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673" name="Google Shape;673;p25"/>
          <p:cNvSpPr/>
          <p:nvPr/>
        </p:nvSpPr>
        <p:spPr>
          <a:xfrm>
            <a:off x="5185879" y="4151625"/>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674" name="Google Shape;674;p25"/>
          <p:cNvSpPr/>
          <p:nvPr/>
        </p:nvSpPr>
        <p:spPr>
          <a:xfrm>
            <a:off x="6892301" y="3964081"/>
            <a:ext cx="1653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 name="Google Shape;675;p25"/>
          <p:cNvSpPr/>
          <p:nvPr/>
        </p:nvSpPr>
        <p:spPr>
          <a:xfrm>
            <a:off x="6992654" y="4012461"/>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676" name="Google Shape;676;p25"/>
          <p:cNvSpPr/>
          <p:nvPr/>
        </p:nvSpPr>
        <p:spPr>
          <a:xfrm>
            <a:off x="6992654" y="4147925"/>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681" name="Shape 681"/>
        <p:cNvGrpSpPr/>
        <p:nvPr/>
      </p:nvGrpSpPr>
      <p:grpSpPr>
        <a:xfrm>
          <a:off x="0" y="0"/>
          <a:ext cx="0" cy="0"/>
          <a:chOff x="0" y="0"/>
          <a:chExt cx="0" cy="0"/>
        </a:xfrm>
      </p:grpSpPr>
      <p:sp>
        <p:nvSpPr>
          <p:cNvPr id="682" name="Google Shape;682;g3f8da4ebb8d_0_111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INVERSIÓN</a:t>
            </a:r>
            <a:endParaRPr b="0" i="0" sz="1100" u="none" cap="none" strike="noStrike">
              <a:solidFill>
                <a:schemeClr val="dk1"/>
              </a:solidFill>
              <a:latin typeface="Calibri"/>
              <a:ea typeface="Calibri"/>
              <a:cs typeface="Calibri"/>
              <a:sym typeface="Calibri"/>
            </a:endParaRPr>
          </a:p>
        </p:txBody>
      </p:sp>
      <p:sp>
        <p:nvSpPr>
          <p:cNvPr id="683" name="Google Shape;683;g3f8da4ebb8d_0_111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sp>
        <p:nvSpPr>
          <p:cNvPr id="684" name="Google Shape;684;g3f8da4ebb8d_0_1118"/>
          <p:cNvSpPr/>
          <p:nvPr/>
        </p:nvSpPr>
        <p:spPr>
          <a:xfrm>
            <a:off x="571500" y="1596172"/>
            <a:ext cx="8001000" cy="2194500"/>
          </a:xfrm>
          <a:prstGeom prst="roundRect">
            <a:avLst>
              <a:gd fmla="val 3333"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 name="Google Shape;685;g3f8da4ebb8d_0_1118"/>
          <p:cNvSpPr txBox="1"/>
          <p:nvPr/>
        </p:nvSpPr>
        <p:spPr>
          <a:xfrm>
            <a:off x="790956" y="1742476"/>
            <a:ext cx="22860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Etapa</a:t>
            </a:r>
            <a:endParaRPr b="0" i="0" sz="850" u="none" cap="none" strike="noStrike">
              <a:solidFill>
                <a:schemeClr val="dk1"/>
              </a:solidFill>
              <a:latin typeface="Calibri"/>
              <a:ea typeface="Calibri"/>
              <a:cs typeface="Calibri"/>
              <a:sym typeface="Calibri"/>
            </a:endParaRPr>
          </a:p>
        </p:txBody>
      </p:sp>
      <p:sp>
        <p:nvSpPr>
          <p:cNvPr id="686" name="Google Shape;686;g3f8da4ebb8d_0_1118"/>
          <p:cNvSpPr txBox="1"/>
          <p:nvPr/>
        </p:nvSpPr>
        <p:spPr>
          <a:xfrm>
            <a:off x="3186684" y="1742476"/>
            <a:ext cx="36576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Entregable</a:t>
            </a:r>
            <a:endParaRPr b="0" i="0" sz="850" u="none" cap="none" strike="noStrike">
              <a:solidFill>
                <a:schemeClr val="dk1"/>
              </a:solidFill>
              <a:latin typeface="Calibri"/>
              <a:ea typeface="Calibri"/>
              <a:cs typeface="Calibri"/>
              <a:sym typeface="Calibri"/>
            </a:endParaRPr>
          </a:p>
        </p:txBody>
      </p:sp>
      <p:sp>
        <p:nvSpPr>
          <p:cNvPr id="687" name="Google Shape;687;g3f8da4ebb8d_0_1118"/>
          <p:cNvSpPr txBox="1"/>
          <p:nvPr/>
        </p:nvSpPr>
        <p:spPr>
          <a:xfrm>
            <a:off x="6890015" y="1729676"/>
            <a:ext cx="14631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Inversión / Total</a:t>
            </a:r>
            <a:endParaRPr b="0" i="0" sz="850" u="none" cap="none" strike="noStrike">
              <a:solidFill>
                <a:schemeClr val="dk1"/>
              </a:solidFill>
              <a:latin typeface="Calibri"/>
              <a:ea typeface="Calibri"/>
              <a:cs typeface="Calibri"/>
              <a:sym typeface="Calibri"/>
            </a:endParaRPr>
          </a:p>
        </p:txBody>
      </p:sp>
      <p:sp>
        <p:nvSpPr>
          <p:cNvPr id="688" name="Google Shape;688;g3f8da4ebb8d_0_1118"/>
          <p:cNvSpPr/>
          <p:nvPr/>
        </p:nvSpPr>
        <p:spPr>
          <a:xfrm>
            <a:off x="790956" y="1980220"/>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 name="Google Shape;689;g3f8da4ebb8d_0_1118"/>
          <p:cNvSpPr txBox="1"/>
          <p:nvPr/>
        </p:nvSpPr>
        <p:spPr>
          <a:xfrm>
            <a:off x="790950" y="2047228"/>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1: xxx</a:t>
            </a:r>
            <a:endParaRPr b="0" i="0" sz="800" u="none" cap="none" strike="noStrike">
              <a:solidFill>
                <a:schemeClr val="dk1"/>
              </a:solidFill>
              <a:latin typeface="Calibri"/>
              <a:ea typeface="Calibri"/>
              <a:cs typeface="Calibri"/>
              <a:sym typeface="Calibri"/>
            </a:endParaRPr>
          </a:p>
        </p:txBody>
      </p:sp>
      <p:sp>
        <p:nvSpPr>
          <p:cNvPr id="690" name="Google Shape;690;g3f8da4ebb8d_0_1118"/>
          <p:cNvSpPr txBox="1"/>
          <p:nvPr/>
        </p:nvSpPr>
        <p:spPr>
          <a:xfrm>
            <a:off x="3186684" y="2047229"/>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chemeClr val="dk1"/>
              </a:solidFill>
              <a:latin typeface="Calibri"/>
              <a:ea typeface="Calibri"/>
              <a:cs typeface="Calibri"/>
              <a:sym typeface="Calibri"/>
            </a:endParaRPr>
          </a:p>
        </p:txBody>
      </p:sp>
      <p:sp>
        <p:nvSpPr>
          <p:cNvPr id="691" name="Google Shape;691;g3f8da4ebb8d_0_1118"/>
          <p:cNvSpPr txBox="1"/>
          <p:nvPr/>
        </p:nvSpPr>
        <p:spPr>
          <a:xfrm>
            <a:off x="6914775" y="2069099"/>
            <a:ext cx="1463100" cy="221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92" name="Google Shape;692;g3f8da4ebb8d_0_1118"/>
          <p:cNvSpPr/>
          <p:nvPr/>
        </p:nvSpPr>
        <p:spPr>
          <a:xfrm>
            <a:off x="790956" y="2364268"/>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 name="Google Shape;693;g3f8da4ebb8d_0_1118"/>
          <p:cNvSpPr txBox="1"/>
          <p:nvPr/>
        </p:nvSpPr>
        <p:spPr>
          <a:xfrm>
            <a:off x="790950" y="2394326"/>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2: xxxxx</a:t>
            </a:r>
            <a:endParaRPr b="0" i="0" sz="800" u="none" cap="none" strike="noStrike">
              <a:solidFill>
                <a:schemeClr val="dk1"/>
              </a:solidFill>
              <a:latin typeface="Calibri"/>
              <a:ea typeface="Calibri"/>
              <a:cs typeface="Calibri"/>
              <a:sym typeface="Calibri"/>
            </a:endParaRPr>
          </a:p>
        </p:txBody>
      </p:sp>
      <p:sp>
        <p:nvSpPr>
          <p:cNvPr id="694" name="Google Shape;694;g3f8da4ebb8d_0_1118"/>
          <p:cNvSpPr txBox="1"/>
          <p:nvPr/>
        </p:nvSpPr>
        <p:spPr>
          <a:xfrm>
            <a:off x="3186684" y="2412256"/>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95" name="Google Shape;695;g3f8da4ebb8d_0_1118"/>
          <p:cNvSpPr txBox="1"/>
          <p:nvPr/>
        </p:nvSpPr>
        <p:spPr>
          <a:xfrm>
            <a:off x="6914775" y="2425375"/>
            <a:ext cx="1463100" cy="221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696" name="Google Shape;696;g3f8da4ebb8d_0_1118"/>
          <p:cNvSpPr/>
          <p:nvPr/>
        </p:nvSpPr>
        <p:spPr>
          <a:xfrm>
            <a:off x="790956" y="2693452"/>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 name="Google Shape;697;g3f8da4ebb8d_0_1118"/>
          <p:cNvSpPr txBox="1"/>
          <p:nvPr/>
        </p:nvSpPr>
        <p:spPr>
          <a:xfrm>
            <a:off x="790950" y="2723524"/>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3: xxxxx</a:t>
            </a:r>
            <a:endParaRPr b="0" i="0" sz="800" u="none" cap="none" strike="noStrike">
              <a:solidFill>
                <a:schemeClr val="dk1"/>
              </a:solidFill>
              <a:latin typeface="Calibri"/>
              <a:ea typeface="Calibri"/>
              <a:cs typeface="Calibri"/>
              <a:sym typeface="Calibri"/>
            </a:endParaRPr>
          </a:p>
        </p:txBody>
      </p:sp>
      <p:sp>
        <p:nvSpPr>
          <p:cNvPr id="698" name="Google Shape;698;g3f8da4ebb8d_0_1118"/>
          <p:cNvSpPr txBox="1"/>
          <p:nvPr/>
        </p:nvSpPr>
        <p:spPr>
          <a:xfrm>
            <a:off x="3186684" y="2741440"/>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699" name="Google Shape;699;g3f8da4ebb8d_0_1118"/>
          <p:cNvSpPr txBox="1"/>
          <p:nvPr/>
        </p:nvSpPr>
        <p:spPr>
          <a:xfrm>
            <a:off x="6914775" y="2754549"/>
            <a:ext cx="1463100" cy="202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700" name="Google Shape;700;g3f8da4ebb8d_0_1118"/>
          <p:cNvSpPr/>
          <p:nvPr/>
        </p:nvSpPr>
        <p:spPr>
          <a:xfrm>
            <a:off x="790956" y="3022636"/>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 name="Google Shape;701;g3f8da4ebb8d_0_1118"/>
          <p:cNvSpPr txBox="1"/>
          <p:nvPr/>
        </p:nvSpPr>
        <p:spPr>
          <a:xfrm>
            <a:off x="790950" y="3052701"/>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4: xxxx</a:t>
            </a:r>
            <a:endParaRPr b="0" i="0" sz="800" u="none" cap="none" strike="noStrike">
              <a:solidFill>
                <a:schemeClr val="dk1"/>
              </a:solidFill>
              <a:latin typeface="Calibri"/>
              <a:ea typeface="Calibri"/>
              <a:cs typeface="Calibri"/>
              <a:sym typeface="Calibri"/>
            </a:endParaRPr>
          </a:p>
        </p:txBody>
      </p:sp>
      <p:sp>
        <p:nvSpPr>
          <p:cNvPr id="702" name="Google Shape;702;g3f8da4ebb8d_0_1118"/>
          <p:cNvSpPr txBox="1"/>
          <p:nvPr/>
        </p:nvSpPr>
        <p:spPr>
          <a:xfrm>
            <a:off x="3186675" y="3070622"/>
            <a:ext cx="3749100" cy="29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703" name="Google Shape;703;g3f8da4ebb8d_0_1118"/>
          <p:cNvSpPr txBox="1"/>
          <p:nvPr/>
        </p:nvSpPr>
        <p:spPr>
          <a:xfrm>
            <a:off x="6914775" y="3118177"/>
            <a:ext cx="1463100" cy="2028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704" name="Google Shape;704;g3f8da4ebb8d_0_1118"/>
          <p:cNvSpPr/>
          <p:nvPr/>
        </p:nvSpPr>
        <p:spPr>
          <a:xfrm>
            <a:off x="790956" y="3382693"/>
            <a:ext cx="7562100" cy="72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g3f8da4ebb8d_0_1118"/>
          <p:cNvSpPr txBox="1"/>
          <p:nvPr/>
        </p:nvSpPr>
        <p:spPr>
          <a:xfrm>
            <a:off x="790956" y="3482988"/>
            <a:ext cx="2286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ExtraBold"/>
              <a:buNone/>
            </a:pPr>
            <a:r>
              <a:rPr b="1" i="0" lang="en-US" sz="1000" u="none" cap="none" strike="noStrike">
                <a:solidFill>
                  <a:srgbClr val="000033"/>
                </a:solidFill>
                <a:latin typeface="Montserrat ExtraBold"/>
                <a:ea typeface="Montserrat ExtraBold"/>
                <a:cs typeface="Montserrat ExtraBold"/>
                <a:sym typeface="Montserrat ExtraBold"/>
              </a:rPr>
              <a:t>Total</a:t>
            </a:r>
            <a:endParaRPr b="0" i="0" sz="1000" u="none" cap="none" strike="noStrike">
              <a:solidFill>
                <a:schemeClr val="dk1"/>
              </a:solidFill>
              <a:latin typeface="Calibri"/>
              <a:ea typeface="Calibri"/>
              <a:cs typeface="Calibri"/>
              <a:sym typeface="Calibri"/>
            </a:endParaRPr>
          </a:p>
        </p:txBody>
      </p:sp>
      <p:sp>
        <p:nvSpPr>
          <p:cNvPr id="706" name="Google Shape;706;g3f8da4ebb8d_0_1118"/>
          <p:cNvSpPr txBox="1"/>
          <p:nvPr/>
        </p:nvSpPr>
        <p:spPr>
          <a:xfrm>
            <a:off x="6914802" y="3483082"/>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 completar a mano]</a:t>
            </a:r>
            <a:endParaRPr b="0" i="0" sz="900" u="none" cap="none" strike="noStrike">
              <a:solidFill>
                <a:schemeClr val="dk1"/>
              </a:solidFill>
              <a:latin typeface="Calibri"/>
              <a:ea typeface="Calibri"/>
              <a:cs typeface="Calibri"/>
              <a:sym typeface="Calibri"/>
            </a:endParaRPr>
          </a:p>
        </p:txBody>
      </p:sp>
      <p:sp>
        <p:nvSpPr>
          <p:cNvPr id="707" name="Google Shape;707;g3f8da4ebb8d_0_1118"/>
          <p:cNvSpPr txBox="1"/>
          <p:nvPr/>
        </p:nvSpPr>
        <p:spPr>
          <a:xfrm>
            <a:off x="571500" y="3882172"/>
            <a:ext cx="8001000" cy="567000"/>
          </a:xfrm>
          <a:prstGeom prst="rect">
            <a:avLst/>
          </a:prstGeom>
          <a:noFill/>
          <a:ln>
            <a:noFill/>
          </a:ln>
        </p:spPr>
        <p:txBody>
          <a:bodyPr anchorCtr="0" anchor="ctr" bIns="0" lIns="0" spcFirstLastPara="1" rIns="0" wrap="square" tIns="0">
            <a:noAutofit/>
          </a:bodyPr>
          <a:lstStyle/>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Facturación: 50% al inicio del proyecto, 50% al terminar</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Los precios no incluyen impuestos (IGV).</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dictado de capacitaciones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costo de licencias de IA ni de servicios de terceros.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Nota adicional de alcance.</a:t>
            </a:r>
            <a:endParaRPr b="0" i="0" sz="700" u="none" cap="none" strike="noStrike">
              <a:solidFill>
                <a:schemeClr val="dk1"/>
              </a:solidFill>
              <a:latin typeface="Calibri"/>
              <a:ea typeface="Calibri"/>
              <a:cs typeface="Calibri"/>
              <a:sym typeface="Calibri"/>
            </a:endParaRPr>
          </a:p>
        </p:txBody>
      </p:sp>
      <p:sp>
        <p:nvSpPr>
          <p:cNvPr id="708" name="Google Shape;708;g3f8da4ebb8d_0_111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13" name="Shape 713"/>
        <p:cNvGrpSpPr/>
        <p:nvPr/>
      </p:nvGrpSpPr>
      <p:grpSpPr>
        <a:xfrm>
          <a:off x="0" y="0"/>
          <a:ext cx="0" cy="0"/>
          <a:chOff x="0" y="0"/>
          <a:chExt cx="0" cy="0"/>
        </a:xfrm>
      </p:grpSpPr>
      <p:pic>
        <p:nvPicPr>
          <p:cNvPr descr="preencoded.png" id="714" name="Google Shape;714;p26"/>
          <p:cNvPicPr preferRelativeResize="0"/>
          <p:nvPr/>
        </p:nvPicPr>
        <p:blipFill rotWithShape="1">
          <a:blip r:embed="rId3">
            <a:alphaModFix/>
          </a:blip>
          <a:srcRect b="0" l="0" r="0" t="0"/>
          <a:stretch/>
        </p:blipFill>
        <p:spPr>
          <a:xfrm>
            <a:off x="556013" y="1209675"/>
            <a:ext cx="8016488" cy="3178646"/>
          </a:xfrm>
          <a:prstGeom prst="rect">
            <a:avLst/>
          </a:prstGeom>
          <a:noFill/>
          <a:ln>
            <a:noFill/>
          </a:ln>
        </p:spPr>
      </p:pic>
      <p:sp>
        <p:nvSpPr>
          <p:cNvPr id="715" name="Google Shape;715;p26"/>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716" name="Google Shape;716;p26"/>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Cláusulas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717" name="Google Shape;717;p26"/>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718" name="Google Shape;718;p26"/>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19" name="Google Shape;719;p26"/>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20" name="Google Shape;720;p26"/>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21" name="Google Shape;721;p26"/>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22" name="Google Shape;722;p26"/>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23" name="Google Shape;723;p26"/>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24" name="Google Shape;724;p26"/>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725" name="Google Shape;725;p26"/>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726" name="Google Shape;726;p26"/>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727" name="Google Shape;727;p26"/>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728" name="Google Shape;728;p26"/>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729" name="Google Shape;729;p26"/>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730" name="Google Shape;730;p26"/>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35" name="Shape 735"/>
        <p:cNvGrpSpPr/>
        <p:nvPr/>
      </p:nvGrpSpPr>
      <p:grpSpPr>
        <a:xfrm>
          <a:off x="0" y="0"/>
          <a:ext cx="0" cy="0"/>
          <a:chOff x="0" y="0"/>
          <a:chExt cx="0" cy="0"/>
        </a:xfrm>
      </p:grpSpPr>
      <p:pic>
        <p:nvPicPr>
          <p:cNvPr descr="preencoded.png" id="736" name="Google Shape;736;p27"/>
          <p:cNvPicPr preferRelativeResize="0"/>
          <p:nvPr/>
        </p:nvPicPr>
        <p:blipFill rotWithShape="1">
          <a:blip r:embed="rId3">
            <a:alphaModFix/>
          </a:blip>
          <a:srcRect b="0" l="0" r="0" t="0"/>
          <a:stretch/>
        </p:blipFill>
        <p:spPr>
          <a:xfrm>
            <a:off x="571500" y="1200150"/>
            <a:ext cx="8001000" cy="3057525"/>
          </a:xfrm>
          <a:prstGeom prst="rect">
            <a:avLst/>
          </a:prstGeom>
          <a:noFill/>
          <a:ln>
            <a:noFill/>
          </a:ln>
        </p:spPr>
      </p:pic>
      <p:sp>
        <p:nvSpPr>
          <p:cNvPr id="737" name="Google Shape;737;p27"/>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738" name="Google Shape;738;p27"/>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739" name="Google Shape;739;p27"/>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740" name="Google Shape;740;p27"/>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41" name="Google Shape;741;p27"/>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42" name="Google Shape;742;p27"/>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43" name="Google Shape;743;p27"/>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744" name="Google Shape;744;p27"/>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745" name="Google Shape;745;p27"/>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46" name="Google Shape;746;p27"/>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47" name="Google Shape;747;p27"/>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748" name="Google Shape;748;p27"/>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753" name="Shape 753"/>
        <p:cNvGrpSpPr/>
        <p:nvPr/>
      </p:nvGrpSpPr>
      <p:grpSpPr>
        <a:xfrm>
          <a:off x="0" y="0"/>
          <a:ext cx="0" cy="0"/>
          <a:chOff x="0" y="0"/>
          <a:chExt cx="0" cy="0"/>
        </a:xfrm>
      </p:grpSpPr>
      <p:pic>
        <p:nvPicPr>
          <p:cNvPr descr="bg_divider.png" id="754" name="Google Shape;754;p20"/>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logo_blanco.png" id="755" name="Google Shape;755;p20"/>
          <p:cNvPicPr preferRelativeResize="0"/>
          <p:nvPr/>
        </p:nvPicPr>
        <p:blipFill rotWithShape="1">
          <a:blip r:embed="rId4">
            <a:alphaModFix/>
          </a:blip>
          <a:srcRect b="0" l="0" r="0" t="0"/>
          <a:stretch/>
        </p:blipFill>
        <p:spPr>
          <a:xfrm>
            <a:off x="569671" y="389534"/>
            <a:ext cx="1228039" cy="245059"/>
          </a:xfrm>
          <a:prstGeom prst="rect">
            <a:avLst/>
          </a:prstGeom>
          <a:noFill/>
          <a:ln>
            <a:noFill/>
          </a:ln>
        </p:spPr>
      </p:pic>
      <p:sp>
        <p:nvSpPr>
          <p:cNvPr id="756" name="Google Shape;756;p20"/>
          <p:cNvSpPr txBox="1"/>
          <p:nvPr/>
        </p:nvSpPr>
        <p:spPr>
          <a:xfrm>
            <a:off x="571500" y="1773936"/>
            <a:ext cx="27432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200"/>
              <a:buFont typeface="Montserrat SemiBold"/>
              <a:buNone/>
            </a:pPr>
            <a:r>
              <a:rPr b="1" i="0" lang="en-US" sz="1200" u="none" cap="none" strike="noStrike">
                <a:solidFill>
                  <a:srgbClr val="C5D5F7"/>
                </a:solidFill>
                <a:latin typeface="Montserrat SemiBold"/>
                <a:ea typeface="Montserrat SemiBold"/>
                <a:cs typeface="Montserrat SemiBold"/>
                <a:sym typeface="Montserrat SemiBold"/>
              </a:rPr>
              <a:t>SECCIÓN 11</a:t>
            </a:r>
            <a:endParaRPr b="0" i="0" sz="1200" u="none" cap="none" strike="noStrike">
              <a:solidFill>
                <a:schemeClr val="dk1"/>
              </a:solidFill>
              <a:latin typeface="Calibri"/>
              <a:ea typeface="Calibri"/>
              <a:cs typeface="Calibri"/>
              <a:sym typeface="Calibri"/>
            </a:endParaRPr>
          </a:p>
        </p:txBody>
      </p:sp>
      <p:sp>
        <p:nvSpPr>
          <p:cNvPr id="757" name="Google Shape;757;p20"/>
          <p:cNvSpPr txBox="1"/>
          <p:nvPr/>
        </p:nvSpPr>
        <p:spPr>
          <a:xfrm>
            <a:off x="571500" y="2157984"/>
            <a:ext cx="78639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El equipo</a:t>
            </a:r>
            <a:r>
              <a:rPr b="1" i="1" lang="en-US" sz="4500" u="none" cap="none" strike="noStrike">
                <a:solidFill>
                  <a:srgbClr val="7E99FE"/>
                </a:solidFill>
                <a:latin typeface="Montserrat Black"/>
                <a:ea typeface="Montserrat Black"/>
                <a:cs typeface="Montserrat Black"/>
                <a:sym typeface="Montserrat Black"/>
              </a:rPr>
              <a:t> asignado</a:t>
            </a:r>
            <a:endParaRPr b="0" i="0" sz="4500" u="none" cap="none" strike="noStrike">
              <a:solidFill>
                <a:schemeClr val="dk1"/>
              </a:solidFill>
              <a:latin typeface="Calibri"/>
              <a:ea typeface="Calibri"/>
              <a:cs typeface="Calibri"/>
              <a:sym typeface="Calibri"/>
            </a:endParaRPr>
          </a:p>
        </p:txBody>
      </p:sp>
      <p:sp>
        <p:nvSpPr>
          <p:cNvPr id="758" name="Google Shape;758;p20"/>
          <p:cNvSpPr txBox="1"/>
          <p:nvPr/>
        </p:nvSpPr>
        <p:spPr>
          <a:xfrm>
            <a:off x="571500" y="3054096"/>
            <a:ext cx="4937700" cy="4938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[a completar a mano]</a:t>
            </a:r>
            <a:endParaRPr b="0" i="0" sz="1300" u="none" cap="none" strike="noStrike">
              <a:solidFill>
                <a:schemeClr val="dk1"/>
              </a:solidFill>
              <a:latin typeface="Calibri"/>
              <a:ea typeface="Calibri"/>
              <a:cs typeface="Calibri"/>
              <a:sym typeface="Calibri"/>
            </a:endParaRPr>
          </a:p>
        </p:txBody>
      </p:sp>
      <p:sp>
        <p:nvSpPr>
          <p:cNvPr id="759" name="Google Shape;759;p2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64" name="Shape 764"/>
        <p:cNvGrpSpPr/>
        <p:nvPr/>
      </p:nvGrpSpPr>
      <p:grpSpPr>
        <a:xfrm>
          <a:off x="0" y="0"/>
          <a:ext cx="0" cy="0"/>
          <a:chOff x="0" y="0"/>
          <a:chExt cx="0" cy="0"/>
        </a:xfrm>
      </p:grpSpPr>
      <p:sp>
        <p:nvSpPr>
          <p:cNvPr id="765" name="Google Shape;765;p21"/>
          <p:cNvSpPr txBox="1"/>
          <p:nvPr/>
        </p:nvSpPr>
        <p:spPr>
          <a:xfrm>
            <a:off x="571500" y="890626"/>
            <a:ext cx="80010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766" name="Google Shape;766;p21"/>
          <p:cNvSpPr txBox="1"/>
          <p:nvPr/>
        </p:nvSpPr>
        <p:spPr>
          <a:xfrm>
            <a:off x="571500" y="1174090"/>
            <a:ext cx="80010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asignado</a:t>
            </a:r>
            <a:endParaRPr b="0" i="0" sz="2100" u="none" cap="none" strike="noStrike">
              <a:solidFill>
                <a:schemeClr val="dk1"/>
              </a:solidFill>
              <a:latin typeface="Calibri"/>
              <a:ea typeface="Calibri"/>
              <a:cs typeface="Calibri"/>
              <a:sym typeface="Calibri"/>
            </a:endParaRPr>
          </a:p>
        </p:txBody>
      </p:sp>
      <p:sp>
        <p:nvSpPr>
          <p:cNvPr id="767" name="Google Shape;767;p21"/>
          <p:cNvSpPr txBox="1"/>
          <p:nvPr/>
        </p:nvSpPr>
        <p:spPr>
          <a:xfrm>
            <a:off x="571500" y="1539850"/>
            <a:ext cx="6560820" cy="2743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 equipo dedicado que combina liderazgo de cuenta, arquitectura de IA, adopción y gestión.</a:t>
            </a:r>
            <a:endParaRPr b="0" i="0" sz="1100" u="none" cap="none" strike="noStrike">
              <a:solidFill>
                <a:schemeClr val="dk1"/>
              </a:solidFill>
              <a:latin typeface="Calibri"/>
              <a:ea typeface="Calibri"/>
              <a:cs typeface="Calibri"/>
              <a:sym typeface="Calibri"/>
            </a:endParaRPr>
          </a:p>
        </p:txBody>
      </p:sp>
      <p:sp>
        <p:nvSpPr>
          <p:cNvPr id="768" name="Google Shape;768;p21"/>
          <p:cNvSpPr/>
          <p:nvPr/>
        </p:nvSpPr>
        <p:spPr>
          <a:xfrm>
            <a:off x="571500"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21"/>
          <p:cNvSpPr/>
          <p:nvPr/>
        </p:nvSpPr>
        <p:spPr>
          <a:xfrm>
            <a:off x="976579"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21"/>
          <p:cNvSpPr txBox="1"/>
          <p:nvPr/>
        </p:nvSpPr>
        <p:spPr>
          <a:xfrm>
            <a:off x="699516"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71" name="Google Shape;771;p21"/>
          <p:cNvSpPr txBox="1"/>
          <p:nvPr/>
        </p:nvSpPr>
        <p:spPr>
          <a:xfrm>
            <a:off x="699516"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72" name="Google Shape;772;p21"/>
          <p:cNvSpPr txBox="1"/>
          <p:nvPr/>
        </p:nvSpPr>
        <p:spPr>
          <a:xfrm>
            <a:off x="699516"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73" name="Google Shape;773;p21"/>
          <p:cNvSpPr/>
          <p:nvPr/>
        </p:nvSpPr>
        <p:spPr>
          <a:xfrm>
            <a:off x="2204618"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21"/>
          <p:cNvSpPr/>
          <p:nvPr/>
        </p:nvSpPr>
        <p:spPr>
          <a:xfrm>
            <a:off x="2609698"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21"/>
          <p:cNvSpPr txBox="1"/>
          <p:nvPr/>
        </p:nvSpPr>
        <p:spPr>
          <a:xfrm>
            <a:off x="2332634"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76" name="Google Shape;776;p21"/>
          <p:cNvSpPr txBox="1"/>
          <p:nvPr/>
        </p:nvSpPr>
        <p:spPr>
          <a:xfrm>
            <a:off x="2332634"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77" name="Google Shape;777;p21"/>
          <p:cNvSpPr txBox="1"/>
          <p:nvPr/>
        </p:nvSpPr>
        <p:spPr>
          <a:xfrm>
            <a:off x="2332634"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78" name="Google Shape;778;p21"/>
          <p:cNvSpPr/>
          <p:nvPr/>
        </p:nvSpPr>
        <p:spPr>
          <a:xfrm>
            <a:off x="3837737"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 name="Google Shape;779;p21"/>
          <p:cNvSpPr/>
          <p:nvPr/>
        </p:nvSpPr>
        <p:spPr>
          <a:xfrm>
            <a:off x="4242816"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21"/>
          <p:cNvSpPr txBox="1"/>
          <p:nvPr/>
        </p:nvSpPr>
        <p:spPr>
          <a:xfrm>
            <a:off x="3965753"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81" name="Google Shape;781;p21"/>
          <p:cNvSpPr txBox="1"/>
          <p:nvPr/>
        </p:nvSpPr>
        <p:spPr>
          <a:xfrm>
            <a:off x="3965753"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82" name="Google Shape;782;p21"/>
          <p:cNvSpPr txBox="1"/>
          <p:nvPr/>
        </p:nvSpPr>
        <p:spPr>
          <a:xfrm>
            <a:off x="3965753"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83" name="Google Shape;783;p21"/>
          <p:cNvSpPr/>
          <p:nvPr/>
        </p:nvSpPr>
        <p:spPr>
          <a:xfrm>
            <a:off x="5470855"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 name="Google Shape;784;p21"/>
          <p:cNvSpPr/>
          <p:nvPr/>
        </p:nvSpPr>
        <p:spPr>
          <a:xfrm>
            <a:off x="5875934"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p21"/>
          <p:cNvSpPr txBox="1"/>
          <p:nvPr/>
        </p:nvSpPr>
        <p:spPr>
          <a:xfrm>
            <a:off x="5598871"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86" name="Google Shape;786;p21"/>
          <p:cNvSpPr txBox="1"/>
          <p:nvPr/>
        </p:nvSpPr>
        <p:spPr>
          <a:xfrm>
            <a:off x="5598871"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87" name="Google Shape;787;p21"/>
          <p:cNvSpPr txBox="1"/>
          <p:nvPr/>
        </p:nvSpPr>
        <p:spPr>
          <a:xfrm>
            <a:off x="5598871"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88" name="Google Shape;788;p21"/>
          <p:cNvSpPr/>
          <p:nvPr/>
        </p:nvSpPr>
        <p:spPr>
          <a:xfrm>
            <a:off x="7103974" y="2103120"/>
            <a:ext cx="1468526" cy="2139696"/>
          </a:xfrm>
          <a:prstGeom prst="roundRect">
            <a:avLst>
              <a:gd fmla="val 498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 name="Google Shape;789;p21"/>
          <p:cNvSpPr/>
          <p:nvPr/>
        </p:nvSpPr>
        <p:spPr>
          <a:xfrm>
            <a:off x="7509053" y="2286000"/>
            <a:ext cx="658368" cy="658368"/>
          </a:xfrm>
          <a:prstGeom prst="ellipse">
            <a:avLst/>
          </a:prstGeom>
          <a:solidFill>
            <a:srgbClr val="EEF3FF"/>
          </a:solidFill>
          <a:ln cap="flat" cmpd="sng" w="9525">
            <a:solidFill>
              <a:srgbClr val="D8E0F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21"/>
          <p:cNvSpPr txBox="1"/>
          <p:nvPr/>
        </p:nvSpPr>
        <p:spPr>
          <a:xfrm>
            <a:off x="7231990" y="3054096"/>
            <a:ext cx="1212494" cy="347472"/>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Nombre y apellido</a:t>
            </a:r>
            <a:endParaRPr b="0" i="0" sz="1100" u="none" cap="none" strike="noStrike">
              <a:solidFill>
                <a:schemeClr val="dk1"/>
              </a:solidFill>
              <a:latin typeface="Calibri"/>
              <a:ea typeface="Calibri"/>
              <a:cs typeface="Calibri"/>
              <a:sym typeface="Calibri"/>
            </a:endParaRPr>
          </a:p>
        </p:txBody>
      </p:sp>
      <p:sp>
        <p:nvSpPr>
          <p:cNvPr id="791" name="Google Shape;791;p21"/>
          <p:cNvSpPr txBox="1"/>
          <p:nvPr/>
        </p:nvSpPr>
        <p:spPr>
          <a:xfrm>
            <a:off x="7231990" y="3419856"/>
            <a:ext cx="1212494"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100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Cargo</a:t>
            </a:r>
            <a:endParaRPr b="0" i="0" sz="1000" u="none" cap="none" strike="noStrike">
              <a:solidFill>
                <a:schemeClr val="dk1"/>
              </a:solidFill>
              <a:latin typeface="Calibri"/>
              <a:ea typeface="Calibri"/>
              <a:cs typeface="Calibri"/>
              <a:sym typeface="Calibri"/>
            </a:endParaRPr>
          </a:p>
        </p:txBody>
      </p:sp>
      <p:sp>
        <p:nvSpPr>
          <p:cNvPr id="792" name="Google Shape;792;p21"/>
          <p:cNvSpPr txBox="1"/>
          <p:nvPr/>
        </p:nvSpPr>
        <p:spPr>
          <a:xfrm>
            <a:off x="7231990" y="3639312"/>
            <a:ext cx="1212494" cy="512064"/>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575757"/>
              </a:buClr>
              <a:buSzPts val="900"/>
              <a:buFont typeface="Montserrat"/>
              <a:buNone/>
            </a:pPr>
            <a:r>
              <a:rPr b="0" i="0" lang="en-US" sz="900" u="none" cap="none" strike="noStrike">
                <a:solidFill>
                  <a:srgbClr val="000033"/>
                </a:solidFill>
                <a:latin typeface="Montserrat"/>
                <a:ea typeface="Montserrat"/>
                <a:cs typeface="Montserrat"/>
                <a:sym typeface="Montserrat"/>
              </a:rPr>
              <a:t>+XX años de experiencia en XXXX</a:t>
            </a:r>
            <a:endParaRPr b="0" i="0" sz="900" u="none" cap="none" strike="noStrike">
              <a:solidFill>
                <a:schemeClr val="dk1"/>
              </a:solidFill>
              <a:latin typeface="Calibri"/>
              <a:ea typeface="Calibri"/>
              <a:cs typeface="Calibri"/>
              <a:sym typeface="Calibri"/>
            </a:endParaRPr>
          </a:p>
        </p:txBody>
      </p:sp>
      <p:sp>
        <p:nvSpPr>
          <p:cNvPr id="793" name="Google Shape;793;p21"/>
          <p:cNvSpPr txBox="1"/>
          <p:nvPr/>
        </p:nvSpPr>
        <p:spPr>
          <a:xfrm>
            <a:off x="571500" y="45902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97" name="Shape 797"/>
        <p:cNvGrpSpPr/>
        <p:nvPr/>
      </p:nvGrpSpPr>
      <p:grpSpPr>
        <a:xfrm>
          <a:off x="0" y="0"/>
          <a:ext cx="0" cy="0"/>
          <a:chOff x="0" y="0"/>
          <a:chExt cx="0" cy="0"/>
        </a:xfrm>
      </p:grpSpPr>
      <p:pic>
        <p:nvPicPr>
          <p:cNvPr descr="preencoded.png" id="798" name="Google Shape;798;p22"/>
          <p:cNvPicPr preferRelativeResize="0"/>
          <p:nvPr/>
        </p:nvPicPr>
        <p:blipFill rotWithShape="1">
          <a:blip r:embed="rId3">
            <a:alphaModFix/>
          </a:blip>
          <a:srcRect b="0" l="0" r="0" t="0"/>
          <a:stretch/>
        </p:blipFill>
        <p:spPr>
          <a:xfrm>
            <a:off x="571500" y="1204913"/>
            <a:ext cx="8001000" cy="3209925"/>
          </a:xfrm>
          <a:prstGeom prst="rect">
            <a:avLst/>
          </a:prstGeom>
          <a:noFill/>
          <a:ln>
            <a:noFill/>
          </a:ln>
        </p:spPr>
      </p:pic>
      <p:sp>
        <p:nvSpPr>
          <p:cNvPr id="799" name="Google Shape;799;p2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rgbClr val="000033"/>
              </a:solidFill>
              <a:latin typeface="Calibri"/>
              <a:ea typeface="Calibri"/>
              <a:cs typeface="Calibri"/>
              <a:sym typeface="Calibri"/>
            </a:endParaRPr>
          </a:p>
        </p:txBody>
      </p:sp>
      <p:sp>
        <p:nvSpPr>
          <p:cNvPr id="800" name="Google Shape;800;p22"/>
          <p:cNvSpPr/>
          <p:nvPr/>
        </p:nvSpPr>
        <p:spPr>
          <a:xfrm>
            <a:off x="571500" y="814388"/>
            <a:ext cx="4876800" cy="2763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Black"/>
              <a:buNone/>
            </a:pPr>
            <a:r>
              <a:rPr b="1" i="0" lang="en-US" sz="1800" u="none" cap="none" strike="noStrike">
                <a:solidFill>
                  <a:srgbClr val="000033"/>
                </a:solidFill>
                <a:latin typeface="Montserrat Black"/>
                <a:ea typeface="Montserrat Black"/>
                <a:cs typeface="Montserrat Black"/>
                <a:sym typeface="Montserrat Black"/>
              </a:rPr>
              <a:t>Nuestro Equipo de </a:t>
            </a:r>
            <a:r>
              <a:rPr b="1" i="1" lang="en-US" sz="1800" u="none" cap="none" strike="noStrike">
                <a:solidFill>
                  <a:srgbClr val="2B5BFC"/>
                </a:solidFill>
                <a:latin typeface="Montserrat Black"/>
                <a:ea typeface="Montserrat Black"/>
                <a:cs typeface="Montserrat Black"/>
                <a:sym typeface="Montserrat Black"/>
              </a:rPr>
              <a:t>capacitaciones</a:t>
            </a:r>
            <a:r>
              <a:rPr b="1" i="0" lang="en-US" sz="1800" u="none" cap="none" strike="noStrike">
                <a:solidFill>
                  <a:srgbClr val="000033"/>
                </a:solidFill>
                <a:latin typeface="Montserrat Black"/>
                <a:ea typeface="Montserrat Black"/>
                <a:cs typeface="Montserrat Black"/>
                <a:sym typeface="Montserrat Black"/>
              </a:rPr>
              <a:t> </a:t>
            </a:r>
            <a:endParaRPr b="0" i="0" sz="1800" u="none" cap="none" strike="noStrike">
              <a:solidFill>
                <a:srgbClr val="000033"/>
              </a:solidFill>
              <a:latin typeface="Calibri"/>
              <a:ea typeface="Calibri"/>
              <a:cs typeface="Calibri"/>
              <a:sym typeface="Calibri"/>
            </a:endParaRPr>
          </a:p>
        </p:txBody>
      </p:sp>
      <p:sp>
        <p:nvSpPr>
          <p:cNvPr id="801" name="Google Shape;801;p22"/>
          <p:cNvSpPr/>
          <p:nvPr/>
        </p:nvSpPr>
        <p:spPr>
          <a:xfrm>
            <a:off x="723900" y="1357313"/>
            <a:ext cx="2600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Tentativo </a:t>
            </a:r>
            <a:endParaRPr b="0" i="0" sz="1400" u="none" cap="none" strike="noStrike">
              <a:solidFill>
                <a:srgbClr val="000033"/>
              </a:solidFill>
              <a:latin typeface="Calibri"/>
              <a:ea typeface="Calibri"/>
              <a:cs typeface="Calibri"/>
              <a:sym typeface="Calibri"/>
            </a:endParaRPr>
          </a:p>
        </p:txBody>
      </p:sp>
      <p:sp>
        <p:nvSpPr>
          <p:cNvPr id="802" name="Google Shape;802;p22"/>
          <p:cNvSpPr/>
          <p:nvPr/>
        </p:nvSpPr>
        <p:spPr>
          <a:xfrm>
            <a:off x="1504950" y="1724025"/>
            <a:ext cx="13050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Franco Pastorelli </a:t>
            </a:r>
            <a:endParaRPr b="0" i="0" sz="1100" u="none" cap="none" strike="noStrike">
              <a:solidFill>
                <a:srgbClr val="000033"/>
              </a:solidFill>
              <a:latin typeface="Calibri"/>
              <a:ea typeface="Calibri"/>
              <a:cs typeface="Calibri"/>
              <a:sym typeface="Calibri"/>
            </a:endParaRPr>
          </a:p>
        </p:txBody>
      </p:sp>
      <p:sp>
        <p:nvSpPr>
          <p:cNvPr id="803" name="Google Shape;803;p22"/>
          <p:cNvSpPr/>
          <p:nvPr/>
        </p:nvSpPr>
        <p:spPr>
          <a:xfrm>
            <a:off x="1504950" y="1947863"/>
            <a:ext cx="7431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 </a:t>
            </a:r>
            <a:endParaRPr b="0" i="0" sz="1100" u="none" cap="none" strike="noStrike">
              <a:solidFill>
                <a:srgbClr val="000033"/>
              </a:solidFill>
              <a:latin typeface="Calibri"/>
              <a:ea typeface="Calibri"/>
              <a:cs typeface="Calibri"/>
              <a:sym typeface="Calibri"/>
            </a:endParaRPr>
          </a:p>
        </p:txBody>
      </p:sp>
      <p:sp>
        <p:nvSpPr>
          <p:cNvPr id="804" name="Google Shape;804;p22"/>
          <p:cNvSpPr/>
          <p:nvPr/>
        </p:nvSpPr>
        <p:spPr>
          <a:xfrm>
            <a:off x="1504950" y="2185988"/>
            <a:ext cx="3319500" cy="4002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+5 años de experiencia en procesos de Transformación Digital. </a:t>
            </a:r>
            <a:endParaRPr b="0" i="0" sz="1100" u="none" cap="none" strike="noStrike">
              <a:solidFill>
                <a:srgbClr val="000033"/>
              </a:solidFill>
              <a:latin typeface="Calibri"/>
              <a:ea typeface="Calibri"/>
              <a:cs typeface="Calibri"/>
              <a:sym typeface="Calibri"/>
            </a:endParaRPr>
          </a:p>
        </p:txBody>
      </p:sp>
      <p:sp>
        <p:nvSpPr>
          <p:cNvPr id="805" name="Google Shape;805;p22"/>
          <p:cNvSpPr/>
          <p:nvPr/>
        </p:nvSpPr>
        <p:spPr>
          <a:xfrm>
            <a:off x="819150" y="3376625"/>
            <a:ext cx="15036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Carlos Bachmann </a:t>
            </a:r>
            <a:endParaRPr b="0" i="0" sz="1100" u="none" cap="none" strike="noStrike">
              <a:solidFill>
                <a:srgbClr val="000033"/>
              </a:solidFill>
              <a:latin typeface="Calibri"/>
              <a:ea typeface="Calibri"/>
              <a:cs typeface="Calibri"/>
              <a:sym typeface="Calibri"/>
            </a:endParaRPr>
          </a:p>
        </p:txBody>
      </p:sp>
      <p:sp>
        <p:nvSpPr>
          <p:cNvPr id="806" name="Google Shape;806;p22"/>
          <p:cNvSpPr/>
          <p:nvPr/>
        </p:nvSpPr>
        <p:spPr>
          <a:xfrm>
            <a:off x="8191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Sub Gerente</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+10 años en analítica.</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807" name="Google Shape;807;p22"/>
          <p:cNvSpPr/>
          <p:nvPr/>
        </p:nvSpPr>
        <p:spPr>
          <a:xfrm>
            <a:off x="2914650" y="3376625"/>
            <a:ext cx="1362000" cy="1716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 Vicente </a:t>
            </a:r>
            <a:endParaRPr b="0" i="0" sz="1100" u="none" cap="none" strike="noStrike">
              <a:solidFill>
                <a:srgbClr val="000033"/>
              </a:solidFill>
              <a:latin typeface="Calibri"/>
              <a:ea typeface="Calibri"/>
              <a:cs typeface="Calibri"/>
              <a:sym typeface="Calibri"/>
            </a:endParaRPr>
          </a:p>
        </p:txBody>
      </p:sp>
      <p:sp>
        <p:nvSpPr>
          <p:cNvPr id="808" name="Google Shape;808;p22"/>
          <p:cNvSpPr/>
          <p:nvPr/>
        </p:nvSpPr>
        <p:spPr>
          <a:xfrm>
            <a:off x="2914650" y="3624263"/>
            <a:ext cx="1819200" cy="342900"/>
          </a:xfrm>
          <a:prstGeom prst="rect">
            <a:avLst/>
          </a:prstGeom>
          <a:noFill/>
          <a:ln>
            <a:noFill/>
          </a:ln>
        </p:spPr>
        <p:txBody>
          <a:bodyPr anchorCtr="0" anchor="t" bIns="0" lIns="0" spcFirstLastPara="1" rIns="0" wrap="square" tIns="0">
            <a:noAutofit/>
          </a:bodyPr>
          <a:lstStyle/>
          <a:p>
            <a:pPr indent="0" lvl="0" marL="0" marR="0" rtl="0" algn="l">
              <a:lnSpc>
                <a:spcPct val="98769"/>
              </a:lnSpc>
              <a:spcBef>
                <a:spcPts val="0"/>
              </a:spcBef>
              <a:spcAft>
                <a:spcPts val="0"/>
              </a:spcAft>
              <a:buClr>
                <a:srgbClr val="2D5BFF"/>
              </a:buClr>
              <a:buSzPts val="1000"/>
              <a:buFont typeface="Montserrat"/>
              <a:buNone/>
            </a:pPr>
            <a:r>
              <a:rPr b="1" i="0" lang="en-US" sz="1000" u="none" cap="none" strike="noStrike">
                <a:solidFill>
                  <a:srgbClr val="2B5BFC"/>
                </a:solidFill>
                <a:latin typeface="Montserrat"/>
                <a:ea typeface="Montserrat"/>
                <a:cs typeface="Montserrat"/>
                <a:sym typeface="Montserrat"/>
              </a:rPr>
              <a:t>Consultor Sr. </a:t>
            </a:r>
            <a:endParaRPr b="0" i="0" sz="1000" u="none" cap="none" strike="noStrike">
              <a:solidFill>
                <a:srgbClr val="000033"/>
              </a:solidFill>
              <a:latin typeface="Calibri"/>
              <a:ea typeface="Calibri"/>
              <a:cs typeface="Calibri"/>
              <a:sym typeface="Calibri"/>
            </a:endParaRPr>
          </a:p>
          <a:p>
            <a:pPr indent="0" lvl="0" marL="0" marR="0" rtl="0" algn="l">
              <a:lnSpc>
                <a:spcPct val="98769"/>
              </a:lnSpc>
              <a:spcBef>
                <a:spcPts val="0"/>
              </a:spcBef>
              <a:spcAft>
                <a:spcPts val="0"/>
              </a:spcAft>
              <a:buClr>
                <a:srgbClr val="000000"/>
              </a:buClr>
              <a:buSzPts val="1000"/>
              <a:buFont typeface="Montserrat Medium"/>
              <a:buNone/>
            </a:pPr>
            <a:r>
              <a:rPr b="0" i="0" lang="en-US" sz="1000" u="none" cap="none" strike="noStrike">
                <a:solidFill>
                  <a:srgbClr val="000033"/>
                </a:solidFill>
                <a:latin typeface="Montserrat Medium"/>
                <a:ea typeface="Montserrat Medium"/>
                <a:cs typeface="Montserrat Medium"/>
                <a:sym typeface="Montserrat Medium"/>
              </a:rPr>
              <a:t>+8 años en digital, ML &amp; AI.</a:t>
            </a:r>
            <a:r>
              <a:rPr b="1" i="0" lang="en-US" sz="1000" u="none" cap="none" strike="noStrike">
                <a:solidFill>
                  <a:srgbClr val="2B5BFC"/>
                </a:solidFill>
                <a:latin typeface="Montserrat"/>
                <a:ea typeface="Montserrat"/>
                <a:cs typeface="Montserrat"/>
                <a:sym typeface="Montserrat"/>
              </a:rPr>
              <a:t> </a:t>
            </a:r>
            <a:endParaRPr b="0" i="0" sz="1000" u="none" cap="none" strike="noStrike">
              <a:solidFill>
                <a:srgbClr val="000033"/>
              </a:solidFill>
              <a:latin typeface="Calibri"/>
              <a:ea typeface="Calibri"/>
              <a:cs typeface="Calibri"/>
              <a:sym typeface="Calibri"/>
            </a:endParaRPr>
          </a:p>
        </p:txBody>
      </p:sp>
      <p:sp>
        <p:nvSpPr>
          <p:cNvPr id="809" name="Google Shape;809;p22"/>
          <p:cNvSpPr/>
          <p:nvPr/>
        </p:nvSpPr>
        <p:spPr>
          <a:xfrm>
            <a:off x="5295900" y="1357313"/>
            <a:ext cx="2819400" cy="2238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400"/>
              <a:buFont typeface="Montserrat"/>
              <a:buNone/>
            </a:pPr>
            <a:r>
              <a:rPr b="1" i="0" lang="en-US" sz="1400" u="none" cap="none" strike="noStrike">
                <a:solidFill>
                  <a:srgbClr val="000033"/>
                </a:solidFill>
                <a:latin typeface="Montserrat"/>
                <a:ea typeface="Montserrat"/>
                <a:cs typeface="Montserrat"/>
                <a:sym typeface="Montserrat"/>
              </a:rPr>
              <a:t>Acompañamiento Corporativo </a:t>
            </a:r>
            <a:endParaRPr b="0" i="0" sz="1400" u="none" cap="none" strike="noStrike">
              <a:solidFill>
                <a:srgbClr val="000033"/>
              </a:solidFill>
              <a:latin typeface="Calibri"/>
              <a:ea typeface="Calibri"/>
              <a:cs typeface="Calibri"/>
              <a:sym typeface="Calibri"/>
            </a:endParaRPr>
          </a:p>
        </p:txBody>
      </p:sp>
      <p:sp>
        <p:nvSpPr>
          <p:cNvPr id="810" name="Google Shape;810;p22"/>
          <p:cNvSpPr/>
          <p:nvPr/>
        </p:nvSpPr>
        <p:spPr>
          <a:xfrm>
            <a:off x="5810250" y="1781175"/>
            <a:ext cx="1276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Paola Camarena </a:t>
            </a:r>
            <a:endParaRPr b="0" i="0" sz="1100" u="none" cap="none" strike="noStrike">
              <a:solidFill>
                <a:srgbClr val="000033"/>
              </a:solidFill>
              <a:latin typeface="Calibri"/>
              <a:ea typeface="Calibri"/>
              <a:cs typeface="Calibri"/>
              <a:sym typeface="Calibri"/>
            </a:endParaRPr>
          </a:p>
        </p:txBody>
      </p:sp>
      <p:sp>
        <p:nvSpPr>
          <p:cNvPr id="811" name="Google Shape;811;p22"/>
          <p:cNvSpPr/>
          <p:nvPr/>
        </p:nvSpPr>
        <p:spPr>
          <a:xfrm>
            <a:off x="5810250" y="1985963"/>
            <a:ext cx="13098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812" name="Google Shape;812;p22"/>
          <p:cNvSpPr/>
          <p:nvPr/>
        </p:nvSpPr>
        <p:spPr>
          <a:xfrm>
            <a:off x="5810250" y="2376488"/>
            <a:ext cx="12525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Daniela Tamayo </a:t>
            </a:r>
            <a:endParaRPr b="0" i="0" sz="1100" u="none" cap="none" strike="noStrike">
              <a:solidFill>
                <a:srgbClr val="000033"/>
              </a:solidFill>
              <a:latin typeface="Calibri"/>
              <a:ea typeface="Calibri"/>
              <a:cs typeface="Calibri"/>
              <a:sym typeface="Calibri"/>
            </a:endParaRPr>
          </a:p>
        </p:txBody>
      </p:sp>
      <p:sp>
        <p:nvSpPr>
          <p:cNvPr id="813" name="Google Shape;813;p22"/>
          <p:cNvSpPr/>
          <p:nvPr/>
        </p:nvSpPr>
        <p:spPr>
          <a:xfrm>
            <a:off x="5810250" y="2581275"/>
            <a:ext cx="8145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Líder</a:t>
            </a:r>
            <a:endParaRPr b="0" i="0" sz="1100" u="none" cap="none" strike="noStrike">
              <a:solidFill>
                <a:srgbClr val="000033"/>
              </a:solidFill>
              <a:latin typeface="Calibri"/>
              <a:ea typeface="Calibri"/>
              <a:cs typeface="Calibri"/>
              <a:sym typeface="Calibri"/>
            </a:endParaRPr>
          </a:p>
        </p:txBody>
      </p:sp>
      <p:sp>
        <p:nvSpPr>
          <p:cNvPr id="814" name="Google Shape;814;p22"/>
          <p:cNvSpPr/>
          <p:nvPr/>
        </p:nvSpPr>
        <p:spPr>
          <a:xfrm>
            <a:off x="5810250" y="2971800"/>
            <a:ext cx="12192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Meilin Pacherre </a:t>
            </a:r>
            <a:endParaRPr b="0" i="0" sz="1100" u="none" cap="none" strike="noStrike">
              <a:solidFill>
                <a:srgbClr val="000033"/>
              </a:solidFill>
              <a:latin typeface="Calibri"/>
              <a:ea typeface="Calibri"/>
              <a:cs typeface="Calibri"/>
              <a:sym typeface="Calibri"/>
            </a:endParaRPr>
          </a:p>
        </p:txBody>
      </p:sp>
      <p:sp>
        <p:nvSpPr>
          <p:cNvPr id="815" name="Google Shape;815;p22"/>
          <p:cNvSpPr/>
          <p:nvPr/>
        </p:nvSpPr>
        <p:spPr>
          <a:xfrm>
            <a:off x="5810250" y="3176588"/>
            <a:ext cx="1762200" cy="2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1100"/>
              <a:buFont typeface="Montserrat"/>
              <a:buNone/>
            </a:pPr>
            <a:r>
              <a:rPr b="1" i="0" lang="en-US" sz="1100" u="none" cap="none" strike="noStrike">
                <a:solidFill>
                  <a:srgbClr val="2B5BFC"/>
                </a:solidFill>
                <a:latin typeface="Montserrat"/>
                <a:ea typeface="Montserrat"/>
                <a:cs typeface="Montserrat"/>
                <a:sym typeface="Montserrat"/>
              </a:rPr>
              <a:t>Consultora</a:t>
            </a:r>
            <a:endParaRPr b="0" i="0" sz="1100" u="none" cap="none" strike="noStrike">
              <a:solidFill>
                <a:srgbClr val="000033"/>
              </a:solidFill>
              <a:latin typeface="Calibri"/>
              <a:ea typeface="Calibri"/>
              <a:cs typeface="Calibri"/>
              <a:sym typeface="Calibri"/>
            </a:endParaRPr>
          </a:p>
        </p:txBody>
      </p:sp>
      <p:sp>
        <p:nvSpPr>
          <p:cNvPr id="816" name="Google Shape;816;p22"/>
          <p:cNvSpPr/>
          <p:nvPr/>
        </p:nvSpPr>
        <p:spPr>
          <a:xfrm>
            <a:off x="5295900" y="3576638"/>
            <a:ext cx="31479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Acompañamos en el desarrollo del proyecto del lado más corporativo y comunicacional. </a:t>
            </a:r>
            <a:endParaRPr b="0" i="0" sz="1100" u="none" cap="none" strike="noStrike">
              <a:solidFill>
                <a:srgbClr val="000033"/>
              </a:solidFill>
              <a:latin typeface="Calibri"/>
              <a:ea typeface="Calibri"/>
              <a:cs typeface="Calibri"/>
              <a:sym typeface="Calibri"/>
            </a:endParaRPr>
          </a:p>
        </p:txBody>
      </p:sp>
      <p:pic>
        <p:nvPicPr>
          <p:cNvPr id="817" name="Google Shape;817;p22" title="Imagen de WhatsApp 2025-03-28 a las 09.18.12_0e95d37c.jpg"/>
          <p:cNvPicPr preferRelativeResize="0"/>
          <p:nvPr/>
        </p:nvPicPr>
        <p:blipFill rotWithShape="1">
          <a:blip r:embed="rId4">
            <a:alphaModFix/>
          </a:blip>
          <a:srcRect b="29096" l="0" r="7851" t="11994"/>
          <a:stretch/>
        </p:blipFill>
        <p:spPr>
          <a:xfrm>
            <a:off x="703350" y="1814538"/>
            <a:ext cx="689100" cy="678300"/>
          </a:xfrm>
          <a:prstGeom prst="ellipse">
            <a:avLst/>
          </a:prstGeom>
          <a:noFill/>
          <a:ln>
            <a:noFill/>
          </a:ln>
        </p:spPr>
      </p:pic>
      <p:pic>
        <p:nvPicPr>
          <p:cNvPr id="818" name="Google Shape;818;p22"/>
          <p:cNvPicPr preferRelativeResize="0"/>
          <p:nvPr/>
        </p:nvPicPr>
        <p:blipFill rotWithShape="1">
          <a:blip r:embed="rId5">
            <a:alphaModFix/>
          </a:blip>
          <a:srcRect b="0" l="0" r="0" t="0"/>
          <a:stretch/>
        </p:blipFill>
        <p:spPr>
          <a:xfrm>
            <a:off x="788850" y="2816593"/>
            <a:ext cx="518100" cy="518100"/>
          </a:xfrm>
          <a:prstGeom prst="ellipse">
            <a:avLst/>
          </a:prstGeom>
          <a:noFill/>
          <a:ln>
            <a:noFill/>
          </a:ln>
        </p:spPr>
      </p:pic>
      <p:pic>
        <p:nvPicPr>
          <p:cNvPr id="819" name="Google Shape;819;p22"/>
          <p:cNvPicPr preferRelativeResize="0"/>
          <p:nvPr/>
        </p:nvPicPr>
        <p:blipFill rotWithShape="1">
          <a:blip r:embed="rId6">
            <a:alphaModFix/>
          </a:blip>
          <a:srcRect b="12503" l="0" r="0" t="20848"/>
          <a:stretch/>
        </p:blipFill>
        <p:spPr>
          <a:xfrm>
            <a:off x="2905649" y="2793776"/>
            <a:ext cx="518100" cy="541800"/>
          </a:xfrm>
          <a:prstGeom prst="ellipse">
            <a:avLst/>
          </a:prstGeom>
          <a:noFill/>
          <a:ln>
            <a:noFill/>
          </a:ln>
        </p:spPr>
      </p:pic>
      <p:pic>
        <p:nvPicPr>
          <p:cNvPr id="820" name="Google Shape;820;p22"/>
          <p:cNvPicPr preferRelativeResize="0"/>
          <p:nvPr/>
        </p:nvPicPr>
        <p:blipFill rotWithShape="1">
          <a:blip r:embed="rId7">
            <a:alphaModFix/>
          </a:blip>
          <a:srcRect b="0" l="0" r="0" t="0"/>
          <a:stretch/>
        </p:blipFill>
        <p:spPr>
          <a:xfrm>
            <a:off x="5344550" y="1785723"/>
            <a:ext cx="402300" cy="402300"/>
          </a:xfrm>
          <a:prstGeom prst="ellipse">
            <a:avLst/>
          </a:prstGeom>
          <a:noFill/>
          <a:ln>
            <a:noFill/>
          </a:ln>
          <a:effectLst>
            <a:outerShdw blurRad="18214" rotWithShape="0" algn="bl" dir="5400000" dist="6071">
              <a:srgbClr val="000000">
                <a:alpha val="50196"/>
              </a:srgbClr>
            </a:outerShdw>
          </a:effectLst>
        </p:spPr>
      </p:pic>
      <p:pic>
        <p:nvPicPr>
          <p:cNvPr id="821" name="Google Shape;821;p22"/>
          <p:cNvPicPr preferRelativeResize="0"/>
          <p:nvPr/>
        </p:nvPicPr>
        <p:blipFill rotWithShape="1">
          <a:blip r:embed="rId8">
            <a:alphaModFix/>
          </a:blip>
          <a:srcRect b="0" l="0" r="0" t="0"/>
          <a:stretch/>
        </p:blipFill>
        <p:spPr>
          <a:xfrm>
            <a:off x="5344550" y="2387118"/>
            <a:ext cx="402300" cy="402300"/>
          </a:xfrm>
          <a:prstGeom prst="ellipse">
            <a:avLst/>
          </a:prstGeom>
          <a:noFill/>
          <a:ln>
            <a:noFill/>
          </a:ln>
          <a:effectLst>
            <a:outerShdw blurRad="18214" rotWithShape="0" algn="bl" dir="5400000" dist="6071">
              <a:srgbClr val="000000">
                <a:alpha val="50196"/>
              </a:srgbClr>
            </a:outerShdw>
          </a:effectLst>
        </p:spPr>
      </p:pic>
      <p:pic>
        <p:nvPicPr>
          <p:cNvPr id="822" name="Google Shape;822;p22"/>
          <p:cNvPicPr preferRelativeResize="0"/>
          <p:nvPr/>
        </p:nvPicPr>
        <p:blipFill rotWithShape="1">
          <a:blip r:embed="rId9">
            <a:alphaModFix/>
          </a:blip>
          <a:srcRect b="0" l="0" r="0" t="0"/>
          <a:stretch/>
        </p:blipFill>
        <p:spPr>
          <a:xfrm>
            <a:off x="5344560" y="2971800"/>
            <a:ext cx="402300" cy="402300"/>
          </a:xfrm>
          <a:prstGeom prst="ellipse">
            <a:avLst/>
          </a:prstGeom>
          <a:noFill/>
          <a:ln>
            <a:noFill/>
          </a:ln>
          <a:effectLst>
            <a:outerShdw blurRad="25988" rotWithShape="0" algn="bl" dir="2460000" dist="5775">
              <a:srgbClr val="000000">
                <a:alpha val="50196"/>
              </a:srgbClr>
            </a:outerShdw>
          </a:effectLst>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27" name="Shape 827"/>
        <p:cNvGrpSpPr/>
        <p:nvPr/>
      </p:nvGrpSpPr>
      <p:grpSpPr>
        <a:xfrm>
          <a:off x="0" y="0"/>
          <a:ext cx="0" cy="0"/>
          <a:chOff x="0" y="0"/>
          <a:chExt cx="0" cy="0"/>
        </a:xfrm>
      </p:grpSpPr>
      <p:sp>
        <p:nvSpPr>
          <p:cNvPr id="828" name="Google Shape;828;g3f8da4ebb8d_0_14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829" name="Google Shape;829;g3f8da4ebb8d_0_148"/>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NEO</a:t>
            </a:r>
            <a:endParaRPr b="0" i="0" sz="2100" u="none" cap="none" strike="noStrike">
              <a:solidFill>
                <a:schemeClr val="dk1"/>
              </a:solidFill>
              <a:latin typeface="Calibri"/>
              <a:ea typeface="Calibri"/>
              <a:cs typeface="Calibri"/>
              <a:sym typeface="Calibri"/>
            </a:endParaRPr>
          </a:p>
        </p:txBody>
      </p:sp>
      <p:sp>
        <p:nvSpPr>
          <p:cNvPr id="830" name="Google Shape;830;g3f8da4ebb8d_0_148"/>
          <p:cNvSpPr txBox="1"/>
          <p:nvPr/>
        </p:nvSpPr>
        <p:spPr>
          <a:xfrm>
            <a:off x="571500" y="1539850"/>
            <a:ext cx="79158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Un equipo dedicado que combina liderazgo de cuenta, arquitectura de IA, integración, adopción y gestión.</a:t>
            </a:r>
            <a:endParaRPr b="0" i="0" sz="1000" u="none" cap="none" strike="noStrike">
              <a:solidFill>
                <a:schemeClr val="dk1"/>
              </a:solidFill>
              <a:latin typeface="Calibri"/>
              <a:ea typeface="Calibri"/>
              <a:cs typeface="Calibri"/>
              <a:sym typeface="Calibri"/>
            </a:endParaRPr>
          </a:p>
        </p:txBody>
      </p:sp>
      <p:sp>
        <p:nvSpPr>
          <p:cNvPr id="831" name="Google Shape;831;g3f8da4ebb8d_0_148"/>
          <p:cNvSpPr/>
          <p:nvPr/>
        </p:nvSpPr>
        <p:spPr>
          <a:xfrm>
            <a:off x="571538"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0.jpg" id="832" name="Google Shape;832;g3f8da4ebb8d_0_148"/>
          <p:cNvPicPr preferRelativeResize="0"/>
          <p:nvPr/>
        </p:nvPicPr>
        <p:blipFill rotWithShape="1">
          <a:blip r:embed="rId3">
            <a:alphaModFix/>
          </a:blip>
          <a:srcRect b="0" l="0" r="0" t="0"/>
          <a:stretch/>
        </p:blipFill>
        <p:spPr>
          <a:xfrm>
            <a:off x="754417" y="2090816"/>
            <a:ext cx="567000" cy="596100"/>
          </a:xfrm>
          <a:prstGeom prst="ellipse">
            <a:avLst/>
          </a:prstGeom>
          <a:noFill/>
          <a:ln>
            <a:noFill/>
          </a:ln>
        </p:spPr>
      </p:pic>
      <p:sp>
        <p:nvSpPr>
          <p:cNvPr id="833" name="Google Shape;833;g3f8da4ebb8d_0_148"/>
          <p:cNvSpPr txBox="1"/>
          <p:nvPr/>
        </p:nvSpPr>
        <p:spPr>
          <a:xfrm>
            <a:off x="717842"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Liderazgo de cuenta</a:t>
            </a:r>
            <a:endParaRPr b="0" i="0" sz="700" u="none" cap="none" strike="noStrike">
              <a:solidFill>
                <a:schemeClr val="dk1"/>
              </a:solidFill>
              <a:latin typeface="Calibri"/>
              <a:ea typeface="Calibri"/>
              <a:cs typeface="Calibri"/>
              <a:sym typeface="Calibri"/>
            </a:endParaRPr>
          </a:p>
        </p:txBody>
      </p:sp>
      <p:sp>
        <p:nvSpPr>
          <p:cNvPr id="834" name="Google Shape;834;g3f8da4ebb8d_0_148"/>
          <p:cNvSpPr txBox="1"/>
          <p:nvPr/>
        </p:nvSpPr>
        <p:spPr>
          <a:xfrm>
            <a:off x="1449361"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Ricardo Caballero</a:t>
            </a:r>
            <a:endParaRPr b="0" i="0" sz="1100" u="none" cap="none" strike="noStrike">
              <a:solidFill>
                <a:schemeClr val="dk1"/>
              </a:solidFill>
              <a:latin typeface="Calibri"/>
              <a:ea typeface="Calibri"/>
              <a:cs typeface="Calibri"/>
              <a:sym typeface="Calibri"/>
            </a:endParaRPr>
          </a:p>
        </p:txBody>
      </p:sp>
      <p:sp>
        <p:nvSpPr>
          <p:cNvPr id="835" name="Google Shape;835;g3f8da4ebb8d_0_148"/>
          <p:cNvSpPr txBox="1"/>
          <p:nvPr/>
        </p:nvSpPr>
        <p:spPr>
          <a:xfrm>
            <a:off x="1449361"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Gerente de Clientes</a:t>
            </a:r>
            <a:endParaRPr b="0" i="0" sz="900" u="none" cap="none" strike="noStrike">
              <a:solidFill>
                <a:schemeClr val="dk1"/>
              </a:solidFill>
              <a:latin typeface="Calibri"/>
              <a:ea typeface="Calibri"/>
              <a:cs typeface="Calibri"/>
              <a:sym typeface="Calibri"/>
            </a:endParaRPr>
          </a:p>
        </p:txBody>
      </p:sp>
      <p:sp>
        <p:nvSpPr>
          <p:cNvPr id="836" name="Google Shape;836;g3f8da4ebb8d_0_148"/>
          <p:cNvSpPr/>
          <p:nvPr/>
        </p:nvSpPr>
        <p:spPr>
          <a:xfrm>
            <a:off x="1449361"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g3f8da4ebb8d_0_148"/>
          <p:cNvSpPr txBox="1"/>
          <p:nvPr/>
        </p:nvSpPr>
        <p:spPr>
          <a:xfrm>
            <a:off x="1449361"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proyectos de Analytics, Growth &amp; AI. Profesor de Analytics en la PBS.</a:t>
            </a:r>
            <a:endParaRPr b="0" i="0" sz="700" u="none" cap="none" strike="noStrike">
              <a:solidFill>
                <a:schemeClr val="dk1"/>
              </a:solidFill>
              <a:latin typeface="Calibri"/>
              <a:ea typeface="Calibri"/>
              <a:cs typeface="Calibri"/>
              <a:sym typeface="Calibri"/>
            </a:endParaRPr>
          </a:p>
        </p:txBody>
      </p:sp>
      <p:sp>
        <p:nvSpPr>
          <p:cNvPr id="838" name="Google Shape;838;g3f8da4ebb8d_0_148"/>
          <p:cNvSpPr/>
          <p:nvPr/>
        </p:nvSpPr>
        <p:spPr>
          <a:xfrm>
            <a:off x="3293402" y="1890875"/>
            <a:ext cx="2557200" cy="12303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1.jpg" id="839" name="Google Shape;839;g3f8da4ebb8d_0_148"/>
          <p:cNvPicPr preferRelativeResize="0"/>
          <p:nvPr/>
        </p:nvPicPr>
        <p:blipFill rotWithShape="1">
          <a:blip r:embed="rId4">
            <a:alphaModFix/>
          </a:blip>
          <a:srcRect b="10653" l="0" r="0" t="9552"/>
          <a:stretch/>
        </p:blipFill>
        <p:spPr>
          <a:xfrm>
            <a:off x="3476282" y="2090816"/>
            <a:ext cx="567000" cy="596100"/>
          </a:xfrm>
          <a:prstGeom prst="ellipse">
            <a:avLst/>
          </a:prstGeom>
          <a:noFill/>
          <a:ln>
            <a:noFill/>
          </a:ln>
        </p:spPr>
      </p:pic>
      <p:sp>
        <p:nvSpPr>
          <p:cNvPr id="840" name="Google Shape;840;g3f8da4ebb8d_0_148"/>
          <p:cNvSpPr txBox="1"/>
          <p:nvPr/>
        </p:nvSpPr>
        <p:spPr>
          <a:xfrm>
            <a:off x="3439706"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GenAI &amp; Agentic</a:t>
            </a:r>
            <a:endParaRPr b="0" i="0" sz="700" u="none" cap="none" strike="noStrike">
              <a:solidFill>
                <a:schemeClr val="dk1"/>
              </a:solidFill>
              <a:latin typeface="Calibri"/>
              <a:ea typeface="Calibri"/>
              <a:cs typeface="Calibri"/>
              <a:sym typeface="Calibri"/>
            </a:endParaRPr>
          </a:p>
        </p:txBody>
      </p:sp>
      <p:sp>
        <p:nvSpPr>
          <p:cNvPr id="841" name="Google Shape;841;g3f8da4ebb8d_0_148"/>
          <p:cNvSpPr txBox="1"/>
          <p:nvPr/>
        </p:nvSpPr>
        <p:spPr>
          <a:xfrm>
            <a:off x="4171226"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 Vicente</a:t>
            </a:r>
            <a:endParaRPr b="0" i="0" sz="1100" u="none" cap="none" strike="noStrike">
              <a:solidFill>
                <a:schemeClr val="dk1"/>
              </a:solidFill>
              <a:latin typeface="Calibri"/>
              <a:ea typeface="Calibri"/>
              <a:cs typeface="Calibri"/>
              <a:sym typeface="Calibri"/>
            </a:endParaRPr>
          </a:p>
        </p:txBody>
      </p:sp>
      <p:sp>
        <p:nvSpPr>
          <p:cNvPr id="842" name="Google Shape;842;g3f8da4ebb8d_0_148"/>
          <p:cNvSpPr txBox="1"/>
          <p:nvPr/>
        </p:nvSpPr>
        <p:spPr>
          <a:xfrm>
            <a:off x="4171226"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IA Lead</a:t>
            </a:r>
            <a:endParaRPr b="0" i="0" sz="900" u="none" cap="none" strike="noStrike">
              <a:solidFill>
                <a:schemeClr val="dk1"/>
              </a:solidFill>
              <a:latin typeface="Calibri"/>
              <a:ea typeface="Calibri"/>
              <a:cs typeface="Calibri"/>
              <a:sym typeface="Calibri"/>
            </a:endParaRPr>
          </a:p>
        </p:txBody>
      </p:sp>
      <p:sp>
        <p:nvSpPr>
          <p:cNvPr id="843" name="Google Shape;843;g3f8da4ebb8d_0_148"/>
          <p:cNvSpPr/>
          <p:nvPr/>
        </p:nvSpPr>
        <p:spPr>
          <a:xfrm>
            <a:off x="4171226"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 name="Google Shape;844;g3f8da4ebb8d_0_148"/>
          <p:cNvSpPr txBox="1"/>
          <p:nvPr/>
        </p:nvSpPr>
        <p:spPr>
          <a:xfrm>
            <a:off x="4171226"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+8 años de experiencia en digital, ML &amp; AI. Certificado en GCP, Anthropic y AWS.</a:t>
            </a:r>
            <a:endParaRPr b="0" i="0" sz="700" u="none" cap="none" strike="noStrike">
              <a:solidFill>
                <a:schemeClr val="dk1"/>
              </a:solidFill>
              <a:latin typeface="Calibri"/>
              <a:ea typeface="Calibri"/>
              <a:cs typeface="Calibri"/>
              <a:sym typeface="Calibri"/>
            </a:endParaRPr>
          </a:p>
        </p:txBody>
      </p:sp>
      <p:sp>
        <p:nvSpPr>
          <p:cNvPr id="845" name="Google Shape;845;g3f8da4ebb8d_0_148"/>
          <p:cNvSpPr/>
          <p:nvPr/>
        </p:nvSpPr>
        <p:spPr>
          <a:xfrm>
            <a:off x="6015266" y="189854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2.jpg" id="846" name="Google Shape;846;g3f8da4ebb8d_0_148"/>
          <p:cNvPicPr preferRelativeResize="0"/>
          <p:nvPr/>
        </p:nvPicPr>
        <p:blipFill rotWithShape="1">
          <a:blip r:embed="rId5">
            <a:alphaModFix/>
          </a:blip>
          <a:srcRect b="0" l="0" r="0" t="0"/>
          <a:stretch/>
        </p:blipFill>
        <p:spPr>
          <a:xfrm>
            <a:off x="6198146" y="2090816"/>
            <a:ext cx="567000" cy="596100"/>
          </a:xfrm>
          <a:prstGeom prst="ellipse">
            <a:avLst/>
          </a:prstGeom>
          <a:noFill/>
          <a:ln>
            <a:noFill/>
          </a:ln>
        </p:spPr>
      </p:pic>
      <p:sp>
        <p:nvSpPr>
          <p:cNvPr id="847" name="Google Shape;847;g3f8da4ebb8d_0_148"/>
          <p:cNvSpPr txBox="1"/>
          <p:nvPr/>
        </p:nvSpPr>
        <p:spPr>
          <a:xfrm>
            <a:off x="6161569" y="2763749"/>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Prompt &amp; RAG</a:t>
            </a:r>
            <a:endParaRPr b="0" i="0" sz="700" u="none" cap="none" strike="noStrike">
              <a:solidFill>
                <a:schemeClr val="dk1"/>
              </a:solidFill>
              <a:latin typeface="Calibri"/>
              <a:ea typeface="Calibri"/>
              <a:cs typeface="Calibri"/>
              <a:sym typeface="Calibri"/>
            </a:endParaRPr>
          </a:p>
        </p:txBody>
      </p:sp>
      <p:sp>
        <p:nvSpPr>
          <p:cNvPr id="848" name="Google Shape;848;g3f8da4ebb8d_0_148"/>
          <p:cNvSpPr txBox="1"/>
          <p:nvPr/>
        </p:nvSpPr>
        <p:spPr>
          <a:xfrm>
            <a:off x="6893090" y="207158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Yeltsin García</a:t>
            </a:r>
            <a:endParaRPr b="0" i="0" sz="1100" u="none" cap="none" strike="noStrike">
              <a:solidFill>
                <a:schemeClr val="dk1"/>
              </a:solidFill>
              <a:latin typeface="Calibri"/>
              <a:ea typeface="Calibri"/>
              <a:cs typeface="Calibri"/>
              <a:sym typeface="Calibri"/>
            </a:endParaRPr>
          </a:p>
        </p:txBody>
      </p:sp>
      <p:sp>
        <p:nvSpPr>
          <p:cNvPr id="849" name="Google Shape;849;g3f8da4ebb8d_0_148"/>
          <p:cNvSpPr txBox="1"/>
          <p:nvPr/>
        </p:nvSpPr>
        <p:spPr>
          <a:xfrm>
            <a:off x="6893090" y="230230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Ingeniero de IA</a:t>
            </a:r>
            <a:endParaRPr b="0" i="0" sz="900" u="none" cap="none" strike="noStrike">
              <a:solidFill>
                <a:schemeClr val="dk1"/>
              </a:solidFill>
              <a:latin typeface="Calibri"/>
              <a:ea typeface="Calibri"/>
              <a:cs typeface="Calibri"/>
              <a:sym typeface="Calibri"/>
            </a:endParaRPr>
          </a:p>
        </p:txBody>
      </p:sp>
      <p:sp>
        <p:nvSpPr>
          <p:cNvPr id="850" name="Google Shape;850;g3f8da4ebb8d_0_148"/>
          <p:cNvSpPr/>
          <p:nvPr/>
        </p:nvSpPr>
        <p:spPr>
          <a:xfrm>
            <a:off x="6893090" y="2552256"/>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 name="Google Shape;851;g3f8da4ebb8d_0_148"/>
          <p:cNvSpPr txBox="1"/>
          <p:nvPr/>
        </p:nvSpPr>
        <p:spPr>
          <a:xfrm>
            <a:off x="6893090" y="262916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digital, ML &amp; AI. Docente de IA en UCAL. Miembro activo de DCN Global e Internet Society.</a:t>
            </a:r>
            <a:endParaRPr b="0" i="0" sz="700" u="none" cap="none" strike="noStrike">
              <a:solidFill>
                <a:schemeClr val="dk1"/>
              </a:solidFill>
              <a:latin typeface="Calibri"/>
              <a:ea typeface="Calibri"/>
              <a:cs typeface="Calibri"/>
              <a:sym typeface="Calibri"/>
            </a:endParaRPr>
          </a:p>
        </p:txBody>
      </p:sp>
      <p:sp>
        <p:nvSpPr>
          <p:cNvPr id="852" name="Google Shape;852;g3f8da4ebb8d_0_148"/>
          <p:cNvSpPr/>
          <p:nvPr/>
        </p:nvSpPr>
        <p:spPr>
          <a:xfrm>
            <a:off x="571538"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3.jpg" id="853" name="Google Shape;853;g3f8da4ebb8d_0_148"/>
          <p:cNvPicPr preferRelativeResize="0"/>
          <p:nvPr/>
        </p:nvPicPr>
        <p:blipFill rotWithShape="1">
          <a:blip r:embed="rId6">
            <a:alphaModFix/>
          </a:blip>
          <a:srcRect b="10938" l="-520" r="520" t="2460"/>
          <a:stretch/>
        </p:blipFill>
        <p:spPr>
          <a:xfrm>
            <a:off x="754417" y="3475135"/>
            <a:ext cx="567000" cy="596100"/>
          </a:xfrm>
          <a:prstGeom prst="ellipse">
            <a:avLst/>
          </a:prstGeom>
          <a:noFill/>
          <a:ln>
            <a:noFill/>
          </a:ln>
        </p:spPr>
      </p:pic>
      <p:sp>
        <p:nvSpPr>
          <p:cNvPr id="854" name="Google Shape;854;g3f8da4ebb8d_0_148"/>
          <p:cNvSpPr txBox="1"/>
          <p:nvPr/>
        </p:nvSpPr>
        <p:spPr>
          <a:xfrm>
            <a:off x="717842"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Data Architect</a:t>
            </a:r>
            <a:endParaRPr b="0" i="0" sz="700" u="none" cap="none" strike="noStrike">
              <a:solidFill>
                <a:schemeClr val="dk1"/>
              </a:solidFill>
              <a:latin typeface="Calibri"/>
              <a:ea typeface="Calibri"/>
              <a:cs typeface="Calibri"/>
              <a:sym typeface="Calibri"/>
            </a:endParaRPr>
          </a:p>
        </p:txBody>
      </p:sp>
      <p:sp>
        <p:nvSpPr>
          <p:cNvPr id="855" name="Google Shape;855;g3f8da4ebb8d_0_148"/>
          <p:cNvSpPr txBox="1"/>
          <p:nvPr/>
        </p:nvSpPr>
        <p:spPr>
          <a:xfrm>
            <a:off x="1449361"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Jean Pierre Merino</a:t>
            </a:r>
            <a:endParaRPr b="0" i="0" sz="1100" u="none" cap="none" strike="noStrike">
              <a:solidFill>
                <a:schemeClr val="dk1"/>
              </a:solidFill>
              <a:latin typeface="Calibri"/>
              <a:ea typeface="Calibri"/>
              <a:cs typeface="Calibri"/>
              <a:sym typeface="Calibri"/>
            </a:endParaRPr>
          </a:p>
        </p:txBody>
      </p:sp>
      <p:sp>
        <p:nvSpPr>
          <p:cNvPr id="856" name="Google Shape;856;g3f8da4ebb8d_0_148"/>
          <p:cNvSpPr txBox="1"/>
          <p:nvPr/>
        </p:nvSpPr>
        <p:spPr>
          <a:xfrm>
            <a:off x="1449349" y="3686625"/>
            <a:ext cx="16794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Arquitecto de Integración</a:t>
            </a:r>
            <a:endParaRPr b="0" i="0" sz="900" u="none" cap="none" strike="noStrike">
              <a:solidFill>
                <a:schemeClr val="dk1"/>
              </a:solidFill>
              <a:latin typeface="Calibri"/>
              <a:ea typeface="Calibri"/>
              <a:cs typeface="Calibri"/>
              <a:sym typeface="Calibri"/>
            </a:endParaRPr>
          </a:p>
        </p:txBody>
      </p:sp>
      <p:sp>
        <p:nvSpPr>
          <p:cNvPr id="857" name="Google Shape;857;g3f8da4ebb8d_0_148"/>
          <p:cNvSpPr/>
          <p:nvPr/>
        </p:nvSpPr>
        <p:spPr>
          <a:xfrm>
            <a:off x="1449361"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 name="Google Shape;858;g3f8da4ebb8d_0_148"/>
          <p:cNvSpPr txBox="1"/>
          <p:nvPr/>
        </p:nvSpPr>
        <p:spPr>
          <a:xfrm>
            <a:off x="1449361"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+10 años de experiencia en data, analítica digital, ML &amp; AI.</a:t>
            </a:r>
            <a:endParaRPr b="0" i="0" sz="700" u="none" cap="none" strike="noStrike">
              <a:solidFill>
                <a:schemeClr val="dk1"/>
              </a:solidFill>
              <a:latin typeface="Calibri"/>
              <a:ea typeface="Calibri"/>
              <a:cs typeface="Calibri"/>
              <a:sym typeface="Calibri"/>
            </a:endParaRPr>
          </a:p>
        </p:txBody>
      </p:sp>
      <p:sp>
        <p:nvSpPr>
          <p:cNvPr id="859" name="Google Shape;859;g3f8da4ebb8d_0_148"/>
          <p:cNvSpPr/>
          <p:nvPr/>
        </p:nvSpPr>
        <p:spPr>
          <a:xfrm>
            <a:off x="3293402"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4.jpg" id="860" name="Google Shape;860;g3f8da4ebb8d_0_148"/>
          <p:cNvPicPr preferRelativeResize="0"/>
          <p:nvPr/>
        </p:nvPicPr>
        <p:blipFill rotWithShape="1">
          <a:blip r:embed="rId7">
            <a:alphaModFix/>
          </a:blip>
          <a:srcRect b="18122" l="0" r="0" t="939"/>
          <a:stretch/>
        </p:blipFill>
        <p:spPr>
          <a:xfrm>
            <a:off x="3476282" y="3475135"/>
            <a:ext cx="567000" cy="596100"/>
          </a:xfrm>
          <a:prstGeom prst="ellipse">
            <a:avLst/>
          </a:prstGeom>
          <a:noFill/>
          <a:ln>
            <a:noFill/>
          </a:ln>
        </p:spPr>
      </p:pic>
      <p:sp>
        <p:nvSpPr>
          <p:cNvPr id="861" name="Google Shape;861;g3f8da4ebb8d_0_148"/>
          <p:cNvSpPr txBox="1"/>
          <p:nvPr/>
        </p:nvSpPr>
        <p:spPr>
          <a:xfrm>
            <a:off x="3439706"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Change Management</a:t>
            </a:r>
            <a:endParaRPr b="0" i="0" sz="700" u="none" cap="none" strike="noStrike">
              <a:solidFill>
                <a:schemeClr val="dk1"/>
              </a:solidFill>
              <a:latin typeface="Calibri"/>
              <a:ea typeface="Calibri"/>
              <a:cs typeface="Calibri"/>
              <a:sym typeface="Calibri"/>
            </a:endParaRPr>
          </a:p>
        </p:txBody>
      </p:sp>
      <p:sp>
        <p:nvSpPr>
          <p:cNvPr id="862" name="Google Shape;862;g3f8da4ebb8d_0_148"/>
          <p:cNvSpPr txBox="1"/>
          <p:nvPr/>
        </p:nvSpPr>
        <p:spPr>
          <a:xfrm>
            <a:off x="4171226"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Franco Pastorelli</a:t>
            </a:r>
            <a:endParaRPr b="0" i="0" sz="1100" u="none" cap="none" strike="noStrike">
              <a:solidFill>
                <a:schemeClr val="dk1"/>
              </a:solidFill>
              <a:latin typeface="Calibri"/>
              <a:ea typeface="Calibri"/>
              <a:cs typeface="Calibri"/>
              <a:sym typeface="Calibri"/>
            </a:endParaRPr>
          </a:p>
        </p:txBody>
      </p:sp>
      <p:sp>
        <p:nvSpPr>
          <p:cNvPr id="863" name="Google Shape;863;g3f8da4ebb8d_0_148"/>
          <p:cNvSpPr txBox="1"/>
          <p:nvPr/>
        </p:nvSpPr>
        <p:spPr>
          <a:xfrm>
            <a:off x="4171226"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Especialista de Adopción</a:t>
            </a:r>
            <a:endParaRPr b="0" i="0" sz="900" u="none" cap="none" strike="noStrike">
              <a:solidFill>
                <a:schemeClr val="dk1"/>
              </a:solidFill>
              <a:latin typeface="Calibri"/>
              <a:ea typeface="Calibri"/>
              <a:cs typeface="Calibri"/>
              <a:sym typeface="Calibri"/>
            </a:endParaRPr>
          </a:p>
        </p:txBody>
      </p:sp>
      <p:sp>
        <p:nvSpPr>
          <p:cNvPr id="864" name="Google Shape;864;g3f8da4ebb8d_0_148"/>
          <p:cNvSpPr/>
          <p:nvPr/>
        </p:nvSpPr>
        <p:spPr>
          <a:xfrm>
            <a:off x="4171226"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g3f8da4ebb8d_0_148"/>
          <p:cNvSpPr txBox="1"/>
          <p:nvPr/>
        </p:nvSpPr>
        <p:spPr>
          <a:xfrm>
            <a:off x="4171226"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+6 años de experiencia en gestión de proyectos de Transformación Digital, educación ejecutiva, GenAI y Agentic.</a:t>
            </a:r>
            <a:endParaRPr b="0" i="0" sz="700" u="none" cap="none" strike="noStrike">
              <a:solidFill>
                <a:schemeClr val="dk1"/>
              </a:solidFill>
              <a:latin typeface="Calibri"/>
              <a:ea typeface="Calibri"/>
              <a:cs typeface="Calibri"/>
              <a:sym typeface="Calibri"/>
            </a:endParaRPr>
          </a:p>
        </p:txBody>
      </p:sp>
      <p:sp>
        <p:nvSpPr>
          <p:cNvPr id="866" name="Google Shape;866;g3f8da4ebb8d_0_148"/>
          <p:cNvSpPr/>
          <p:nvPr/>
        </p:nvSpPr>
        <p:spPr>
          <a:xfrm>
            <a:off x="6015266" y="3282869"/>
            <a:ext cx="2557200" cy="1230600"/>
          </a:xfrm>
          <a:prstGeom prst="roundRect">
            <a:avLst>
              <a:gd fmla="val 625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ac/s30_5.jpg" id="867" name="Google Shape;867;g3f8da4ebb8d_0_148"/>
          <p:cNvPicPr preferRelativeResize="0"/>
          <p:nvPr/>
        </p:nvPicPr>
        <p:blipFill rotWithShape="1">
          <a:blip r:embed="rId8">
            <a:alphaModFix/>
          </a:blip>
          <a:srcRect b="9896" l="0" r="0" t="3979"/>
          <a:stretch/>
        </p:blipFill>
        <p:spPr>
          <a:xfrm>
            <a:off x="6198146" y="3475135"/>
            <a:ext cx="567000" cy="596100"/>
          </a:xfrm>
          <a:prstGeom prst="ellipse">
            <a:avLst/>
          </a:prstGeom>
          <a:noFill/>
          <a:ln>
            <a:noFill/>
          </a:ln>
        </p:spPr>
      </p:pic>
      <p:sp>
        <p:nvSpPr>
          <p:cNvPr id="868" name="Google Shape;868;g3f8da4ebb8d_0_148"/>
          <p:cNvSpPr txBox="1"/>
          <p:nvPr/>
        </p:nvSpPr>
        <p:spPr>
          <a:xfrm>
            <a:off x="6161569" y="4148068"/>
            <a:ext cx="640200" cy="26910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PMO</a:t>
            </a:r>
            <a:endParaRPr b="0" i="0" sz="700" u="none" cap="none" strike="noStrike">
              <a:solidFill>
                <a:schemeClr val="dk1"/>
              </a:solidFill>
              <a:latin typeface="Calibri"/>
              <a:ea typeface="Calibri"/>
              <a:cs typeface="Calibri"/>
              <a:sym typeface="Calibri"/>
            </a:endParaRPr>
          </a:p>
        </p:txBody>
      </p:sp>
      <p:sp>
        <p:nvSpPr>
          <p:cNvPr id="869" name="Google Shape;869;g3f8da4ebb8d_0_148"/>
          <p:cNvSpPr txBox="1"/>
          <p:nvPr/>
        </p:nvSpPr>
        <p:spPr>
          <a:xfrm>
            <a:off x="6893090" y="3455909"/>
            <a:ext cx="1515000" cy="21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Daniela Tamayo</a:t>
            </a:r>
            <a:endParaRPr b="0" i="0" sz="1100" u="none" cap="none" strike="noStrike">
              <a:solidFill>
                <a:schemeClr val="dk1"/>
              </a:solidFill>
              <a:latin typeface="Calibri"/>
              <a:ea typeface="Calibri"/>
              <a:cs typeface="Calibri"/>
              <a:sym typeface="Calibri"/>
            </a:endParaRPr>
          </a:p>
        </p:txBody>
      </p:sp>
      <p:sp>
        <p:nvSpPr>
          <p:cNvPr id="870" name="Google Shape;870;g3f8da4ebb8d_0_148"/>
          <p:cNvSpPr txBox="1"/>
          <p:nvPr/>
        </p:nvSpPr>
        <p:spPr>
          <a:xfrm>
            <a:off x="6893090" y="3686629"/>
            <a:ext cx="1515000" cy="192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Gestor de Proyecto</a:t>
            </a:r>
            <a:endParaRPr b="0" i="0" sz="900" u="none" cap="none" strike="noStrike">
              <a:solidFill>
                <a:schemeClr val="dk1"/>
              </a:solidFill>
              <a:latin typeface="Calibri"/>
              <a:ea typeface="Calibri"/>
              <a:cs typeface="Calibri"/>
              <a:sym typeface="Calibri"/>
            </a:endParaRPr>
          </a:p>
        </p:txBody>
      </p:sp>
      <p:sp>
        <p:nvSpPr>
          <p:cNvPr id="871" name="Google Shape;871;g3f8da4ebb8d_0_148"/>
          <p:cNvSpPr/>
          <p:nvPr/>
        </p:nvSpPr>
        <p:spPr>
          <a:xfrm>
            <a:off x="6893090" y="3936575"/>
            <a:ext cx="1496700" cy="7800"/>
          </a:xfrm>
          <a:prstGeom prst="rect">
            <a:avLst/>
          </a:prstGeom>
          <a:solidFill>
            <a:srgbClr val="D8E0F5"/>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 name="Google Shape;872;g3f8da4ebb8d_0_148"/>
          <p:cNvSpPr txBox="1"/>
          <p:nvPr/>
        </p:nvSpPr>
        <p:spPr>
          <a:xfrm>
            <a:off x="6893090" y="4013482"/>
            <a:ext cx="1515000" cy="442200"/>
          </a:xfrm>
          <a:prstGeom prst="rect">
            <a:avLst/>
          </a:prstGeom>
          <a:noFill/>
          <a:ln>
            <a:noFill/>
          </a:ln>
        </p:spPr>
        <p:txBody>
          <a:bodyPr anchorCtr="0" anchor="ctr" bIns="0" lIns="0" spcFirstLastPara="1" rIns="0" wrap="square" tIns="0">
            <a:noAutofit/>
          </a:bodyPr>
          <a:lstStyle/>
          <a:p>
            <a:pPr indent="0" lvl="0" marL="0" marR="0" rtl="0" algn="l">
              <a:lnSpc>
                <a:spcPct val="116000"/>
              </a:lnSpc>
              <a:spcBef>
                <a:spcPts val="0"/>
              </a:spcBef>
              <a:spcAft>
                <a:spcPts val="0"/>
              </a:spcAft>
              <a:buClr>
                <a:srgbClr val="575757"/>
              </a:buClr>
              <a:buSzPts val="700"/>
              <a:buFont typeface="Montserrat"/>
              <a:buNone/>
            </a:pPr>
            <a:r>
              <a:rPr b="0" i="0" lang="en-US" sz="700" u="none" cap="none" strike="noStrike">
                <a:solidFill>
                  <a:srgbClr val="000033"/>
                </a:solidFill>
                <a:latin typeface="Montserrat"/>
                <a:ea typeface="Montserrat"/>
                <a:cs typeface="Montserrat"/>
                <a:sym typeface="Montserrat"/>
              </a:rPr>
              <a:t>+5 años de experiencia en gestión de proyectos digitales de IA, Growth y Analytics.</a:t>
            </a:r>
            <a:endParaRPr b="0" i="0" sz="700" u="none" cap="none" strike="noStrike">
              <a:solidFill>
                <a:schemeClr val="dk1"/>
              </a:solidFill>
              <a:latin typeface="Calibri"/>
              <a:ea typeface="Calibri"/>
              <a:cs typeface="Calibri"/>
              <a:sym typeface="Calibri"/>
            </a:endParaRPr>
          </a:p>
        </p:txBody>
      </p:sp>
      <p:sp>
        <p:nvSpPr>
          <p:cNvPr id="873" name="Google Shape;873;g3f8da4ebb8d_0_148"/>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877" name="Shape 877"/>
        <p:cNvGrpSpPr/>
        <p:nvPr/>
      </p:nvGrpSpPr>
      <p:grpSpPr>
        <a:xfrm>
          <a:off x="0" y="0"/>
          <a:ext cx="0" cy="0"/>
          <a:chOff x="0" y="0"/>
          <a:chExt cx="0" cy="0"/>
        </a:xfrm>
      </p:grpSpPr>
      <p:pic>
        <p:nvPicPr>
          <p:cNvPr descr="preencoded.png" id="878" name="Google Shape;878;g3f8db9ece71_0_0"/>
          <p:cNvPicPr preferRelativeResize="0"/>
          <p:nvPr/>
        </p:nvPicPr>
        <p:blipFill rotWithShape="1">
          <a:blip r:embed="rId3">
            <a:alphaModFix/>
          </a:blip>
          <a:srcRect b="0" l="0" r="0" t="0"/>
          <a:stretch/>
        </p:blipFill>
        <p:spPr>
          <a:xfrm>
            <a:off x="571500" y="1643988"/>
            <a:ext cx="8001000" cy="3100387"/>
          </a:xfrm>
          <a:prstGeom prst="rect">
            <a:avLst/>
          </a:prstGeom>
          <a:noFill/>
          <a:ln>
            <a:noFill/>
          </a:ln>
        </p:spPr>
      </p:pic>
      <p:sp>
        <p:nvSpPr>
          <p:cNvPr id="879" name="Google Shape;879;g3f8db9ece71_0_0"/>
          <p:cNvSpPr/>
          <p:nvPr/>
        </p:nvSpPr>
        <p:spPr>
          <a:xfrm>
            <a:off x="571500" y="836200"/>
            <a:ext cx="1087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 </a:t>
            </a:r>
            <a:endParaRPr b="0" i="0" sz="1100" u="none" cap="none" strike="noStrike">
              <a:solidFill>
                <a:srgbClr val="000033"/>
              </a:solidFill>
              <a:latin typeface="Calibri"/>
              <a:ea typeface="Calibri"/>
              <a:cs typeface="Calibri"/>
              <a:sym typeface="Calibri"/>
            </a:endParaRPr>
          </a:p>
        </p:txBody>
      </p:sp>
      <p:sp>
        <p:nvSpPr>
          <p:cNvPr id="880" name="Google Shape;880;g3f8db9ece71_0_0"/>
          <p:cNvSpPr/>
          <p:nvPr/>
        </p:nvSpPr>
        <p:spPr>
          <a:xfrm>
            <a:off x="571500" y="1069557"/>
            <a:ext cx="79728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 equipo de </a:t>
            </a:r>
            <a:r>
              <a:rPr b="1" i="1" lang="en-US" sz="2100" u="none" cap="none" strike="noStrike">
                <a:solidFill>
                  <a:srgbClr val="2B5BFC"/>
                </a:solidFill>
                <a:latin typeface="Montserrat ExtraBold"/>
                <a:ea typeface="Montserrat ExtraBold"/>
                <a:cs typeface="Montserrat ExtraBold"/>
                <a:sym typeface="Montserrat ExtraBold"/>
              </a:rPr>
              <a:t>expertos</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881" name="Google Shape;881;g3f8db9ece71_0_0"/>
          <p:cNvSpPr/>
          <p:nvPr/>
        </p:nvSpPr>
        <p:spPr>
          <a:xfrm>
            <a:off x="68888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Falcón </a:t>
            </a:r>
            <a:endParaRPr b="0" i="0" sz="1100" u="none" cap="none" strike="noStrike">
              <a:solidFill>
                <a:srgbClr val="000033"/>
              </a:solidFill>
              <a:latin typeface="Calibri"/>
              <a:ea typeface="Calibri"/>
              <a:cs typeface="Calibri"/>
              <a:sym typeface="Calibri"/>
            </a:endParaRPr>
          </a:p>
        </p:txBody>
      </p:sp>
      <p:sp>
        <p:nvSpPr>
          <p:cNvPr id="882" name="Google Shape;882;g3f8db9ece71_0_0"/>
          <p:cNvSpPr/>
          <p:nvPr/>
        </p:nvSpPr>
        <p:spPr>
          <a:xfrm>
            <a:off x="660713" y="2526460"/>
            <a:ext cx="14520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CEO </a:t>
            </a:r>
            <a:endParaRPr b="0" i="0" sz="1100" u="none" cap="none" strike="noStrike">
              <a:solidFill>
                <a:srgbClr val="000033"/>
              </a:solidFill>
              <a:latin typeface="Calibri"/>
              <a:ea typeface="Calibri"/>
              <a:cs typeface="Calibri"/>
              <a:sym typeface="Calibri"/>
            </a:endParaRPr>
          </a:p>
        </p:txBody>
      </p:sp>
      <p:sp>
        <p:nvSpPr>
          <p:cNvPr id="883" name="Google Shape;883;g3f8db9ece71_0_0"/>
          <p:cNvSpPr/>
          <p:nvPr/>
        </p:nvSpPr>
        <p:spPr>
          <a:xfrm>
            <a:off x="693581" y="2722737"/>
            <a:ext cx="1390800" cy="288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+25 años de experiencia en consultoría digital</a:t>
            </a:r>
            <a:endParaRPr b="0" i="0" sz="900" u="none" cap="none" strike="noStrike">
              <a:solidFill>
                <a:srgbClr val="000033"/>
              </a:solidFill>
              <a:latin typeface="Montserrat"/>
              <a:ea typeface="Montserrat"/>
              <a:cs typeface="Montserrat"/>
              <a:sym typeface="Montserrat"/>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rPr b="0" i="0" lang="en-US" sz="900" u="none" cap="none" strike="noStrike">
                <a:solidFill>
                  <a:srgbClr val="000033"/>
                </a:solidFill>
                <a:latin typeface="Montserrat Medium"/>
                <a:ea typeface="Montserrat Medium"/>
                <a:cs typeface="Montserrat Medium"/>
                <a:sym typeface="Montserrat Medium"/>
              </a:rPr>
              <a:t> </a:t>
            </a:r>
            <a:endParaRPr b="0" i="0" sz="900" u="none" cap="none" strike="noStrike">
              <a:solidFill>
                <a:srgbClr val="000033"/>
              </a:solidFill>
              <a:latin typeface="Calibri"/>
              <a:ea typeface="Calibri"/>
              <a:cs typeface="Calibri"/>
              <a:sym typeface="Calibri"/>
            </a:endParaRPr>
          </a:p>
        </p:txBody>
      </p:sp>
      <p:sp>
        <p:nvSpPr>
          <p:cNvPr id="884" name="Google Shape;884;g3f8db9ece71_0_0"/>
          <p:cNvSpPr/>
          <p:nvPr/>
        </p:nvSpPr>
        <p:spPr>
          <a:xfrm>
            <a:off x="2266551" y="2386600"/>
            <a:ext cx="18645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Jurgita Sarkovaite </a:t>
            </a:r>
            <a:endParaRPr b="0" i="0" sz="1100" u="none" cap="none" strike="noStrike">
              <a:solidFill>
                <a:srgbClr val="000033"/>
              </a:solidFill>
              <a:latin typeface="Calibri"/>
              <a:ea typeface="Calibri"/>
              <a:cs typeface="Calibri"/>
              <a:sym typeface="Calibri"/>
            </a:endParaRPr>
          </a:p>
        </p:txBody>
      </p:sp>
      <p:sp>
        <p:nvSpPr>
          <p:cNvPr id="885" name="Google Shape;885;g3f8db9ece71_0_0"/>
          <p:cNvSpPr/>
          <p:nvPr/>
        </p:nvSpPr>
        <p:spPr>
          <a:xfrm>
            <a:off x="228063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Directora </a:t>
            </a:r>
            <a:endParaRPr b="0" i="0" sz="1100" u="none" cap="none" strike="noStrike">
              <a:solidFill>
                <a:srgbClr val="000033"/>
              </a:solidFill>
              <a:latin typeface="Calibri"/>
              <a:ea typeface="Calibri"/>
              <a:cs typeface="Calibri"/>
              <a:sym typeface="Calibri"/>
            </a:endParaRPr>
          </a:p>
        </p:txBody>
      </p:sp>
      <p:sp>
        <p:nvSpPr>
          <p:cNvPr id="886" name="Google Shape;886;g3f8db9ece71_0_0"/>
          <p:cNvSpPr/>
          <p:nvPr/>
        </p:nvSpPr>
        <p:spPr>
          <a:xfrm>
            <a:off x="2266067" y="2740187"/>
            <a:ext cx="14235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+15 años de experiencia internacional en consultoría </a:t>
            </a:r>
            <a:endParaRPr b="0" i="0" sz="800" u="none" cap="none" strike="noStrike">
              <a:solidFill>
                <a:srgbClr val="000033"/>
              </a:solidFill>
              <a:latin typeface="Calibri"/>
              <a:ea typeface="Calibri"/>
              <a:cs typeface="Calibri"/>
              <a:sym typeface="Calibri"/>
            </a:endParaRPr>
          </a:p>
          <a:p>
            <a:pPr indent="0" lvl="0" marL="0" marR="0" rtl="0" algn="l">
              <a:lnSpc>
                <a:spcPct val="89377"/>
              </a:lnSpc>
              <a:spcBef>
                <a:spcPts val="0"/>
              </a:spcBef>
              <a:spcAft>
                <a:spcPts val="0"/>
              </a:spcAft>
              <a:buClr>
                <a:srgbClr val="575757"/>
              </a:buClr>
              <a:buSzPts val="1100"/>
              <a:buFont typeface="Montserrat Medium"/>
              <a:buNone/>
            </a:pPr>
            <a:r>
              <a:t/>
            </a:r>
            <a:endParaRPr b="0" i="0" sz="800" u="none" cap="none" strike="noStrike">
              <a:solidFill>
                <a:srgbClr val="000033"/>
              </a:solidFill>
              <a:latin typeface="Montserrat Medium"/>
              <a:ea typeface="Montserrat Medium"/>
              <a:cs typeface="Montserrat Medium"/>
              <a:sym typeface="Montserrat Medium"/>
            </a:endParaRPr>
          </a:p>
        </p:txBody>
      </p:sp>
      <p:sp>
        <p:nvSpPr>
          <p:cNvPr id="887" name="Google Shape;887;g3f8db9ece71_0_0"/>
          <p:cNvSpPr/>
          <p:nvPr/>
        </p:nvSpPr>
        <p:spPr>
          <a:xfrm>
            <a:off x="5497082" y="2390583"/>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Manuel Falcón </a:t>
            </a:r>
            <a:endParaRPr b="0" i="0" sz="1100" u="none" cap="none" strike="noStrike">
              <a:solidFill>
                <a:srgbClr val="000033"/>
              </a:solidFill>
              <a:latin typeface="Calibri"/>
              <a:ea typeface="Calibri"/>
              <a:cs typeface="Calibri"/>
              <a:sym typeface="Calibri"/>
            </a:endParaRPr>
          </a:p>
        </p:txBody>
      </p:sp>
      <p:sp>
        <p:nvSpPr>
          <p:cNvPr id="888" name="Google Shape;888;g3f8db9ece71_0_0"/>
          <p:cNvSpPr/>
          <p:nvPr/>
        </p:nvSpPr>
        <p:spPr>
          <a:xfrm>
            <a:off x="5497082" y="2530435"/>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 </a:t>
            </a:r>
            <a:endParaRPr b="0" i="0" sz="1100" u="none" cap="none" strike="noStrike">
              <a:solidFill>
                <a:srgbClr val="000033"/>
              </a:solidFill>
              <a:latin typeface="Calibri"/>
              <a:ea typeface="Calibri"/>
              <a:cs typeface="Calibri"/>
              <a:sym typeface="Calibri"/>
            </a:endParaRPr>
          </a:p>
        </p:txBody>
      </p:sp>
      <p:sp>
        <p:nvSpPr>
          <p:cNvPr id="889" name="Google Shape;889;g3f8db9ece71_0_0"/>
          <p:cNvSpPr/>
          <p:nvPr/>
        </p:nvSpPr>
        <p:spPr>
          <a:xfrm>
            <a:off x="5471228" y="2735503"/>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+20 años de experiencia en finanzas y operaciones</a:t>
            </a:r>
            <a:endParaRPr b="0" i="0" sz="800" u="none" cap="none" strike="noStrike">
              <a:solidFill>
                <a:srgbClr val="000033"/>
              </a:solidFill>
              <a:latin typeface="Montserrat Medium"/>
              <a:ea typeface="Montserrat Medium"/>
              <a:cs typeface="Montserrat Medium"/>
              <a:sym typeface="Montserrat Medium"/>
            </a:endParaRPr>
          </a:p>
        </p:txBody>
      </p:sp>
      <p:sp>
        <p:nvSpPr>
          <p:cNvPr id="890" name="Google Shape;890;g3f8db9ece71_0_0"/>
          <p:cNvSpPr/>
          <p:nvPr/>
        </p:nvSpPr>
        <p:spPr>
          <a:xfrm>
            <a:off x="3888851" y="23861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Ramos </a:t>
            </a:r>
            <a:endParaRPr b="0" i="0" sz="1100" u="none" cap="none" strike="noStrike">
              <a:solidFill>
                <a:srgbClr val="000033"/>
              </a:solidFill>
              <a:latin typeface="Calibri"/>
              <a:ea typeface="Calibri"/>
              <a:cs typeface="Calibri"/>
              <a:sym typeface="Calibri"/>
            </a:endParaRPr>
          </a:p>
        </p:txBody>
      </p:sp>
      <p:sp>
        <p:nvSpPr>
          <p:cNvPr id="891" name="Google Shape;891;g3f8db9ece71_0_0"/>
          <p:cNvSpPr/>
          <p:nvPr/>
        </p:nvSpPr>
        <p:spPr>
          <a:xfrm>
            <a:off x="3888851" y="25259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 </a:t>
            </a:r>
            <a:endParaRPr b="0" i="0" sz="1100" u="none" cap="none" strike="noStrike">
              <a:solidFill>
                <a:srgbClr val="000033"/>
              </a:solidFill>
              <a:latin typeface="Calibri"/>
              <a:ea typeface="Calibri"/>
              <a:cs typeface="Calibri"/>
              <a:sym typeface="Calibri"/>
            </a:endParaRPr>
          </a:p>
        </p:txBody>
      </p:sp>
      <p:sp>
        <p:nvSpPr>
          <p:cNvPr id="892" name="Google Shape;892;g3f8db9ece71_0_0"/>
          <p:cNvSpPr/>
          <p:nvPr/>
        </p:nvSpPr>
        <p:spPr>
          <a:xfrm>
            <a:off x="3884988" y="2732202"/>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+15 años de experiencia en consultoría digital</a:t>
            </a:r>
            <a:endParaRPr b="0" i="0" sz="900" u="none" cap="none" strike="noStrike">
              <a:solidFill>
                <a:srgbClr val="000033"/>
              </a:solidFill>
              <a:latin typeface="Montserrat Medium"/>
              <a:ea typeface="Montserrat Medium"/>
              <a:cs typeface="Montserrat Medium"/>
              <a:sym typeface="Montserrat Medium"/>
            </a:endParaRPr>
          </a:p>
        </p:txBody>
      </p:sp>
      <p:sp>
        <p:nvSpPr>
          <p:cNvPr id="893" name="Google Shape;893;g3f8db9ece71_0_0"/>
          <p:cNvSpPr/>
          <p:nvPr/>
        </p:nvSpPr>
        <p:spPr>
          <a:xfrm>
            <a:off x="7060574"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Ricardo Caballero </a:t>
            </a:r>
            <a:endParaRPr b="0" i="0" sz="1100" u="none" cap="none" strike="noStrike">
              <a:solidFill>
                <a:srgbClr val="000033"/>
              </a:solidFill>
              <a:latin typeface="Calibri"/>
              <a:ea typeface="Calibri"/>
              <a:cs typeface="Calibri"/>
              <a:sym typeface="Calibri"/>
            </a:endParaRPr>
          </a:p>
        </p:txBody>
      </p:sp>
      <p:sp>
        <p:nvSpPr>
          <p:cNvPr id="894" name="Google Shape;894;g3f8db9ece71_0_0"/>
          <p:cNvSpPr/>
          <p:nvPr/>
        </p:nvSpPr>
        <p:spPr>
          <a:xfrm>
            <a:off x="706057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a:t>
            </a:r>
            <a:endParaRPr b="0" i="0" sz="1100" u="none" cap="none" strike="noStrike">
              <a:solidFill>
                <a:srgbClr val="000033"/>
              </a:solidFill>
              <a:latin typeface="Calibri"/>
              <a:ea typeface="Calibri"/>
              <a:cs typeface="Calibri"/>
              <a:sym typeface="Calibri"/>
            </a:endParaRPr>
          </a:p>
        </p:txBody>
      </p:sp>
      <p:sp>
        <p:nvSpPr>
          <p:cNvPr id="895" name="Google Shape;895;g3f8db9ece71_0_0"/>
          <p:cNvSpPr/>
          <p:nvPr/>
        </p:nvSpPr>
        <p:spPr>
          <a:xfrm>
            <a:off x="7060574" y="2734926"/>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+9 años de exp. en proyectos de growth, UX &amp; paid media</a:t>
            </a:r>
            <a:endParaRPr b="0" i="0" sz="750" u="none" cap="none" strike="noStrike">
              <a:solidFill>
                <a:srgbClr val="000033"/>
              </a:solidFill>
              <a:latin typeface="Montserrat Medium"/>
              <a:ea typeface="Montserrat Medium"/>
              <a:cs typeface="Montserrat Medium"/>
              <a:sym typeface="Montserrat Medium"/>
            </a:endParaRPr>
          </a:p>
        </p:txBody>
      </p:sp>
      <p:sp>
        <p:nvSpPr>
          <p:cNvPr id="896" name="Google Shape;896;g3f8db9ece71_0_0"/>
          <p:cNvSpPr/>
          <p:nvPr/>
        </p:nvSpPr>
        <p:spPr>
          <a:xfrm>
            <a:off x="68888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Bachmann </a:t>
            </a:r>
            <a:endParaRPr b="0" i="0" sz="1100" u="none" cap="none" strike="noStrike">
              <a:solidFill>
                <a:srgbClr val="000033"/>
              </a:solidFill>
              <a:latin typeface="Calibri"/>
              <a:ea typeface="Calibri"/>
              <a:cs typeface="Calibri"/>
              <a:sym typeface="Calibri"/>
            </a:endParaRPr>
          </a:p>
        </p:txBody>
      </p:sp>
      <p:sp>
        <p:nvSpPr>
          <p:cNvPr id="897" name="Google Shape;897;g3f8db9ece71_0_0"/>
          <p:cNvSpPr/>
          <p:nvPr/>
        </p:nvSpPr>
        <p:spPr>
          <a:xfrm>
            <a:off x="68888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Sub Gerente </a:t>
            </a:r>
            <a:endParaRPr b="0" i="0" sz="1100" u="none" cap="none" strike="noStrike">
              <a:solidFill>
                <a:srgbClr val="000033"/>
              </a:solidFill>
              <a:latin typeface="Calibri"/>
              <a:ea typeface="Calibri"/>
              <a:cs typeface="Calibri"/>
              <a:sym typeface="Calibri"/>
            </a:endParaRPr>
          </a:p>
        </p:txBody>
      </p:sp>
      <p:sp>
        <p:nvSpPr>
          <p:cNvPr id="898" name="Google Shape;898;g3f8db9ece71_0_0"/>
          <p:cNvSpPr/>
          <p:nvPr/>
        </p:nvSpPr>
        <p:spPr>
          <a:xfrm>
            <a:off x="693581" y="4329853"/>
            <a:ext cx="1390800" cy="1761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+10 años de experiencia en analítica digital</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p:txBody>
      </p:sp>
      <p:sp>
        <p:nvSpPr>
          <p:cNvPr id="899" name="Google Shape;899;g3f8db9ece71_0_0"/>
          <p:cNvSpPr/>
          <p:nvPr/>
        </p:nvSpPr>
        <p:spPr>
          <a:xfrm>
            <a:off x="228063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Vicente </a:t>
            </a:r>
            <a:endParaRPr b="0" i="0" sz="1100" u="none" cap="none" strike="noStrike">
              <a:solidFill>
                <a:srgbClr val="000033"/>
              </a:solidFill>
              <a:latin typeface="Calibri"/>
              <a:ea typeface="Calibri"/>
              <a:cs typeface="Calibri"/>
              <a:sym typeface="Calibri"/>
            </a:endParaRPr>
          </a:p>
        </p:txBody>
      </p:sp>
      <p:sp>
        <p:nvSpPr>
          <p:cNvPr id="900" name="Google Shape;900;g3f8db9ece71_0_0"/>
          <p:cNvSpPr/>
          <p:nvPr/>
        </p:nvSpPr>
        <p:spPr>
          <a:xfrm>
            <a:off x="228063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01" name="Google Shape;901;g3f8db9ece71_0_0"/>
          <p:cNvSpPr/>
          <p:nvPr/>
        </p:nvSpPr>
        <p:spPr>
          <a:xfrm>
            <a:off x="2285342" y="43298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+8 años de experiencia en digital, ML &amp; AI</a:t>
            </a:r>
            <a:endParaRPr b="0" i="0" sz="900" u="none" cap="none" strike="noStrike">
              <a:solidFill>
                <a:srgbClr val="000033"/>
              </a:solidFill>
              <a:latin typeface="Montserrat Medium"/>
              <a:ea typeface="Montserrat Medium"/>
              <a:cs typeface="Montserrat Medium"/>
              <a:sym typeface="Montserrat Medium"/>
            </a:endParaRPr>
          </a:p>
        </p:txBody>
      </p:sp>
      <p:sp>
        <p:nvSpPr>
          <p:cNvPr id="902" name="Google Shape;902;g3f8db9ece71_0_0"/>
          <p:cNvSpPr/>
          <p:nvPr/>
        </p:nvSpPr>
        <p:spPr>
          <a:xfrm>
            <a:off x="3872382"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Jean P. Merino </a:t>
            </a:r>
            <a:endParaRPr b="0" i="0" sz="1100" u="none" cap="none" strike="noStrike">
              <a:solidFill>
                <a:srgbClr val="000033"/>
              </a:solidFill>
              <a:latin typeface="Calibri"/>
              <a:ea typeface="Calibri"/>
              <a:cs typeface="Calibri"/>
              <a:sym typeface="Calibri"/>
            </a:endParaRPr>
          </a:p>
        </p:txBody>
      </p:sp>
      <p:sp>
        <p:nvSpPr>
          <p:cNvPr id="903" name="Google Shape;903;g3f8db9ece71_0_0"/>
          <p:cNvSpPr/>
          <p:nvPr/>
        </p:nvSpPr>
        <p:spPr>
          <a:xfrm>
            <a:off x="3872382"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04" name="Google Shape;904;g3f8db9ece71_0_0"/>
          <p:cNvSpPr/>
          <p:nvPr/>
        </p:nvSpPr>
        <p:spPr>
          <a:xfrm>
            <a:off x="3877078"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+10 años de experiencia en data, analítica digital, ML &amp; AI</a:t>
            </a:r>
            <a:endParaRPr b="0" i="0" sz="750" u="none" cap="none" strike="noStrike">
              <a:solidFill>
                <a:srgbClr val="000033"/>
              </a:solidFill>
              <a:latin typeface="Montserrat Medium"/>
              <a:ea typeface="Montserrat Medium"/>
              <a:cs typeface="Montserrat Medium"/>
              <a:sym typeface="Montserrat Medium"/>
            </a:endParaRPr>
          </a:p>
        </p:txBody>
      </p:sp>
      <p:sp>
        <p:nvSpPr>
          <p:cNvPr id="905" name="Google Shape;905;g3f8db9ece71_0_0"/>
          <p:cNvSpPr/>
          <p:nvPr/>
        </p:nvSpPr>
        <p:spPr>
          <a:xfrm>
            <a:off x="546882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Camarena </a:t>
            </a:r>
            <a:endParaRPr b="0" i="0" sz="1100" u="none" cap="none" strike="noStrike">
              <a:solidFill>
                <a:srgbClr val="000033"/>
              </a:solidFill>
              <a:latin typeface="Calibri"/>
              <a:ea typeface="Calibri"/>
              <a:cs typeface="Calibri"/>
              <a:sym typeface="Calibri"/>
            </a:endParaRPr>
          </a:p>
        </p:txBody>
      </p:sp>
      <p:sp>
        <p:nvSpPr>
          <p:cNvPr id="906" name="Google Shape;906;g3f8db9ece71_0_0"/>
          <p:cNvSpPr/>
          <p:nvPr/>
        </p:nvSpPr>
        <p:spPr>
          <a:xfrm>
            <a:off x="546882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07" name="Google Shape;907;g3f8db9ece71_0_0"/>
          <p:cNvSpPr/>
          <p:nvPr/>
        </p:nvSpPr>
        <p:spPr>
          <a:xfrm>
            <a:off x="5468838" y="4329862"/>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experiencia en CPG y consultoría digital</a:t>
            </a:r>
            <a:endParaRPr b="0" i="0" sz="750" u="none" cap="none" strike="noStrike">
              <a:solidFill>
                <a:srgbClr val="000033"/>
              </a:solidFill>
              <a:latin typeface="Montserrat Medium"/>
              <a:ea typeface="Montserrat Medium"/>
              <a:cs typeface="Montserrat Medium"/>
              <a:sym typeface="Montserrat Medium"/>
            </a:endParaRPr>
          </a:p>
        </p:txBody>
      </p:sp>
      <p:sp>
        <p:nvSpPr>
          <p:cNvPr id="908" name="Google Shape;908;g3f8db9ece71_0_0"/>
          <p:cNvSpPr/>
          <p:nvPr/>
        </p:nvSpPr>
        <p:spPr>
          <a:xfrm>
            <a:off x="706057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Patrón </a:t>
            </a:r>
            <a:endParaRPr b="0" i="0" sz="1100" u="none" cap="none" strike="noStrike">
              <a:solidFill>
                <a:srgbClr val="000033"/>
              </a:solidFill>
              <a:latin typeface="Calibri"/>
              <a:ea typeface="Calibri"/>
              <a:cs typeface="Calibri"/>
              <a:sym typeface="Calibri"/>
            </a:endParaRPr>
          </a:p>
        </p:txBody>
      </p:sp>
      <p:sp>
        <p:nvSpPr>
          <p:cNvPr id="909" name="Google Shape;909;g3f8db9ece71_0_0"/>
          <p:cNvSpPr/>
          <p:nvPr/>
        </p:nvSpPr>
        <p:spPr>
          <a:xfrm>
            <a:off x="706057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910" name="Google Shape;910;g3f8db9ece71_0_0"/>
          <p:cNvSpPr/>
          <p:nvPr/>
        </p:nvSpPr>
        <p:spPr>
          <a:xfrm>
            <a:off x="7060574"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 en canales digitales y growth hacking</a:t>
            </a:r>
            <a:endParaRPr b="0" i="0" sz="750" u="none" cap="none" strike="noStrike">
              <a:solidFill>
                <a:srgbClr val="000033"/>
              </a:solidFill>
              <a:latin typeface="Montserrat Medium"/>
              <a:ea typeface="Montserrat Medium"/>
              <a:cs typeface="Montserrat Medium"/>
              <a:sym typeface="Montserrat Medium"/>
            </a:endParaRPr>
          </a:p>
        </p:txBody>
      </p:sp>
      <p:pic>
        <p:nvPicPr>
          <p:cNvPr id="911" name="Google Shape;911;g3f8db9ece71_0_0"/>
          <p:cNvPicPr preferRelativeResize="0"/>
          <p:nvPr/>
        </p:nvPicPr>
        <p:blipFill rotWithShape="1">
          <a:blip r:embed="rId4">
            <a:alphaModFix/>
          </a:blip>
          <a:srcRect b="48622" l="8799" r="8815" t="-619"/>
          <a:stretch/>
        </p:blipFill>
        <p:spPr>
          <a:xfrm>
            <a:off x="1099162" y="1752548"/>
            <a:ext cx="591600" cy="593400"/>
          </a:xfrm>
          <a:prstGeom prst="ellipse">
            <a:avLst/>
          </a:prstGeom>
          <a:noFill/>
          <a:ln>
            <a:noFill/>
          </a:ln>
        </p:spPr>
      </p:pic>
      <p:pic>
        <p:nvPicPr>
          <p:cNvPr id="912" name="Google Shape;912;g3f8db9ece71_0_0"/>
          <p:cNvPicPr preferRelativeResize="0"/>
          <p:nvPr/>
        </p:nvPicPr>
        <p:blipFill rotWithShape="1">
          <a:blip r:embed="rId5">
            <a:alphaModFix/>
          </a:blip>
          <a:srcRect b="19818" l="21667" r="27828" t="8115"/>
          <a:stretch/>
        </p:blipFill>
        <p:spPr>
          <a:xfrm>
            <a:off x="2682602" y="1752918"/>
            <a:ext cx="591600" cy="593700"/>
          </a:xfrm>
          <a:prstGeom prst="ellipse">
            <a:avLst/>
          </a:prstGeom>
          <a:noFill/>
          <a:ln>
            <a:noFill/>
          </a:ln>
        </p:spPr>
      </p:pic>
      <p:pic>
        <p:nvPicPr>
          <p:cNvPr id="913" name="Google Shape;913;g3f8db9ece71_0_0"/>
          <p:cNvPicPr preferRelativeResize="0"/>
          <p:nvPr/>
        </p:nvPicPr>
        <p:blipFill rotWithShape="1">
          <a:blip r:embed="rId6">
            <a:alphaModFix/>
          </a:blip>
          <a:srcRect b="0" l="0" r="0" t="0"/>
          <a:stretch/>
        </p:blipFill>
        <p:spPr>
          <a:xfrm>
            <a:off x="4266047" y="1764772"/>
            <a:ext cx="591600" cy="593700"/>
          </a:xfrm>
          <a:prstGeom prst="ellipse">
            <a:avLst/>
          </a:prstGeom>
          <a:noFill/>
          <a:ln>
            <a:noFill/>
          </a:ln>
        </p:spPr>
      </p:pic>
      <p:pic>
        <p:nvPicPr>
          <p:cNvPr id="914" name="Google Shape;914;g3f8db9ece71_0_0"/>
          <p:cNvPicPr preferRelativeResize="0"/>
          <p:nvPr/>
        </p:nvPicPr>
        <p:blipFill rotWithShape="1">
          <a:blip r:embed="rId7">
            <a:alphaModFix/>
          </a:blip>
          <a:srcRect b="25060" l="0" r="0" t="8291"/>
          <a:stretch/>
        </p:blipFill>
        <p:spPr>
          <a:xfrm>
            <a:off x="5870826" y="1761606"/>
            <a:ext cx="591600" cy="600000"/>
          </a:xfrm>
          <a:prstGeom prst="ellipse">
            <a:avLst/>
          </a:prstGeom>
          <a:noFill/>
          <a:ln>
            <a:noFill/>
          </a:ln>
        </p:spPr>
      </p:pic>
      <p:pic>
        <p:nvPicPr>
          <p:cNvPr id="915" name="Google Shape;915;g3f8db9ece71_0_0"/>
          <p:cNvPicPr preferRelativeResize="0"/>
          <p:nvPr/>
        </p:nvPicPr>
        <p:blipFill rotWithShape="1">
          <a:blip r:embed="rId8">
            <a:alphaModFix/>
          </a:blip>
          <a:srcRect b="12503" l="0" r="0" t="20848"/>
          <a:stretch/>
        </p:blipFill>
        <p:spPr>
          <a:xfrm>
            <a:off x="2695615" y="3333106"/>
            <a:ext cx="565500" cy="600000"/>
          </a:xfrm>
          <a:prstGeom prst="ellipse">
            <a:avLst/>
          </a:prstGeom>
          <a:noFill/>
          <a:ln>
            <a:noFill/>
          </a:ln>
        </p:spPr>
      </p:pic>
      <p:pic>
        <p:nvPicPr>
          <p:cNvPr id="916" name="Google Shape;916;g3f8db9ece71_0_0"/>
          <p:cNvPicPr preferRelativeResize="0"/>
          <p:nvPr/>
        </p:nvPicPr>
        <p:blipFill rotWithShape="1">
          <a:blip r:embed="rId9">
            <a:alphaModFix/>
          </a:blip>
          <a:srcRect b="0" l="0" r="0" t="0"/>
          <a:stretch/>
        </p:blipFill>
        <p:spPr>
          <a:xfrm>
            <a:off x="1099137" y="3338618"/>
            <a:ext cx="565500" cy="573600"/>
          </a:xfrm>
          <a:prstGeom prst="ellipse">
            <a:avLst/>
          </a:prstGeom>
          <a:noFill/>
          <a:ln>
            <a:noFill/>
          </a:ln>
        </p:spPr>
      </p:pic>
      <p:pic>
        <p:nvPicPr>
          <p:cNvPr id="917" name="Google Shape;917;g3f8db9ece71_0_0"/>
          <p:cNvPicPr preferRelativeResize="0"/>
          <p:nvPr/>
        </p:nvPicPr>
        <p:blipFill rotWithShape="1">
          <a:blip r:embed="rId10">
            <a:alphaModFix/>
          </a:blip>
          <a:srcRect b="24560" l="0" r="0" t="8791"/>
          <a:stretch/>
        </p:blipFill>
        <p:spPr>
          <a:xfrm>
            <a:off x="4292074" y="3346557"/>
            <a:ext cx="565500" cy="573600"/>
          </a:xfrm>
          <a:prstGeom prst="ellipse">
            <a:avLst/>
          </a:prstGeom>
          <a:noFill/>
          <a:ln>
            <a:noFill/>
          </a:ln>
        </p:spPr>
      </p:pic>
      <p:pic>
        <p:nvPicPr>
          <p:cNvPr id="918" name="Google Shape;918;g3f8db9ece71_0_0"/>
          <p:cNvPicPr preferRelativeResize="0"/>
          <p:nvPr/>
        </p:nvPicPr>
        <p:blipFill rotWithShape="1">
          <a:blip r:embed="rId11">
            <a:alphaModFix/>
          </a:blip>
          <a:srcRect b="0" l="0" r="0" t="0"/>
          <a:stretch/>
        </p:blipFill>
        <p:spPr>
          <a:xfrm>
            <a:off x="5883799" y="3354198"/>
            <a:ext cx="565500" cy="573600"/>
          </a:xfrm>
          <a:prstGeom prst="ellipse">
            <a:avLst/>
          </a:prstGeom>
          <a:noFill/>
          <a:ln>
            <a:noFill/>
          </a:ln>
        </p:spPr>
      </p:pic>
      <p:pic>
        <p:nvPicPr>
          <p:cNvPr id="919" name="Google Shape;919;g3f8db9ece71_0_0"/>
          <p:cNvPicPr preferRelativeResize="0"/>
          <p:nvPr/>
        </p:nvPicPr>
        <p:blipFill rotWithShape="1">
          <a:blip r:embed="rId12">
            <a:alphaModFix/>
          </a:blip>
          <a:srcRect b="0" l="0" r="0" t="0"/>
          <a:stretch/>
        </p:blipFill>
        <p:spPr>
          <a:xfrm>
            <a:off x="7475551" y="3341835"/>
            <a:ext cx="565500" cy="573600"/>
          </a:xfrm>
          <a:prstGeom prst="ellipse">
            <a:avLst/>
          </a:prstGeom>
          <a:noFill/>
          <a:ln>
            <a:noFill/>
          </a:ln>
        </p:spPr>
      </p:pic>
      <p:pic>
        <p:nvPicPr>
          <p:cNvPr id="920" name="Google Shape;920;g3f8db9ece71_0_0" title="IMG_1142.JPG"/>
          <p:cNvPicPr preferRelativeResize="0"/>
          <p:nvPr/>
        </p:nvPicPr>
        <p:blipFill rotWithShape="1">
          <a:blip r:embed="rId13">
            <a:alphaModFix/>
          </a:blip>
          <a:srcRect b="42862" l="25939" r="6493" t="4164"/>
          <a:stretch/>
        </p:blipFill>
        <p:spPr>
          <a:xfrm>
            <a:off x="7452328" y="1737400"/>
            <a:ext cx="612000" cy="623700"/>
          </a:xfrm>
          <a:prstGeom prst="ellipse">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5" name="Shape 925"/>
        <p:cNvGrpSpPr/>
        <p:nvPr/>
      </p:nvGrpSpPr>
      <p:grpSpPr>
        <a:xfrm>
          <a:off x="0" y="0"/>
          <a:ext cx="0" cy="0"/>
          <a:chOff x="0" y="0"/>
          <a:chExt cx="0" cy="0"/>
        </a:xfrm>
      </p:grpSpPr>
      <p:sp>
        <p:nvSpPr>
          <p:cNvPr id="926" name="Google Shape;926;p28"/>
          <p:cNvSpPr/>
          <p:nvPr/>
        </p:nvSpPr>
        <p:spPr>
          <a:xfrm>
            <a:off x="0" y="0"/>
            <a:ext cx="9144000" cy="5143500"/>
          </a:xfrm>
          <a:prstGeom prst="rect">
            <a:avLst/>
          </a:prstGeom>
          <a:solidFill>
            <a:srgbClr val="000033"/>
          </a:solidFill>
          <a:ln>
            <a:noFill/>
          </a:ln>
        </p:spPr>
        <p:txBody>
          <a:bodyPr anchorCtr="0" anchor="ctr" bIns="45725" lIns="45725" spcFirstLastPara="1" rIns="45725" wrap="square" tIns="457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27" name="Google Shape;927;p28"/>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928" name="Google Shape;928;p28"/>
          <p:cNvPicPr preferRelativeResize="0"/>
          <p:nvPr/>
        </p:nvPicPr>
        <p:blipFill rotWithShape="1">
          <a:blip r:embed="rId4">
            <a:alphaModFix/>
          </a:blip>
          <a:srcRect b="0" l="0" r="0" t="0"/>
          <a:stretch/>
        </p:blipFill>
        <p:spPr>
          <a:xfrm>
            <a:off x="571500" y="399117"/>
            <a:ext cx="8001000" cy="244750"/>
          </a:xfrm>
          <a:prstGeom prst="rect">
            <a:avLst/>
          </a:prstGeom>
          <a:noFill/>
          <a:ln>
            <a:noFill/>
          </a:ln>
        </p:spPr>
      </p:pic>
      <p:pic>
        <p:nvPicPr>
          <p:cNvPr descr="preencoded.png" id="929" name="Google Shape;929;p28"/>
          <p:cNvPicPr preferRelativeResize="0"/>
          <p:nvPr/>
        </p:nvPicPr>
        <p:blipFill rotWithShape="1">
          <a:blip r:embed="rId5">
            <a:alphaModFix/>
          </a:blip>
          <a:srcRect b="0" l="0" r="0" t="0"/>
          <a:stretch/>
        </p:blipFill>
        <p:spPr>
          <a:xfrm>
            <a:off x="0" y="0"/>
            <a:ext cx="9143998" cy="5143501"/>
          </a:xfrm>
          <a:prstGeom prst="rect">
            <a:avLst/>
          </a:prstGeom>
          <a:noFill/>
          <a:ln>
            <a:noFill/>
          </a:ln>
        </p:spPr>
      </p:pic>
      <p:sp>
        <p:nvSpPr>
          <p:cNvPr id="930" name="Google Shape;930;p28"/>
          <p:cNvSpPr/>
          <p:nvPr/>
        </p:nvSpPr>
        <p:spPr>
          <a:xfrm>
            <a:off x="571500" y="4593432"/>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sp>
        <p:nvSpPr>
          <p:cNvPr id="931" name="Google Shape;931;p28"/>
          <p:cNvSpPr/>
          <p:nvPr/>
        </p:nvSpPr>
        <p:spPr>
          <a:xfrm>
            <a:off x="1676143" y="506083"/>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32" name="Google Shape;932;p28"/>
          <p:cNvSpPr/>
          <p:nvPr/>
        </p:nvSpPr>
        <p:spPr>
          <a:xfrm>
            <a:off x="571500" y="1762619"/>
            <a:ext cx="11049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C5D5F7"/>
              </a:buClr>
              <a:buSzPts val="1200"/>
              <a:buFont typeface="Montserrat"/>
              <a:buNone/>
            </a:pPr>
            <a:r>
              <a:rPr b="1" i="0" lang="en-US" sz="1200" u="none" cap="none" strike="noStrike">
                <a:solidFill>
                  <a:srgbClr val="C5D5F7"/>
                </a:solidFill>
                <a:latin typeface="Montserrat"/>
                <a:ea typeface="Montserrat"/>
                <a:cs typeface="Montserrat"/>
                <a:sym typeface="Montserrat"/>
              </a:rPr>
              <a:t>SECCIÓN 12 </a:t>
            </a:r>
            <a:endParaRPr b="0" i="0" sz="1200" u="none" cap="none" strike="noStrike">
              <a:solidFill>
                <a:schemeClr val="dk1"/>
              </a:solidFill>
              <a:latin typeface="Calibri"/>
              <a:ea typeface="Calibri"/>
              <a:cs typeface="Calibri"/>
              <a:sym typeface="Calibri"/>
            </a:endParaRPr>
          </a:p>
        </p:txBody>
      </p:sp>
      <p:sp>
        <p:nvSpPr>
          <p:cNvPr id="933" name="Google Shape;933;p28"/>
          <p:cNvSpPr/>
          <p:nvPr/>
        </p:nvSpPr>
        <p:spPr>
          <a:xfrm>
            <a:off x="571500" y="2988975"/>
            <a:ext cx="5733600" cy="485700"/>
          </a:xfrm>
          <a:prstGeom prst="rect">
            <a:avLst/>
          </a:prstGeom>
          <a:noFill/>
          <a:ln>
            <a:noFill/>
          </a:ln>
        </p:spPr>
        <p:txBody>
          <a:bodyPr anchorCtr="0" anchor="t" bIns="0" lIns="0" spcFirstLastPara="1" rIns="0" wrap="square" tIns="0">
            <a:noAutofit/>
          </a:bodyPr>
          <a:lstStyle/>
          <a:p>
            <a:pPr indent="0" lvl="0" marL="0" marR="0" rtl="0" algn="l">
              <a:lnSpc>
                <a:spcPct val="105843"/>
              </a:lnSpc>
              <a:spcBef>
                <a:spcPts val="0"/>
              </a:spcBef>
              <a:spcAft>
                <a:spcPts val="0"/>
              </a:spcAft>
              <a:buClr>
                <a:srgbClr val="C5D5F7"/>
              </a:buClr>
              <a:buSzPts val="1300"/>
              <a:buFont typeface="Montserrat Medium"/>
              <a:buNone/>
            </a:pPr>
            <a:r>
              <a:rPr b="0" i="0" lang="en-US" sz="1300" u="none" cap="none" strike="noStrike">
                <a:solidFill>
                  <a:srgbClr val="C5D5F7"/>
                </a:solidFill>
                <a:latin typeface="Montserrat Medium"/>
                <a:ea typeface="Montserrat Medium"/>
                <a:cs typeface="Montserrat Medium"/>
                <a:sym typeface="Montserrat Medium"/>
              </a:rPr>
              <a:t>Estrategia de consultoría especializada en automatización, datos, optimización de conversión e Inteligencia Artificial aplicada. </a:t>
            </a:r>
            <a:endParaRPr b="0" i="0" sz="1300" u="none" cap="none" strike="noStrike">
              <a:solidFill>
                <a:schemeClr val="dk1"/>
              </a:solidFill>
              <a:latin typeface="Calibri"/>
              <a:ea typeface="Calibri"/>
              <a:cs typeface="Calibri"/>
              <a:sym typeface="Calibri"/>
            </a:endParaRPr>
          </a:p>
        </p:txBody>
      </p:sp>
      <p:sp>
        <p:nvSpPr>
          <p:cNvPr id="934" name="Google Shape;934;p28"/>
          <p:cNvSpPr/>
          <p:nvPr/>
        </p:nvSpPr>
        <p:spPr>
          <a:xfrm>
            <a:off x="571500" y="2155525"/>
            <a:ext cx="7839000" cy="695400"/>
          </a:xfrm>
          <a:prstGeom prst="rect">
            <a:avLst/>
          </a:prstGeom>
          <a:noFill/>
          <a:ln>
            <a:noFill/>
          </a:ln>
        </p:spPr>
        <p:txBody>
          <a:bodyPr anchorCtr="0" anchor="t" bIns="0" lIns="0" spcFirstLastPara="1" rIns="0" wrap="square" tIns="0">
            <a:noAutofit/>
          </a:bodyPr>
          <a:lstStyle/>
          <a:p>
            <a:pPr indent="0" lvl="0" marL="0" marR="0" rtl="0" algn="l">
              <a:lnSpc>
                <a:spcPct val="88188"/>
              </a:lnSpc>
              <a:spcBef>
                <a:spcPts val="0"/>
              </a:spcBef>
              <a:spcAft>
                <a:spcPts val="0"/>
              </a:spcAft>
              <a:buClr>
                <a:srgbClr val="FFFFFF"/>
              </a:buClr>
              <a:buSzPts val="4500"/>
              <a:buFont typeface="Montserrat ExtraBold"/>
              <a:buNone/>
            </a:pPr>
            <a:r>
              <a:rPr b="1" i="0" lang="en-US" sz="4500" u="none" cap="none" strike="noStrike">
                <a:solidFill>
                  <a:srgbClr val="FFFFFF"/>
                </a:solidFill>
                <a:latin typeface="Montserrat ExtraBold"/>
                <a:ea typeface="Montserrat ExtraBold"/>
                <a:cs typeface="Montserrat ExtraBold"/>
                <a:sym typeface="Montserrat ExtraBold"/>
              </a:rPr>
              <a:t>¿Por qué </a:t>
            </a:r>
            <a:r>
              <a:rPr b="1" i="1" lang="en-US" sz="4500" u="none" cap="none" strike="noStrike">
                <a:solidFill>
                  <a:srgbClr val="7E99FE"/>
                </a:solidFill>
                <a:latin typeface="Montserrat Black"/>
                <a:ea typeface="Montserrat Black"/>
                <a:cs typeface="Montserrat Black"/>
                <a:sym typeface="Montserrat Black"/>
              </a:rPr>
              <a:t>NEO?</a:t>
            </a:r>
            <a:r>
              <a:rPr b="1" i="0" lang="en-US" sz="4500" u="none" cap="none" strike="noStrike">
                <a:solidFill>
                  <a:srgbClr val="FFFFFF"/>
                </a:solidFill>
                <a:latin typeface="Montserrat ExtraBold"/>
                <a:ea typeface="Montserrat ExtraBold"/>
                <a:cs typeface="Montserrat ExtraBold"/>
                <a:sym typeface="Montserrat ExtraBold"/>
              </a:rPr>
              <a:t> </a:t>
            </a:r>
            <a:endParaRPr b="0" i="0" sz="45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939" name="Shape 939"/>
        <p:cNvGrpSpPr/>
        <p:nvPr/>
      </p:nvGrpSpPr>
      <p:grpSpPr>
        <a:xfrm>
          <a:off x="0" y="0"/>
          <a:ext cx="0" cy="0"/>
          <a:chOff x="0" y="0"/>
          <a:chExt cx="0" cy="0"/>
        </a:xfrm>
      </p:grpSpPr>
      <p:pic>
        <p:nvPicPr>
          <p:cNvPr descr="preencoded.png" id="940" name="Google Shape;940;p19"/>
          <p:cNvPicPr preferRelativeResize="0"/>
          <p:nvPr/>
        </p:nvPicPr>
        <p:blipFill rotWithShape="1">
          <a:blip r:embed="rId3">
            <a:alphaModFix/>
          </a:blip>
          <a:srcRect b="0" l="0" r="0" t="0"/>
          <a:stretch/>
        </p:blipFill>
        <p:spPr>
          <a:xfrm>
            <a:off x="571500" y="877313"/>
            <a:ext cx="8001000" cy="871537"/>
          </a:xfrm>
          <a:prstGeom prst="rect">
            <a:avLst/>
          </a:prstGeom>
          <a:noFill/>
          <a:ln>
            <a:noFill/>
          </a:ln>
        </p:spPr>
      </p:pic>
      <p:pic>
        <p:nvPicPr>
          <p:cNvPr descr="preencoded.png" id="941" name="Google Shape;941;p19"/>
          <p:cNvPicPr preferRelativeResize="0"/>
          <p:nvPr/>
        </p:nvPicPr>
        <p:blipFill rotWithShape="1">
          <a:blip r:embed="rId4">
            <a:alphaModFix/>
          </a:blip>
          <a:srcRect b="0" l="0" r="0" t="0"/>
          <a:stretch/>
        </p:blipFill>
        <p:spPr>
          <a:xfrm>
            <a:off x="382982" y="1769917"/>
            <a:ext cx="8189517" cy="2501112"/>
          </a:xfrm>
          <a:prstGeom prst="rect">
            <a:avLst/>
          </a:prstGeom>
          <a:noFill/>
          <a:ln>
            <a:noFill/>
          </a:ln>
        </p:spPr>
      </p:pic>
      <p:pic>
        <p:nvPicPr>
          <p:cNvPr descr="preencoded.png" id="942" name="Google Shape;942;p19"/>
          <p:cNvPicPr preferRelativeResize="0"/>
          <p:nvPr/>
        </p:nvPicPr>
        <p:blipFill rotWithShape="1">
          <a:blip r:embed="rId5">
            <a:alphaModFix/>
          </a:blip>
          <a:srcRect b="0" l="0" r="0" t="0"/>
          <a:stretch/>
        </p:blipFill>
        <p:spPr>
          <a:xfrm>
            <a:off x="571500" y="4357163"/>
            <a:ext cx="8001000" cy="514350"/>
          </a:xfrm>
          <a:prstGeom prst="rect">
            <a:avLst/>
          </a:prstGeom>
          <a:noFill/>
          <a:ln>
            <a:noFill/>
          </a:ln>
        </p:spPr>
      </p:pic>
      <p:sp>
        <p:nvSpPr>
          <p:cNvPr id="943" name="Google Shape;943;p19"/>
          <p:cNvSpPr/>
          <p:nvPr/>
        </p:nvSpPr>
        <p:spPr>
          <a:xfrm>
            <a:off x="4191000" y="1928275"/>
            <a:ext cx="1451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RETO</a:t>
            </a:r>
            <a:endParaRPr b="0" i="0" sz="1200" u="none" cap="none" strike="noStrike">
              <a:solidFill>
                <a:schemeClr val="dk1"/>
              </a:solidFill>
              <a:latin typeface="Calibri"/>
              <a:ea typeface="Calibri"/>
              <a:cs typeface="Calibri"/>
              <a:sym typeface="Calibri"/>
            </a:endParaRPr>
          </a:p>
        </p:txBody>
      </p:sp>
      <p:sp>
        <p:nvSpPr>
          <p:cNvPr id="944" name="Google Shape;944;p19"/>
          <p:cNvSpPr/>
          <p:nvPr/>
        </p:nvSpPr>
        <p:spPr>
          <a:xfrm>
            <a:off x="4191000" y="2171175"/>
            <a:ext cx="4106400" cy="8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45" name="Google Shape;945;p19"/>
          <p:cNvSpPr/>
          <p:nvPr/>
        </p:nvSpPr>
        <p:spPr>
          <a:xfrm>
            <a:off x="4191000" y="3142715"/>
            <a:ext cx="2252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SOLUCIÓN</a:t>
            </a:r>
            <a:endParaRPr b="1" i="0" sz="1200" u="none" cap="none" strike="noStrike">
              <a:solidFill>
                <a:srgbClr val="2B5BFC"/>
              </a:solidFill>
              <a:latin typeface="Montserrat ExtraBold"/>
              <a:ea typeface="Montserrat ExtraBold"/>
              <a:cs typeface="Montserrat ExtraBold"/>
              <a:sym typeface="Montserrat ExtraBold"/>
            </a:endParaRPr>
          </a:p>
        </p:txBody>
      </p:sp>
      <p:sp>
        <p:nvSpPr>
          <p:cNvPr id="946" name="Google Shape;946;p19"/>
          <p:cNvSpPr/>
          <p:nvPr/>
        </p:nvSpPr>
        <p:spPr>
          <a:xfrm>
            <a:off x="4191000" y="3418940"/>
            <a:ext cx="39528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947" name="Google Shape;947;p19"/>
          <p:cNvSpPr/>
          <p:nvPr/>
        </p:nvSpPr>
        <p:spPr>
          <a:xfrm>
            <a:off x="670012" y="4455679"/>
            <a:ext cx="442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48" name="Google Shape;948;p19"/>
          <p:cNvSpPr/>
          <p:nvPr/>
        </p:nvSpPr>
        <p:spPr>
          <a:xfrm>
            <a:off x="1095375" y="4466700"/>
            <a:ext cx="10488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0" i="0" sz="1000" u="none" cap="none" strike="noStrike">
              <a:solidFill>
                <a:schemeClr val="dk1"/>
              </a:solidFill>
              <a:latin typeface="Calibri"/>
              <a:ea typeface="Calibri"/>
              <a:cs typeface="Calibri"/>
              <a:sym typeface="Calibri"/>
            </a:endParaRPr>
          </a:p>
        </p:txBody>
      </p:sp>
      <p:sp>
        <p:nvSpPr>
          <p:cNvPr id="949" name="Google Shape;949;p19"/>
          <p:cNvSpPr/>
          <p:nvPr/>
        </p:nvSpPr>
        <p:spPr>
          <a:xfrm>
            <a:off x="4696621" y="4455679"/>
            <a:ext cx="3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50" name="Google Shape;950;p19"/>
          <p:cNvSpPr/>
          <p:nvPr/>
        </p:nvSpPr>
        <p:spPr>
          <a:xfrm>
            <a:off x="5121974"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51" name="Google Shape;951;p19"/>
          <p:cNvSpPr/>
          <p:nvPr/>
        </p:nvSpPr>
        <p:spPr>
          <a:xfrm>
            <a:off x="6611291"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52" name="Google Shape;952;p19"/>
          <p:cNvSpPr/>
          <p:nvPr/>
        </p:nvSpPr>
        <p:spPr>
          <a:xfrm>
            <a:off x="7036649"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53" name="Google Shape;953;p19"/>
          <p:cNvSpPr/>
          <p:nvPr/>
        </p:nvSpPr>
        <p:spPr>
          <a:xfrm>
            <a:off x="2584682"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954" name="Google Shape;954;p19"/>
          <p:cNvSpPr/>
          <p:nvPr/>
        </p:nvSpPr>
        <p:spPr>
          <a:xfrm>
            <a:off x="3010051" y="4466700"/>
            <a:ext cx="1451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955" name="Google Shape;955;p19"/>
          <p:cNvSpPr/>
          <p:nvPr/>
        </p:nvSpPr>
        <p:spPr>
          <a:xfrm>
            <a:off x="745300" y="2146725"/>
            <a:ext cx="2888700" cy="17484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Imagen </a:t>
            </a:r>
            <a:endParaRPr b="0" i="0" sz="1400" u="none" cap="none" strike="noStrike">
              <a:solidFill>
                <a:srgbClr val="000000"/>
              </a:solidFill>
              <a:latin typeface="Arial"/>
              <a:ea typeface="Arial"/>
              <a:cs typeface="Arial"/>
              <a:sym typeface="Arial"/>
            </a:endParaRPr>
          </a:p>
        </p:txBody>
      </p:sp>
      <p:sp>
        <p:nvSpPr>
          <p:cNvPr id="956" name="Google Shape;956;p19"/>
          <p:cNvSpPr/>
          <p:nvPr/>
        </p:nvSpPr>
        <p:spPr>
          <a:xfrm>
            <a:off x="571500" y="4131470"/>
            <a:ext cx="18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D1B3E"/>
              </a:buClr>
              <a:buSzPts val="1100"/>
              <a:buFont typeface="Montserrat"/>
              <a:buNone/>
            </a:pPr>
            <a:r>
              <a:rPr b="0" i="0" lang="en-US" sz="1100" u="none" cap="none" strike="noStrike">
                <a:solidFill>
                  <a:srgbClr val="000033"/>
                </a:solidFill>
                <a:latin typeface="Montserrat Black"/>
                <a:ea typeface="Montserrat Black"/>
                <a:cs typeface="Montserrat Black"/>
                <a:sym typeface="Montserrat Black"/>
              </a:rPr>
              <a:t>LOGROS DESTACADOS: </a:t>
            </a:r>
            <a:endParaRPr b="0" i="0" sz="1100" u="none" cap="none" strike="noStrike">
              <a:solidFill>
                <a:srgbClr val="000033"/>
              </a:solidFill>
              <a:latin typeface="Montserrat Black"/>
              <a:ea typeface="Montserrat Black"/>
              <a:cs typeface="Montserrat Black"/>
              <a:sym typeface="Montserrat Black"/>
            </a:endParaRPr>
          </a:p>
        </p:txBody>
      </p:sp>
      <p:sp>
        <p:nvSpPr>
          <p:cNvPr id="957" name="Google Shape;957;p1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CASOS SIMILARES</a:t>
            </a:r>
            <a:endParaRPr b="0" i="0" sz="1100" u="none" cap="none" strike="noStrike">
              <a:solidFill>
                <a:schemeClr val="dk1"/>
              </a:solidFill>
              <a:latin typeface="Calibri"/>
              <a:ea typeface="Calibri"/>
              <a:cs typeface="Calibri"/>
              <a:sym typeface="Calibri"/>
            </a:endParaRPr>
          </a:p>
        </p:txBody>
      </p:sp>
      <p:sp>
        <p:nvSpPr>
          <p:cNvPr id="958" name="Google Shape;958;p1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Titular del</a:t>
            </a:r>
            <a:r>
              <a:rPr b="1" i="1" lang="en-US" sz="2100" u="none" cap="none" strike="noStrike">
                <a:solidFill>
                  <a:srgbClr val="2B5BFC"/>
                </a:solidFill>
                <a:latin typeface="Montserrat Black"/>
                <a:ea typeface="Montserrat Black"/>
                <a:cs typeface="Montserrat Black"/>
                <a:sym typeface="Montserrat Black"/>
              </a:rPr>
              <a:t> caso</a:t>
            </a:r>
            <a:endParaRPr b="0" i="0" sz="2100" u="none" cap="none" strike="noStrike">
              <a:solidFill>
                <a:schemeClr val="dk1"/>
              </a:solidFill>
              <a:latin typeface="Calibri"/>
              <a:ea typeface="Calibri"/>
              <a:cs typeface="Calibri"/>
              <a:sym typeface="Calibri"/>
            </a:endParaRPr>
          </a:p>
        </p:txBody>
      </p:sp>
      <p:sp>
        <p:nvSpPr>
          <p:cNvPr id="959" name="Google Shape;959;p19"/>
          <p:cNvSpPr txBox="1"/>
          <p:nvPr/>
        </p:nvSpPr>
        <p:spPr>
          <a:xfrm>
            <a:off x="571500" y="1572768"/>
            <a:ext cx="54864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Industria: XXXX  ·  Área: XXXX  ·  Tecnología: XXXX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964" name="Shape 964"/>
        <p:cNvGrpSpPr/>
        <p:nvPr/>
      </p:nvGrpSpPr>
      <p:grpSpPr>
        <a:xfrm>
          <a:off x="0" y="0"/>
          <a:ext cx="0" cy="0"/>
          <a:chOff x="0" y="0"/>
          <a:chExt cx="0" cy="0"/>
        </a:xfrm>
      </p:grpSpPr>
      <p:pic>
        <p:nvPicPr>
          <p:cNvPr descr="preencoded.png" id="965" name="Google Shape;965;p33"/>
          <p:cNvPicPr preferRelativeResize="0"/>
          <p:nvPr/>
        </p:nvPicPr>
        <p:blipFill rotWithShape="1">
          <a:blip r:embed="rId3">
            <a:alphaModFix/>
          </a:blip>
          <a:srcRect b="0" l="0" r="0" t="0"/>
          <a:stretch/>
        </p:blipFill>
        <p:spPr>
          <a:xfrm>
            <a:off x="0" y="0"/>
            <a:ext cx="9143998" cy="5143501"/>
          </a:xfrm>
          <a:prstGeom prst="rect">
            <a:avLst/>
          </a:prstGeom>
          <a:noFill/>
          <a:ln>
            <a:noFill/>
          </a:ln>
        </p:spPr>
      </p:pic>
      <p:pic>
        <p:nvPicPr>
          <p:cNvPr descr="preencoded.png" id="966" name="Google Shape;966;p33"/>
          <p:cNvPicPr preferRelativeResize="0"/>
          <p:nvPr/>
        </p:nvPicPr>
        <p:blipFill rotWithShape="1">
          <a:blip r:embed="rId4">
            <a:alphaModFix/>
          </a:blip>
          <a:srcRect b="0" l="0" r="0" t="0"/>
          <a:stretch/>
        </p:blipFill>
        <p:spPr>
          <a:xfrm>
            <a:off x="0" y="0"/>
            <a:ext cx="9143998" cy="5143501"/>
          </a:xfrm>
          <a:prstGeom prst="rect">
            <a:avLst/>
          </a:prstGeom>
          <a:noFill/>
          <a:ln>
            <a:noFill/>
          </a:ln>
        </p:spPr>
      </p:pic>
      <p:pic>
        <p:nvPicPr>
          <p:cNvPr descr="preencoded.png" id="967" name="Google Shape;967;p33"/>
          <p:cNvPicPr preferRelativeResize="0"/>
          <p:nvPr/>
        </p:nvPicPr>
        <p:blipFill rotWithShape="1">
          <a:blip r:embed="rId5">
            <a:alphaModFix amt="40000"/>
          </a:blip>
          <a:srcRect b="0" l="0" r="0" t="0"/>
          <a:stretch/>
        </p:blipFill>
        <p:spPr>
          <a:xfrm>
            <a:off x="0" y="0"/>
            <a:ext cx="9143998" cy="5143501"/>
          </a:xfrm>
          <a:prstGeom prst="rect">
            <a:avLst/>
          </a:prstGeom>
          <a:noFill/>
          <a:ln>
            <a:noFill/>
          </a:ln>
        </p:spPr>
      </p:pic>
      <p:pic>
        <p:nvPicPr>
          <p:cNvPr descr="preencoded.png" id="968" name="Google Shape;968;p33"/>
          <p:cNvPicPr preferRelativeResize="0"/>
          <p:nvPr/>
        </p:nvPicPr>
        <p:blipFill rotWithShape="1">
          <a:blip r:embed="rId6">
            <a:alphaModFix/>
          </a:blip>
          <a:srcRect b="0" l="0" r="0" t="0"/>
          <a:stretch/>
        </p:blipFill>
        <p:spPr>
          <a:xfrm>
            <a:off x="381000" y="398285"/>
            <a:ext cx="8382000" cy="387528"/>
          </a:xfrm>
          <a:prstGeom prst="rect">
            <a:avLst/>
          </a:prstGeom>
          <a:noFill/>
          <a:ln>
            <a:noFill/>
          </a:ln>
        </p:spPr>
      </p:pic>
      <p:pic>
        <p:nvPicPr>
          <p:cNvPr descr="preencoded.png" id="969" name="Google Shape;969;p33"/>
          <p:cNvPicPr preferRelativeResize="0"/>
          <p:nvPr/>
        </p:nvPicPr>
        <p:blipFill rotWithShape="1">
          <a:blip r:embed="rId7">
            <a:alphaModFix/>
          </a:blip>
          <a:srcRect b="0" l="0" r="0" t="0"/>
          <a:stretch/>
        </p:blipFill>
        <p:spPr>
          <a:xfrm>
            <a:off x="381000" y="1697473"/>
            <a:ext cx="8382000" cy="1093352"/>
          </a:xfrm>
          <a:prstGeom prst="rect">
            <a:avLst/>
          </a:prstGeom>
          <a:noFill/>
          <a:ln>
            <a:noFill/>
          </a:ln>
        </p:spPr>
      </p:pic>
      <p:sp>
        <p:nvSpPr>
          <p:cNvPr id="970" name="Google Shape;970;p33"/>
          <p:cNvSpPr/>
          <p:nvPr/>
        </p:nvSpPr>
        <p:spPr>
          <a:xfrm>
            <a:off x="5062408" y="50525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FFFFFF"/>
              </a:buClr>
              <a:buSzPts val="300"/>
              <a:buFont typeface="Montserrat SemiBold"/>
              <a:buNone/>
            </a:pPr>
            <a:r>
              <a:rPr b="1" i="0" lang="en-US" sz="300" u="none" cap="none" strike="noStrike">
                <a:solidFill>
                  <a:srgbClr val="FFFFFF"/>
                </a:solidFill>
                <a:latin typeface="Montserrat SemiBold"/>
                <a:ea typeface="Montserrat SemiBold"/>
                <a:cs typeface="Montserrat SemiBold"/>
                <a:sym typeface="Montserrat SemiBold"/>
              </a:rPr>
              <a:t>AÑOS </a:t>
            </a:r>
            <a:endParaRPr b="0" i="0" sz="300" u="none" cap="none" strike="noStrike">
              <a:solidFill>
                <a:schemeClr val="dk1"/>
              </a:solidFill>
              <a:latin typeface="Calibri"/>
              <a:ea typeface="Calibri"/>
              <a:cs typeface="Calibri"/>
              <a:sym typeface="Calibri"/>
            </a:endParaRPr>
          </a:p>
        </p:txBody>
      </p:sp>
      <p:sp>
        <p:nvSpPr>
          <p:cNvPr id="971" name="Google Shape;971;p33"/>
          <p:cNvSpPr/>
          <p:nvPr/>
        </p:nvSpPr>
        <p:spPr>
          <a:xfrm>
            <a:off x="561975" y="1666875"/>
            <a:ext cx="8015400" cy="790500"/>
          </a:xfrm>
          <a:prstGeom prst="rect">
            <a:avLst/>
          </a:prstGeom>
          <a:noFill/>
          <a:ln>
            <a:noFill/>
          </a:ln>
        </p:spPr>
        <p:txBody>
          <a:bodyPr anchorCtr="0" anchor="t" bIns="0" lIns="0" spcFirstLastPara="1" rIns="0" wrap="square" tIns="0">
            <a:noAutofit/>
          </a:bodyPr>
          <a:lstStyle/>
          <a:p>
            <a:pPr indent="0" lvl="0" marL="0" marR="0" rtl="0" algn="ctr">
              <a:lnSpc>
                <a:spcPct val="77600"/>
              </a:lnSpc>
              <a:spcBef>
                <a:spcPts val="0"/>
              </a:spcBef>
              <a:spcAft>
                <a:spcPts val="0"/>
              </a:spcAft>
              <a:buClr>
                <a:srgbClr val="FFFFFF"/>
              </a:buClr>
              <a:buSzPts val="2800"/>
              <a:buFont typeface="Montserrat Black"/>
              <a:buNone/>
            </a:pPr>
            <a:r>
              <a:rPr b="1" i="0" lang="en-US" sz="2800" u="none" cap="none" strike="noStrike">
                <a:solidFill>
                  <a:srgbClr val="FFFFFF"/>
                </a:solidFill>
                <a:latin typeface="Montserrat Black"/>
                <a:ea typeface="Montserrat Black"/>
                <a:cs typeface="Montserrat Black"/>
                <a:sym typeface="Montserrat Black"/>
              </a:rPr>
              <a:t>Incrementamos tus ventas digitales utilizando </a:t>
            </a:r>
            <a:r>
              <a:rPr b="1" i="1" lang="en-US" sz="2800" u="none" cap="none" strike="noStrike">
                <a:solidFill>
                  <a:srgbClr val="7E99FE"/>
                </a:solidFill>
                <a:latin typeface="Montserrat Black"/>
                <a:ea typeface="Montserrat Black"/>
                <a:cs typeface="Montserrat Black"/>
                <a:sym typeface="Montserrat Black"/>
              </a:rPr>
              <a:t>data e inteligencia artificial</a:t>
            </a:r>
            <a:r>
              <a:rPr b="1" i="0" lang="en-US" sz="2800" u="none" cap="none" strike="noStrike">
                <a:solidFill>
                  <a:srgbClr val="F1F0FF"/>
                </a:solidFill>
                <a:latin typeface="Montserrat Black"/>
                <a:ea typeface="Montserrat Black"/>
                <a:cs typeface="Montserrat Black"/>
                <a:sym typeface="Montserrat Black"/>
              </a:rPr>
              <a:t> </a:t>
            </a:r>
            <a:endParaRPr b="0" i="0" sz="2800" u="none" cap="none" strike="noStrike">
              <a:solidFill>
                <a:srgbClr val="F1F0FF"/>
              </a:solidFill>
              <a:latin typeface="Calibri"/>
              <a:ea typeface="Calibri"/>
              <a:cs typeface="Calibri"/>
              <a:sym typeface="Calibri"/>
            </a:endParaRPr>
          </a:p>
        </p:txBody>
      </p:sp>
      <p:sp>
        <p:nvSpPr>
          <p:cNvPr id="972" name="Google Shape;972;p33"/>
          <p:cNvSpPr/>
          <p:nvPr/>
        </p:nvSpPr>
        <p:spPr>
          <a:xfrm>
            <a:off x="3957638" y="4602957"/>
            <a:ext cx="12810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C5D5F7"/>
              </a:buClr>
              <a:buSzPts val="1100"/>
              <a:buFont typeface="Montserrat SemiBold"/>
              <a:buNone/>
            </a:pPr>
            <a:r>
              <a:rPr b="1" i="0" lang="en-US" sz="1100" u="none" cap="none" strike="noStrike">
                <a:solidFill>
                  <a:srgbClr val="C5D5F7"/>
                </a:solidFill>
                <a:latin typeface="Montserrat SemiBold"/>
                <a:ea typeface="Montserrat SemiBold"/>
                <a:cs typeface="Montserrat SemiBold"/>
                <a:sym typeface="Montserrat SemiBold"/>
              </a:rPr>
              <a:t>neoconsulting.ai </a:t>
            </a:r>
            <a:endParaRPr b="0" i="0" sz="1100" u="none" cap="none" strike="noStrike">
              <a:solidFill>
                <a:schemeClr val="dk1"/>
              </a:solidFill>
              <a:latin typeface="Calibri"/>
              <a:ea typeface="Calibri"/>
              <a:cs typeface="Calibri"/>
              <a:sym typeface="Calibri"/>
            </a:endParaRPr>
          </a:p>
        </p:txBody>
      </p:sp>
      <p:pic>
        <p:nvPicPr>
          <p:cNvPr id="973" name="Google Shape;973;p33" title="Íconos (33).png">
            <a:hlinkClick r:id="rId8"/>
          </p:cNvPr>
          <p:cNvPicPr preferRelativeResize="0"/>
          <p:nvPr/>
        </p:nvPicPr>
        <p:blipFill rotWithShape="1">
          <a:blip r:embed="rId9">
            <a:alphaModFix/>
          </a:blip>
          <a:srcRect b="0" l="0" r="0" t="0"/>
          <a:stretch/>
        </p:blipFill>
        <p:spPr>
          <a:xfrm>
            <a:off x="2983375" y="3185988"/>
            <a:ext cx="364426" cy="364426"/>
          </a:xfrm>
          <a:prstGeom prst="rect">
            <a:avLst/>
          </a:prstGeom>
          <a:noFill/>
          <a:ln>
            <a:noFill/>
          </a:ln>
        </p:spPr>
      </p:pic>
      <p:pic>
        <p:nvPicPr>
          <p:cNvPr id="974" name="Google Shape;974;p33" title="Íconos (37).png">
            <a:hlinkClick r:id="rId10"/>
          </p:cNvPr>
          <p:cNvPicPr preferRelativeResize="0"/>
          <p:nvPr/>
        </p:nvPicPr>
        <p:blipFill rotWithShape="1">
          <a:blip r:embed="rId11">
            <a:alphaModFix/>
          </a:blip>
          <a:srcRect b="15717" l="0" r="0" t="16537"/>
          <a:stretch/>
        </p:blipFill>
        <p:spPr>
          <a:xfrm>
            <a:off x="5617968" y="3185986"/>
            <a:ext cx="537907" cy="364426"/>
          </a:xfrm>
          <a:prstGeom prst="rect">
            <a:avLst/>
          </a:prstGeom>
          <a:noFill/>
          <a:ln>
            <a:noFill/>
          </a:ln>
        </p:spPr>
      </p:pic>
      <p:pic>
        <p:nvPicPr>
          <p:cNvPr id="975" name="Google Shape;975;p33" title="Íconos (38).png">
            <a:hlinkClick r:id="rId12"/>
          </p:cNvPr>
          <p:cNvPicPr preferRelativeResize="0"/>
          <p:nvPr/>
        </p:nvPicPr>
        <p:blipFill rotWithShape="1">
          <a:blip r:embed="rId13">
            <a:alphaModFix/>
          </a:blip>
          <a:srcRect b="0" l="0" r="0" t="0"/>
          <a:stretch/>
        </p:blipFill>
        <p:spPr>
          <a:xfrm>
            <a:off x="3803656" y="3142552"/>
            <a:ext cx="451302" cy="451302"/>
          </a:xfrm>
          <a:prstGeom prst="rect">
            <a:avLst/>
          </a:prstGeom>
          <a:noFill/>
          <a:ln>
            <a:noFill/>
          </a:ln>
        </p:spPr>
      </p:pic>
      <p:pic>
        <p:nvPicPr>
          <p:cNvPr id="976" name="Google Shape;976;p33" title="Íconos (39).png">
            <a:hlinkClick r:id="rId14"/>
          </p:cNvPr>
          <p:cNvPicPr preferRelativeResize="0"/>
          <p:nvPr/>
        </p:nvPicPr>
        <p:blipFill rotWithShape="1">
          <a:blip r:embed="rId15">
            <a:alphaModFix/>
          </a:blip>
          <a:srcRect b="0" l="0" r="0" t="0"/>
          <a:stretch/>
        </p:blipFill>
        <p:spPr>
          <a:xfrm>
            <a:off x="4710812" y="3142558"/>
            <a:ext cx="451302" cy="45127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