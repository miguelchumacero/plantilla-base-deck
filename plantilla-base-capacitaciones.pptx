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1" r:id="rId3"/>
    <p:sldMasterId id="214748365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y="5143500" cx="9144000"/>
  <p:notesSz cx="5143500" cy="9144000"/>
  <p:embeddedFontLst>
    <p:embeddedFont>
      <p:font typeface="Montserrat SemiBold"/>
      <p:regular r:id="rId45"/>
      <p:bold r:id="rId46"/>
      <p:italic r:id="rId47"/>
      <p:boldItalic r:id="rId48"/>
    </p:embeddedFont>
    <p:embeddedFont>
      <p:font typeface="Montserrat"/>
      <p:regular r:id="rId49"/>
      <p:bold r:id="rId50"/>
      <p:italic r:id="rId51"/>
      <p:boldItalic r:id="rId52"/>
    </p:embeddedFont>
    <p:embeddedFont>
      <p:font typeface="Montserrat Black"/>
      <p:bold r:id="rId53"/>
      <p:boldItalic r:id="rId54"/>
    </p:embeddedFont>
    <p:embeddedFont>
      <p:font typeface="Montserrat Medium"/>
      <p:regular r:id="rId55"/>
      <p:bold r:id="rId56"/>
      <p:italic r:id="rId57"/>
      <p:boldItalic r:id="rId58"/>
    </p:embeddedFont>
    <p:embeddedFont>
      <p:font typeface="Montserrat ExtraBold"/>
      <p:bold r:id="rId59"/>
      <p:boldItalic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MontserratSemiBold-bold.fntdata"/><Relationship Id="rId45" Type="http://schemas.openxmlformats.org/officeDocument/2006/relationships/font" Target="fonts/MontserratSemiBold-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48" Type="http://schemas.openxmlformats.org/officeDocument/2006/relationships/font" Target="fonts/MontserratSemiBold-boldItalic.fntdata"/><Relationship Id="rId47" Type="http://schemas.openxmlformats.org/officeDocument/2006/relationships/font" Target="fonts/MontserratSemiBold-italic.fntdata"/><Relationship Id="rId49" Type="http://schemas.openxmlformats.org/officeDocument/2006/relationships/font" Target="fonts/Montserrat-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MontserratExtraBold-bold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Montserrat-italic.fntdata"/><Relationship Id="rId50" Type="http://schemas.openxmlformats.org/officeDocument/2006/relationships/font" Target="fonts/Montserrat-bold.fntdata"/><Relationship Id="rId53" Type="http://schemas.openxmlformats.org/officeDocument/2006/relationships/font" Target="fonts/MontserratBlack-bold.fntdata"/><Relationship Id="rId52" Type="http://schemas.openxmlformats.org/officeDocument/2006/relationships/font" Target="fonts/Montserrat-boldItalic.fntdata"/><Relationship Id="rId11" Type="http://schemas.openxmlformats.org/officeDocument/2006/relationships/slide" Target="slides/slide6.xml"/><Relationship Id="rId55" Type="http://schemas.openxmlformats.org/officeDocument/2006/relationships/font" Target="fonts/MontserratMedium-regular.fntdata"/><Relationship Id="rId10" Type="http://schemas.openxmlformats.org/officeDocument/2006/relationships/slide" Target="slides/slide5.xml"/><Relationship Id="rId54" Type="http://schemas.openxmlformats.org/officeDocument/2006/relationships/font" Target="fonts/MontserratBlack-boldItalic.fntdata"/><Relationship Id="rId13" Type="http://schemas.openxmlformats.org/officeDocument/2006/relationships/slide" Target="slides/slide8.xml"/><Relationship Id="rId57" Type="http://schemas.openxmlformats.org/officeDocument/2006/relationships/font" Target="fonts/MontserratMedium-italic.fntdata"/><Relationship Id="rId12" Type="http://schemas.openxmlformats.org/officeDocument/2006/relationships/slide" Target="slides/slide7.xml"/><Relationship Id="rId56" Type="http://schemas.openxmlformats.org/officeDocument/2006/relationships/font" Target="fonts/MontserratMedium-bold.fntdata"/><Relationship Id="rId15" Type="http://schemas.openxmlformats.org/officeDocument/2006/relationships/slide" Target="slides/slide10.xml"/><Relationship Id="rId59" Type="http://schemas.openxmlformats.org/officeDocument/2006/relationships/font" Target="fonts/MontserratExtraBold-bold.fntdata"/><Relationship Id="rId14" Type="http://schemas.openxmlformats.org/officeDocument/2006/relationships/slide" Target="slides/slide9.xml"/><Relationship Id="rId58" Type="http://schemas.openxmlformats.org/officeDocument/2006/relationships/font" Target="fonts/MontserratMedium-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h7804709f144f3f5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 name="Google Shape;26;h7804709f144f3f52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L01 · PORTADA DE MARCA — Primera slide de credenciales. No lleva nombre de cliente. - PLANTILLA FIJA</a:t>
            </a:r>
            <a:endParaRPr/>
          </a:p>
        </p:txBody>
      </p:sp>
      <p:sp>
        <p:nvSpPr>
          <p:cNvPr id="27" name="Google Shape;27;h7804709f144f3f52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 name="Google Shape;3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L02 · PORTADA DE PROPUESTA — Reemplazar servicio, área, cliente y mes. El mes se escribe con inicial mayúscula. - PLANTILLA FIJA</a:t>
            </a:r>
            <a:endParaRPr/>
          </a:p>
        </p:txBody>
      </p:sp>
      <p:sp>
        <p:nvSpPr>
          <p:cNvPr id="37" name="Google Shape;3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h7804709f144f3f52_0_179:notes"/>
          <p:cNvSpPr/>
          <p:nvPr>
            <p:ph idx="2" type="sldImg"/>
          </p:nvPr>
        </p:nvSpPr>
        <p:spPr>
          <a:xfrm>
            <a:off x="285975"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 name="Google Shape;47;h7804709f144f3f52_0_179:notes"/>
          <p:cNvSpPr txBox="1"/>
          <p:nvPr>
            <p:ph idx="1" type="body"/>
          </p:nvPr>
        </p:nvSpPr>
        <p:spPr>
          <a:xfrm>
            <a:off x="514350" y="4343400"/>
            <a:ext cx="41148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h7804709f144f3f52_0_189:notes"/>
          <p:cNvSpPr/>
          <p:nvPr>
            <p:ph idx="2" type="sldImg"/>
          </p:nvPr>
        </p:nvSpPr>
        <p:spPr>
          <a:xfrm>
            <a:off x="3429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h7804709f144f3f52_0_189:notes"/>
          <p:cNvSpPr txBox="1"/>
          <p:nvPr>
            <p:ph idx="1" type="body"/>
          </p:nvPr>
        </p:nvSpPr>
        <p:spPr>
          <a:xfrm>
            <a:off x="342900" y="2200275"/>
            <a:ext cx="27432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t/>
            </a:r>
            <a:endParaRPr sz="900"/>
          </a:p>
        </p:txBody>
      </p:sp>
      <p:sp>
        <p:nvSpPr>
          <p:cNvPr id="59" name="Google Shape;59;h7804709f144f3f52_0_189:notes"/>
          <p:cNvSpPr txBox="1"/>
          <p:nvPr>
            <p:ph idx="12" type="sldNum"/>
          </p:nvPr>
        </p:nvSpPr>
        <p:spPr>
          <a:xfrm>
            <a:off x="1942306" y="4342607"/>
            <a:ext cx="14859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h7804709f144f3f52_0_205:notes"/>
          <p:cNvSpPr/>
          <p:nvPr>
            <p:ph idx="2" type="sldImg"/>
          </p:nvPr>
        </p:nvSpPr>
        <p:spPr>
          <a:xfrm>
            <a:off x="3429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h7804709f144f3f52_0_205:notes"/>
          <p:cNvSpPr txBox="1"/>
          <p:nvPr>
            <p:ph idx="1" type="body"/>
          </p:nvPr>
        </p:nvSpPr>
        <p:spPr>
          <a:xfrm>
            <a:off x="342900" y="2200275"/>
            <a:ext cx="27432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t/>
            </a:r>
            <a:endParaRPr sz="900"/>
          </a:p>
        </p:txBody>
      </p:sp>
      <p:sp>
        <p:nvSpPr>
          <p:cNvPr id="76" name="Google Shape;76;h7804709f144f3f52_0_205:notes"/>
          <p:cNvSpPr txBox="1"/>
          <p:nvPr>
            <p:ph idx="12" type="sldNum"/>
          </p:nvPr>
        </p:nvSpPr>
        <p:spPr>
          <a:xfrm>
            <a:off x="1942306" y="4342607"/>
            <a:ext cx="14859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h7804709f144f3f52_0_221:notes"/>
          <p:cNvSpPr/>
          <p:nvPr>
            <p:ph idx="2" type="sldImg"/>
          </p:nvPr>
        </p:nvSpPr>
        <p:spPr>
          <a:xfrm>
            <a:off x="3429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h7804709f144f3f52_0_221:notes"/>
          <p:cNvSpPr txBox="1"/>
          <p:nvPr>
            <p:ph idx="1" type="body"/>
          </p:nvPr>
        </p:nvSpPr>
        <p:spPr>
          <a:xfrm>
            <a:off x="342900" y="2200275"/>
            <a:ext cx="27432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t/>
            </a:r>
            <a:endParaRPr sz="900"/>
          </a:p>
        </p:txBody>
      </p:sp>
      <p:sp>
        <p:nvSpPr>
          <p:cNvPr id="93" name="Google Shape;93;h7804709f144f3f52_0_221:notes"/>
          <p:cNvSpPr txBox="1"/>
          <p:nvPr>
            <p:ph idx="12" type="sldNum"/>
          </p:nvPr>
        </p:nvSpPr>
        <p:spPr>
          <a:xfrm>
            <a:off x="1942306" y="4342607"/>
            <a:ext cx="14859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4" name="Google Shape;154;p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8" name="Google Shape;198;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h7804709f144f3f52_0_365:notes"/>
          <p:cNvSpPr/>
          <p:nvPr>
            <p:ph idx="2" type="sldImg"/>
          </p:nvPr>
        </p:nvSpPr>
        <p:spPr>
          <a:xfrm>
            <a:off x="514350" y="857250"/>
            <a:ext cx="4114800" cy="2314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 name="Google Shape;207;h7804709f144f3f52_0_365:notes"/>
          <p:cNvSpPr txBox="1"/>
          <p:nvPr>
            <p:ph idx="1" type="body"/>
          </p:nvPr>
        </p:nvSpPr>
        <p:spPr>
          <a:xfrm>
            <a:off x="514350" y="3300413"/>
            <a:ext cx="4114800" cy="27006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400"/>
              <a:buNone/>
            </a:pPr>
            <a:r>
              <a:t/>
            </a:r>
            <a:endParaRPr/>
          </a:p>
        </p:txBody>
      </p:sp>
      <p:sp>
        <p:nvSpPr>
          <p:cNvPr id="208" name="Google Shape;208;h7804709f144f3f52_0_365:notes"/>
          <p:cNvSpPr txBox="1"/>
          <p:nvPr>
            <p:ph idx="12" type="sldNum"/>
          </p:nvPr>
        </p:nvSpPr>
        <p:spPr>
          <a:xfrm>
            <a:off x="2913460" y="6513910"/>
            <a:ext cx="2229000" cy="344100"/>
          </a:xfrm>
          <a:prstGeom prst="rect">
            <a:avLst/>
          </a:prstGeom>
          <a:noFill/>
          <a:ln>
            <a:noFill/>
          </a:ln>
        </p:spPr>
        <p:txBody>
          <a:bodyPr anchorCtr="0" anchor="b" bIns="34275" lIns="68575" spcFirstLastPara="1" rIns="68575" wrap="square" tIns="342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8" name="Google Shape;238;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h7804709f144f3f52_0_4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h7804709f144f3f52_0_4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8" name="Google Shape;248;h7804709f144f3f52_0_4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p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5" name="Google Shape;275;p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h7804709f144f3f52_0_4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h7804709f144f3f52_0_4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5" name="Google Shape;285;h7804709f144f3f52_0_4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 name="Google Shape;307;p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L04 · DIVISOR DE SECCIÓN — Una por sección. Título en dos partes: la segunda va en itálica azul claro.</a:t>
            </a:r>
            <a:endParaRPr/>
          </a:p>
        </p:txBody>
      </p:sp>
      <p:sp>
        <p:nvSpPr>
          <p:cNvPr id="308" name="Google Shape;308;p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h7804709f144f3f52_0_4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 name="Google Shape;317;h7804709f144f3f52_0_4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8" name="Google Shape;318;h7804709f144f3f52_0_4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8" name="Google Shape;338;p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9" name="Google Shape;339;p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h7804709f144f3f52_0_4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8" name="Google Shape;348;h7804709f144f3f52_0_4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L08 · PROCESO — Cuatro o cinco Etapas con su entregable. Es la vista general; el detalle va en L09.</a:t>
            </a:r>
            <a:endParaRPr/>
          </a:p>
        </p:txBody>
      </p:sp>
      <p:sp>
        <p:nvSpPr>
          <p:cNvPr id="349" name="Google Shape;349;h7804709f144f3f52_0_4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4" name="Google Shape;384;p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5" name="Google Shape;385;p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h7804709f144f3f52_0_6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h7804709f144f3f52_0_6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L09 · DETALLE DE ETAPA/PASO — Una por Etapa. Actividades de NEO a la izquierda, requerimientos del cliente al centro, entregables abajo.</a:t>
            </a:r>
            <a:endParaRPr/>
          </a:p>
        </p:txBody>
      </p:sp>
      <p:sp>
        <p:nvSpPr>
          <p:cNvPr id="395" name="Google Shape;395;h7804709f144f3f52_0_6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h7804709f144f3f52_0_6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2" name="Google Shape;412;h7804709f144f3f52_0_6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L09 · DETALLE DE ETAPA/PASO — Una por Etapa. Actividades de NEO a la izquierda, requerimientos del cliente al centro, entregables abajo.</a:t>
            </a:r>
            <a:endParaRPr/>
          </a:p>
        </p:txBody>
      </p:sp>
      <p:sp>
        <p:nvSpPr>
          <p:cNvPr id="413" name="Google Shape;413;h7804709f144f3f52_0_6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h7804709f144f3f52_0_6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 name="Google Shape;430;h7804709f144f3f52_0_6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L09 · DETALLE DE ETAPA/PASO — Una por Etapa. Actividades de NEO a la izquierda, requerimientos del cliente al centro, entregables abajo.</a:t>
            </a:r>
            <a:endParaRPr/>
          </a:p>
        </p:txBody>
      </p:sp>
      <p:sp>
        <p:nvSpPr>
          <p:cNvPr id="431" name="Google Shape;431;h7804709f144f3f52_0_68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h7804709f144f3f52_0_7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8" name="Google Shape;448;h7804709f144f3f52_0_7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L09 · DETALLE DE ETAPA/PASO — Una por Etapa. Actividades de NEO a la izquierda, requerimientos del cliente al centro, entregables abajo.</a:t>
            </a:r>
            <a:endParaRPr/>
          </a:p>
        </p:txBody>
      </p:sp>
      <p:sp>
        <p:nvSpPr>
          <p:cNvPr id="449" name="Google Shape;449;h7804709f144f3f52_0_7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25:notes"/>
          <p:cNvSpPr/>
          <p:nvPr>
            <p:ph idx="2" type="sldImg"/>
          </p:nvPr>
        </p:nvSpPr>
        <p:spPr>
          <a:xfrm>
            <a:off x="3429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6" name="Google Shape;466;p25:notes"/>
          <p:cNvSpPr txBox="1"/>
          <p:nvPr>
            <p:ph idx="1" type="body"/>
          </p:nvPr>
        </p:nvSpPr>
        <p:spPr>
          <a:xfrm>
            <a:off x="342900" y="2200275"/>
            <a:ext cx="27432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t/>
            </a:r>
            <a:endParaRPr sz="900"/>
          </a:p>
        </p:txBody>
      </p:sp>
      <p:sp>
        <p:nvSpPr>
          <p:cNvPr id="467" name="Google Shape;467;p25:notes"/>
          <p:cNvSpPr txBox="1"/>
          <p:nvPr>
            <p:ph idx="12" type="sldNum"/>
          </p:nvPr>
        </p:nvSpPr>
        <p:spPr>
          <a:xfrm>
            <a:off x="1942306" y="4342607"/>
            <a:ext cx="14859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h7804709f144f3f52_0_635:notes"/>
          <p:cNvSpPr/>
          <p:nvPr>
            <p:ph idx="2" type="sldImg"/>
          </p:nvPr>
        </p:nvSpPr>
        <p:spPr>
          <a:xfrm>
            <a:off x="3429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6" name="Google Shape;476;h7804709f144f3f52_0_635:notes"/>
          <p:cNvSpPr txBox="1"/>
          <p:nvPr>
            <p:ph idx="1" type="body"/>
          </p:nvPr>
        </p:nvSpPr>
        <p:spPr>
          <a:xfrm>
            <a:off x="342900" y="2200275"/>
            <a:ext cx="27432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rPr lang="en-US" sz="900"/>
              <a:t>Formato A de una sola capacitación y sus módulos</a:t>
            </a:r>
            <a:endParaRPr sz="900"/>
          </a:p>
        </p:txBody>
      </p:sp>
      <p:sp>
        <p:nvSpPr>
          <p:cNvPr id="477" name="Google Shape;477;h7804709f144f3f52_0_635:notes"/>
          <p:cNvSpPr txBox="1"/>
          <p:nvPr>
            <p:ph idx="12" type="sldNum"/>
          </p:nvPr>
        </p:nvSpPr>
        <p:spPr>
          <a:xfrm>
            <a:off x="1942306" y="4342607"/>
            <a:ext cx="14859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27:notes"/>
          <p:cNvSpPr/>
          <p:nvPr>
            <p:ph idx="2" type="sldImg"/>
          </p:nvPr>
        </p:nvSpPr>
        <p:spPr>
          <a:xfrm>
            <a:off x="3429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7" name="Google Shape;507;p27:notes"/>
          <p:cNvSpPr txBox="1"/>
          <p:nvPr>
            <p:ph idx="1" type="body"/>
          </p:nvPr>
        </p:nvSpPr>
        <p:spPr>
          <a:xfrm>
            <a:off x="342900" y="2200275"/>
            <a:ext cx="27432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t/>
            </a:r>
            <a:endParaRPr sz="900"/>
          </a:p>
        </p:txBody>
      </p:sp>
      <p:sp>
        <p:nvSpPr>
          <p:cNvPr id="508" name="Google Shape;508;p27:notes"/>
          <p:cNvSpPr txBox="1"/>
          <p:nvPr>
            <p:ph idx="12" type="sldNum"/>
          </p:nvPr>
        </p:nvSpPr>
        <p:spPr>
          <a:xfrm>
            <a:off x="1942306" y="4342607"/>
            <a:ext cx="14859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h7804709f144f3f52_0_737:notes"/>
          <p:cNvSpPr/>
          <p:nvPr>
            <p:ph idx="2" type="sldImg"/>
          </p:nvPr>
        </p:nvSpPr>
        <p:spPr>
          <a:xfrm>
            <a:off x="3429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7" name="Google Shape;517;h7804709f144f3f52_0_737:notes"/>
          <p:cNvSpPr txBox="1"/>
          <p:nvPr>
            <p:ph idx="1" type="body"/>
          </p:nvPr>
        </p:nvSpPr>
        <p:spPr>
          <a:xfrm>
            <a:off x="342900" y="2200275"/>
            <a:ext cx="27432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t/>
            </a:r>
            <a:endParaRPr sz="900"/>
          </a:p>
        </p:txBody>
      </p:sp>
      <p:sp>
        <p:nvSpPr>
          <p:cNvPr id="518" name="Google Shape;518;h7804709f144f3f52_0_737:notes"/>
          <p:cNvSpPr txBox="1"/>
          <p:nvPr>
            <p:ph idx="12" type="sldNum"/>
          </p:nvPr>
        </p:nvSpPr>
        <p:spPr>
          <a:xfrm>
            <a:off x="1942306" y="4342607"/>
            <a:ext cx="14859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h7804709f144f3f52_0_7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4" name="Google Shape;554;h7804709f144f3f52_0_7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5" name="Google Shape;555;h7804709f144f3f52_0_77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h7804709f144f3f52_0_829:notes"/>
          <p:cNvSpPr/>
          <p:nvPr>
            <p:ph idx="2" type="sldImg"/>
          </p:nvPr>
        </p:nvSpPr>
        <p:spPr>
          <a:xfrm>
            <a:off x="3429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4" name="Google Shape;584;h7804709f144f3f52_0_829:notes"/>
          <p:cNvSpPr txBox="1"/>
          <p:nvPr>
            <p:ph idx="1" type="body"/>
          </p:nvPr>
        </p:nvSpPr>
        <p:spPr>
          <a:xfrm>
            <a:off x="342900" y="2200275"/>
            <a:ext cx="27432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t/>
            </a:r>
            <a:endParaRPr sz="900"/>
          </a:p>
        </p:txBody>
      </p:sp>
      <p:sp>
        <p:nvSpPr>
          <p:cNvPr id="585" name="Google Shape;585;h7804709f144f3f52_0_829:notes"/>
          <p:cNvSpPr txBox="1"/>
          <p:nvPr>
            <p:ph idx="12" type="sldNum"/>
          </p:nvPr>
        </p:nvSpPr>
        <p:spPr>
          <a:xfrm>
            <a:off x="1942306" y="4342607"/>
            <a:ext cx="14859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h7804709f144f3f52_0_808:notes"/>
          <p:cNvSpPr/>
          <p:nvPr>
            <p:ph idx="2" type="sldImg"/>
          </p:nvPr>
        </p:nvSpPr>
        <p:spPr>
          <a:xfrm>
            <a:off x="3429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2" name="Google Shape;602;h7804709f144f3f52_0_808:notes"/>
          <p:cNvSpPr txBox="1"/>
          <p:nvPr>
            <p:ph idx="1" type="body"/>
          </p:nvPr>
        </p:nvSpPr>
        <p:spPr>
          <a:xfrm>
            <a:off x="342900" y="2200275"/>
            <a:ext cx="27432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t/>
            </a:r>
            <a:endParaRPr sz="900"/>
          </a:p>
        </p:txBody>
      </p:sp>
      <p:sp>
        <p:nvSpPr>
          <p:cNvPr id="603" name="Google Shape;603;h7804709f144f3f52_0_808:notes"/>
          <p:cNvSpPr txBox="1"/>
          <p:nvPr>
            <p:ph idx="12" type="sldNum"/>
          </p:nvPr>
        </p:nvSpPr>
        <p:spPr>
          <a:xfrm>
            <a:off x="1942306" y="4342607"/>
            <a:ext cx="14859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4" name="Google Shape;624;p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5" name="Google Shape;625;p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h7804709f144f3f52_0_8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4" name="Google Shape;634;h7804709f144f3f52_0_8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5" name="Google Shape;635;h7804709f144f3f52_0_8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6" name="Google Shape;656;p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L04 · DIVISOR DE SECCIÓN — Una por sección. Título en dos partes: la segunda va en itálica azul claro.</a:t>
            </a:r>
            <a:endParaRPr/>
          </a:p>
        </p:txBody>
      </p:sp>
      <p:sp>
        <p:nvSpPr>
          <p:cNvPr id="657" name="Google Shape;657;p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h7804709f144f3f52_0_10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6" name="Google Shape;666;h7804709f144f3f52_0_10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L11 · COMPARATIVA — Qué entrega NEO frente a qué ejecuta el cliente, o antes/después. Nunca más de dos columnas.</a:t>
            </a:r>
            <a:endParaRPr/>
          </a:p>
        </p:txBody>
      </p:sp>
      <p:sp>
        <p:nvSpPr>
          <p:cNvPr id="667" name="Google Shape;667;h7804709f144f3f52_0_10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1" name="Google Shape;681;p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2" name="Google Shape;682;p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h7804709f144f3f52_0_8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1" name="Google Shape;691;h7804709f144f3f52_0_8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L13 · EQUIPO — Cinco perfiles por fila. Si el equipo tiene menos, borrar la tarjeta completa, no solo el texto.</a:t>
            </a:r>
            <a:endParaRPr/>
          </a:p>
        </p:txBody>
      </p:sp>
      <p:sp>
        <p:nvSpPr>
          <p:cNvPr id="692" name="Google Shape;692;h7804709f144f3f52_0_89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h7804709f144f3f52_0_9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8" name="Google Shape;718;h7804709f144f3f52_0_9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42:notes"/>
          <p:cNvSpPr/>
          <p:nvPr>
            <p:ph idx="2" type="sldImg"/>
          </p:nvPr>
        </p:nvSpPr>
        <p:spPr>
          <a:xfrm>
            <a:off x="3429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5" name="Google Shape;765;p42:notes"/>
          <p:cNvSpPr txBox="1"/>
          <p:nvPr>
            <p:ph idx="1" type="body"/>
          </p:nvPr>
        </p:nvSpPr>
        <p:spPr>
          <a:xfrm>
            <a:off x="342900" y="2200275"/>
            <a:ext cx="27432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t/>
            </a:r>
            <a:endParaRPr sz="900"/>
          </a:p>
        </p:txBody>
      </p:sp>
      <p:sp>
        <p:nvSpPr>
          <p:cNvPr id="766" name="Google Shape;766;p42:notes"/>
          <p:cNvSpPr txBox="1"/>
          <p:nvPr>
            <p:ph idx="12" type="sldNum"/>
          </p:nvPr>
        </p:nvSpPr>
        <p:spPr>
          <a:xfrm>
            <a:off x="1942306" y="4342607"/>
            <a:ext cx="14859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h7804709f144f3f52_0_971:notes"/>
          <p:cNvSpPr/>
          <p:nvPr>
            <p:ph idx="2" type="sldImg"/>
          </p:nvPr>
        </p:nvSpPr>
        <p:spPr>
          <a:xfrm>
            <a:off x="3429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5" name="Google Shape;775;h7804709f144f3f52_0_971:notes"/>
          <p:cNvSpPr txBox="1"/>
          <p:nvPr>
            <p:ph idx="1" type="body"/>
          </p:nvPr>
        </p:nvSpPr>
        <p:spPr>
          <a:xfrm>
            <a:off x="342900" y="2200275"/>
            <a:ext cx="27432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t/>
            </a:r>
            <a:endParaRPr sz="900"/>
          </a:p>
        </p:txBody>
      </p:sp>
      <p:sp>
        <p:nvSpPr>
          <p:cNvPr id="776" name="Google Shape;776;h7804709f144f3f52_0_971:notes"/>
          <p:cNvSpPr txBox="1"/>
          <p:nvPr>
            <p:ph idx="12" type="sldNum"/>
          </p:nvPr>
        </p:nvSpPr>
        <p:spPr>
          <a:xfrm>
            <a:off x="1942306" y="4342607"/>
            <a:ext cx="14859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h7804709f144f3f52_0_995:notes"/>
          <p:cNvSpPr/>
          <p:nvPr>
            <p:ph idx="2" type="sldImg"/>
          </p:nvPr>
        </p:nvSpPr>
        <p:spPr>
          <a:xfrm>
            <a:off x="3429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0" name="Google Shape;800;h7804709f144f3f52_0_995:notes"/>
          <p:cNvSpPr txBox="1"/>
          <p:nvPr>
            <p:ph idx="1" type="body"/>
          </p:nvPr>
        </p:nvSpPr>
        <p:spPr>
          <a:xfrm>
            <a:off x="342900" y="2200275"/>
            <a:ext cx="27432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t/>
            </a:r>
            <a:endParaRPr sz="900"/>
          </a:p>
        </p:txBody>
      </p:sp>
      <p:sp>
        <p:nvSpPr>
          <p:cNvPr id="801" name="Google Shape;801;h7804709f144f3f52_0_995:notes"/>
          <p:cNvSpPr txBox="1"/>
          <p:nvPr>
            <p:ph idx="12" type="sldNum"/>
          </p:nvPr>
        </p:nvSpPr>
        <p:spPr>
          <a:xfrm>
            <a:off x="1942306" y="4342607"/>
            <a:ext cx="14859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gradFill>
          <a:gsLst>
            <a:gs pos="0">
              <a:schemeClr val="lt1"/>
            </a:gs>
            <a:gs pos="100000">
              <a:srgbClr val="EEF3FF"/>
            </a:gs>
          </a:gsLst>
          <a:lin ang="16198662" scaled="0"/>
        </a:gradFill>
      </p:bgPr>
    </p:bg>
    <p:spTree>
      <p:nvGrpSpPr>
        <p:cNvPr id="10" name="Shape 10"/>
        <p:cNvGrpSpPr/>
        <p:nvPr/>
      </p:nvGrpSpPr>
      <p:grpSpPr>
        <a:xfrm>
          <a:off x="0" y="0"/>
          <a:ext cx="0" cy="0"/>
          <a:chOff x="0" y="0"/>
          <a:chExt cx="0" cy="0"/>
        </a:xfrm>
      </p:grpSpPr>
      <p:sp>
        <p:nvSpPr>
          <p:cNvPr id="11" name="Google Shape;11;p2"/>
          <p:cNvSpPr/>
          <p:nvPr/>
        </p:nvSpPr>
        <p:spPr>
          <a:xfrm>
            <a:off x="1728269" y="505621"/>
            <a:ext cx="162000" cy="52500"/>
          </a:xfrm>
          <a:prstGeom prst="rect">
            <a:avLst/>
          </a:prstGeom>
          <a:noFill/>
          <a:ln>
            <a:noFill/>
          </a:ln>
        </p:spPr>
        <p:txBody>
          <a:bodyPr anchorCtr="0" anchor="t" bIns="0" lIns="0" spcFirstLastPara="1" rIns="0" wrap="square" tIns="0">
            <a:noAutofit/>
          </a:bodyPr>
          <a:lstStyle/>
          <a:p>
            <a:pPr indent="0" lvl="0" marL="0" marR="0" rtl="0" algn="l">
              <a:lnSpc>
                <a:spcPct val="88449"/>
              </a:lnSpc>
              <a:spcBef>
                <a:spcPts val="0"/>
              </a:spcBef>
              <a:spcAft>
                <a:spcPts val="0"/>
              </a:spcAft>
              <a:buClr>
                <a:srgbClr val="000033"/>
              </a:buClr>
              <a:buSzPts val="300"/>
              <a:buFont typeface="Montserrat SemiBold"/>
              <a:buNone/>
            </a:pPr>
            <a:r>
              <a:rPr b="1" i="0" lang="en-US" sz="300" u="none" cap="none" strike="noStrike">
                <a:solidFill>
                  <a:srgbClr val="000033"/>
                </a:solidFill>
                <a:latin typeface="Montserrat"/>
                <a:ea typeface="Montserrat"/>
                <a:cs typeface="Montserrat"/>
                <a:sym typeface="Montserrat"/>
              </a:rPr>
              <a:t>AÑOS </a:t>
            </a:r>
            <a:endParaRPr b="0" i="0" sz="300" u="none" cap="none" strike="noStrike">
              <a:solidFill>
                <a:srgbClr val="000000"/>
              </a:solidFill>
              <a:latin typeface="Montserrat"/>
              <a:ea typeface="Montserrat"/>
              <a:cs typeface="Montserrat"/>
              <a:sym typeface="Montserrat"/>
            </a:endParaRPr>
          </a:p>
        </p:txBody>
      </p:sp>
      <p:pic>
        <p:nvPicPr>
          <p:cNvPr descr="logo_navy.png" id="12" name="Google Shape;12;p2"/>
          <p:cNvPicPr preferRelativeResize="0"/>
          <p:nvPr/>
        </p:nvPicPr>
        <p:blipFill rotWithShape="1">
          <a:blip r:embed="rId2">
            <a:alphaModFix/>
          </a:blip>
          <a:srcRect b="0" l="0" r="0" t="0"/>
          <a:stretch/>
        </p:blipFill>
        <p:spPr>
          <a:xfrm>
            <a:off x="569671" y="389534"/>
            <a:ext cx="1228039" cy="24505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gradFill>
          <a:gsLst>
            <a:gs pos="0">
              <a:schemeClr val="lt1"/>
            </a:gs>
            <a:gs pos="100000">
              <a:srgbClr val="EEF3FF"/>
            </a:gs>
          </a:gsLst>
          <a:lin ang="16200038" scaled="0"/>
        </a:gradFill>
      </p:bgPr>
    </p:bg>
    <p:spTree>
      <p:nvGrpSpPr>
        <p:cNvPr id="17" name="Shape 17"/>
        <p:cNvGrpSpPr/>
        <p:nvPr/>
      </p:nvGrpSpPr>
      <p:grpSpPr>
        <a:xfrm>
          <a:off x="0" y="0"/>
          <a:ext cx="0" cy="0"/>
          <a:chOff x="0" y="0"/>
          <a:chExt cx="0" cy="0"/>
        </a:xfrm>
      </p:grpSpPr>
      <p:sp>
        <p:nvSpPr>
          <p:cNvPr id="18" name="Google Shape;18;p4"/>
          <p:cNvSpPr/>
          <p:nvPr/>
        </p:nvSpPr>
        <p:spPr>
          <a:xfrm>
            <a:off x="1728269" y="505621"/>
            <a:ext cx="162000" cy="52500"/>
          </a:xfrm>
          <a:prstGeom prst="rect">
            <a:avLst/>
          </a:prstGeom>
          <a:noFill/>
          <a:ln>
            <a:noFill/>
          </a:ln>
        </p:spPr>
        <p:txBody>
          <a:bodyPr anchorCtr="0" anchor="t" bIns="0" lIns="0" spcFirstLastPara="1" rIns="0" wrap="square" tIns="0">
            <a:noAutofit/>
          </a:bodyPr>
          <a:lstStyle/>
          <a:p>
            <a:pPr indent="0" lvl="0" marL="0" marR="0" rtl="0" algn="l">
              <a:lnSpc>
                <a:spcPct val="88449"/>
              </a:lnSpc>
              <a:spcBef>
                <a:spcPts val="0"/>
              </a:spcBef>
              <a:spcAft>
                <a:spcPts val="0"/>
              </a:spcAft>
              <a:buClr>
                <a:srgbClr val="000033"/>
              </a:buClr>
              <a:buSzPts val="300"/>
              <a:buFont typeface="Montserrat SemiBold"/>
              <a:buNone/>
            </a:pPr>
            <a:r>
              <a:rPr b="1" i="0" lang="en-US" sz="300" u="none" cap="none" strike="noStrike">
                <a:solidFill>
                  <a:srgbClr val="000033"/>
                </a:solidFill>
                <a:latin typeface="Montserrat"/>
                <a:ea typeface="Montserrat"/>
                <a:cs typeface="Montserrat"/>
                <a:sym typeface="Montserrat"/>
              </a:rPr>
              <a:t>AÑOS </a:t>
            </a:r>
            <a:endParaRPr b="0" i="0" sz="300" u="none" cap="none" strike="noStrike">
              <a:solidFill>
                <a:schemeClr val="dk1"/>
              </a:solidFill>
              <a:latin typeface="Montserrat"/>
              <a:ea typeface="Montserrat"/>
              <a:cs typeface="Montserrat"/>
              <a:sym typeface="Montserrat"/>
            </a:endParaRPr>
          </a:p>
        </p:txBody>
      </p:sp>
      <p:pic>
        <p:nvPicPr>
          <p:cNvPr descr="logo_navy.png" id="19" name="Google Shape;19;p4"/>
          <p:cNvPicPr preferRelativeResize="0"/>
          <p:nvPr/>
        </p:nvPicPr>
        <p:blipFill rotWithShape="1">
          <a:blip r:embed="rId2">
            <a:alphaModFix/>
          </a:blip>
          <a:srcRect b="0" l="0" r="0" t="0"/>
          <a:stretch/>
        </p:blipFill>
        <p:spPr>
          <a:xfrm>
            <a:off x="569671" y="389534"/>
            <a:ext cx="1228039" cy="245059"/>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N" type="blank">
  <p:cSld name="BLANK">
    <p:spTree>
      <p:nvGrpSpPr>
        <p:cNvPr id="20" name="Shape 20"/>
        <p:cNvGrpSpPr/>
        <p:nvPr/>
      </p:nvGrpSpPr>
      <p:grpSpPr>
        <a:xfrm>
          <a:off x="0" y="0"/>
          <a:ext cx="0" cy="0"/>
          <a:chOff x="0" y="0"/>
          <a:chExt cx="0" cy="0"/>
        </a:xfrm>
      </p:grpSpPr>
      <p:sp>
        <p:nvSpPr>
          <p:cNvPr id="21" name="Google Shape;21;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2" name="Google Shape;22;p5"/>
          <p:cNvSpPr/>
          <p:nvPr/>
        </p:nvSpPr>
        <p:spPr>
          <a:xfrm>
            <a:off x="1728269" y="505621"/>
            <a:ext cx="162000" cy="52500"/>
          </a:xfrm>
          <a:prstGeom prst="rect">
            <a:avLst/>
          </a:prstGeom>
          <a:noFill/>
          <a:ln>
            <a:noFill/>
          </a:ln>
        </p:spPr>
        <p:txBody>
          <a:bodyPr anchorCtr="0" anchor="t" bIns="0" lIns="0" spcFirstLastPara="1" rIns="0" wrap="square" tIns="0">
            <a:noAutofit/>
          </a:bodyPr>
          <a:lstStyle/>
          <a:p>
            <a:pPr indent="0" lvl="0" marL="0" marR="0" rtl="0" algn="l">
              <a:lnSpc>
                <a:spcPct val="88449"/>
              </a:lnSpc>
              <a:spcBef>
                <a:spcPts val="0"/>
              </a:spcBef>
              <a:spcAft>
                <a:spcPts val="0"/>
              </a:spcAft>
              <a:buClr>
                <a:srgbClr val="000033"/>
              </a:buClr>
              <a:buSzPts val="300"/>
              <a:buFont typeface="Montserrat SemiBold"/>
              <a:buNone/>
            </a:pPr>
            <a:r>
              <a:rPr b="1" i="0" lang="en-US" sz="300" u="none" cap="none" strike="noStrike">
                <a:solidFill>
                  <a:srgbClr val="000033"/>
                </a:solidFill>
                <a:latin typeface="Montserrat"/>
                <a:ea typeface="Montserrat"/>
                <a:cs typeface="Montserrat"/>
                <a:sym typeface="Montserrat"/>
              </a:rPr>
              <a:t>AÑOS </a:t>
            </a:r>
            <a:endParaRPr b="0" i="0" sz="300" u="none" cap="none" strike="noStrike">
              <a:solidFill>
                <a:schemeClr val="dk1"/>
              </a:solidFill>
              <a:latin typeface="Montserrat"/>
              <a:ea typeface="Montserrat"/>
              <a:cs typeface="Montserrat"/>
              <a:sym typeface="Montserrat"/>
            </a:endParaRPr>
          </a:p>
        </p:txBody>
      </p:sp>
      <p:pic>
        <p:nvPicPr>
          <p:cNvPr descr="logo_navy.png" id="23" name="Google Shape;23;p5"/>
          <p:cNvPicPr preferRelativeResize="0"/>
          <p:nvPr/>
        </p:nvPicPr>
        <p:blipFill rotWithShape="1">
          <a:blip r:embed="rId2">
            <a:alphaModFix/>
          </a:blip>
          <a:srcRect b="0" l="0" r="0" t="0"/>
          <a:stretch/>
        </p:blipFill>
        <p:spPr>
          <a:xfrm>
            <a:off x="569671" y="389534"/>
            <a:ext cx="1228039" cy="2450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3" name="Shape 13"/>
        <p:cNvGrpSpPr/>
        <p:nvPr/>
      </p:nvGrpSpPr>
      <p:grpSpPr>
        <a:xfrm>
          <a:off x="0" y="0"/>
          <a:ext cx="0" cy="0"/>
          <a:chOff x="0" y="0"/>
          <a:chExt cx="0" cy="0"/>
        </a:xfrm>
      </p:grpSpPr>
      <p:sp>
        <p:nvSpPr>
          <p:cNvPr id="14" name="Google Shape;14;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5" name="Google Shape;15;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16" name="Google Shape;16;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12.png"/><Relationship Id="rId6" Type="http://schemas.openxmlformats.org/officeDocument/2006/relationships/image" Target="../media/image10.png"/><Relationship Id="rId7" Type="http://schemas.openxmlformats.org/officeDocument/2006/relationships/image" Target="../media/image23.png"/></Relationships>
</file>

<file path=ppt/slides/_rels/slide6.xml.rels><?xml version="1.0" encoding="UTF-8" standalone="yes"?><Relationships xmlns="http://schemas.openxmlformats.org/package/2006/relationships"><Relationship Id="rId40" Type="http://schemas.openxmlformats.org/officeDocument/2006/relationships/image" Target="../media/image43.png"/><Relationship Id="rId20" Type="http://schemas.openxmlformats.org/officeDocument/2006/relationships/image" Target="../media/image32.png"/><Relationship Id="rId42" Type="http://schemas.openxmlformats.org/officeDocument/2006/relationships/image" Target="../media/image71.png"/><Relationship Id="rId41" Type="http://schemas.openxmlformats.org/officeDocument/2006/relationships/image" Target="../media/image55.png"/><Relationship Id="rId22" Type="http://schemas.openxmlformats.org/officeDocument/2006/relationships/image" Target="../media/image33.png"/><Relationship Id="rId44" Type="http://schemas.openxmlformats.org/officeDocument/2006/relationships/image" Target="../media/image45.png"/><Relationship Id="rId21" Type="http://schemas.openxmlformats.org/officeDocument/2006/relationships/image" Target="../media/image34.png"/><Relationship Id="rId43" Type="http://schemas.openxmlformats.org/officeDocument/2006/relationships/image" Target="../media/image50.png"/><Relationship Id="rId24" Type="http://schemas.openxmlformats.org/officeDocument/2006/relationships/image" Target="../media/image40.png"/><Relationship Id="rId23" Type="http://schemas.openxmlformats.org/officeDocument/2006/relationships/image" Target="../media/image39.png"/><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7.png"/><Relationship Id="rId9" Type="http://schemas.openxmlformats.org/officeDocument/2006/relationships/image" Target="../media/image13.png"/><Relationship Id="rId26" Type="http://schemas.openxmlformats.org/officeDocument/2006/relationships/image" Target="../media/image38.png"/><Relationship Id="rId25" Type="http://schemas.openxmlformats.org/officeDocument/2006/relationships/image" Target="../media/image31.png"/><Relationship Id="rId28" Type="http://schemas.openxmlformats.org/officeDocument/2006/relationships/image" Target="../media/image42.png"/><Relationship Id="rId27" Type="http://schemas.openxmlformats.org/officeDocument/2006/relationships/image" Target="../media/image44.png"/><Relationship Id="rId5" Type="http://schemas.openxmlformats.org/officeDocument/2006/relationships/image" Target="../media/image18.png"/><Relationship Id="rId6" Type="http://schemas.openxmlformats.org/officeDocument/2006/relationships/image" Target="../media/image22.png"/><Relationship Id="rId29" Type="http://schemas.openxmlformats.org/officeDocument/2006/relationships/image" Target="../media/image30.png"/><Relationship Id="rId7" Type="http://schemas.openxmlformats.org/officeDocument/2006/relationships/image" Target="../media/image14.png"/><Relationship Id="rId8" Type="http://schemas.openxmlformats.org/officeDocument/2006/relationships/image" Target="../media/image17.png"/><Relationship Id="rId31" Type="http://schemas.openxmlformats.org/officeDocument/2006/relationships/image" Target="../media/image49.png"/><Relationship Id="rId30" Type="http://schemas.openxmlformats.org/officeDocument/2006/relationships/image" Target="../media/image36.png"/><Relationship Id="rId11" Type="http://schemas.openxmlformats.org/officeDocument/2006/relationships/image" Target="../media/image11.png"/><Relationship Id="rId33" Type="http://schemas.openxmlformats.org/officeDocument/2006/relationships/image" Target="../media/image35.png"/><Relationship Id="rId10" Type="http://schemas.openxmlformats.org/officeDocument/2006/relationships/image" Target="../media/image15.png"/><Relationship Id="rId32" Type="http://schemas.openxmlformats.org/officeDocument/2006/relationships/image" Target="../media/image37.png"/><Relationship Id="rId13" Type="http://schemas.openxmlformats.org/officeDocument/2006/relationships/image" Target="../media/image20.png"/><Relationship Id="rId35" Type="http://schemas.openxmlformats.org/officeDocument/2006/relationships/image" Target="../media/image52.png"/><Relationship Id="rId12" Type="http://schemas.openxmlformats.org/officeDocument/2006/relationships/image" Target="../media/image21.png"/><Relationship Id="rId34" Type="http://schemas.openxmlformats.org/officeDocument/2006/relationships/image" Target="../media/image41.png"/><Relationship Id="rId15" Type="http://schemas.openxmlformats.org/officeDocument/2006/relationships/image" Target="../media/image25.png"/><Relationship Id="rId37" Type="http://schemas.openxmlformats.org/officeDocument/2006/relationships/image" Target="../media/image51.png"/><Relationship Id="rId14" Type="http://schemas.openxmlformats.org/officeDocument/2006/relationships/image" Target="../media/image19.png"/><Relationship Id="rId36" Type="http://schemas.openxmlformats.org/officeDocument/2006/relationships/image" Target="../media/image47.png"/><Relationship Id="rId17" Type="http://schemas.openxmlformats.org/officeDocument/2006/relationships/image" Target="../media/image26.png"/><Relationship Id="rId39" Type="http://schemas.openxmlformats.org/officeDocument/2006/relationships/image" Target="../media/image46.png"/><Relationship Id="rId16" Type="http://schemas.openxmlformats.org/officeDocument/2006/relationships/image" Target="../media/image29.png"/><Relationship Id="rId38" Type="http://schemas.openxmlformats.org/officeDocument/2006/relationships/image" Target="../media/image53.png"/><Relationship Id="rId19" Type="http://schemas.openxmlformats.org/officeDocument/2006/relationships/image" Target="../media/image28.png"/><Relationship Id="rId18" Type="http://schemas.openxmlformats.org/officeDocument/2006/relationships/image" Target="../media/image2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7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75.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75.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75.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7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6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70.png"/><Relationship Id="rId4" Type="http://schemas.openxmlformats.org/officeDocument/2006/relationships/image" Target="../media/image74.jpg"/><Relationship Id="rId9" Type="http://schemas.openxmlformats.org/officeDocument/2006/relationships/image" Target="../media/image72.png"/><Relationship Id="rId5" Type="http://schemas.openxmlformats.org/officeDocument/2006/relationships/image" Target="../media/image58.jpg"/><Relationship Id="rId6" Type="http://schemas.openxmlformats.org/officeDocument/2006/relationships/image" Target="../media/image66.jpg"/><Relationship Id="rId7" Type="http://schemas.openxmlformats.org/officeDocument/2006/relationships/image" Target="../media/image61.jpg"/><Relationship Id="rId8" Type="http://schemas.openxmlformats.org/officeDocument/2006/relationships/image" Target="../media/image65.jpg"/><Relationship Id="rId11" Type="http://schemas.openxmlformats.org/officeDocument/2006/relationships/image" Target="../media/image54.png"/><Relationship Id="rId10" Type="http://schemas.openxmlformats.org/officeDocument/2006/relationships/image" Target="../media/image59.jpg"/><Relationship Id="rId13" Type="http://schemas.openxmlformats.org/officeDocument/2006/relationships/image" Target="../media/image64.jpg"/><Relationship Id="rId12" Type="http://schemas.openxmlformats.org/officeDocument/2006/relationships/image" Target="../media/image5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57.png"/><Relationship Id="rId4" Type="http://schemas.openxmlformats.org/officeDocument/2006/relationships/image" Target="../media/image62.png"/><Relationship Id="rId5" Type="http://schemas.openxmlformats.org/officeDocument/2006/relationships/image" Target="../media/image6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67.png"/><Relationship Id="rId4" Type="http://schemas.openxmlformats.org/officeDocument/2006/relationships/image" Target="../media/image60.png"/><Relationship Id="rId5" Type="http://schemas.openxmlformats.org/officeDocument/2006/relationships/hyperlink" Target="https://calendar.app.google/1maZfBCTfF8Utm1U6" TargetMode="External"/><Relationship Id="rId6" Type="http://schemas.openxmlformats.org/officeDocument/2006/relationships/image" Target="../media/image6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33"/>
        </a:solidFill>
      </p:bgPr>
    </p:bg>
    <p:spTree>
      <p:nvGrpSpPr>
        <p:cNvPr id="28" name="Shape 28"/>
        <p:cNvGrpSpPr/>
        <p:nvPr/>
      </p:nvGrpSpPr>
      <p:grpSpPr>
        <a:xfrm>
          <a:off x="0" y="0"/>
          <a:ext cx="0" cy="0"/>
          <a:chOff x="0" y="0"/>
          <a:chExt cx="0" cy="0"/>
        </a:xfrm>
      </p:grpSpPr>
      <p:pic>
        <p:nvPicPr>
          <p:cNvPr descr="bg-dark-glow.png" id="29" name="Google Shape;29;p6"/>
          <p:cNvPicPr preferRelativeResize="0"/>
          <p:nvPr/>
        </p:nvPicPr>
        <p:blipFill rotWithShape="1">
          <a:blip r:embed="rId3">
            <a:alphaModFix/>
          </a:blip>
          <a:srcRect b="13585" l="0" r="13585" t="0"/>
          <a:stretch/>
        </p:blipFill>
        <p:spPr>
          <a:xfrm>
            <a:off x="0" y="0"/>
            <a:ext cx="9144005" cy="5143500"/>
          </a:xfrm>
          <a:prstGeom prst="rect">
            <a:avLst/>
          </a:prstGeom>
          <a:noFill/>
          <a:ln>
            <a:noFill/>
          </a:ln>
        </p:spPr>
      </p:pic>
      <p:pic>
        <p:nvPicPr>
          <p:cNvPr descr="neo-logo-25-white.png" id="30" name="Google Shape;30;p6"/>
          <p:cNvPicPr preferRelativeResize="0"/>
          <p:nvPr/>
        </p:nvPicPr>
        <p:blipFill rotWithShape="1">
          <a:blip r:embed="rId4">
            <a:alphaModFix/>
          </a:blip>
          <a:srcRect b="0" l="0" r="0" t="0"/>
          <a:stretch/>
        </p:blipFill>
        <p:spPr>
          <a:xfrm>
            <a:off x="571500" y="398780"/>
            <a:ext cx="1228091" cy="245110"/>
          </a:xfrm>
          <a:prstGeom prst="rect">
            <a:avLst/>
          </a:prstGeom>
          <a:noFill/>
          <a:ln>
            <a:noFill/>
          </a:ln>
        </p:spPr>
      </p:pic>
      <p:sp>
        <p:nvSpPr>
          <p:cNvPr id="31" name="Google Shape;31;p6"/>
          <p:cNvSpPr txBox="1"/>
          <p:nvPr/>
        </p:nvSpPr>
        <p:spPr>
          <a:xfrm>
            <a:off x="3556000" y="4607805"/>
            <a:ext cx="2031900" cy="1854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a:ea typeface="Montserrat"/>
                <a:cs typeface="Montserrat"/>
                <a:sym typeface="Montserrat"/>
              </a:rPr>
              <a:t>neoconsulting.ai</a:t>
            </a:r>
            <a:endParaRPr b="0" i="0" sz="1400" u="none" cap="none" strike="noStrike">
              <a:solidFill>
                <a:srgbClr val="000000"/>
              </a:solidFill>
              <a:latin typeface="Arial"/>
              <a:ea typeface="Arial"/>
              <a:cs typeface="Arial"/>
              <a:sym typeface="Arial"/>
            </a:endParaRPr>
          </a:p>
        </p:txBody>
      </p:sp>
      <p:sp>
        <p:nvSpPr>
          <p:cNvPr id="32" name="Google Shape;32;p6"/>
          <p:cNvSpPr txBox="1"/>
          <p:nvPr/>
        </p:nvSpPr>
        <p:spPr>
          <a:xfrm>
            <a:off x="571500" y="2159000"/>
            <a:ext cx="8001000" cy="6426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4500"/>
              <a:buFont typeface="Arial"/>
              <a:buNone/>
            </a:pPr>
            <a:r>
              <a:rPr b="0" i="0" lang="en-US" sz="4500" u="none" cap="none" strike="noStrike">
                <a:solidFill>
                  <a:srgbClr val="FFFFFF"/>
                </a:solidFill>
                <a:latin typeface="Montserrat ExtraBold"/>
                <a:ea typeface="Montserrat ExtraBold"/>
                <a:cs typeface="Montserrat ExtraBold"/>
                <a:sym typeface="Montserrat ExtraBold"/>
              </a:rPr>
              <a:t>Neo Consulting</a:t>
            </a:r>
            <a:endParaRPr b="0" i="0" sz="1400" u="none" cap="none" strike="noStrike">
              <a:solidFill>
                <a:srgbClr val="000000"/>
              </a:solidFill>
              <a:latin typeface="Arial"/>
              <a:ea typeface="Arial"/>
              <a:cs typeface="Arial"/>
              <a:sym typeface="Arial"/>
            </a:endParaRPr>
          </a:p>
        </p:txBody>
      </p:sp>
      <p:sp>
        <p:nvSpPr>
          <p:cNvPr id="33" name="Google Shape;33;p6"/>
          <p:cNvSpPr txBox="1"/>
          <p:nvPr/>
        </p:nvSpPr>
        <p:spPr>
          <a:xfrm>
            <a:off x="571500" y="2979425"/>
            <a:ext cx="8001000" cy="445500"/>
          </a:xfrm>
          <a:prstGeom prst="rect">
            <a:avLst/>
          </a:prstGeom>
          <a:noFill/>
          <a:ln>
            <a:noFill/>
          </a:ln>
        </p:spPr>
        <p:txBody>
          <a:bodyPr anchorCtr="0" anchor="t" bIns="0" lIns="0" spcFirstLastPara="1" rIns="0" wrap="square" tIns="0">
            <a:noAutofit/>
          </a:bodyPr>
          <a:lstStyle/>
          <a:p>
            <a:pPr indent="0" lvl="0" marL="0" marR="0" rtl="0" algn="ctr">
              <a:lnSpc>
                <a:spcPct val="106000"/>
              </a:lnSpc>
              <a:spcBef>
                <a:spcPts val="0"/>
              </a:spcBef>
              <a:spcAft>
                <a:spcPts val="0"/>
              </a:spcAft>
              <a:buClr>
                <a:srgbClr val="000000"/>
              </a:buClr>
              <a:buSzPts val="1300"/>
              <a:buFont typeface="Arial"/>
              <a:buNone/>
            </a:pPr>
            <a:r>
              <a:rPr b="0" i="0" lang="en-US" sz="1300" u="none" cap="none" strike="noStrike">
                <a:solidFill>
                  <a:srgbClr val="C5D5F7"/>
                </a:solidFill>
                <a:latin typeface="Montserrat Medium"/>
                <a:ea typeface="Montserrat Medium"/>
                <a:cs typeface="Montserrat Medium"/>
                <a:sym typeface="Montserrat Medium"/>
              </a:rPr>
              <a:t>Logra tus objetivos de negocio utilizando data e inteligencia artificial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33"/>
        </a:solidFill>
      </p:bgPr>
    </p:bg>
    <p:spTree>
      <p:nvGrpSpPr>
        <p:cNvPr id="38" name="Shape 38"/>
        <p:cNvGrpSpPr/>
        <p:nvPr/>
      </p:nvGrpSpPr>
      <p:grpSpPr>
        <a:xfrm>
          <a:off x="0" y="0"/>
          <a:ext cx="0" cy="0"/>
          <a:chOff x="0" y="0"/>
          <a:chExt cx="0" cy="0"/>
        </a:xfrm>
      </p:grpSpPr>
      <p:pic>
        <p:nvPicPr>
          <p:cNvPr descr="bg-dark-glow.png" id="39" name="Google Shape;39;p7"/>
          <p:cNvPicPr preferRelativeResize="0"/>
          <p:nvPr/>
        </p:nvPicPr>
        <p:blipFill rotWithShape="1">
          <a:blip r:embed="rId3">
            <a:alphaModFix/>
          </a:blip>
          <a:srcRect b="13585" l="0" r="13585" t="0"/>
          <a:stretch/>
        </p:blipFill>
        <p:spPr>
          <a:xfrm>
            <a:off x="0" y="0"/>
            <a:ext cx="9144005" cy="5143500"/>
          </a:xfrm>
          <a:prstGeom prst="rect">
            <a:avLst/>
          </a:prstGeom>
          <a:noFill/>
          <a:ln>
            <a:noFill/>
          </a:ln>
        </p:spPr>
      </p:pic>
      <p:pic>
        <p:nvPicPr>
          <p:cNvPr descr="neo-logo-25-white.png" id="40" name="Google Shape;40;p7"/>
          <p:cNvPicPr preferRelativeResize="0"/>
          <p:nvPr/>
        </p:nvPicPr>
        <p:blipFill rotWithShape="1">
          <a:blip r:embed="rId4">
            <a:alphaModFix/>
          </a:blip>
          <a:srcRect b="0" l="0" r="0" t="0"/>
          <a:stretch/>
        </p:blipFill>
        <p:spPr>
          <a:xfrm>
            <a:off x="571500" y="398780"/>
            <a:ext cx="1228091" cy="245110"/>
          </a:xfrm>
          <a:prstGeom prst="rect">
            <a:avLst/>
          </a:prstGeom>
          <a:noFill/>
          <a:ln>
            <a:noFill/>
          </a:ln>
        </p:spPr>
      </p:pic>
      <p:sp>
        <p:nvSpPr>
          <p:cNvPr id="41" name="Google Shape;41;p7"/>
          <p:cNvSpPr txBox="1"/>
          <p:nvPr/>
        </p:nvSpPr>
        <p:spPr>
          <a:xfrm>
            <a:off x="571500" y="4577080"/>
            <a:ext cx="20319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a:ea typeface="Montserrat"/>
                <a:cs typeface="Montserrat"/>
                <a:sym typeface="Montserrat"/>
              </a:rPr>
              <a:t>neoconsulting.ai</a:t>
            </a:r>
            <a:endParaRPr b="0" i="0" sz="1400" u="none" cap="none" strike="noStrike">
              <a:solidFill>
                <a:srgbClr val="000000"/>
              </a:solidFill>
              <a:latin typeface="Arial"/>
              <a:ea typeface="Arial"/>
              <a:cs typeface="Arial"/>
              <a:sym typeface="Arial"/>
            </a:endParaRPr>
          </a:p>
        </p:txBody>
      </p:sp>
      <p:sp>
        <p:nvSpPr>
          <p:cNvPr id="42" name="Google Shape;42;p7"/>
          <p:cNvSpPr txBox="1"/>
          <p:nvPr/>
        </p:nvSpPr>
        <p:spPr>
          <a:xfrm>
            <a:off x="571500" y="1915513"/>
            <a:ext cx="8001000" cy="125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4500"/>
              <a:buFont typeface="Arial"/>
              <a:buNone/>
            </a:pPr>
            <a:r>
              <a:rPr b="0" lang="en-US" sz="4500" u="none" cap="none" strike="noStrike">
                <a:solidFill>
                  <a:srgbClr val="FFFFFF"/>
                </a:solidFill>
                <a:latin typeface="Montserrat ExtraBold"/>
                <a:ea typeface="Montserrat ExtraBold"/>
                <a:cs typeface="Montserrat ExtraBold"/>
                <a:sym typeface="Montserrat ExtraBold"/>
              </a:rPr>
              <a:t>Nombre del servicio</a:t>
            </a:r>
            <a:endParaRPr b="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500"/>
              <a:buFont typeface="Arial"/>
              <a:buNone/>
            </a:pPr>
            <a:r>
              <a:rPr b="0" i="1" lang="en-US" sz="4500" u="none" cap="none" strike="noStrike">
                <a:solidFill>
                  <a:srgbClr val="9AAFFE"/>
                </a:solidFill>
                <a:latin typeface="Montserrat Black"/>
                <a:ea typeface="Montserrat Black"/>
                <a:cs typeface="Montserrat Black"/>
                <a:sym typeface="Montserrat Black"/>
              </a:rPr>
              <a:t>Área o alcance</a:t>
            </a:r>
            <a:endParaRPr b="0" i="1" sz="1400" u="none" cap="none" strike="noStrike">
              <a:solidFill>
                <a:srgbClr val="9AAFFE"/>
              </a:solidFill>
              <a:latin typeface="Arial"/>
              <a:ea typeface="Arial"/>
              <a:cs typeface="Arial"/>
              <a:sym typeface="Arial"/>
            </a:endParaRPr>
          </a:p>
        </p:txBody>
      </p:sp>
      <p:sp>
        <p:nvSpPr>
          <p:cNvPr id="43" name="Google Shape;43;p7"/>
          <p:cNvSpPr txBox="1"/>
          <p:nvPr/>
        </p:nvSpPr>
        <p:spPr>
          <a:xfrm>
            <a:off x="571500" y="1554833"/>
            <a:ext cx="8001000" cy="20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C5D5F7"/>
                </a:solidFill>
                <a:latin typeface="Montserrat SemiBold"/>
                <a:ea typeface="Montserrat SemiBold"/>
                <a:cs typeface="Montserrat SemiBold"/>
                <a:sym typeface="Montserrat SemiBold"/>
              </a:rPr>
              <a:t>PROPUESTA</a:t>
            </a:r>
            <a:endParaRPr b="0" i="0" sz="1400" u="none" cap="none" strike="noStrike">
              <a:solidFill>
                <a:srgbClr val="000000"/>
              </a:solidFill>
              <a:latin typeface="Arial"/>
              <a:ea typeface="Arial"/>
              <a:cs typeface="Arial"/>
              <a:sym typeface="Arial"/>
            </a:endParaRPr>
          </a:p>
        </p:txBody>
      </p:sp>
      <p:sp>
        <p:nvSpPr>
          <p:cNvPr id="44" name="Google Shape;44;p7"/>
          <p:cNvSpPr txBox="1"/>
          <p:nvPr/>
        </p:nvSpPr>
        <p:spPr>
          <a:xfrm>
            <a:off x="571500" y="3353153"/>
            <a:ext cx="4800600" cy="235500"/>
          </a:xfrm>
          <a:prstGeom prst="rect">
            <a:avLst/>
          </a:prstGeom>
          <a:noFill/>
          <a:ln>
            <a:noFill/>
          </a:ln>
        </p:spPr>
        <p:txBody>
          <a:bodyPr anchorCtr="0" anchor="t" bIns="0" lIns="0" spcFirstLastPara="1" rIns="0" wrap="square" tIns="0">
            <a:noAutofit/>
          </a:bodyPr>
          <a:lstStyle/>
          <a:p>
            <a:pPr indent="0" lvl="0" marL="0" marR="0" rtl="0" algn="l">
              <a:lnSpc>
                <a:spcPct val="106000"/>
              </a:lnSpc>
              <a:spcBef>
                <a:spcPts val="0"/>
              </a:spcBef>
              <a:spcAft>
                <a:spcPts val="0"/>
              </a:spcAft>
              <a:buClr>
                <a:srgbClr val="000000"/>
              </a:buClr>
              <a:buSzPts val="1300"/>
              <a:buFont typeface="Arial"/>
              <a:buNone/>
            </a:pPr>
            <a:r>
              <a:rPr b="0" i="0" lang="en-US" sz="1300" u="none" cap="none" strike="noStrike">
                <a:solidFill>
                  <a:srgbClr val="C5D5F7"/>
                </a:solidFill>
                <a:latin typeface="Montserrat Medium"/>
                <a:ea typeface="Montserrat Medium"/>
                <a:cs typeface="Montserrat Medium"/>
                <a:sym typeface="Montserrat Medium"/>
              </a:rPr>
              <a:t>Nombre del Cliente  ·  Mes 20XX</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48" name="Shape 48"/>
        <p:cNvGrpSpPr/>
        <p:nvPr/>
      </p:nvGrpSpPr>
      <p:grpSpPr>
        <a:xfrm>
          <a:off x="0" y="0"/>
          <a:ext cx="0" cy="0"/>
          <a:chOff x="0" y="0"/>
          <a:chExt cx="0" cy="0"/>
        </a:xfrm>
      </p:grpSpPr>
      <p:sp>
        <p:nvSpPr>
          <p:cNvPr id="49" name="Google Shape;49;p8"/>
          <p:cNvSpPr txBox="1"/>
          <p:nvPr/>
        </p:nvSpPr>
        <p:spPr>
          <a:xfrm>
            <a:off x="571500" y="4577080"/>
            <a:ext cx="20319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2D5BFF"/>
                </a:solidFill>
                <a:latin typeface="Montserrat"/>
                <a:ea typeface="Montserrat"/>
                <a:cs typeface="Montserrat"/>
                <a:sym typeface="Montserrat"/>
              </a:rPr>
              <a:t>neoconsulting.ai</a:t>
            </a:r>
            <a:endParaRPr b="0" i="0" sz="1400" u="none" cap="none" strike="noStrike">
              <a:solidFill>
                <a:srgbClr val="000000"/>
              </a:solidFill>
              <a:latin typeface="Arial"/>
              <a:ea typeface="Arial"/>
              <a:cs typeface="Arial"/>
              <a:sym typeface="Arial"/>
            </a:endParaRPr>
          </a:p>
        </p:txBody>
      </p:sp>
      <p:sp>
        <p:nvSpPr>
          <p:cNvPr id="50" name="Google Shape;50;p8"/>
          <p:cNvSpPr txBox="1"/>
          <p:nvPr/>
        </p:nvSpPr>
        <p:spPr>
          <a:xfrm>
            <a:off x="571500" y="850900"/>
            <a:ext cx="8001000" cy="19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2D5BFF"/>
                </a:solidFill>
                <a:latin typeface="Montserrat SemiBold"/>
                <a:ea typeface="Montserrat SemiBold"/>
                <a:cs typeface="Montserrat SemiBold"/>
                <a:sym typeface="Montserrat SemiBold"/>
              </a:rPr>
              <a:t>INNOVACIÓN</a:t>
            </a:r>
            <a:endParaRPr b="0" i="0" sz="1400" u="none" cap="none" strike="noStrike">
              <a:solidFill>
                <a:srgbClr val="000000"/>
              </a:solidFill>
              <a:latin typeface="Arial"/>
              <a:ea typeface="Arial"/>
              <a:cs typeface="Arial"/>
              <a:sym typeface="Arial"/>
            </a:endParaRPr>
          </a:p>
        </p:txBody>
      </p:sp>
      <p:sp>
        <p:nvSpPr>
          <p:cNvPr id="51" name="Google Shape;51;p8"/>
          <p:cNvSpPr txBox="1"/>
          <p:nvPr/>
        </p:nvSpPr>
        <p:spPr>
          <a:xfrm>
            <a:off x="571500" y="1088390"/>
            <a:ext cx="8001000" cy="32940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0000"/>
              </a:buClr>
              <a:buSzPts val="2100"/>
              <a:buFont typeface="Arial"/>
              <a:buNone/>
            </a:pPr>
            <a:r>
              <a:rPr b="0" i="0" lang="en-US" sz="2100" u="none" cap="none" strike="noStrike">
                <a:solidFill>
                  <a:srgbClr val="000033"/>
                </a:solidFill>
                <a:latin typeface="Montserrat ExtraBold"/>
                <a:ea typeface="Montserrat ExtraBold"/>
                <a:cs typeface="Montserrat ExtraBold"/>
                <a:sym typeface="Montserrat ExtraBold"/>
              </a:rPr>
              <a:t>NEO </a:t>
            </a:r>
            <a:r>
              <a:rPr b="0" i="1" lang="en-US" sz="2100" u="none" cap="none" strike="noStrike">
                <a:solidFill>
                  <a:srgbClr val="2D5BFF"/>
                </a:solidFill>
                <a:latin typeface="Montserrat ExtraBold"/>
                <a:ea typeface="Montserrat ExtraBold"/>
                <a:cs typeface="Montserrat ExtraBold"/>
                <a:sym typeface="Montserrat ExtraBold"/>
              </a:rPr>
              <a:t>AI Lab</a:t>
            </a:r>
            <a:endParaRPr b="0" i="0" sz="1400" u="none" cap="none" strike="noStrike">
              <a:solidFill>
                <a:srgbClr val="000000"/>
              </a:solidFill>
              <a:latin typeface="Arial"/>
              <a:ea typeface="Arial"/>
              <a:cs typeface="Arial"/>
              <a:sym typeface="Arial"/>
            </a:endParaRPr>
          </a:p>
        </p:txBody>
      </p:sp>
      <p:pic>
        <p:nvPicPr>
          <p:cNvPr descr="image.png" id="52" name="Google Shape;52;p8"/>
          <p:cNvPicPr preferRelativeResize="0"/>
          <p:nvPr/>
        </p:nvPicPr>
        <p:blipFill rotWithShape="1">
          <a:blip r:embed="rId3">
            <a:alphaModFix/>
          </a:blip>
          <a:srcRect b="0" l="0" r="0" t="0"/>
          <a:stretch/>
        </p:blipFill>
        <p:spPr>
          <a:xfrm>
            <a:off x="571500" y="1726313"/>
            <a:ext cx="3200400" cy="2384298"/>
          </a:xfrm>
          <a:prstGeom prst="rect">
            <a:avLst/>
          </a:prstGeom>
          <a:noFill/>
          <a:ln>
            <a:noFill/>
          </a:ln>
        </p:spPr>
      </p:pic>
      <p:sp>
        <p:nvSpPr>
          <p:cNvPr id="53" name="Google Shape;53;p8"/>
          <p:cNvSpPr/>
          <p:nvPr/>
        </p:nvSpPr>
        <p:spPr>
          <a:xfrm>
            <a:off x="4051300" y="1751840"/>
            <a:ext cx="38100" cy="2333100"/>
          </a:xfrm>
          <a:prstGeom prst="rect">
            <a:avLst/>
          </a:prstGeom>
          <a:solidFill>
            <a:srgbClr val="2D5B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8"/>
          <p:cNvSpPr txBox="1"/>
          <p:nvPr/>
        </p:nvSpPr>
        <p:spPr>
          <a:xfrm>
            <a:off x="4229100" y="1751839"/>
            <a:ext cx="4343400" cy="1721700"/>
          </a:xfrm>
          <a:prstGeom prst="rect">
            <a:avLst/>
          </a:prstGeom>
          <a:noFill/>
          <a:ln>
            <a:noFill/>
          </a:ln>
        </p:spPr>
        <p:txBody>
          <a:bodyPr anchorCtr="0" anchor="t" bIns="0" lIns="0" spcFirstLastPara="1" rIns="0" wrap="square" tIns="0">
            <a:noAutofit/>
          </a:bodyPr>
          <a:lstStyle/>
          <a:p>
            <a:pPr indent="0" lvl="0" marL="0" marR="0" rtl="0" algn="l">
              <a:lnSpc>
                <a:spcPct val="106000"/>
              </a:lnSpc>
              <a:spcBef>
                <a:spcPts val="0"/>
              </a:spcBef>
              <a:spcAft>
                <a:spcPts val="0"/>
              </a:spcAft>
              <a:buClr>
                <a:srgbClr val="000000"/>
              </a:buClr>
              <a:buSzPts val="1500"/>
              <a:buFont typeface="Arial"/>
              <a:buNone/>
            </a:pPr>
            <a:r>
              <a:rPr b="1" i="0" lang="en-US" sz="1500" u="none" cap="none" strike="noStrike">
                <a:solidFill>
                  <a:srgbClr val="2B5BFC"/>
                </a:solidFill>
                <a:latin typeface="Montserrat"/>
                <a:ea typeface="Montserrat"/>
                <a:cs typeface="Montserrat"/>
                <a:sym typeface="Montserrat"/>
              </a:rPr>
              <a:t>MODELOS FRONTERA &amp; AGENTES</a:t>
            </a:r>
            <a:endParaRPr b="1" i="0" sz="1400" u="none" cap="none" strike="noStrike">
              <a:solidFill>
                <a:srgbClr val="2B5BFC"/>
              </a:solidFill>
            </a:endParaRPr>
          </a:p>
          <a:p>
            <a:pPr indent="0" lvl="0" marL="0" marR="0" rtl="0" algn="l">
              <a:lnSpc>
                <a:spcPct val="106000"/>
              </a:lnSpc>
              <a:spcBef>
                <a:spcPts val="0"/>
              </a:spcBef>
              <a:spcAft>
                <a:spcPts val="0"/>
              </a:spcAft>
              <a:buClr>
                <a:srgbClr val="000000"/>
              </a:buClr>
              <a:buSzPts val="1500"/>
              <a:buFont typeface="Arial"/>
              <a:buNone/>
            </a:pPr>
            <a:r>
              <a:rPr b="0" i="0" lang="en-US" sz="1500" u="none" cap="none" strike="noStrike">
                <a:solidFill>
                  <a:srgbClr val="000033"/>
                </a:solidFill>
                <a:latin typeface="Montserrat"/>
                <a:ea typeface="Montserrat"/>
                <a:cs typeface="Montserrat"/>
                <a:sym typeface="Montserrat"/>
              </a:rPr>
              <a:t>Llevando la IA de la experimentación a la producción real. Construimos flujos de trabajo autónomos, agentes cognitivos y modelos especializados para resolver problemas complejos de negocio con optimización constante.</a:t>
            </a:r>
            <a:endParaRPr b="0" i="0" sz="1400" u="none" cap="none" strike="noStrike">
              <a:solidFill>
                <a:srgbClr val="000000"/>
              </a:solidFill>
              <a:latin typeface="Arial"/>
              <a:ea typeface="Arial"/>
              <a:cs typeface="Arial"/>
              <a:sym typeface="Arial"/>
            </a:endParaRPr>
          </a:p>
        </p:txBody>
      </p:sp>
      <p:sp>
        <p:nvSpPr>
          <p:cNvPr id="55" name="Google Shape;55;p8"/>
          <p:cNvSpPr txBox="1"/>
          <p:nvPr/>
        </p:nvSpPr>
        <p:spPr>
          <a:xfrm>
            <a:off x="4229100" y="3575053"/>
            <a:ext cx="4343400" cy="510000"/>
          </a:xfrm>
          <a:prstGeom prst="rect">
            <a:avLst/>
          </a:prstGeom>
          <a:noFill/>
          <a:ln>
            <a:noFill/>
          </a:ln>
        </p:spPr>
        <p:txBody>
          <a:bodyPr anchorCtr="0" anchor="t" bIns="0" lIns="0" spcFirstLastPara="1" rIns="0" wrap="square" tIns="0">
            <a:noAutofit/>
          </a:bodyPr>
          <a:lstStyle/>
          <a:p>
            <a:pPr indent="0" lvl="0" marL="0" marR="0" rtl="0" algn="l">
              <a:lnSpc>
                <a:spcPct val="106000"/>
              </a:lnSpc>
              <a:spcBef>
                <a:spcPts val="0"/>
              </a:spcBef>
              <a:spcAft>
                <a:spcPts val="0"/>
              </a:spcAft>
              <a:buClr>
                <a:srgbClr val="000000"/>
              </a:buClr>
              <a:buSzPts val="1500"/>
              <a:buFont typeface="Arial"/>
              <a:buNone/>
            </a:pPr>
            <a:r>
              <a:rPr b="1" i="0" lang="en-US" sz="1500" u="none" cap="none" strike="noStrike">
                <a:solidFill>
                  <a:srgbClr val="000033"/>
                </a:solidFill>
                <a:latin typeface="Montserrat"/>
                <a:ea typeface="Montserrat"/>
                <a:cs typeface="Montserrat"/>
                <a:sym typeface="Montserrat"/>
              </a:rPr>
              <a:t>Nos ubicamos en:</a:t>
            </a:r>
            <a:r>
              <a:rPr b="0" i="0" lang="en-US" sz="1500" u="none" cap="none" strike="noStrike">
                <a:solidFill>
                  <a:srgbClr val="000033"/>
                </a:solidFill>
                <a:latin typeface="Montserrat"/>
                <a:ea typeface="Montserrat"/>
                <a:cs typeface="Montserrat"/>
                <a:sym typeface="Montserrat"/>
              </a:rPr>
              <a:t> </a:t>
            </a:r>
            <a:endParaRPr b="0" i="0" sz="1500" u="none" cap="none" strike="noStrike">
              <a:solidFill>
                <a:srgbClr val="000033"/>
              </a:solidFill>
              <a:latin typeface="Montserrat"/>
              <a:ea typeface="Montserrat"/>
              <a:cs typeface="Montserrat"/>
              <a:sym typeface="Montserrat"/>
            </a:endParaRPr>
          </a:p>
          <a:p>
            <a:pPr indent="0" lvl="0" marL="0" marR="0" rtl="0" algn="l">
              <a:lnSpc>
                <a:spcPct val="106000"/>
              </a:lnSpc>
              <a:spcBef>
                <a:spcPts val="0"/>
              </a:spcBef>
              <a:spcAft>
                <a:spcPts val="0"/>
              </a:spcAft>
              <a:buClr>
                <a:srgbClr val="000000"/>
              </a:buClr>
              <a:buSzPts val="1500"/>
              <a:buFont typeface="Arial"/>
              <a:buNone/>
            </a:pPr>
            <a:r>
              <a:rPr b="0" i="0" lang="en-US" sz="1500" u="none" cap="none" strike="noStrike">
                <a:solidFill>
                  <a:srgbClr val="000033"/>
                </a:solidFill>
                <a:latin typeface="Montserrat"/>
                <a:ea typeface="Montserrat"/>
                <a:cs typeface="Montserrat"/>
                <a:sym typeface="Montserrat"/>
              </a:rPr>
              <a:t>Calle Río de la Plata 167, San Isidro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60" name="Shape 60"/>
        <p:cNvGrpSpPr/>
        <p:nvPr/>
      </p:nvGrpSpPr>
      <p:grpSpPr>
        <a:xfrm>
          <a:off x="0" y="0"/>
          <a:ext cx="0" cy="0"/>
          <a:chOff x="0" y="0"/>
          <a:chExt cx="0" cy="0"/>
        </a:xfrm>
      </p:grpSpPr>
      <p:pic>
        <p:nvPicPr>
          <p:cNvPr descr="preencoded.png" id="61" name="Google Shape;61;p9"/>
          <p:cNvPicPr preferRelativeResize="0"/>
          <p:nvPr/>
        </p:nvPicPr>
        <p:blipFill rotWithShape="1">
          <a:blip r:embed="rId3">
            <a:alphaModFix/>
          </a:blip>
          <a:srcRect b="0" l="0" r="0" t="0"/>
          <a:stretch/>
        </p:blipFill>
        <p:spPr>
          <a:xfrm>
            <a:off x="485775" y="2562225"/>
            <a:ext cx="8172451" cy="1576387"/>
          </a:xfrm>
          <a:prstGeom prst="rect">
            <a:avLst/>
          </a:prstGeom>
          <a:noFill/>
          <a:ln>
            <a:noFill/>
          </a:ln>
        </p:spPr>
      </p:pic>
      <p:sp>
        <p:nvSpPr>
          <p:cNvPr id="62" name="Google Shape;62;p9"/>
          <p:cNvSpPr/>
          <p:nvPr/>
        </p:nvSpPr>
        <p:spPr>
          <a:xfrm>
            <a:off x="571500" y="4591050"/>
            <a:ext cx="1362000" cy="1857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neoconsulting.ai </a:t>
            </a:r>
            <a:endParaRPr b="0" i="0" sz="1200" u="none" cap="none" strike="noStrike">
              <a:solidFill>
                <a:schemeClr val="dk1"/>
              </a:solidFill>
              <a:latin typeface="Calibri"/>
              <a:ea typeface="Calibri"/>
              <a:cs typeface="Calibri"/>
              <a:sym typeface="Calibri"/>
            </a:endParaRPr>
          </a:p>
        </p:txBody>
      </p:sp>
      <p:sp>
        <p:nvSpPr>
          <p:cNvPr id="63" name="Google Shape;63;p9"/>
          <p:cNvSpPr/>
          <p:nvPr/>
        </p:nvSpPr>
        <p:spPr>
          <a:xfrm>
            <a:off x="571500" y="1281113"/>
            <a:ext cx="8029500" cy="552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000033"/>
              </a:buClr>
              <a:buSzPts val="1800"/>
              <a:buFont typeface="Montserrat ExtraBold"/>
              <a:buNone/>
            </a:pPr>
            <a:r>
              <a:rPr b="1" i="0" lang="en-US" sz="1800" u="none" cap="none" strike="noStrike">
                <a:solidFill>
                  <a:srgbClr val="000033"/>
                </a:solidFill>
                <a:latin typeface="Montserrat ExtraBold"/>
                <a:ea typeface="Montserrat ExtraBold"/>
                <a:cs typeface="Montserrat ExtraBold"/>
                <a:sym typeface="Montserrat ExtraBold"/>
              </a:rPr>
              <a:t>Logra tus objetivos de negocio utilizando</a:t>
            </a:r>
            <a:endParaRPr b="0" i="0" sz="1800" u="none" cap="none" strike="noStrike">
              <a:solidFill>
                <a:schemeClr val="dk1"/>
              </a:solidFill>
              <a:latin typeface="Calibri"/>
              <a:ea typeface="Calibri"/>
              <a:cs typeface="Calibri"/>
              <a:sym typeface="Calibri"/>
            </a:endParaRPr>
          </a:p>
          <a:p>
            <a:pPr indent="0" lvl="0" marL="0" marR="0" rtl="0" algn="l">
              <a:lnSpc>
                <a:spcPct val="84666"/>
              </a:lnSpc>
              <a:spcBef>
                <a:spcPts val="0"/>
              </a:spcBef>
              <a:spcAft>
                <a:spcPts val="0"/>
              </a:spcAft>
              <a:buClr>
                <a:srgbClr val="2B5BFC"/>
              </a:buClr>
              <a:buSzPts val="1800"/>
              <a:buFont typeface="Montserrat ExtraBold"/>
              <a:buNone/>
            </a:pPr>
            <a:r>
              <a:rPr b="1" i="1" lang="en-US" sz="1800" u="none" cap="none" strike="noStrike">
                <a:solidFill>
                  <a:srgbClr val="2B5BFC"/>
                </a:solidFill>
                <a:latin typeface="Montserrat ExtraBold"/>
                <a:ea typeface="Montserrat ExtraBold"/>
                <a:cs typeface="Montserrat ExtraBold"/>
                <a:sym typeface="Montserrat ExtraBold"/>
              </a:rPr>
              <a:t>data e inteligencia artificial</a:t>
            </a:r>
            <a:r>
              <a:rPr b="1" i="0" lang="en-US" sz="1800" u="none" cap="none" strike="noStrike">
                <a:solidFill>
                  <a:srgbClr val="000033"/>
                </a:solidFill>
                <a:latin typeface="Montserrat ExtraBold"/>
                <a:ea typeface="Montserrat ExtraBold"/>
                <a:cs typeface="Montserrat ExtraBold"/>
                <a:sym typeface="Montserrat ExtraBold"/>
              </a:rPr>
              <a:t> </a:t>
            </a:r>
            <a:endParaRPr b="0" i="0" sz="1800" u="none" cap="none" strike="noStrike">
              <a:solidFill>
                <a:schemeClr val="dk1"/>
              </a:solidFill>
              <a:latin typeface="Calibri"/>
              <a:ea typeface="Calibri"/>
              <a:cs typeface="Calibri"/>
              <a:sym typeface="Calibri"/>
            </a:endParaRPr>
          </a:p>
        </p:txBody>
      </p:sp>
      <p:sp>
        <p:nvSpPr>
          <p:cNvPr id="64" name="Google Shape;64;p9"/>
          <p:cNvSpPr/>
          <p:nvPr/>
        </p:nvSpPr>
        <p:spPr>
          <a:xfrm>
            <a:off x="571500" y="1947863"/>
            <a:ext cx="6000900" cy="428700"/>
          </a:xfrm>
          <a:prstGeom prst="rect">
            <a:avLst/>
          </a:prstGeom>
          <a:noFill/>
          <a:ln>
            <a:noFill/>
          </a:ln>
        </p:spPr>
        <p:txBody>
          <a:bodyPr anchorCtr="0" anchor="t" bIns="0" lIns="0" spcFirstLastPara="1" rIns="0" wrap="square" tIns="0">
            <a:noAutofit/>
          </a:bodyPr>
          <a:lstStyle/>
          <a:p>
            <a:pPr indent="0" lvl="0" marL="0" marR="0" rtl="0" algn="l">
              <a:lnSpc>
                <a:spcPct val="105822"/>
              </a:lnSpc>
              <a:spcBef>
                <a:spcPts val="0"/>
              </a:spcBef>
              <a:spcAft>
                <a:spcPts val="0"/>
              </a:spcAft>
              <a:buClr>
                <a:srgbClr val="000000"/>
              </a:buClr>
              <a:buSzPts val="1100"/>
              <a:buFont typeface="Montserrat Medium"/>
              <a:buNone/>
            </a:pPr>
            <a:r>
              <a:rPr b="0" i="0" lang="en-US" sz="1100" u="none" cap="none" strike="noStrike">
                <a:solidFill>
                  <a:srgbClr val="000033"/>
                </a:solidFill>
                <a:latin typeface="Montserrat Medium"/>
                <a:ea typeface="Montserrat Medium"/>
                <a:cs typeface="Montserrat Medium"/>
                <a:sym typeface="Montserrat Medium"/>
              </a:rPr>
              <a:t>Combinamos estrategia, tecnología y talento AI-first para transformar empresas líderes en LATAM y convertir su ambición digital en resultados medibles. </a:t>
            </a:r>
            <a:endParaRPr b="0" i="0" sz="1100" u="none" cap="none" strike="noStrike">
              <a:solidFill>
                <a:schemeClr val="dk1"/>
              </a:solidFill>
              <a:latin typeface="Calibri"/>
              <a:ea typeface="Calibri"/>
              <a:cs typeface="Calibri"/>
              <a:sym typeface="Calibri"/>
            </a:endParaRPr>
          </a:p>
        </p:txBody>
      </p:sp>
      <p:sp>
        <p:nvSpPr>
          <p:cNvPr id="65" name="Google Shape;65;p9"/>
          <p:cNvSpPr/>
          <p:nvPr/>
        </p:nvSpPr>
        <p:spPr>
          <a:xfrm>
            <a:off x="723900" y="2771775"/>
            <a:ext cx="1509000" cy="466800"/>
          </a:xfrm>
          <a:prstGeom prst="rect">
            <a:avLst/>
          </a:prstGeom>
          <a:noFill/>
          <a:ln>
            <a:noFill/>
          </a:ln>
        </p:spPr>
        <p:txBody>
          <a:bodyPr anchorCtr="0" anchor="t" bIns="0" lIns="0" spcFirstLastPara="1" rIns="0" wrap="square" tIns="0">
            <a:noAutofit/>
          </a:bodyPr>
          <a:lstStyle/>
          <a:p>
            <a:pPr indent="0" lvl="0" marL="0" marR="0" rtl="0" algn="l">
              <a:lnSpc>
                <a:spcPct val="88183"/>
              </a:lnSpc>
              <a:spcBef>
                <a:spcPts val="0"/>
              </a:spcBef>
              <a:spcAft>
                <a:spcPts val="0"/>
              </a:spcAft>
              <a:buClr>
                <a:srgbClr val="2B5BFC"/>
              </a:buClr>
              <a:buSzPts val="3000"/>
              <a:buFont typeface="Montserrat Black"/>
              <a:buNone/>
            </a:pPr>
            <a:r>
              <a:rPr b="1" i="0" lang="en-US" sz="3000" u="none" cap="none" strike="noStrike">
                <a:solidFill>
                  <a:srgbClr val="2B5BFC"/>
                </a:solidFill>
                <a:latin typeface="Montserrat Black"/>
                <a:ea typeface="Montserrat Black"/>
                <a:cs typeface="Montserrat Black"/>
                <a:sym typeface="Montserrat Black"/>
              </a:rPr>
              <a:t>+25 </a:t>
            </a:r>
            <a:endParaRPr b="0" i="0" sz="3000" u="none" cap="none" strike="noStrike">
              <a:solidFill>
                <a:schemeClr val="dk1"/>
              </a:solidFill>
              <a:latin typeface="Calibri"/>
              <a:ea typeface="Calibri"/>
              <a:cs typeface="Calibri"/>
              <a:sym typeface="Calibri"/>
            </a:endParaRPr>
          </a:p>
        </p:txBody>
      </p:sp>
      <p:sp>
        <p:nvSpPr>
          <p:cNvPr id="66" name="Google Shape;66;p9"/>
          <p:cNvSpPr/>
          <p:nvPr/>
        </p:nvSpPr>
        <p:spPr>
          <a:xfrm>
            <a:off x="723900" y="3314700"/>
            <a:ext cx="1609800" cy="557100"/>
          </a:xfrm>
          <a:prstGeom prst="rect">
            <a:avLst/>
          </a:prstGeom>
          <a:noFill/>
          <a:ln>
            <a:noFill/>
          </a:ln>
        </p:spPr>
        <p:txBody>
          <a:bodyPr anchorCtr="0" anchor="t" bIns="0" lIns="0" spcFirstLastPara="1" rIns="0" wrap="square" tIns="0">
            <a:noAutofit/>
          </a:bodyPr>
          <a:lstStyle/>
          <a:p>
            <a:pPr indent="0" lvl="0" marL="0" marR="0" rtl="0" algn="l">
              <a:lnSpc>
                <a:spcPct val="91733"/>
              </a:lnSpc>
              <a:spcBef>
                <a:spcPts val="0"/>
              </a:spcBef>
              <a:spcAft>
                <a:spcPts val="0"/>
              </a:spcAft>
              <a:buClr>
                <a:srgbClr val="000033"/>
              </a:buClr>
              <a:buSzPts val="1100"/>
              <a:buFont typeface="Montserrat SemiBold"/>
              <a:buNone/>
            </a:pPr>
            <a:r>
              <a:rPr b="1" i="0" lang="en-US" sz="1100" u="none" cap="none" strike="noStrike">
                <a:solidFill>
                  <a:srgbClr val="000033"/>
                </a:solidFill>
                <a:latin typeface="Montserrat SemiBold"/>
                <a:ea typeface="Montserrat SemiBold"/>
                <a:cs typeface="Montserrat SemiBold"/>
                <a:sym typeface="Montserrat SemiBold"/>
              </a:rPr>
              <a:t>Años de experiencia transformando negocios </a:t>
            </a:r>
            <a:endParaRPr b="0" i="0" sz="1100" u="none" cap="none" strike="noStrike">
              <a:solidFill>
                <a:schemeClr val="dk1"/>
              </a:solidFill>
              <a:latin typeface="Calibri"/>
              <a:ea typeface="Calibri"/>
              <a:cs typeface="Calibri"/>
              <a:sym typeface="Calibri"/>
            </a:endParaRPr>
          </a:p>
        </p:txBody>
      </p:sp>
      <p:sp>
        <p:nvSpPr>
          <p:cNvPr id="67" name="Google Shape;67;p9"/>
          <p:cNvSpPr/>
          <p:nvPr/>
        </p:nvSpPr>
        <p:spPr>
          <a:xfrm>
            <a:off x="2762250" y="2771775"/>
            <a:ext cx="1609800" cy="466800"/>
          </a:xfrm>
          <a:prstGeom prst="rect">
            <a:avLst/>
          </a:prstGeom>
          <a:noFill/>
          <a:ln>
            <a:noFill/>
          </a:ln>
        </p:spPr>
        <p:txBody>
          <a:bodyPr anchorCtr="0" anchor="t" bIns="0" lIns="0" spcFirstLastPara="1" rIns="0" wrap="square" tIns="0">
            <a:noAutofit/>
          </a:bodyPr>
          <a:lstStyle/>
          <a:p>
            <a:pPr indent="0" lvl="0" marL="0" marR="0" rtl="0" algn="l">
              <a:lnSpc>
                <a:spcPct val="88183"/>
              </a:lnSpc>
              <a:spcBef>
                <a:spcPts val="0"/>
              </a:spcBef>
              <a:spcAft>
                <a:spcPts val="0"/>
              </a:spcAft>
              <a:buClr>
                <a:srgbClr val="2B5BFC"/>
              </a:buClr>
              <a:buSzPts val="3000"/>
              <a:buFont typeface="Montserrat Black"/>
              <a:buNone/>
            </a:pPr>
            <a:r>
              <a:rPr b="1" i="0" lang="en-US" sz="3000" u="none" cap="none" strike="noStrike">
                <a:solidFill>
                  <a:srgbClr val="2B5BFC"/>
                </a:solidFill>
                <a:latin typeface="Montserrat Black"/>
                <a:ea typeface="Montserrat Black"/>
                <a:cs typeface="Montserrat Black"/>
                <a:sym typeface="Montserrat Black"/>
              </a:rPr>
              <a:t>+800 </a:t>
            </a:r>
            <a:endParaRPr b="0" i="0" sz="3000" u="none" cap="none" strike="noStrike">
              <a:solidFill>
                <a:schemeClr val="dk1"/>
              </a:solidFill>
              <a:latin typeface="Calibri"/>
              <a:ea typeface="Calibri"/>
              <a:cs typeface="Calibri"/>
              <a:sym typeface="Calibri"/>
            </a:endParaRPr>
          </a:p>
        </p:txBody>
      </p:sp>
      <p:sp>
        <p:nvSpPr>
          <p:cNvPr id="68" name="Google Shape;68;p9"/>
          <p:cNvSpPr/>
          <p:nvPr/>
        </p:nvSpPr>
        <p:spPr>
          <a:xfrm>
            <a:off x="2762250" y="3314700"/>
            <a:ext cx="1609800" cy="371400"/>
          </a:xfrm>
          <a:prstGeom prst="rect">
            <a:avLst/>
          </a:prstGeom>
          <a:noFill/>
          <a:ln>
            <a:noFill/>
          </a:ln>
        </p:spPr>
        <p:txBody>
          <a:bodyPr anchorCtr="0" anchor="t" bIns="0" lIns="0" spcFirstLastPara="1" rIns="0" wrap="square" tIns="0">
            <a:noAutofit/>
          </a:bodyPr>
          <a:lstStyle/>
          <a:p>
            <a:pPr indent="0" lvl="0" marL="0" marR="0" rtl="0" algn="l">
              <a:lnSpc>
                <a:spcPct val="91733"/>
              </a:lnSpc>
              <a:spcBef>
                <a:spcPts val="0"/>
              </a:spcBef>
              <a:spcAft>
                <a:spcPts val="0"/>
              </a:spcAft>
              <a:buClr>
                <a:srgbClr val="000033"/>
              </a:buClr>
              <a:buSzPts val="1100"/>
              <a:buFont typeface="Montserrat SemiBold"/>
              <a:buNone/>
            </a:pPr>
            <a:r>
              <a:rPr b="1" i="0" lang="en-US" sz="1100" u="none" cap="none" strike="noStrike">
                <a:solidFill>
                  <a:srgbClr val="000033"/>
                </a:solidFill>
                <a:latin typeface="Montserrat SemiBold"/>
                <a:ea typeface="Montserrat SemiBold"/>
                <a:cs typeface="Montserrat SemiBold"/>
                <a:sym typeface="Montserrat SemiBold"/>
              </a:rPr>
              <a:t>Proyectos exitosos en los últimos 5 años </a:t>
            </a:r>
            <a:endParaRPr b="0" i="0" sz="1100" u="none" cap="none" strike="noStrike">
              <a:solidFill>
                <a:schemeClr val="dk1"/>
              </a:solidFill>
              <a:latin typeface="Calibri"/>
              <a:ea typeface="Calibri"/>
              <a:cs typeface="Calibri"/>
              <a:sym typeface="Calibri"/>
            </a:endParaRPr>
          </a:p>
        </p:txBody>
      </p:sp>
      <p:sp>
        <p:nvSpPr>
          <p:cNvPr id="69" name="Google Shape;69;p9"/>
          <p:cNvSpPr/>
          <p:nvPr/>
        </p:nvSpPr>
        <p:spPr>
          <a:xfrm>
            <a:off x="4800600" y="2771775"/>
            <a:ext cx="1593000" cy="466800"/>
          </a:xfrm>
          <a:prstGeom prst="rect">
            <a:avLst/>
          </a:prstGeom>
          <a:noFill/>
          <a:ln>
            <a:noFill/>
          </a:ln>
        </p:spPr>
        <p:txBody>
          <a:bodyPr anchorCtr="0" anchor="t" bIns="0" lIns="0" spcFirstLastPara="1" rIns="0" wrap="square" tIns="0">
            <a:noAutofit/>
          </a:bodyPr>
          <a:lstStyle/>
          <a:p>
            <a:pPr indent="0" lvl="0" marL="0" marR="0" rtl="0" algn="l">
              <a:lnSpc>
                <a:spcPct val="88183"/>
              </a:lnSpc>
              <a:spcBef>
                <a:spcPts val="0"/>
              </a:spcBef>
              <a:spcAft>
                <a:spcPts val="0"/>
              </a:spcAft>
              <a:buClr>
                <a:srgbClr val="2B5BFC"/>
              </a:buClr>
              <a:buSzPts val="3000"/>
              <a:buFont typeface="Montserrat Black"/>
              <a:buNone/>
            </a:pPr>
            <a:r>
              <a:rPr b="1" i="0" lang="en-US" sz="3000" u="none" cap="none" strike="noStrike">
                <a:solidFill>
                  <a:srgbClr val="2B5BFC"/>
                </a:solidFill>
                <a:latin typeface="Montserrat Black"/>
                <a:ea typeface="Montserrat Black"/>
                <a:cs typeface="Montserrat Black"/>
                <a:sym typeface="Montserrat Black"/>
              </a:rPr>
              <a:t>+100 </a:t>
            </a:r>
            <a:endParaRPr b="0" i="0" sz="3000" u="none" cap="none" strike="noStrike">
              <a:solidFill>
                <a:schemeClr val="dk1"/>
              </a:solidFill>
              <a:latin typeface="Calibri"/>
              <a:ea typeface="Calibri"/>
              <a:cs typeface="Calibri"/>
              <a:sym typeface="Calibri"/>
            </a:endParaRPr>
          </a:p>
        </p:txBody>
      </p:sp>
      <p:sp>
        <p:nvSpPr>
          <p:cNvPr id="70" name="Google Shape;70;p9"/>
          <p:cNvSpPr/>
          <p:nvPr/>
        </p:nvSpPr>
        <p:spPr>
          <a:xfrm>
            <a:off x="4800600" y="3314700"/>
            <a:ext cx="1609800" cy="371400"/>
          </a:xfrm>
          <a:prstGeom prst="rect">
            <a:avLst/>
          </a:prstGeom>
          <a:noFill/>
          <a:ln>
            <a:noFill/>
          </a:ln>
        </p:spPr>
        <p:txBody>
          <a:bodyPr anchorCtr="0" anchor="t" bIns="0" lIns="0" spcFirstLastPara="1" rIns="0" wrap="square" tIns="0">
            <a:noAutofit/>
          </a:bodyPr>
          <a:lstStyle/>
          <a:p>
            <a:pPr indent="0" lvl="0" marL="0" marR="0" rtl="0" algn="l">
              <a:lnSpc>
                <a:spcPct val="91733"/>
              </a:lnSpc>
              <a:spcBef>
                <a:spcPts val="0"/>
              </a:spcBef>
              <a:spcAft>
                <a:spcPts val="0"/>
              </a:spcAft>
              <a:buClr>
                <a:srgbClr val="000033"/>
              </a:buClr>
              <a:buSzPts val="1100"/>
              <a:buFont typeface="Montserrat SemiBold"/>
              <a:buNone/>
            </a:pPr>
            <a:r>
              <a:rPr b="1" i="0" lang="en-US" sz="1100" u="none" cap="none" strike="noStrike">
                <a:solidFill>
                  <a:srgbClr val="000033"/>
                </a:solidFill>
                <a:latin typeface="Montserrat SemiBold"/>
                <a:ea typeface="Montserrat SemiBold"/>
                <a:cs typeface="Montserrat SemiBold"/>
                <a:sym typeface="Montserrat SemiBold"/>
              </a:rPr>
              <a:t>Clientes en 15 sectores distintos </a:t>
            </a:r>
            <a:endParaRPr b="0" i="0" sz="1100" u="none" cap="none" strike="noStrike">
              <a:solidFill>
                <a:schemeClr val="dk1"/>
              </a:solidFill>
              <a:latin typeface="Calibri"/>
              <a:ea typeface="Calibri"/>
              <a:cs typeface="Calibri"/>
              <a:sym typeface="Calibri"/>
            </a:endParaRPr>
          </a:p>
        </p:txBody>
      </p:sp>
      <p:sp>
        <p:nvSpPr>
          <p:cNvPr id="71" name="Google Shape;71;p9"/>
          <p:cNvSpPr/>
          <p:nvPr/>
        </p:nvSpPr>
        <p:spPr>
          <a:xfrm>
            <a:off x="6838950" y="2771775"/>
            <a:ext cx="1663200" cy="466800"/>
          </a:xfrm>
          <a:prstGeom prst="rect">
            <a:avLst/>
          </a:prstGeom>
          <a:noFill/>
          <a:ln>
            <a:noFill/>
          </a:ln>
        </p:spPr>
        <p:txBody>
          <a:bodyPr anchorCtr="0" anchor="t" bIns="0" lIns="0" spcFirstLastPara="1" rIns="0" wrap="square" tIns="0">
            <a:noAutofit/>
          </a:bodyPr>
          <a:lstStyle/>
          <a:p>
            <a:pPr indent="0" lvl="0" marL="0" marR="0" rtl="0" algn="l">
              <a:lnSpc>
                <a:spcPct val="88183"/>
              </a:lnSpc>
              <a:spcBef>
                <a:spcPts val="0"/>
              </a:spcBef>
              <a:spcAft>
                <a:spcPts val="0"/>
              </a:spcAft>
              <a:buClr>
                <a:srgbClr val="2B5BFC"/>
              </a:buClr>
              <a:buSzPts val="3000"/>
              <a:buFont typeface="Montserrat Black"/>
              <a:buNone/>
            </a:pPr>
            <a:r>
              <a:rPr b="1" i="0" lang="en-US" sz="3000" u="none" cap="none" strike="noStrike">
                <a:solidFill>
                  <a:srgbClr val="2B5BFC"/>
                </a:solidFill>
                <a:latin typeface="Montserrat Black"/>
                <a:ea typeface="Montserrat Black"/>
                <a:cs typeface="Montserrat Black"/>
                <a:sym typeface="Montserrat Black"/>
              </a:rPr>
              <a:t>100% </a:t>
            </a:r>
            <a:endParaRPr b="0" i="0" sz="3000" u="none" cap="none" strike="noStrike">
              <a:solidFill>
                <a:schemeClr val="dk1"/>
              </a:solidFill>
              <a:latin typeface="Calibri"/>
              <a:ea typeface="Calibri"/>
              <a:cs typeface="Calibri"/>
              <a:sym typeface="Calibri"/>
            </a:endParaRPr>
          </a:p>
        </p:txBody>
      </p:sp>
      <p:sp>
        <p:nvSpPr>
          <p:cNvPr id="72" name="Google Shape;72;p9"/>
          <p:cNvSpPr/>
          <p:nvPr/>
        </p:nvSpPr>
        <p:spPr>
          <a:xfrm>
            <a:off x="6838950" y="3314700"/>
            <a:ext cx="1609800" cy="371400"/>
          </a:xfrm>
          <a:prstGeom prst="rect">
            <a:avLst/>
          </a:prstGeom>
          <a:noFill/>
          <a:ln>
            <a:noFill/>
          </a:ln>
        </p:spPr>
        <p:txBody>
          <a:bodyPr anchorCtr="0" anchor="t" bIns="0" lIns="0" spcFirstLastPara="1" rIns="0" wrap="square" tIns="0">
            <a:noAutofit/>
          </a:bodyPr>
          <a:lstStyle/>
          <a:p>
            <a:pPr indent="0" lvl="0" marL="0" marR="0" rtl="0" algn="l">
              <a:lnSpc>
                <a:spcPct val="91733"/>
              </a:lnSpc>
              <a:spcBef>
                <a:spcPts val="0"/>
              </a:spcBef>
              <a:spcAft>
                <a:spcPts val="0"/>
              </a:spcAft>
              <a:buClr>
                <a:srgbClr val="000033"/>
              </a:buClr>
              <a:buSzPts val="1100"/>
              <a:buFont typeface="Montserrat SemiBold"/>
              <a:buNone/>
            </a:pPr>
            <a:r>
              <a:rPr b="1" i="0" lang="en-US" sz="1100" u="none" cap="none" strike="noStrike">
                <a:solidFill>
                  <a:srgbClr val="000033"/>
                </a:solidFill>
                <a:latin typeface="Montserrat SemiBold"/>
                <a:ea typeface="Montserrat SemiBold"/>
                <a:cs typeface="Montserrat SemiBold"/>
                <a:sym typeface="Montserrat SemiBold"/>
              </a:rPr>
              <a:t>Del staff certificado en IA </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77" name="Shape 77"/>
        <p:cNvGrpSpPr/>
        <p:nvPr/>
      </p:nvGrpSpPr>
      <p:grpSpPr>
        <a:xfrm>
          <a:off x="0" y="0"/>
          <a:ext cx="0" cy="0"/>
          <a:chOff x="0" y="0"/>
          <a:chExt cx="0" cy="0"/>
        </a:xfrm>
      </p:grpSpPr>
      <p:pic>
        <p:nvPicPr>
          <p:cNvPr descr="preencoded.png" id="78" name="Google Shape;78;p10"/>
          <p:cNvPicPr preferRelativeResize="0"/>
          <p:nvPr/>
        </p:nvPicPr>
        <p:blipFill rotWithShape="1">
          <a:blip r:embed="rId3">
            <a:alphaModFix/>
          </a:blip>
          <a:srcRect b="0" l="0" r="0" t="0"/>
          <a:stretch/>
        </p:blipFill>
        <p:spPr>
          <a:xfrm>
            <a:off x="1896363" y="2321613"/>
            <a:ext cx="2712793" cy="971509"/>
          </a:xfrm>
          <a:prstGeom prst="rect">
            <a:avLst/>
          </a:prstGeom>
          <a:noFill/>
          <a:ln>
            <a:noFill/>
          </a:ln>
        </p:spPr>
      </p:pic>
      <p:pic>
        <p:nvPicPr>
          <p:cNvPr descr="preencoded.png" id="79" name="Google Shape;79;p10"/>
          <p:cNvPicPr preferRelativeResize="0"/>
          <p:nvPr/>
        </p:nvPicPr>
        <p:blipFill rotWithShape="1">
          <a:blip r:embed="rId3">
            <a:alphaModFix/>
          </a:blip>
          <a:srcRect b="0" l="0" r="0" t="0"/>
          <a:stretch/>
        </p:blipFill>
        <p:spPr>
          <a:xfrm>
            <a:off x="4534849" y="2321613"/>
            <a:ext cx="2712793" cy="971509"/>
          </a:xfrm>
          <a:prstGeom prst="rect">
            <a:avLst/>
          </a:prstGeom>
          <a:noFill/>
          <a:ln>
            <a:noFill/>
          </a:ln>
        </p:spPr>
      </p:pic>
      <p:pic>
        <p:nvPicPr>
          <p:cNvPr descr="preencoded.png" id="80" name="Google Shape;80;p10"/>
          <p:cNvPicPr preferRelativeResize="0"/>
          <p:nvPr/>
        </p:nvPicPr>
        <p:blipFill rotWithShape="1">
          <a:blip r:embed="rId3">
            <a:alphaModFix/>
          </a:blip>
          <a:srcRect b="0" l="0" r="0" t="0"/>
          <a:stretch/>
        </p:blipFill>
        <p:spPr>
          <a:xfrm>
            <a:off x="1896363" y="3213490"/>
            <a:ext cx="2712793" cy="971509"/>
          </a:xfrm>
          <a:prstGeom prst="rect">
            <a:avLst/>
          </a:prstGeom>
          <a:noFill/>
          <a:ln>
            <a:noFill/>
          </a:ln>
        </p:spPr>
      </p:pic>
      <p:pic>
        <p:nvPicPr>
          <p:cNvPr descr="preencoded.png" id="81" name="Google Shape;81;p10"/>
          <p:cNvPicPr preferRelativeResize="0"/>
          <p:nvPr/>
        </p:nvPicPr>
        <p:blipFill rotWithShape="1">
          <a:blip r:embed="rId3">
            <a:alphaModFix/>
          </a:blip>
          <a:srcRect b="0" l="0" r="0" t="0"/>
          <a:stretch/>
        </p:blipFill>
        <p:spPr>
          <a:xfrm>
            <a:off x="4534849" y="3213490"/>
            <a:ext cx="2712793" cy="971509"/>
          </a:xfrm>
          <a:prstGeom prst="rect">
            <a:avLst/>
          </a:prstGeom>
          <a:noFill/>
          <a:ln>
            <a:noFill/>
          </a:ln>
        </p:spPr>
      </p:pic>
      <p:sp>
        <p:nvSpPr>
          <p:cNvPr id="82" name="Google Shape;82;p10"/>
          <p:cNvSpPr/>
          <p:nvPr/>
        </p:nvSpPr>
        <p:spPr>
          <a:xfrm>
            <a:off x="571500" y="4577080"/>
            <a:ext cx="2031900" cy="1854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2B5BFC"/>
              </a:buClr>
              <a:buSzPts val="1200"/>
              <a:buFont typeface="Montserrat SemiBold"/>
              <a:buNone/>
            </a:pPr>
            <a:r>
              <a:rPr b="1" i="0" lang="en-US" sz="1200" u="none" cap="none" strike="noStrike">
                <a:solidFill>
                  <a:srgbClr val="2D5BFF"/>
                </a:solidFill>
                <a:latin typeface="Montserrat SemiBold"/>
                <a:ea typeface="Montserrat SemiBold"/>
                <a:cs typeface="Montserrat SemiBold"/>
                <a:sym typeface="Montserrat SemiBold"/>
              </a:rPr>
              <a:t>neoconsulting.ai </a:t>
            </a:r>
            <a:endParaRPr b="0" i="0" sz="1200" u="none" cap="none" strike="noStrike">
              <a:solidFill>
                <a:schemeClr val="dk1"/>
              </a:solidFill>
              <a:latin typeface="Calibri"/>
              <a:ea typeface="Calibri"/>
              <a:cs typeface="Calibri"/>
              <a:sym typeface="Calibri"/>
            </a:endParaRPr>
          </a:p>
        </p:txBody>
      </p:sp>
      <p:sp>
        <p:nvSpPr>
          <p:cNvPr id="83" name="Google Shape;83;p10"/>
          <p:cNvSpPr/>
          <p:nvPr/>
        </p:nvSpPr>
        <p:spPr>
          <a:xfrm>
            <a:off x="571500" y="1088390"/>
            <a:ext cx="4591200" cy="3288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000033"/>
              </a:buClr>
              <a:buSzPts val="18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Nuestros </a:t>
            </a:r>
            <a:r>
              <a:rPr b="1" i="1" lang="en-US" sz="2100" u="none" cap="none" strike="noStrike">
                <a:solidFill>
                  <a:srgbClr val="2D5BFF"/>
                </a:solidFill>
                <a:latin typeface="Montserrat ExtraBold"/>
                <a:ea typeface="Montserrat ExtraBold"/>
                <a:cs typeface="Montserrat ExtraBold"/>
                <a:sym typeface="Montserrat ExtraBold"/>
              </a:rPr>
              <a:t>partners</a:t>
            </a:r>
            <a:r>
              <a:rPr b="1" i="0" lang="en-US" sz="2100" u="none" cap="none" strike="noStrike">
                <a:solidFill>
                  <a:srgbClr val="000033"/>
                </a:solidFill>
                <a:latin typeface="Montserrat ExtraBold"/>
                <a:ea typeface="Montserrat ExtraBold"/>
                <a:cs typeface="Montserrat ExtraBold"/>
                <a:sym typeface="Montserrat ExtraBold"/>
              </a:rPr>
              <a:t> </a:t>
            </a:r>
            <a:endParaRPr b="0" i="0" sz="1800" u="none" cap="none" strike="noStrike">
              <a:solidFill>
                <a:schemeClr val="dk1"/>
              </a:solidFill>
              <a:latin typeface="Calibri"/>
              <a:ea typeface="Calibri"/>
              <a:cs typeface="Calibri"/>
              <a:sym typeface="Calibri"/>
            </a:endParaRPr>
          </a:p>
        </p:txBody>
      </p:sp>
      <p:sp>
        <p:nvSpPr>
          <p:cNvPr id="84" name="Google Shape;84;p10"/>
          <p:cNvSpPr/>
          <p:nvPr/>
        </p:nvSpPr>
        <p:spPr>
          <a:xfrm>
            <a:off x="571500" y="1476375"/>
            <a:ext cx="6473100" cy="367500"/>
          </a:xfrm>
          <a:prstGeom prst="rect">
            <a:avLst/>
          </a:prstGeom>
          <a:noFill/>
          <a:ln>
            <a:noFill/>
          </a:ln>
        </p:spPr>
        <p:txBody>
          <a:bodyPr anchorCtr="0" anchor="t" bIns="0" lIns="0" spcFirstLastPara="1" rIns="0" wrap="square" tIns="0">
            <a:noAutofit/>
          </a:bodyPr>
          <a:lstStyle/>
          <a:p>
            <a:pPr indent="0" lvl="0" marL="0" marR="0" rtl="0" algn="l">
              <a:lnSpc>
                <a:spcPct val="105822"/>
              </a:lnSpc>
              <a:spcBef>
                <a:spcPts val="0"/>
              </a:spcBef>
              <a:spcAft>
                <a:spcPts val="0"/>
              </a:spcAft>
              <a:buClr>
                <a:srgbClr val="000000"/>
              </a:buClr>
              <a:buSzPts val="1100"/>
              <a:buFont typeface="Montserrat Medium"/>
              <a:buNone/>
            </a:pPr>
            <a:r>
              <a:rPr b="0" i="0" lang="en-US" sz="1100" u="none" cap="none" strike="noStrike">
                <a:solidFill>
                  <a:srgbClr val="000033"/>
                </a:solidFill>
                <a:latin typeface="Montserrat Medium"/>
                <a:ea typeface="Montserrat Medium"/>
                <a:cs typeface="Montserrat Medium"/>
                <a:sym typeface="Montserrat Medium"/>
              </a:rPr>
              <a:t>Somos partners certificados de las principales plataformas de data, marketing e IA del mundo — y trabajamos con los modelos frontera de la industria. </a:t>
            </a:r>
            <a:endParaRPr b="0" i="0" sz="1100" u="none" cap="none" strike="noStrike">
              <a:solidFill>
                <a:schemeClr val="dk1"/>
              </a:solidFill>
              <a:latin typeface="Calibri"/>
              <a:ea typeface="Calibri"/>
              <a:cs typeface="Calibri"/>
              <a:sym typeface="Calibri"/>
            </a:endParaRPr>
          </a:p>
        </p:txBody>
      </p:sp>
      <p:sp>
        <p:nvSpPr>
          <p:cNvPr id="85" name="Google Shape;85;p10"/>
          <p:cNvSpPr/>
          <p:nvPr/>
        </p:nvSpPr>
        <p:spPr>
          <a:xfrm>
            <a:off x="571509" y="2015738"/>
            <a:ext cx="3413700" cy="1965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2B5BFC"/>
              </a:buClr>
              <a:buSzPts val="1226"/>
              <a:buFont typeface="Montserrat"/>
              <a:buNone/>
            </a:pPr>
            <a:r>
              <a:rPr b="1" i="0" lang="en-US" sz="1226" u="none" cap="none" strike="noStrike">
                <a:solidFill>
                  <a:srgbClr val="2D5BFF"/>
                </a:solidFill>
                <a:latin typeface="Montserrat"/>
                <a:ea typeface="Montserrat"/>
                <a:cs typeface="Montserrat"/>
                <a:sym typeface="Montserrat"/>
              </a:rPr>
              <a:t>PLATAFORMAS TECNOLÓGICAS &amp; IA: </a:t>
            </a:r>
            <a:endParaRPr b="0" i="0" sz="1226" u="none" cap="none" strike="noStrike">
              <a:solidFill>
                <a:schemeClr val="dk1"/>
              </a:solidFill>
              <a:latin typeface="Calibri"/>
              <a:ea typeface="Calibri"/>
              <a:cs typeface="Calibri"/>
              <a:sym typeface="Calibri"/>
            </a:endParaRPr>
          </a:p>
        </p:txBody>
      </p:sp>
      <p:pic>
        <p:nvPicPr>
          <p:cNvPr id="86" name="Google Shape;86;p10"/>
          <p:cNvPicPr preferRelativeResize="0"/>
          <p:nvPr/>
        </p:nvPicPr>
        <p:blipFill rotWithShape="1">
          <a:blip r:embed="rId4">
            <a:alphaModFix/>
          </a:blip>
          <a:srcRect b="0" l="0" r="0" t="0"/>
          <a:stretch/>
        </p:blipFill>
        <p:spPr>
          <a:xfrm>
            <a:off x="2239304" y="2409215"/>
            <a:ext cx="2026927" cy="716700"/>
          </a:xfrm>
          <a:prstGeom prst="rect">
            <a:avLst/>
          </a:prstGeom>
          <a:noFill/>
          <a:ln>
            <a:noFill/>
          </a:ln>
        </p:spPr>
      </p:pic>
      <p:pic>
        <p:nvPicPr>
          <p:cNvPr id="87" name="Google Shape;87;p10"/>
          <p:cNvPicPr preferRelativeResize="0"/>
          <p:nvPr/>
        </p:nvPicPr>
        <p:blipFill rotWithShape="1">
          <a:blip r:embed="rId5">
            <a:alphaModFix/>
          </a:blip>
          <a:srcRect b="0" l="0" r="0" t="0"/>
          <a:stretch/>
        </p:blipFill>
        <p:spPr>
          <a:xfrm>
            <a:off x="2166391" y="3304477"/>
            <a:ext cx="2223934" cy="716701"/>
          </a:xfrm>
          <a:prstGeom prst="rect">
            <a:avLst/>
          </a:prstGeom>
          <a:noFill/>
          <a:ln>
            <a:noFill/>
          </a:ln>
        </p:spPr>
      </p:pic>
      <p:pic>
        <p:nvPicPr>
          <p:cNvPr descr="preencoded.png" id="88" name="Google Shape;88;p10"/>
          <p:cNvPicPr preferRelativeResize="0"/>
          <p:nvPr/>
        </p:nvPicPr>
        <p:blipFill rotWithShape="1">
          <a:blip r:embed="rId6">
            <a:alphaModFix/>
          </a:blip>
          <a:srcRect b="0" l="0" r="0" t="0"/>
          <a:stretch/>
        </p:blipFill>
        <p:spPr>
          <a:xfrm>
            <a:off x="5475486" y="2351794"/>
            <a:ext cx="831543" cy="831543"/>
          </a:xfrm>
          <a:prstGeom prst="rect">
            <a:avLst/>
          </a:prstGeom>
          <a:noFill/>
          <a:ln>
            <a:noFill/>
          </a:ln>
        </p:spPr>
      </p:pic>
      <p:pic>
        <p:nvPicPr>
          <p:cNvPr id="89" name="Google Shape;89;p10"/>
          <p:cNvPicPr preferRelativeResize="0"/>
          <p:nvPr/>
        </p:nvPicPr>
        <p:blipFill rotWithShape="1">
          <a:blip r:embed="rId7">
            <a:alphaModFix/>
          </a:blip>
          <a:srcRect b="0" l="0" r="0" t="0"/>
          <a:stretch/>
        </p:blipFill>
        <p:spPr>
          <a:xfrm>
            <a:off x="4697168" y="3515530"/>
            <a:ext cx="2388175" cy="36743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94" name="Shape 94"/>
        <p:cNvGrpSpPr/>
        <p:nvPr/>
      </p:nvGrpSpPr>
      <p:grpSpPr>
        <a:xfrm>
          <a:off x="0" y="0"/>
          <a:ext cx="0" cy="0"/>
          <a:chOff x="0" y="0"/>
          <a:chExt cx="0" cy="0"/>
        </a:xfrm>
      </p:grpSpPr>
      <p:pic>
        <p:nvPicPr>
          <p:cNvPr descr="preencoded.png" id="95" name="Google Shape;95;p11"/>
          <p:cNvPicPr preferRelativeResize="0"/>
          <p:nvPr/>
        </p:nvPicPr>
        <p:blipFill rotWithShape="1">
          <a:blip r:embed="rId3">
            <a:alphaModFix/>
          </a:blip>
          <a:srcRect b="0" l="0" r="0" t="0"/>
          <a:stretch/>
        </p:blipFill>
        <p:spPr>
          <a:xfrm>
            <a:off x="671778" y="1604977"/>
            <a:ext cx="2647044" cy="1387196"/>
          </a:xfrm>
          <a:prstGeom prst="rect">
            <a:avLst/>
          </a:prstGeom>
          <a:noFill/>
          <a:ln>
            <a:noFill/>
          </a:ln>
        </p:spPr>
      </p:pic>
      <p:pic>
        <p:nvPicPr>
          <p:cNvPr descr="preencoded.png" id="96" name="Google Shape;96;p11"/>
          <p:cNvPicPr preferRelativeResize="0"/>
          <p:nvPr/>
        </p:nvPicPr>
        <p:blipFill rotWithShape="1">
          <a:blip r:embed="rId3">
            <a:alphaModFix/>
          </a:blip>
          <a:srcRect b="0" l="0" r="0" t="0"/>
          <a:stretch/>
        </p:blipFill>
        <p:spPr>
          <a:xfrm>
            <a:off x="3246052" y="1604977"/>
            <a:ext cx="2647044" cy="1387196"/>
          </a:xfrm>
          <a:prstGeom prst="rect">
            <a:avLst/>
          </a:prstGeom>
          <a:noFill/>
          <a:ln>
            <a:noFill/>
          </a:ln>
        </p:spPr>
      </p:pic>
      <p:pic>
        <p:nvPicPr>
          <p:cNvPr descr="preencoded.png" id="97" name="Google Shape;97;p11"/>
          <p:cNvPicPr preferRelativeResize="0"/>
          <p:nvPr/>
        </p:nvPicPr>
        <p:blipFill rotWithShape="1">
          <a:blip r:embed="rId4">
            <a:alphaModFix/>
          </a:blip>
          <a:srcRect b="0" l="0" r="0" t="0"/>
          <a:stretch/>
        </p:blipFill>
        <p:spPr>
          <a:xfrm>
            <a:off x="5820326" y="1604977"/>
            <a:ext cx="2651593" cy="1387196"/>
          </a:xfrm>
          <a:prstGeom prst="rect">
            <a:avLst/>
          </a:prstGeom>
          <a:noFill/>
          <a:ln>
            <a:noFill/>
          </a:ln>
        </p:spPr>
      </p:pic>
      <p:pic>
        <p:nvPicPr>
          <p:cNvPr descr="preencoded.png" id="98" name="Google Shape;98;p11"/>
          <p:cNvPicPr preferRelativeResize="0"/>
          <p:nvPr/>
        </p:nvPicPr>
        <p:blipFill rotWithShape="1">
          <a:blip r:embed="rId3">
            <a:alphaModFix/>
          </a:blip>
          <a:srcRect b="0" l="0" r="0" t="0"/>
          <a:stretch/>
        </p:blipFill>
        <p:spPr>
          <a:xfrm>
            <a:off x="671778" y="3019463"/>
            <a:ext cx="2647044" cy="1387197"/>
          </a:xfrm>
          <a:prstGeom prst="rect">
            <a:avLst/>
          </a:prstGeom>
          <a:noFill/>
          <a:ln>
            <a:noFill/>
          </a:ln>
        </p:spPr>
      </p:pic>
      <p:pic>
        <p:nvPicPr>
          <p:cNvPr descr="preencoded.png" id="99" name="Google Shape;99;p11"/>
          <p:cNvPicPr preferRelativeResize="0"/>
          <p:nvPr/>
        </p:nvPicPr>
        <p:blipFill rotWithShape="1">
          <a:blip r:embed="rId3">
            <a:alphaModFix/>
          </a:blip>
          <a:srcRect b="0" l="0" r="0" t="0"/>
          <a:stretch/>
        </p:blipFill>
        <p:spPr>
          <a:xfrm>
            <a:off x="3246052" y="3019463"/>
            <a:ext cx="2647044" cy="1387197"/>
          </a:xfrm>
          <a:prstGeom prst="rect">
            <a:avLst/>
          </a:prstGeom>
          <a:noFill/>
          <a:ln>
            <a:noFill/>
          </a:ln>
        </p:spPr>
      </p:pic>
      <p:pic>
        <p:nvPicPr>
          <p:cNvPr descr="preencoded.png" id="100" name="Google Shape;100;p11"/>
          <p:cNvPicPr preferRelativeResize="0"/>
          <p:nvPr/>
        </p:nvPicPr>
        <p:blipFill rotWithShape="1">
          <a:blip r:embed="rId4">
            <a:alphaModFix/>
          </a:blip>
          <a:srcRect b="0" l="0" r="0" t="0"/>
          <a:stretch/>
        </p:blipFill>
        <p:spPr>
          <a:xfrm>
            <a:off x="5820326" y="3019463"/>
            <a:ext cx="2651593" cy="1387197"/>
          </a:xfrm>
          <a:prstGeom prst="rect">
            <a:avLst/>
          </a:prstGeom>
          <a:noFill/>
          <a:ln>
            <a:noFill/>
          </a:ln>
        </p:spPr>
      </p:pic>
      <p:sp>
        <p:nvSpPr>
          <p:cNvPr id="101" name="Google Shape;101;p11"/>
          <p:cNvSpPr/>
          <p:nvPr/>
        </p:nvSpPr>
        <p:spPr>
          <a:xfrm>
            <a:off x="571500" y="4577080"/>
            <a:ext cx="2031900" cy="1854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2B5BFC"/>
              </a:buClr>
              <a:buSzPts val="1200"/>
              <a:buFont typeface="Montserrat SemiBold"/>
              <a:buNone/>
            </a:pPr>
            <a:r>
              <a:rPr b="1" i="0" lang="en-US" sz="1200" u="none" cap="none" strike="noStrike">
                <a:solidFill>
                  <a:srgbClr val="2D5BFF"/>
                </a:solidFill>
                <a:latin typeface="Montserrat SemiBold"/>
                <a:ea typeface="Montserrat SemiBold"/>
                <a:cs typeface="Montserrat SemiBold"/>
                <a:sym typeface="Montserrat SemiBold"/>
              </a:rPr>
              <a:t>neoconsulting.ai </a:t>
            </a:r>
            <a:endParaRPr b="0" i="0" sz="1200" u="none" cap="none" strike="noStrike">
              <a:solidFill>
                <a:schemeClr val="dk1"/>
              </a:solidFill>
              <a:latin typeface="Calibri"/>
              <a:ea typeface="Calibri"/>
              <a:cs typeface="Calibri"/>
              <a:sym typeface="Calibri"/>
            </a:endParaRPr>
          </a:p>
        </p:txBody>
      </p:sp>
      <p:sp>
        <p:nvSpPr>
          <p:cNvPr id="102" name="Google Shape;102;p11"/>
          <p:cNvSpPr/>
          <p:nvPr/>
        </p:nvSpPr>
        <p:spPr>
          <a:xfrm>
            <a:off x="3619500" y="1016000"/>
            <a:ext cx="4953000" cy="431700"/>
          </a:xfrm>
          <a:prstGeom prst="rect">
            <a:avLst/>
          </a:prstGeom>
          <a:noFill/>
          <a:ln>
            <a:noFill/>
          </a:ln>
        </p:spPr>
        <p:txBody>
          <a:bodyPr anchorCtr="0" anchor="t" bIns="0" lIns="0" spcFirstLastPara="1" rIns="0" wrap="square" tIns="0">
            <a:noAutofit/>
          </a:bodyPr>
          <a:lstStyle/>
          <a:p>
            <a:pPr indent="0" lvl="0" marL="0" marR="0" rtl="0" algn="l">
              <a:lnSpc>
                <a:spcPct val="105822"/>
              </a:lnSpc>
              <a:spcBef>
                <a:spcPts val="0"/>
              </a:spcBef>
              <a:spcAft>
                <a:spcPts val="0"/>
              </a:spcAft>
              <a:buClr>
                <a:srgbClr val="000000"/>
              </a:buClr>
              <a:buSzPts val="1100"/>
              <a:buFont typeface="Montserrat Medium"/>
              <a:buNone/>
            </a:pPr>
            <a:r>
              <a:rPr b="0" i="0" lang="en-US" sz="1100" u="none" cap="none" strike="noStrike">
                <a:solidFill>
                  <a:srgbClr val="000033"/>
                </a:solidFill>
                <a:latin typeface="Montserrat Medium"/>
                <a:ea typeface="Montserrat Medium"/>
                <a:cs typeface="Montserrat Medium"/>
                <a:sym typeface="Montserrat Medium"/>
              </a:rPr>
              <a:t>+100 empresas líderes en 15 sectores confían en NEO para transformar su negocio con data e inteligencia artificial. </a:t>
            </a:r>
            <a:endParaRPr b="0" i="0" sz="1100" u="none" cap="none" strike="noStrike">
              <a:solidFill>
                <a:schemeClr val="dk1"/>
              </a:solidFill>
              <a:latin typeface="Calibri"/>
              <a:ea typeface="Calibri"/>
              <a:cs typeface="Calibri"/>
              <a:sym typeface="Calibri"/>
            </a:endParaRPr>
          </a:p>
        </p:txBody>
      </p:sp>
      <p:sp>
        <p:nvSpPr>
          <p:cNvPr id="103" name="Google Shape;103;p11"/>
          <p:cNvSpPr/>
          <p:nvPr/>
        </p:nvSpPr>
        <p:spPr>
          <a:xfrm>
            <a:off x="571500" y="850900"/>
            <a:ext cx="2857500" cy="1929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2B5BFC"/>
              </a:buClr>
              <a:buSzPts val="1100"/>
              <a:buFont typeface="Montserrat SemiBold"/>
              <a:buNone/>
            </a:pPr>
            <a:r>
              <a:rPr b="1" i="0" lang="en-US" sz="1100" u="none" cap="none" strike="noStrike">
                <a:solidFill>
                  <a:srgbClr val="2D5BFF"/>
                </a:solidFill>
                <a:latin typeface="Montserrat SemiBold"/>
                <a:ea typeface="Montserrat SemiBold"/>
                <a:cs typeface="Montserrat SemiBold"/>
                <a:sym typeface="Montserrat SemiBold"/>
              </a:rPr>
              <a:t>TRACK RECORD </a:t>
            </a:r>
            <a:endParaRPr b="0" i="0" sz="1100" u="none" cap="none" strike="noStrike">
              <a:solidFill>
                <a:schemeClr val="dk1"/>
              </a:solidFill>
              <a:latin typeface="Calibri"/>
              <a:ea typeface="Calibri"/>
              <a:cs typeface="Calibri"/>
              <a:sym typeface="Calibri"/>
            </a:endParaRPr>
          </a:p>
        </p:txBody>
      </p:sp>
      <p:sp>
        <p:nvSpPr>
          <p:cNvPr id="104" name="Google Shape;104;p11"/>
          <p:cNvSpPr/>
          <p:nvPr/>
        </p:nvSpPr>
        <p:spPr>
          <a:xfrm>
            <a:off x="571500" y="1088390"/>
            <a:ext cx="2857500" cy="3288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000033"/>
              </a:buClr>
              <a:buSzPts val="18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Nuestros </a:t>
            </a:r>
            <a:r>
              <a:rPr b="1" i="1" lang="en-US" sz="2100" u="none" cap="none" strike="noStrike">
                <a:solidFill>
                  <a:srgbClr val="2D5BFF"/>
                </a:solidFill>
                <a:latin typeface="Montserrat ExtraBold"/>
                <a:ea typeface="Montserrat ExtraBold"/>
                <a:cs typeface="Montserrat ExtraBold"/>
                <a:sym typeface="Montserrat ExtraBold"/>
              </a:rPr>
              <a:t>Clientes</a:t>
            </a:r>
            <a:r>
              <a:rPr b="1" i="0" lang="en-US" sz="2100" u="none" cap="none" strike="noStrike">
                <a:solidFill>
                  <a:srgbClr val="000033"/>
                </a:solidFill>
                <a:latin typeface="Montserrat ExtraBold"/>
                <a:ea typeface="Montserrat ExtraBold"/>
                <a:cs typeface="Montserrat ExtraBold"/>
                <a:sym typeface="Montserrat ExtraBold"/>
              </a:rPr>
              <a:t> </a:t>
            </a:r>
            <a:endParaRPr b="0" i="0" sz="1800" u="none" cap="none" strike="noStrike">
              <a:solidFill>
                <a:schemeClr val="dk1"/>
              </a:solidFill>
              <a:latin typeface="Calibri"/>
              <a:ea typeface="Calibri"/>
              <a:cs typeface="Calibri"/>
              <a:sym typeface="Calibri"/>
            </a:endParaRPr>
          </a:p>
        </p:txBody>
      </p:sp>
      <p:sp>
        <p:nvSpPr>
          <p:cNvPr id="105" name="Google Shape;105;p11"/>
          <p:cNvSpPr/>
          <p:nvPr/>
        </p:nvSpPr>
        <p:spPr>
          <a:xfrm>
            <a:off x="722578" y="1732326"/>
            <a:ext cx="2545500" cy="1683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2B5BFC"/>
              </a:buClr>
              <a:buSzPts val="1100"/>
              <a:buFont typeface="Montserrat ExtraBold"/>
              <a:buNone/>
            </a:pPr>
            <a:r>
              <a:rPr b="1" i="0" lang="en-US" sz="1100" u="none" cap="none" strike="noStrike">
                <a:solidFill>
                  <a:srgbClr val="2D5BFF"/>
                </a:solidFill>
                <a:latin typeface="Montserrat ExtraBold"/>
                <a:ea typeface="Montserrat ExtraBold"/>
                <a:cs typeface="Montserrat ExtraBold"/>
                <a:sym typeface="Montserrat ExtraBold"/>
              </a:rPr>
              <a:t>BANCA, SEGUROS &amp; FINANZAS </a:t>
            </a:r>
            <a:endParaRPr b="0" i="0" sz="1100" u="none" cap="none" strike="noStrike">
              <a:solidFill>
                <a:schemeClr val="dk1"/>
              </a:solidFill>
              <a:latin typeface="Calibri"/>
              <a:ea typeface="Calibri"/>
              <a:cs typeface="Calibri"/>
              <a:sym typeface="Calibri"/>
            </a:endParaRPr>
          </a:p>
        </p:txBody>
      </p:sp>
      <p:sp>
        <p:nvSpPr>
          <p:cNvPr id="106" name="Google Shape;106;p11"/>
          <p:cNvSpPr/>
          <p:nvPr/>
        </p:nvSpPr>
        <p:spPr>
          <a:xfrm>
            <a:off x="3296852" y="1732326"/>
            <a:ext cx="2545500" cy="1683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2B5BFC"/>
              </a:buClr>
              <a:buSzPts val="1100"/>
              <a:buFont typeface="Montserrat ExtraBold"/>
              <a:buNone/>
            </a:pPr>
            <a:r>
              <a:rPr b="1" i="0" lang="en-US" sz="1100" u="none" cap="none" strike="noStrike">
                <a:solidFill>
                  <a:srgbClr val="2D5BFF"/>
                </a:solidFill>
                <a:latin typeface="Montserrat ExtraBold"/>
                <a:ea typeface="Montserrat ExtraBold"/>
                <a:cs typeface="Montserrat ExtraBold"/>
                <a:sym typeface="Montserrat ExtraBold"/>
              </a:rPr>
              <a:t>RETAIL &amp; COMERCIO </a:t>
            </a:r>
            <a:endParaRPr b="0" i="0" sz="1100" u="none" cap="none" strike="noStrike">
              <a:solidFill>
                <a:schemeClr val="dk1"/>
              </a:solidFill>
              <a:latin typeface="Calibri"/>
              <a:ea typeface="Calibri"/>
              <a:cs typeface="Calibri"/>
              <a:sym typeface="Calibri"/>
            </a:endParaRPr>
          </a:p>
        </p:txBody>
      </p:sp>
      <p:sp>
        <p:nvSpPr>
          <p:cNvPr id="107" name="Google Shape;107;p11"/>
          <p:cNvSpPr/>
          <p:nvPr/>
        </p:nvSpPr>
        <p:spPr>
          <a:xfrm>
            <a:off x="5871126" y="1732326"/>
            <a:ext cx="2550000" cy="1683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2B5BFC"/>
              </a:buClr>
              <a:buSzPts val="1100"/>
              <a:buFont typeface="Montserrat ExtraBold"/>
              <a:buNone/>
            </a:pPr>
            <a:r>
              <a:rPr b="1" i="0" lang="en-US" sz="1100" u="none" cap="none" strike="noStrike">
                <a:solidFill>
                  <a:srgbClr val="2D5BFF"/>
                </a:solidFill>
                <a:latin typeface="Montserrat ExtraBold"/>
                <a:ea typeface="Montserrat ExtraBold"/>
                <a:cs typeface="Montserrat ExtraBold"/>
                <a:sym typeface="Montserrat ExtraBold"/>
              </a:rPr>
              <a:t>CONSUMO MASIVO &amp; BELLEZA </a:t>
            </a:r>
            <a:endParaRPr b="0" i="0" sz="1100" u="none" cap="none" strike="noStrike">
              <a:solidFill>
                <a:schemeClr val="dk1"/>
              </a:solidFill>
              <a:latin typeface="Calibri"/>
              <a:ea typeface="Calibri"/>
              <a:cs typeface="Calibri"/>
              <a:sym typeface="Calibri"/>
            </a:endParaRPr>
          </a:p>
        </p:txBody>
      </p:sp>
      <p:sp>
        <p:nvSpPr>
          <p:cNvPr id="108" name="Google Shape;108;p11"/>
          <p:cNvSpPr/>
          <p:nvPr/>
        </p:nvSpPr>
        <p:spPr>
          <a:xfrm>
            <a:off x="722578" y="3146812"/>
            <a:ext cx="2545500" cy="1683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2B5BFC"/>
              </a:buClr>
              <a:buSzPts val="1100"/>
              <a:buFont typeface="Montserrat ExtraBold"/>
              <a:buNone/>
            </a:pPr>
            <a:r>
              <a:rPr b="1" i="0" lang="en-US" sz="1100" u="none" cap="none" strike="noStrike">
                <a:solidFill>
                  <a:srgbClr val="2D5BFF"/>
                </a:solidFill>
                <a:latin typeface="Montserrat ExtraBold"/>
                <a:ea typeface="Montserrat ExtraBold"/>
                <a:cs typeface="Montserrat ExtraBold"/>
                <a:sym typeface="Montserrat ExtraBold"/>
              </a:rPr>
              <a:t>TELECOM &amp; TECNOLOGÍA </a:t>
            </a:r>
            <a:endParaRPr b="0" i="0" sz="1100" u="none" cap="none" strike="noStrike">
              <a:solidFill>
                <a:schemeClr val="dk1"/>
              </a:solidFill>
              <a:latin typeface="Calibri"/>
              <a:ea typeface="Calibri"/>
              <a:cs typeface="Calibri"/>
              <a:sym typeface="Calibri"/>
            </a:endParaRPr>
          </a:p>
        </p:txBody>
      </p:sp>
      <p:sp>
        <p:nvSpPr>
          <p:cNvPr id="109" name="Google Shape;109;p11"/>
          <p:cNvSpPr/>
          <p:nvPr/>
        </p:nvSpPr>
        <p:spPr>
          <a:xfrm>
            <a:off x="3296852" y="3146812"/>
            <a:ext cx="2545500" cy="1683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2B5BFC"/>
              </a:buClr>
              <a:buSzPts val="1100"/>
              <a:buFont typeface="Montserrat ExtraBold"/>
              <a:buNone/>
            </a:pPr>
            <a:r>
              <a:rPr b="1" i="0" lang="en-US" sz="1100" u="none" cap="none" strike="noStrike">
                <a:solidFill>
                  <a:srgbClr val="2D5BFF"/>
                </a:solidFill>
                <a:latin typeface="Montserrat ExtraBold"/>
                <a:ea typeface="Montserrat ExtraBold"/>
                <a:cs typeface="Montserrat ExtraBold"/>
                <a:sym typeface="Montserrat ExtraBold"/>
              </a:rPr>
              <a:t>SALUD &amp; EDUCACIÓN </a:t>
            </a:r>
            <a:endParaRPr b="0" i="0" sz="1100" u="none" cap="none" strike="noStrike">
              <a:solidFill>
                <a:schemeClr val="dk1"/>
              </a:solidFill>
              <a:latin typeface="Calibri"/>
              <a:ea typeface="Calibri"/>
              <a:cs typeface="Calibri"/>
              <a:sym typeface="Calibri"/>
            </a:endParaRPr>
          </a:p>
        </p:txBody>
      </p:sp>
      <p:sp>
        <p:nvSpPr>
          <p:cNvPr id="110" name="Google Shape;110;p11"/>
          <p:cNvSpPr/>
          <p:nvPr/>
        </p:nvSpPr>
        <p:spPr>
          <a:xfrm>
            <a:off x="5871126" y="3149175"/>
            <a:ext cx="2550000" cy="1386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2B5BFC"/>
              </a:buClr>
              <a:buSzPts val="1100"/>
              <a:buFont typeface="Montserrat ExtraBold"/>
              <a:buNone/>
            </a:pPr>
            <a:r>
              <a:rPr b="1" i="0" lang="en-US" sz="1100" u="none" cap="none" strike="noStrike">
                <a:solidFill>
                  <a:srgbClr val="2D5BFF"/>
                </a:solidFill>
                <a:latin typeface="Montserrat ExtraBold"/>
                <a:ea typeface="Montserrat ExtraBold"/>
                <a:cs typeface="Montserrat ExtraBold"/>
                <a:sym typeface="Montserrat ExtraBold"/>
              </a:rPr>
              <a:t>INDUSTRIA, MEDIOS &amp; SERVICIOS </a:t>
            </a:r>
            <a:endParaRPr b="0" i="0" sz="1100" u="none" cap="none" strike="noStrike">
              <a:solidFill>
                <a:schemeClr val="dk1"/>
              </a:solidFill>
              <a:latin typeface="Calibri"/>
              <a:ea typeface="Calibri"/>
              <a:cs typeface="Calibri"/>
              <a:sym typeface="Calibri"/>
            </a:endParaRPr>
          </a:p>
        </p:txBody>
      </p:sp>
      <p:pic>
        <p:nvPicPr>
          <p:cNvPr id="111" name="Google Shape;111;p11"/>
          <p:cNvPicPr preferRelativeResize="0"/>
          <p:nvPr/>
        </p:nvPicPr>
        <p:blipFill rotWithShape="1">
          <a:blip r:embed="rId5">
            <a:alphaModFix/>
          </a:blip>
          <a:srcRect b="0" l="0" r="0" t="0"/>
          <a:stretch/>
        </p:blipFill>
        <p:spPr>
          <a:xfrm>
            <a:off x="1029584" y="2023753"/>
            <a:ext cx="511655" cy="130571"/>
          </a:xfrm>
          <a:prstGeom prst="rect">
            <a:avLst/>
          </a:prstGeom>
          <a:noFill/>
          <a:ln>
            <a:noFill/>
          </a:ln>
        </p:spPr>
      </p:pic>
      <p:pic>
        <p:nvPicPr>
          <p:cNvPr id="112" name="Google Shape;112;p11"/>
          <p:cNvPicPr preferRelativeResize="0"/>
          <p:nvPr/>
        </p:nvPicPr>
        <p:blipFill rotWithShape="1">
          <a:blip r:embed="rId6">
            <a:alphaModFix/>
          </a:blip>
          <a:srcRect b="0" l="0" r="0" t="0"/>
          <a:stretch/>
        </p:blipFill>
        <p:spPr>
          <a:xfrm>
            <a:off x="1754258" y="2007721"/>
            <a:ext cx="497137" cy="156369"/>
          </a:xfrm>
          <a:prstGeom prst="rect">
            <a:avLst/>
          </a:prstGeom>
          <a:noFill/>
          <a:ln>
            <a:noFill/>
          </a:ln>
        </p:spPr>
      </p:pic>
      <p:pic>
        <p:nvPicPr>
          <p:cNvPr id="113" name="Google Shape;113;p11"/>
          <p:cNvPicPr preferRelativeResize="0"/>
          <p:nvPr/>
        </p:nvPicPr>
        <p:blipFill rotWithShape="1">
          <a:blip r:embed="rId7">
            <a:alphaModFix/>
          </a:blip>
          <a:srcRect b="0" l="0" r="0" t="0"/>
          <a:stretch/>
        </p:blipFill>
        <p:spPr>
          <a:xfrm>
            <a:off x="2393614" y="1940515"/>
            <a:ext cx="606286" cy="316967"/>
          </a:xfrm>
          <a:prstGeom prst="rect">
            <a:avLst/>
          </a:prstGeom>
          <a:noFill/>
          <a:ln>
            <a:noFill/>
          </a:ln>
        </p:spPr>
      </p:pic>
      <p:pic>
        <p:nvPicPr>
          <p:cNvPr id="114" name="Google Shape;114;p11"/>
          <p:cNvPicPr preferRelativeResize="0"/>
          <p:nvPr/>
        </p:nvPicPr>
        <p:blipFill rotWithShape="1">
          <a:blip r:embed="rId8">
            <a:alphaModFix/>
          </a:blip>
          <a:srcRect b="0" l="0" r="0" t="0"/>
          <a:stretch/>
        </p:blipFill>
        <p:spPr>
          <a:xfrm>
            <a:off x="1799861" y="2271336"/>
            <a:ext cx="405951" cy="216314"/>
          </a:xfrm>
          <a:prstGeom prst="rect">
            <a:avLst/>
          </a:prstGeom>
          <a:noFill/>
          <a:ln>
            <a:noFill/>
          </a:ln>
        </p:spPr>
      </p:pic>
      <p:pic>
        <p:nvPicPr>
          <p:cNvPr id="115" name="Google Shape;115;p11"/>
          <p:cNvPicPr preferRelativeResize="0"/>
          <p:nvPr/>
        </p:nvPicPr>
        <p:blipFill rotWithShape="1">
          <a:blip r:embed="rId9">
            <a:alphaModFix/>
          </a:blip>
          <a:srcRect b="0" l="0" r="0" t="0"/>
          <a:stretch/>
        </p:blipFill>
        <p:spPr>
          <a:xfrm>
            <a:off x="2259116" y="2297494"/>
            <a:ext cx="701916" cy="241971"/>
          </a:xfrm>
          <a:prstGeom prst="rect">
            <a:avLst/>
          </a:prstGeom>
          <a:noFill/>
          <a:ln>
            <a:noFill/>
          </a:ln>
        </p:spPr>
      </p:pic>
      <p:pic>
        <p:nvPicPr>
          <p:cNvPr id="116" name="Google Shape;116;p11"/>
          <p:cNvPicPr preferRelativeResize="0"/>
          <p:nvPr/>
        </p:nvPicPr>
        <p:blipFill rotWithShape="1">
          <a:blip r:embed="rId10">
            <a:alphaModFix/>
          </a:blip>
          <a:srcRect b="37814" l="2268" r="3232" t="40187"/>
          <a:stretch/>
        </p:blipFill>
        <p:spPr>
          <a:xfrm>
            <a:off x="1058064" y="2594791"/>
            <a:ext cx="805661" cy="187544"/>
          </a:xfrm>
          <a:prstGeom prst="rect">
            <a:avLst/>
          </a:prstGeom>
          <a:noFill/>
          <a:ln>
            <a:noFill/>
          </a:ln>
        </p:spPr>
      </p:pic>
      <p:pic>
        <p:nvPicPr>
          <p:cNvPr id="117" name="Google Shape;117;p11"/>
          <p:cNvPicPr preferRelativeResize="0"/>
          <p:nvPr/>
        </p:nvPicPr>
        <p:blipFill rotWithShape="1">
          <a:blip r:embed="rId11">
            <a:alphaModFix/>
          </a:blip>
          <a:srcRect b="0" l="0" r="0" t="0"/>
          <a:stretch/>
        </p:blipFill>
        <p:spPr>
          <a:xfrm>
            <a:off x="2030109" y="2594791"/>
            <a:ext cx="920971" cy="156365"/>
          </a:xfrm>
          <a:prstGeom prst="rect">
            <a:avLst/>
          </a:prstGeom>
          <a:noFill/>
          <a:ln>
            <a:noFill/>
          </a:ln>
        </p:spPr>
      </p:pic>
      <p:pic>
        <p:nvPicPr>
          <p:cNvPr id="118" name="Google Shape;118;p11"/>
          <p:cNvPicPr preferRelativeResize="0"/>
          <p:nvPr/>
        </p:nvPicPr>
        <p:blipFill rotWithShape="1">
          <a:blip r:embed="rId12">
            <a:alphaModFix/>
          </a:blip>
          <a:srcRect b="0" l="0" r="0" t="0"/>
          <a:stretch/>
        </p:blipFill>
        <p:spPr>
          <a:xfrm>
            <a:off x="3521223" y="1984397"/>
            <a:ext cx="682270" cy="266485"/>
          </a:xfrm>
          <a:prstGeom prst="rect">
            <a:avLst/>
          </a:prstGeom>
          <a:noFill/>
          <a:ln>
            <a:noFill/>
          </a:ln>
        </p:spPr>
      </p:pic>
      <p:pic>
        <p:nvPicPr>
          <p:cNvPr id="119" name="Google Shape;119;p11"/>
          <p:cNvPicPr preferRelativeResize="0"/>
          <p:nvPr/>
        </p:nvPicPr>
        <p:blipFill rotWithShape="1">
          <a:blip r:embed="rId13">
            <a:alphaModFix/>
          </a:blip>
          <a:srcRect b="0" l="0" r="0" t="0"/>
          <a:stretch/>
        </p:blipFill>
        <p:spPr>
          <a:xfrm>
            <a:off x="4309704" y="1977082"/>
            <a:ext cx="682270" cy="253838"/>
          </a:xfrm>
          <a:prstGeom prst="rect">
            <a:avLst/>
          </a:prstGeom>
          <a:noFill/>
          <a:ln>
            <a:noFill/>
          </a:ln>
        </p:spPr>
      </p:pic>
      <p:pic>
        <p:nvPicPr>
          <p:cNvPr id="120" name="Google Shape;120;p11"/>
          <p:cNvPicPr preferRelativeResize="0"/>
          <p:nvPr/>
        </p:nvPicPr>
        <p:blipFill rotWithShape="1">
          <a:blip r:embed="rId14">
            <a:alphaModFix/>
          </a:blip>
          <a:srcRect b="0" l="0" r="0" t="0"/>
          <a:stretch/>
        </p:blipFill>
        <p:spPr>
          <a:xfrm>
            <a:off x="5072679" y="1964117"/>
            <a:ext cx="532092" cy="279765"/>
          </a:xfrm>
          <a:prstGeom prst="rect">
            <a:avLst/>
          </a:prstGeom>
          <a:noFill/>
          <a:ln>
            <a:noFill/>
          </a:ln>
        </p:spPr>
      </p:pic>
      <p:pic>
        <p:nvPicPr>
          <p:cNvPr id="121" name="Google Shape;121;p11"/>
          <p:cNvPicPr preferRelativeResize="0"/>
          <p:nvPr/>
        </p:nvPicPr>
        <p:blipFill rotWithShape="1">
          <a:blip r:embed="rId15">
            <a:alphaModFix/>
          </a:blip>
          <a:srcRect b="0" l="0" r="0" t="0"/>
          <a:stretch/>
        </p:blipFill>
        <p:spPr>
          <a:xfrm>
            <a:off x="3538768" y="2313373"/>
            <a:ext cx="1024594" cy="162445"/>
          </a:xfrm>
          <a:prstGeom prst="rect">
            <a:avLst/>
          </a:prstGeom>
          <a:noFill/>
          <a:ln>
            <a:noFill/>
          </a:ln>
        </p:spPr>
      </p:pic>
      <p:pic>
        <p:nvPicPr>
          <p:cNvPr id="122" name="Google Shape;122;p11"/>
          <p:cNvPicPr preferRelativeResize="0"/>
          <p:nvPr/>
        </p:nvPicPr>
        <p:blipFill rotWithShape="1">
          <a:blip r:embed="rId16">
            <a:alphaModFix/>
          </a:blip>
          <a:srcRect b="0" l="0" r="0" t="0"/>
          <a:stretch/>
        </p:blipFill>
        <p:spPr>
          <a:xfrm>
            <a:off x="4689183" y="2287574"/>
            <a:ext cx="928789" cy="214043"/>
          </a:xfrm>
          <a:prstGeom prst="rect">
            <a:avLst/>
          </a:prstGeom>
          <a:noFill/>
          <a:ln>
            <a:noFill/>
          </a:ln>
        </p:spPr>
      </p:pic>
      <p:pic>
        <p:nvPicPr>
          <p:cNvPr id="123" name="Google Shape;123;p11"/>
          <p:cNvPicPr preferRelativeResize="0"/>
          <p:nvPr/>
        </p:nvPicPr>
        <p:blipFill rotWithShape="1">
          <a:blip r:embed="rId17">
            <a:alphaModFix/>
          </a:blip>
          <a:srcRect b="0" l="0" r="0" t="0"/>
          <a:stretch/>
        </p:blipFill>
        <p:spPr>
          <a:xfrm>
            <a:off x="4640656" y="2585301"/>
            <a:ext cx="756782" cy="136554"/>
          </a:xfrm>
          <a:prstGeom prst="rect">
            <a:avLst/>
          </a:prstGeom>
          <a:noFill/>
          <a:ln>
            <a:noFill/>
          </a:ln>
        </p:spPr>
      </p:pic>
      <p:pic>
        <p:nvPicPr>
          <p:cNvPr id="124" name="Google Shape;124;p11"/>
          <p:cNvPicPr preferRelativeResize="0"/>
          <p:nvPr/>
        </p:nvPicPr>
        <p:blipFill rotWithShape="1">
          <a:blip r:embed="rId18">
            <a:alphaModFix/>
          </a:blip>
          <a:srcRect b="0" l="0" r="0" t="0"/>
          <a:stretch/>
        </p:blipFill>
        <p:spPr>
          <a:xfrm>
            <a:off x="3538785" y="2546564"/>
            <a:ext cx="935684" cy="214042"/>
          </a:xfrm>
          <a:prstGeom prst="rect">
            <a:avLst/>
          </a:prstGeom>
          <a:noFill/>
          <a:ln>
            <a:noFill/>
          </a:ln>
        </p:spPr>
      </p:pic>
      <p:pic>
        <p:nvPicPr>
          <p:cNvPr id="125" name="Google Shape;125;p11"/>
          <p:cNvPicPr preferRelativeResize="0"/>
          <p:nvPr/>
        </p:nvPicPr>
        <p:blipFill rotWithShape="1">
          <a:blip r:embed="rId19">
            <a:alphaModFix/>
          </a:blip>
          <a:srcRect b="10" l="23542" r="22953" t="-10"/>
          <a:stretch/>
        </p:blipFill>
        <p:spPr>
          <a:xfrm>
            <a:off x="7678266" y="1977079"/>
            <a:ext cx="443643" cy="466399"/>
          </a:xfrm>
          <a:prstGeom prst="rect">
            <a:avLst/>
          </a:prstGeom>
          <a:noFill/>
          <a:ln>
            <a:noFill/>
          </a:ln>
        </p:spPr>
      </p:pic>
      <p:pic>
        <p:nvPicPr>
          <p:cNvPr id="126" name="Google Shape;126;p11"/>
          <p:cNvPicPr preferRelativeResize="0"/>
          <p:nvPr/>
        </p:nvPicPr>
        <p:blipFill rotWithShape="1">
          <a:blip r:embed="rId20">
            <a:alphaModFix/>
          </a:blip>
          <a:srcRect b="0" l="0" r="0" t="0"/>
          <a:stretch/>
        </p:blipFill>
        <p:spPr>
          <a:xfrm>
            <a:off x="6685894" y="1999230"/>
            <a:ext cx="729079" cy="207901"/>
          </a:xfrm>
          <a:prstGeom prst="rect">
            <a:avLst/>
          </a:prstGeom>
          <a:noFill/>
          <a:ln>
            <a:noFill/>
          </a:ln>
        </p:spPr>
      </p:pic>
      <p:pic>
        <p:nvPicPr>
          <p:cNvPr id="127" name="Google Shape;127;p11"/>
          <p:cNvPicPr preferRelativeResize="0"/>
          <p:nvPr/>
        </p:nvPicPr>
        <p:blipFill rotWithShape="1">
          <a:blip r:embed="rId21">
            <a:alphaModFix/>
          </a:blip>
          <a:srcRect b="0" l="0" r="0" t="0"/>
          <a:stretch/>
        </p:blipFill>
        <p:spPr>
          <a:xfrm>
            <a:off x="7586467" y="2536769"/>
            <a:ext cx="660514" cy="119718"/>
          </a:xfrm>
          <a:prstGeom prst="rect">
            <a:avLst/>
          </a:prstGeom>
          <a:noFill/>
          <a:ln>
            <a:noFill/>
          </a:ln>
        </p:spPr>
      </p:pic>
      <p:pic>
        <p:nvPicPr>
          <p:cNvPr id="128" name="Google Shape;128;p11"/>
          <p:cNvPicPr preferRelativeResize="0"/>
          <p:nvPr/>
        </p:nvPicPr>
        <p:blipFill rotWithShape="1">
          <a:blip r:embed="rId22">
            <a:alphaModFix/>
          </a:blip>
          <a:srcRect b="21388" l="6969" r="7939" t="16018"/>
          <a:stretch/>
        </p:blipFill>
        <p:spPr>
          <a:xfrm>
            <a:off x="6127538" y="2372222"/>
            <a:ext cx="415151" cy="305360"/>
          </a:xfrm>
          <a:prstGeom prst="rect">
            <a:avLst/>
          </a:prstGeom>
          <a:noFill/>
          <a:ln>
            <a:noFill/>
          </a:ln>
        </p:spPr>
      </p:pic>
      <p:pic>
        <p:nvPicPr>
          <p:cNvPr id="129" name="Google Shape;129;p11"/>
          <p:cNvPicPr preferRelativeResize="0"/>
          <p:nvPr/>
        </p:nvPicPr>
        <p:blipFill rotWithShape="1">
          <a:blip r:embed="rId23">
            <a:alphaModFix/>
          </a:blip>
          <a:srcRect b="0" l="0" r="0" t="0"/>
          <a:stretch/>
        </p:blipFill>
        <p:spPr>
          <a:xfrm>
            <a:off x="6691959" y="2257760"/>
            <a:ext cx="716958" cy="135573"/>
          </a:xfrm>
          <a:prstGeom prst="rect">
            <a:avLst/>
          </a:prstGeom>
          <a:noFill/>
          <a:ln>
            <a:noFill/>
          </a:ln>
        </p:spPr>
      </p:pic>
      <p:pic>
        <p:nvPicPr>
          <p:cNvPr id="130" name="Google Shape;130;p11"/>
          <p:cNvPicPr preferRelativeResize="0"/>
          <p:nvPr/>
        </p:nvPicPr>
        <p:blipFill rotWithShape="1">
          <a:blip r:embed="rId24">
            <a:alphaModFix/>
          </a:blip>
          <a:srcRect b="8537" l="3901" r="4515" t="8254"/>
          <a:stretch/>
        </p:blipFill>
        <p:spPr>
          <a:xfrm>
            <a:off x="6151756" y="1977820"/>
            <a:ext cx="366725" cy="333150"/>
          </a:xfrm>
          <a:prstGeom prst="rect">
            <a:avLst/>
          </a:prstGeom>
          <a:noFill/>
          <a:ln>
            <a:noFill/>
          </a:ln>
        </p:spPr>
      </p:pic>
      <p:pic>
        <p:nvPicPr>
          <p:cNvPr id="131" name="Google Shape;131;p11"/>
          <p:cNvPicPr preferRelativeResize="0"/>
          <p:nvPr/>
        </p:nvPicPr>
        <p:blipFill rotWithShape="1">
          <a:blip r:embed="rId25">
            <a:alphaModFix/>
          </a:blip>
          <a:srcRect b="37573" l="0" r="0" t="37834"/>
          <a:stretch/>
        </p:blipFill>
        <p:spPr>
          <a:xfrm>
            <a:off x="6644787" y="2495255"/>
            <a:ext cx="811308" cy="199520"/>
          </a:xfrm>
          <a:prstGeom prst="rect">
            <a:avLst/>
          </a:prstGeom>
          <a:noFill/>
          <a:ln>
            <a:noFill/>
          </a:ln>
        </p:spPr>
      </p:pic>
      <p:pic>
        <p:nvPicPr>
          <p:cNvPr id="132" name="Google Shape;132;p11"/>
          <p:cNvPicPr preferRelativeResize="0"/>
          <p:nvPr/>
        </p:nvPicPr>
        <p:blipFill rotWithShape="1">
          <a:blip r:embed="rId26">
            <a:alphaModFix/>
          </a:blip>
          <a:srcRect b="0" l="0" r="0" t="0"/>
          <a:stretch/>
        </p:blipFill>
        <p:spPr>
          <a:xfrm>
            <a:off x="933030" y="3432237"/>
            <a:ext cx="729247" cy="264241"/>
          </a:xfrm>
          <a:prstGeom prst="rect">
            <a:avLst/>
          </a:prstGeom>
          <a:noFill/>
          <a:ln>
            <a:noFill/>
          </a:ln>
        </p:spPr>
      </p:pic>
      <p:pic>
        <p:nvPicPr>
          <p:cNvPr id="133" name="Google Shape;133;p11"/>
          <p:cNvPicPr preferRelativeResize="0"/>
          <p:nvPr/>
        </p:nvPicPr>
        <p:blipFill rotWithShape="1">
          <a:blip r:embed="rId27">
            <a:alphaModFix/>
          </a:blip>
          <a:srcRect b="0" l="0" r="0" t="0"/>
          <a:stretch/>
        </p:blipFill>
        <p:spPr>
          <a:xfrm>
            <a:off x="1790882" y="3436859"/>
            <a:ext cx="1037831" cy="253233"/>
          </a:xfrm>
          <a:prstGeom prst="rect">
            <a:avLst/>
          </a:prstGeom>
          <a:noFill/>
          <a:ln>
            <a:noFill/>
          </a:ln>
        </p:spPr>
      </p:pic>
      <p:pic>
        <p:nvPicPr>
          <p:cNvPr id="134" name="Google Shape;134;p11"/>
          <p:cNvPicPr preferRelativeResize="0"/>
          <p:nvPr/>
        </p:nvPicPr>
        <p:blipFill rotWithShape="1">
          <a:blip r:embed="rId28">
            <a:alphaModFix/>
          </a:blip>
          <a:srcRect b="0" l="0" r="0" t="0"/>
          <a:stretch/>
        </p:blipFill>
        <p:spPr>
          <a:xfrm>
            <a:off x="933030" y="3799445"/>
            <a:ext cx="1177411" cy="283315"/>
          </a:xfrm>
          <a:prstGeom prst="rect">
            <a:avLst/>
          </a:prstGeom>
          <a:noFill/>
          <a:ln>
            <a:noFill/>
          </a:ln>
        </p:spPr>
      </p:pic>
      <p:pic>
        <p:nvPicPr>
          <p:cNvPr id="135" name="Google Shape;135;p11"/>
          <p:cNvPicPr preferRelativeResize="0"/>
          <p:nvPr/>
        </p:nvPicPr>
        <p:blipFill rotWithShape="1">
          <a:blip r:embed="rId29">
            <a:alphaModFix/>
          </a:blip>
          <a:srcRect b="0" l="0" r="0" t="0"/>
          <a:stretch/>
        </p:blipFill>
        <p:spPr>
          <a:xfrm>
            <a:off x="2201294" y="3856238"/>
            <a:ext cx="801038" cy="169751"/>
          </a:xfrm>
          <a:prstGeom prst="rect">
            <a:avLst/>
          </a:prstGeom>
          <a:noFill/>
          <a:ln>
            <a:noFill/>
          </a:ln>
        </p:spPr>
      </p:pic>
      <p:pic>
        <p:nvPicPr>
          <p:cNvPr id="136" name="Google Shape;136;p11"/>
          <p:cNvPicPr preferRelativeResize="0"/>
          <p:nvPr/>
        </p:nvPicPr>
        <p:blipFill rotWithShape="1">
          <a:blip r:embed="rId30">
            <a:alphaModFix/>
          </a:blip>
          <a:srcRect b="0" l="0" r="0" t="0"/>
          <a:stretch/>
        </p:blipFill>
        <p:spPr>
          <a:xfrm>
            <a:off x="3469343" y="3407103"/>
            <a:ext cx="690912" cy="176649"/>
          </a:xfrm>
          <a:prstGeom prst="rect">
            <a:avLst/>
          </a:prstGeom>
          <a:noFill/>
          <a:ln>
            <a:noFill/>
          </a:ln>
        </p:spPr>
      </p:pic>
      <p:pic>
        <p:nvPicPr>
          <p:cNvPr id="137" name="Google Shape;137;p11"/>
          <p:cNvPicPr preferRelativeResize="0"/>
          <p:nvPr/>
        </p:nvPicPr>
        <p:blipFill rotWithShape="1">
          <a:blip r:embed="rId31">
            <a:alphaModFix/>
          </a:blip>
          <a:srcRect b="0" l="0" r="0" t="0"/>
          <a:stretch/>
        </p:blipFill>
        <p:spPr>
          <a:xfrm>
            <a:off x="4222011" y="3408217"/>
            <a:ext cx="699769" cy="174405"/>
          </a:xfrm>
          <a:prstGeom prst="rect">
            <a:avLst/>
          </a:prstGeom>
          <a:noFill/>
          <a:ln>
            <a:noFill/>
          </a:ln>
        </p:spPr>
      </p:pic>
      <p:pic>
        <p:nvPicPr>
          <p:cNvPr id="138" name="Google Shape;138;p11"/>
          <p:cNvPicPr preferRelativeResize="0"/>
          <p:nvPr/>
        </p:nvPicPr>
        <p:blipFill rotWithShape="1">
          <a:blip r:embed="rId32">
            <a:alphaModFix/>
          </a:blip>
          <a:srcRect b="0" l="0" r="0" t="0"/>
          <a:stretch/>
        </p:blipFill>
        <p:spPr>
          <a:xfrm>
            <a:off x="4990892" y="3378107"/>
            <a:ext cx="694909" cy="212548"/>
          </a:xfrm>
          <a:prstGeom prst="rect">
            <a:avLst/>
          </a:prstGeom>
          <a:noFill/>
          <a:ln>
            <a:noFill/>
          </a:ln>
        </p:spPr>
      </p:pic>
      <p:pic>
        <p:nvPicPr>
          <p:cNvPr id="139" name="Google Shape;139;p11"/>
          <p:cNvPicPr preferRelativeResize="0"/>
          <p:nvPr/>
        </p:nvPicPr>
        <p:blipFill rotWithShape="1">
          <a:blip r:embed="rId33">
            <a:alphaModFix/>
          </a:blip>
          <a:srcRect b="51161" l="-624" r="0" t="-784"/>
          <a:stretch/>
        </p:blipFill>
        <p:spPr>
          <a:xfrm>
            <a:off x="3463642" y="3661158"/>
            <a:ext cx="704302" cy="123469"/>
          </a:xfrm>
          <a:prstGeom prst="rect">
            <a:avLst/>
          </a:prstGeom>
          <a:noFill/>
          <a:ln>
            <a:noFill/>
          </a:ln>
        </p:spPr>
      </p:pic>
      <p:pic>
        <p:nvPicPr>
          <p:cNvPr id="140" name="Google Shape;140;p11"/>
          <p:cNvPicPr preferRelativeResize="0"/>
          <p:nvPr/>
        </p:nvPicPr>
        <p:blipFill rotWithShape="1">
          <a:blip r:embed="rId34">
            <a:alphaModFix/>
          </a:blip>
          <a:srcRect b="14613" l="5819" r="3123" t="19856"/>
          <a:stretch/>
        </p:blipFill>
        <p:spPr>
          <a:xfrm>
            <a:off x="4222002" y="3661146"/>
            <a:ext cx="747742" cy="165358"/>
          </a:xfrm>
          <a:prstGeom prst="rect">
            <a:avLst/>
          </a:prstGeom>
          <a:noFill/>
          <a:ln>
            <a:noFill/>
          </a:ln>
        </p:spPr>
      </p:pic>
      <p:pic>
        <p:nvPicPr>
          <p:cNvPr id="141" name="Google Shape;141;p11"/>
          <p:cNvPicPr preferRelativeResize="0"/>
          <p:nvPr/>
        </p:nvPicPr>
        <p:blipFill rotWithShape="1">
          <a:blip r:embed="rId35">
            <a:alphaModFix/>
          </a:blip>
          <a:srcRect b="20058" l="0" r="0" t="19196"/>
          <a:stretch/>
        </p:blipFill>
        <p:spPr>
          <a:xfrm>
            <a:off x="5068262" y="3644570"/>
            <a:ext cx="580463" cy="184292"/>
          </a:xfrm>
          <a:prstGeom prst="rect">
            <a:avLst/>
          </a:prstGeom>
          <a:noFill/>
          <a:ln>
            <a:noFill/>
          </a:ln>
        </p:spPr>
      </p:pic>
      <p:pic>
        <p:nvPicPr>
          <p:cNvPr id="142" name="Google Shape;142;p11"/>
          <p:cNvPicPr preferRelativeResize="0"/>
          <p:nvPr/>
        </p:nvPicPr>
        <p:blipFill rotWithShape="1">
          <a:blip r:embed="rId36">
            <a:alphaModFix/>
          </a:blip>
          <a:srcRect b="37764" l="0" r="0" t="38972"/>
          <a:stretch/>
        </p:blipFill>
        <p:spPr>
          <a:xfrm>
            <a:off x="3469340" y="3925417"/>
            <a:ext cx="595792" cy="138604"/>
          </a:xfrm>
          <a:prstGeom prst="rect">
            <a:avLst/>
          </a:prstGeom>
          <a:noFill/>
          <a:ln>
            <a:noFill/>
          </a:ln>
        </p:spPr>
      </p:pic>
      <p:pic>
        <p:nvPicPr>
          <p:cNvPr id="143" name="Google Shape;143;p11"/>
          <p:cNvPicPr preferRelativeResize="0"/>
          <p:nvPr/>
        </p:nvPicPr>
        <p:blipFill rotWithShape="1">
          <a:blip r:embed="rId37">
            <a:alphaModFix/>
          </a:blip>
          <a:srcRect b="22704" l="0" r="0" t="23084"/>
          <a:stretch/>
        </p:blipFill>
        <p:spPr>
          <a:xfrm>
            <a:off x="4231234" y="3882792"/>
            <a:ext cx="845011" cy="196070"/>
          </a:xfrm>
          <a:prstGeom prst="rect">
            <a:avLst/>
          </a:prstGeom>
          <a:noFill/>
          <a:ln>
            <a:noFill/>
          </a:ln>
        </p:spPr>
      </p:pic>
      <p:pic>
        <p:nvPicPr>
          <p:cNvPr id="144" name="Google Shape;144;p11"/>
          <p:cNvPicPr preferRelativeResize="0"/>
          <p:nvPr/>
        </p:nvPicPr>
        <p:blipFill rotWithShape="1">
          <a:blip r:embed="rId38">
            <a:alphaModFix/>
          </a:blip>
          <a:srcRect b="30771" l="25863" r="25163" t="30371"/>
          <a:stretch/>
        </p:blipFill>
        <p:spPr>
          <a:xfrm>
            <a:off x="6064601" y="3385017"/>
            <a:ext cx="927728" cy="213137"/>
          </a:xfrm>
          <a:prstGeom prst="rect">
            <a:avLst/>
          </a:prstGeom>
          <a:noFill/>
          <a:ln>
            <a:noFill/>
          </a:ln>
        </p:spPr>
      </p:pic>
      <p:pic>
        <p:nvPicPr>
          <p:cNvPr id="145" name="Google Shape;145;p11"/>
          <p:cNvPicPr preferRelativeResize="0"/>
          <p:nvPr/>
        </p:nvPicPr>
        <p:blipFill rotWithShape="1">
          <a:blip r:embed="rId39">
            <a:alphaModFix/>
          </a:blip>
          <a:srcRect b="20333" l="4272" r="5016" t="20161"/>
          <a:stretch/>
        </p:blipFill>
        <p:spPr>
          <a:xfrm>
            <a:off x="7167859" y="3392678"/>
            <a:ext cx="996366" cy="197824"/>
          </a:xfrm>
          <a:prstGeom prst="rect">
            <a:avLst/>
          </a:prstGeom>
          <a:noFill/>
          <a:ln>
            <a:noFill/>
          </a:ln>
        </p:spPr>
      </p:pic>
      <p:pic>
        <p:nvPicPr>
          <p:cNvPr id="146" name="Google Shape;146;p11"/>
          <p:cNvPicPr preferRelativeResize="0"/>
          <p:nvPr/>
        </p:nvPicPr>
        <p:blipFill rotWithShape="1">
          <a:blip r:embed="rId40">
            <a:alphaModFix/>
          </a:blip>
          <a:srcRect b="18913" l="3908" r="3491" t="15983"/>
          <a:stretch/>
        </p:blipFill>
        <p:spPr>
          <a:xfrm>
            <a:off x="6061666" y="3715264"/>
            <a:ext cx="1090147" cy="231746"/>
          </a:xfrm>
          <a:prstGeom prst="rect">
            <a:avLst/>
          </a:prstGeom>
          <a:noFill/>
          <a:ln>
            <a:noFill/>
          </a:ln>
        </p:spPr>
      </p:pic>
      <p:pic>
        <p:nvPicPr>
          <p:cNvPr id="147" name="Google Shape;147;p11"/>
          <p:cNvPicPr preferRelativeResize="0"/>
          <p:nvPr/>
        </p:nvPicPr>
        <p:blipFill rotWithShape="1">
          <a:blip r:embed="rId41">
            <a:alphaModFix/>
          </a:blip>
          <a:srcRect b="0" l="0" r="0" t="0"/>
          <a:stretch/>
        </p:blipFill>
        <p:spPr>
          <a:xfrm>
            <a:off x="7201588" y="3673886"/>
            <a:ext cx="1028978" cy="314507"/>
          </a:xfrm>
          <a:prstGeom prst="rect">
            <a:avLst/>
          </a:prstGeom>
          <a:noFill/>
          <a:ln>
            <a:noFill/>
          </a:ln>
        </p:spPr>
      </p:pic>
      <p:pic>
        <p:nvPicPr>
          <p:cNvPr id="148" name="Google Shape;148;p11"/>
          <p:cNvPicPr preferRelativeResize="0"/>
          <p:nvPr/>
        </p:nvPicPr>
        <p:blipFill>
          <a:blip r:embed="rId42">
            <a:alphaModFix/>
          </a:blip>
          <a:stretch>
            <a:fillRect/>
          </a:stretch>
        </p:blipFill>
        <p:spPr>
          <a:xfrm>
            <a:off x="1029575" y="2264825"/>
            <a:ext cx="716977" cy="229305"/>
          </a:xfrm>
          <a:prstGeom prst="rect">
            <a:avLst/>
          </a:prstGeom>
          <a:noFill/>
          <a:ln>
            <a:noFill/>
          </a:ln>
        </p:spPr>
      </p:pic>
      <p:pic>
        <p:nvPicPr>
          <p:cNvPr id="149" name="Google Shape;149;p11"/>
          <p:cNvPicPr preferRelativeResize="0"/>
          <p:nvPr/>
        </p:nvPicPr>
        <p:blipFill>
          <a:blip r:embed="rId43">
            <a:alphaModFix/>
          </a:blip>
          <a:stretch>
            <a:fillRect/>
          </a:stretch>
        </p:blipFill>
        <p:spPr>
          <a:xfrm>
            <a:off x="5151579" y="3915918"/>
            <a:ext cx="497150" cy="157605"/>
          </a:xfrm>
          <a:prstGeom prst="rect">
            <a:avLst/>
          </a:prstGeom>
          <a:noFill/>
          <a:ln>
            <a:noFill/>
          </a:ln>
        </p:spPr>
      </p:pic>
      <p:pic>
        <p:nvPicPr>
          <p:cNvPr id="150" name="Google Shape;150;p11"/>
          <p:cNvPicPr preferRelativeResize="0"/>
          <p:nvPr/>
        </p:nvPicPr>
        <p:blipFill rotWithShape="1">
          <a:blip r:embed="rId44">
            <a:alphaModFix/>
          </a:blip>
          <a:srcRect b="32451" l="0" r="0" t="32455"/>
          <a:stretch/>
        </p:blipFill>
        <p:spPr>
          <a:xfrm>
            <a:off x="6522975" y="4026000"/>
            <a:ext cx="1054917" cy="207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155" name="Shape 155"/>
        <p:cNvGrpSpPr/>
        <p:nvPr/>
      </p:nvGrpSpPr>
      <p:grpSpPr>
        <a:xfrm>
          <a:off x="0" y="0"/>
          <a:ext cx="0" cy="0"/>
          <a:chOff x="0" y="0"/>
          <a:chExt cx="0" cy="0"/>
        </a:xfrm>
      </p:grpSpPr>
      <p:sp>
        <p:nvSpPr>
          <p:cNvPr id="156" name="Google Shape;156;p12"/>
          <p:cNvSpPr txBox="1"/>
          <p:nvPr/>
        </p:nvSpPr>
        <p:spPr>
          <a:xfrm>
            <a:off x="571500" y="4577080"/>
            <a:ext cx="2032000" cy="1854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2D5BFF"/>
                </a:solidFill>
                <a:latin typeface="Montserrat"/>
                <a:ea typeface="Montserrat"/>
                <a:cs typeface="Montserrat"/>
                <a:sym typeface="Montserrat"/>
              </a:rPr>
              <a:t>neoconsulting.ai</a:t>
            </a:r>
            <a:endParaRPr b="0" i="0" sz="1400" u="none" cap="none" strike="noStrike">
              <a:solidFill>
                <a:srgbClr val="000000"/>
              </a:solidFill>
              <a:latin typeface="Arial"/>
              <a:ea typeface="Arial"/>
              <a:cs typeface="Arial"/>
              <a:sym typeface="Arial"/>
            </a:endParaRPr>
          </a:p>
        </p:txBody>
      </p:sp>
      <p:sp>
        <p:nvSpPr>
          <p:cNvPr id="157" name="Google Shape;157;p12"/>
          <p:cNvSpPr txBox="1"/>
          <p:nvPr/>
        </p:nvSpPr>
        <p:spPr>
          <a:xfrm>
            <a:off x="571500" y="850900"/>
            <a:ext cx="8001000" cy="193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2D5BFF"/>
                </a:solidFill>
                <a:latin typeface="Montserrat SemiBold"/>
                <a:ea typeface="Montserrat SemiBold"/>
                <a:cs typeface="Montserrat SemiBold"/>
                <a:sym typeface="Montserrat SemiBold"/>
              </a:rPr>
              <a:t>CONTENIDO</a:t>
            </a:r>
            <a:endParaRPr b="0" i="0" sz="1400" u="none" cap="none" strike="noStrike">
              <a:solidFill>
                <a:srgbClr val="000000"/>
              </a:solidFill>
              <a:latin typeface="Arial"/>
              <a:ea typeface="Arial"/>
              <a:cs typeface="Arial"/>
              <a:sym typeface="Arial"/>
            </a:endParaRPr>
          </a:p>
        </p:txBody>
      </p:sp>
      <p:sp>
        <p:nvSpPr>
          <p:cNvPr id="158" name="Google Shape;158;p12"/>
          <p:cNvSpPr txBox="1"/>
          <p:nvPr/>
        </p:nvSpPr>
        <p:spPr>
          <a:xfrm>
            <a:off x="571500" y="1088390"/>
            <a:ext cx="8001000" cy="32943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0000"/>
              </a:buClr>
              <a:buSzPts val="2100"/>
              <a:buFont typeface="Arial"/>
              <a:buNone/>
            </a:pPr>
            <a:r>
              <a:rPr b="0" i="0" lang="en-US" sz="2100" u="none" cap="none" strike="noStrike">
                <a:solidFill>
                  <a:srgbClr val="000033"/>
                </a:solidFill>
                <a:latin typeface="Montserrat ExtraBold"/>
                <a:ea typeface="Montserrat ExtraBold"/>
                <a:cs typeface="Montserrat ExtraBold"/>
                <a:sym typeface="Montserrat ExtraBold"/>
              </a:rPr>
              <a:t>Agenda</a:t>
            </a:r>
            <a:endParaRPr b="0" i="0" sz="1400" u="none" cap="none" strike="noStrike">
              <a:solidFill>
                <a:srgbClr val="000000"/>
              </a:solidFill>
              <a:latin typeface="Arial"/>
              <a:ea typeface="Arial"/>
              <a:cs typeface="Arial"/>
              <a:sym typeface="Arial"/>
            </a:endParaRPr>
          </a:p>
        </p:txBody>
      </p:sp>
      <p:sp>
        <p:nvSpPr>
          <p:cNvPr id="159" name="Google Shape;159;p12"/>
          <p:cNvSpPr/>
          <p:nvPr/>
        </p:nvSpPr>
        <p:spPr>
          <a:xfrm>
            <a:off x="589800" y="1740390"/>
            <a:ext cx="2557200" cy="512100"/>
          </a:xfrm>
          <a:prstGeom prst="roundRect">
            <a:avLst>
              <a:gd fmla="val 1428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12"/>
          <p:cNvSpPr txBox="1"/>
          <p:nvPr/>
        </p:nvSpPr>
        <p:spPr>
          <a:xfrm>
            <a:off x="772680" y="1831830"/>
            <a:ext cx="3657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01</a:t>
            </a:r>
            <a:endParaRPr b="0" i="0" sz="1200" u="none" cap="none" strike="noStrike">
              <a:solidFill>
                <a:srgbClr val="000000"/>
              </a:solidFill>
              <a:latin typeface="Calibri"/>
              <a:ea typeface="Calibri"/>
              <a:cs typeface="Calibri"/>
              <a:sym typeface="Calibri"/>
            </a:endParaRPr>
          </a:p>
        </p:txBody>
      </p:sp>
      <p:sp>
        <p:nvSpPr>
          <p:cNvPr id="161" name="Google Shape;161;p12"/>
          <p:cNvSpPr txBox="1"/>
          <p:nvPr/>
        </p:nvSpPr>
        <p:spPr>
          <a:xfrm>
            <a:off x="1193304" y="1831830"/>
            <a:ext cx="1770900" cy="3291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33"/>
              </a:buClr>
              <a:buSzPts val="1200"/>
              <a:buFont typeface="Montserrat SemiBold"/>
              <a:buNone/>
            </a:pPr>
            <a:r>
              <a:rPr b="1" i="0" lang="en-US" sz="1200" u="none" cap="none" strike="noStrike">
                <a:solidFill>
                  <a:srgbClr val="000033"/>
                </a:solidFill>
                <a:latin typeface="Montserrat SemiBold"/>
                <a:ea typeface="Montserrat SemiBold"/>
                <a:cs typeface="Montserrat SemiBold"/>
                <a:sym typeface="Montserrat SemiBold"/>
              </a:rPr>
              <a:t>Contexto </a:t>
            </a:r>
            <a:endParaRPr b="0" i="0" sz="1200" u="none" cap="none" strike="noStrike">
              <a:solidFill>
                <a:srgbClr val="000000"/>
              </a:solidFill>
              <a:latin typeface="Calibri"/>
              <a:ea typeface="Calibri"/>
              <a:cs typeface="Calibri"/>
              <a:sym typeface="Calibri"/>
            </a:endParaRPr>
          </a:p>
        </p:txBody>
      </p:sp>
      <p:sp>
        <p:nvSpPr>
          <p:cNvPr id="162" name="Google Shape;162;p12"/>
          <p:cNvSpPr/>
          <p:nvPr/>
        </p:nvSpPr>
        <p:spPr>
          <a:xfrm>
            <a:off x="589864" y="2395990"/>
            <a:ext cx="2557200" cy="512100"/>
          </a:xfrm>
          <a:prstGeom prst="roundRect">
            <a:avLst>
              <a:gd fmla="val 1428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12"/>
          <p:cNvSpPr txBox="1"/>
          <p:nvPr/>
        </p:nvSpPr>
        <p:spPr>
          <a:xfrm>
            <a:off x="772744" y="2487430"/>
            <a:ext cx="3657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02</a:t>
            </a:r>
            <a:endParaRPr b="0" i="0" sz="1200" u="none" cap="none" strike="noStrike">
              <a:solidFill>
                <a:srgbClr val="000000"/>
              </a:solidFill>
              <a:latin typeface="Calibri"/>
              <a:ea typeface="Calibri"/>
              <a:cs typeface="Calibri"/>
              <a:sym typeface="Calibri"/>
            </a:endParaRPr>
          </a:p>
        </p:txBody>
      </p:sp>
      <p:sp>
        <p:nvSpPr>
          <p:cNvPr id="164" name="Google Shape;164;p12"/>
          <p:cNvSpPr txBox="1"/>
          <p:nvPr/>
        </p:nvSpPr>
        <p:spPr>
          <a:xfrm>
            <a:off x="1193368" y="2487430"/>
            <a:ext cx="1770900" cy="3291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33"/>
              </a:buClr>
              <a:buSzPts val="1200"/>
              <a:buFont typeface="Montserrat SemiBold"/>
              <a:buNone/>
            </a:pPr>
            <a:r>
              <a:rPr b="1" i="0" lang="en-US" sz="1200" u="none" cap="none" strike="noStrike">
                <a:solidFill>
                  <a:srgbClr val="000033"/>
                </a:solidFill>
                <a:latin typeface="Montserrat SemiBold"/>
                <a:ea typeface="Montserrat SemiBold"/>
                <a:cs typeface="Montserrat SemiBold"/>
                <a:sym typeface="Montserrat SemiBold"/>
              </a:rPr>
              <a:t>Diagnóstico</a:t>
            </a:r>
            <a:endParaRPr b="0" i="0" sz="1200" u="none" cap="none" strike="noStrike">
              <a:solidFill>
                <a:srgbClr val="000000"/>
              </a:solidFill>
              <a:latin typeface="Calibri"/>
              <a:ea typeface="Calibri"/>
              <a:cs typeface="Calibri"/>
              <a:sym typeface="Calibri"/>
            </a:endParaRPr>
          </a:p>
        </p:txBody>
      </p:sp>
      <p:sp>
        <p:nvSpPr>
          <p:cNvPr id="165" name="Google Shape;165;p12"/>
          <p:cNvSpPr/>
          <p:nvPr/>
        </p:nvSpPr>
        <p:spPr>
          <a:xfrm>
            <a:off x="589803" y="3051640"/>
            <a:ext cx="2557200" cy="512100"/>
          </a:xfrm>
          <a:prstGeom prst="roundRect">
            <a:avLst>
              <a:gd fmla="val 1428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12"/>
          <p:cNvSpPr txBox="1"/>
          <p:nvPr/>
        </p:nvSpPr>
        <p:spPr>
          <a:xfrm>
            <a:off x="772683" y="3143080"/>
            <a:ext cx="3657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03</a:t>
            </a:r>
            <a:endParaRPr b="0" i="0" sz="1200" u="none" cap="none" strike="noStrike">
              <a:solidFill>
                <a:srgbClr val="000000"/>
              </a:solidFill>
              <a:latin typeface="Calibri"/>
              <a:ea typeface="Calibri"/>
              <a:cs typeface="Calibri"/>
              <a:sym typeface="Calibri"/>
            </a:endParaRPr>
          </a:p>
        </p:txBody>
      </p:sp>
      <p:sp>
        <p:nvSpPr>
          <p:cNvPr id="167" name="Google Shape;167;p12"/>
          <p:cNvSpPr txBox="1"/>
          <p:nvPr/>
        </p:nvSpPr>
        <p:spPr>
          <a:xfrm>
            <a:off x="1193307" y="3143080"/>
            <a:ext cx="1770900" cy="3291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33"/>
              </a:buClr>
              <a:buSzPts val="1200"/>
              <a:buFont typeface="Montserrat SemiBold"/>
              <a:buNone/>
            </a:pPr>
            <a:r>
              <a:rPr b="1" i="0" lang="en-US" sz="1200" u="none" cap="none" strike="noStrike">
                <a:solidFill>
                  <a:srgbClr val="000033"/>
                </a:solidFill>
                <a:latin typeface="Montserrat SemiBold"/>
                <a:ea typeface="Montserrat SemiBold"/>
                <a:cs typeface="Montserrat SemiBold"/>
                <a:sym typeface="Montserrat SemiBold"/>
              </a:rPr>
              <a:t>El reto</a:t>
            </a:r>
            <a:endParaRPr b="0" i="0" sz="1200" u="none" cap="none" strike="noStrike">
              <a:solidFill>
                <a:srgbClr val="000000"/>
              </a:solidFill>
              <a:latin typeface="Calibri"/>
              <a:ea typeface="Calibri"/>
              <a:cs typeface="Calibri"/>
              <a:sym typeface="Calibri"/>
            </a:endParaRPr>
          </a:p>
        </p:txBody>
      </p:sp>
      <p:sp>
        <p:nvSpPr>
          <p:cNvPr id="168" name="Google Shape;168;p12"/>
          <p:cNvSpPr/>
          <p:nvPr/>
        </p:nvSpPr>
        <p:spPr>
          <a:xfrm>
            <a:off x="589800" y="3660607"/>
            <a:ext cx="2557200" cy="512100"/>
          </a:xfrm>
          <a:prstGeom prst="roundRect">
            <a:avLst>
              <a:gd fmla="val 1428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12"/>
          <p:cNvSpPr txBox="1"/>
          <p:nvPr/>
        </p:nvSpPr>
        <p:spPr>
          <a:xfrm>
            <a:off x="772680" y="3752048"/>
            <a:ext cx="3657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04</a:t>
            </a:r>
            <a:endParaRPr b="0" i="0" sz="1200" u="none" cap="none" strike="noStrike">
              <a:solidFill>
                <a:srgbClr val="000000"/>
              </a:solidFill>
              <a:latin typeface="Calibri"/>
              <a:ea typeface="Calibri"/>
              <a:cs typeface="Calibri"/>
              <a:sym typeface="Calibri"/>
            </a:endParaRPr>
          </a:p>
        </p:txBody>
      </p:sp>
      <p:sp>
        <p:nvSpPr>
          <p:cNvPr id="170" name="Google Shape;170;p12"/>
          <p:cNvSpPr txBox="1"/>
          <p:nvPr/>
        </p:nvSpPr>
        <p:spPr>
          <a:xfrm>
            <a:off x="1193300" y="3752050"/>
            <a:ext cx="1974300" cy="3291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33"/>
              </a:buClr>
              <a:buSzPts val="1200"/>
              <a:buFont typeface="Montserrat SemiBold"/>
              <a:buNone/>
            </a:pPr>
            <a:r>
              <a:rPr b="1" lang="en-US" sz="1200">
                <a:solidFill>
                  <a:srgbClr val="000033"/>
                </a:solidFill>
                <a:latin typeface="Montserrat SemiBold"/>
                <a:ea typeface="Montserrat SemiBold"/>
                <a:cs typeface="Montserrat SemiBold"/>
                <a:sym typeface="Montserrat SemiBold"/>
              </a:rPr>
              <a:t>Nuestra Propuesta</a:t>
            </a:r>
            <a:endParaRPr b="0" i="0" sz="1200" u="none" cap="none" strike="noStrike">
              <a:solidFill>
                <a:srgbClr val="000000"/>
              </a:solidFill>
              <a:latin typeface="Calibri"/>
              <a:ea typeface="Calibri"/>
              <a:cs typeface="Calibri"/>
              <a:sym typeface="Calibri"/>
            </a:endParaRPr>
          </a:p>
        </p:txBody>
      </p:sp>
      <p:sp>
        <p:nvSpPr>
          <p:cNvPr id="171" name="Google Shape;171;p12"/>
          <p:cNvSpPr/>
          <p:nvPr/>
        </p:nvSpPr>
        <p:spPr>
          <a:xfrm>
            <a:off x="3311664" y="1746858"/>
            <a:ext cx="2557200" cy="512100"/>
          </a:xfrm>
          <a:prstGeom prst="roundRect">
            <a:avLst>
              <a:gd fmla="val 1428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2"/>
          <p:cNvSpPr txBox="1"/>
          <p:nvPr/>
        </p:nvSpPr>
        <p:spPr>
          <a:xfrm>
            <a:off x="3494544" y="1838297"/>
            <a:ext cx="3657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05</a:t>
            </a:r>
            <a:endParaRPr b="0" i="0" sz="1200" u="none" cap="none" strike="noStrike">
              <a:solidFill>
                <a:srgbClr val="000000"/>
              </a:solidFill>
              <a:latin typeface="Calibri"/>
              <a:ea typeface="Calibri"/>
              <a:cs typeface="Calibri"/>
              <a:sym typeface="Calibri"/>
            </a:endParaRPr>
          </a:p>
        </p:txBody>
      </p:sp>
      <p:sp>
        <p:nvSpPr>
          <p:cNvPr id="173" name="Google Shape;173;p12"/>
          <p:cNvSpPr txBox="1"/>
          <p:nvPr/>
        </p:nvSpPr>
        <p:spPr>
          <a:xfrm>
            <a:off x="3915168" y="1838297"/>
            <a:ext cx="1770900" cy="3291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33"/>
              </a:buClr>
              <a:buSzPts val="1200"/>
              <a:buFont typeface="Montserrat SemiBold"/>
              <a:buNone/>
            </a:pPr>
            <a:r>
              <a:rPr b="1" i="0" lang="en-US" sz="1200" u="none" cap="none" strike="noStrike">
                <a:solidFill>
                  <a:srgbClr val="000033"/>
                </a:solidFill>
                <a:latin typeface="Montserrat SemiBold"/>
                <a:ea typeface="Montserrat SemiBold"/>
                <a:cs typeface="Montserrat SemiBold"/>
                <a:sym typeface="Montserrat SemiBold"/>
              </a:rPr>
              <a:t>Proceso General</a:t>
            </a:r>
            <a:endParaRPr b="0" i="0" sz="1200" u="none" cap="none" strike="noStrike">
              <a:solidFill>
                <a:srgbClr val="000000"/>
              </a:solidFill>
              <a:latin typeface="Calibri"/>
              <a:ea typeface="Calibri"/>
              <a:cs typeface="Calibri"/>
              <a:sym typeface="Calibri"/>
            </a:endParaRPr>
          </a:p>
        </p:txBody>
      </p:sp>
      <p:sp>
        <p:nvSpPr>
          <p:cNvPr id="174" name="Google Shape;174;p12"/>
          <p:cNvSpPr/>
          <p:nvPr/>
        </p:nvSpPr>
        <p:spPr>
          <a:xfrm>
            <a:off x="3311641" y="2410270"/>
            <a:ext cx="2557200" cy="512100"/>
          </a:xfrm>
          <a:prstGeom prst="roundRect">
            <a:avLst>
              <a:gd fmla="val 1428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12"/>
          <p:cNvSpPr txBox="1"/>
          <p:nvPr/>
        </p:nvSpPr>
        <p:spPr>
          <a:xfrm>
            <a:off x="3494521" y="2501710"/>
            <a:ext cx="3657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06</a:t>
            </a:r>
            <a:endParaRPr b="0" i="0" sz="1200" u="none" cap="none" strike="noStrike">
              <a:solidFill>
                <a:srgbClr val="000000"/>
              </a:solidFill>
              <a:latin typeface="Calibri"/>
              <a:ea typeface="Calibri"/>
              <a:cs typeface="Calibri"/>
              <a:sym typeface="Calibri"/>
            </a:endParaRPr>
          </a:p>
        </p:txBody>
      </p:sp>
      <p:sp>
        <p:nvSpPr>
          <p:cNvPr id="176" name="Google Shape;176;p12"/>
          <p:cNvSpPr txBox="1"/>
          <p:nvPr/>
        </p:nvSpPr>
        <p:spPr>
          <a:xfrm>
            <a:off x="3915145" y="2501710"/>
            <a:ext cx="1770900" cy="3291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33"/>
              </a:buClr>
              <a:buSzPts val="1200"/>
              <a:buFont typeface="Montserrat SemiBold"/>
              <a:buNone/>
            </a:pPr>
            <a:r>
              <a:rPr b="1" i="0" lang="en-US" sz="1200" u="none" cap="none" strike="noStrike">
                <a:solidFill>
                  <a:srgbClr val="000033"/>
                </a:solidFill>
                <a:latin typeface="Montserrat SemiBold"/>
                <a:ea typeface="Montserrat SemiBold"/>
                <a:cs typeface="Montserrat SemiBold"/>
                <a:sym typeface="Montserrat SemiBold"/>
              </a:rPr>
              <a:t>Detalle del proceso</a:t>
            </a:r>
            <a:endParaRPr b="1" i="0" sz="1200" u="none" cap="none" strike="noStrike">
              <a:solidFill>
                <a:srgbClr val="000033"/>
              </a:solidFill>
              <a:latin typeface="Montserrat SemiBold"/>
              <a:ea typeface="Montserrat SemiBold"/>
              <a:cs typeface="Montserrat SemiBold"/>
              <a:sym typeface="Montserrat SemiBold"/>
            </a:endParaRPr>
          </a:p>
        </p:txBody>
      </p:sp>
      <p:sp>
        <p:nvSpPr>
          <p:cNvPr id="177" name="Google Shape;177;p12"/>
          <p:cNvSpPr/>
          <p:nvPr/>
        </p:nvSpPr>
        <p:spPr>
          <a:xfrm>
            <a:off x="3311650" y="3051563"/>
            <a:ext cx="2557200" cy="512100"/>
          </a:xfrm>
          <a:prstGeom prst="roundRect">
            <a:avLst>
              <a:gd fmla="val 1428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12"/>
          <p:cNvSpPr txBox="1"/>
          <p:nvPr/>
        </p:nvSpPr>
        <p:spPr>
          <a:xfrm>
            <a:off x="3494530" y="3143003"/>
            <a:ext cx="3657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07</a:t>
            </a:r>
            <a:endParaRPr b="0" i="0" sz="1200" u="none" cap="none" strike="noStrike">
              <a:solidFill>
                <a:srgbClr val="000000"/>
              </a:solidFill>
              <a:latin typeface="Calibri"/>
              <a:ea typeface="Calibri"/>
              <a:cs typeface="Calibri"/>
              <a:sym typeface="Calibri"/>
            </a:endParaRPr>
          </a:p>
        </p:txBody>
      </p:sp>
      <p:sp>
        <p:nvSpPr>
          <p:cNvPr id="179" name="Google Shape;179;p12"/>
          <p:cNvSpPr txBox="1"/>
          <p:nvPr/>
        </p:nvSpPr>
        <p:spPr>
          <a:xfrm>
            <a:off x="3915154" y="3143003"/>
            <a:ext cx="1770900" cy="3291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33"/>
              </a:buClr>
              <a:buSzPts val="1200"/>
              <a:buFont typeface="Montserrat SemiBold"/>
              <a:buNone/>
            </a:pPr>
            <a:r>
              <a:rPr b="1" lang="en-US" sz="1200">
                <a:solidFill>
                  <a:srgbClr val="000033"/>
                </a:solidFill>
                <a:latin typeface="Montserrat SemiBold"/>
                <a:ea typeface="Montserrat SemiBold"/>
                <a:cs typeface="Montserrat SemiBold"/>
                <a:sym typeface="Montserrat SemiBold"/>
              </a:rPr>
              <a:t>Temario Tentativo</a:t>
            </a:r>
            <a:endParaRPr b="0" i="0" sz="1200" u="none" cap="none" strike="noStrike">
              <a:solidFill>
                <a:srgbClr val="000000"/>
              </a:solidFill>
              <a:latin typeface="Calibri"/>
              <a:ea typeface="Calibri"/>
              <a:cs typeface="Calibri"/>
              <a:sym typeface="Calibri"/>
            </a:endParaRPr>
          </a:p>
        </p:txBody>
      </p:sp>
      <p:sp>
        <p:nvSpPr>
          <p:cNvPr id="180" name="Google Shape;180;p12"/>
          <p:cNvSpPr/>
          <p:nvPr/>
        </p:nvSpPr>
        <p:spPr>
          <a:xfrm>
            <a:off x="6033414" y="2410263"/>
            <a:ext cx="2557200" cy="512100"/>
          </a:xfrm>
          <a:prstGeom prst="roundRect">
            <a:avLst>
              <a:gd fmla="val 1428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12"/>
          <p:cNvSpPr txBox="1"/>
          <p:nvPr/>
        </p:nvSpPr>
        <p:spPr>
          <a:xfrm>
            <a:off x="6216294" y="2501703"/>
            <a:ext cx="3657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200"/>
              <a:buFont typeface="Montserrat SemiBold"/>
              <a:buNone/>
            </a:pPr>
            <a:r>
              <a:rPr b="1" lang="en-US" sz="1200">
                <a:solidFill>
                  <a:srgbClr val="2B5BFC"/>
                </a:solidFill>
                <a:latin typeface="Montserrat SemiBold"/>
                <a:ea typeface="Montserrat SemiBold"/>
                <a:cs typeface="Montserrat SemiBold"/>
                <a:sym typeface="Montserrat SemiBold"/>
              </a:rPr>
              <a:t>1</a:t>
            </a:r>
            <a:r>
              <a:rPr b="1" i="0" lang="en-US" sz="1200" u="none" cap="none" strike="noStrike">
                <a:solidFill>
                  <a:srgbClr val="2B5BFC"/>
                </a:solidFill>
                <a:latin typeface="Montserrat SemiBold"/>
                <a:ea typeface="Montserrat SemiBold"/>
                <a:cs typeface="Montserrat SemiBold"/>
                <a:sym typeface="Montserrat SemiBold"/>
              </a:rPr>
              <a:t>0</a:t>
            </a:r>
            <a:endParaRPr b="0" i="0" sz="1200" u="none" cap="none" strike="noStrike">
              <a:solidFill>
                <a:srgbClr val="000000"/>
              </a:solidFill>
              <a:latin typeface="Calibri"/>
              <a:ea typeface="Calibri"/>
              <a:cs typeface="Calibri"/>
              <a:sym typeface="Calibri"/>
            </a:endParaRPr>
          </a:p>
        </p:txBody>
      </p:sp>
      <p:sp>
        <p:nvSpPr>
          <p:cNvPr id="182" name="Google Shape;182;p12"/>
          <p:cNvSpPr txBox="1"/>
          <p:nvPr/>
        </p:nvSpPr>
        <p:spPr>
          <a:xfrm>
            <a:off x="6636918" y="2501703"/>
            <a:ext cx="1770900" cy="3291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33"/>
              </a:buClr>
              <a:buSzPts val="1200"/>
              <a:buFont typeface="Montserrat SemiBold"/>
              <a:buNone/>
            </a:pPr>
            <a:r>
              <a:rPr b="1" i="0" lang="en-US" sz="1200" u="none" cap="none" strike="noStrike">
                <a:solidFill>
                  <a:srgbClr val="000033"/>
                </a:solidFill>
                <a:latin typeface="Montserrat SemiBold"/>
                <a:ea typeface="Montserrat SemiBold"/>
                <a:cs typeface="Montserrat SemiBold"/>
                <a:sym typeface="Montserrat SemiBold"/>
              </a:rPr>
              <a:t>Consideraciones</a:t>
            </a:r>
            <a:endParaRPr b="0" i="0" sz="1200" u="none" cap="none" strike="noStrike">
              <a:solidFill>
                <a:srgbClr val="000000"/>
              </a:solidFill>
              <a:latin typeface="Calibri"/>
              <a:ea typeface="Calibri"/>
              <a:cs typeface="Calibri"/>
              <a:sym typeface="Calibri"/>
            </a:endParaRPr>
          </a:p>
        </p:txBody>
      </p:sp>
      <p:sp>
        <p:nvSpPr>
          <p:cNvPr id="183" name="Google Shape;183;p12"/>
          <p:cNvSpPr/>
          <p:nvPr/>
        </p:nvSpPr>
        <p:spPr>
          <a:xfrm>
            <a:off x="3325428" y="3660550"/>
            <a:ext cx="2557200" cy="512100"/>
          </a:xfrm>
          <a:prstGeom prst="roundRect">
            <a:avLst>
              <a:gd fmla="val 1428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12"/>
          <p:cNvSpPr txBox="1"/>
          <p:nvPr/>
        </p:nvSpPr>
        <p:spPr>
          <a:xfrm>
            <a:off x="3508308" y="3751990"/>
            <a:ext cx="3657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200"/>
              <a:buFont typeface="Montserrat SemiBold"/>
              <a:buNone/>
            </a:pPr>
            <a:r>
              <a:rPr b="1" lang="en-US" sz="1200">
                <a:solidFill>
                  <a:srgbClr val="2B5BFC"/>
                </a:solidFill>
                <a:latin typeface="Montserrat SemiBold"/>
                <a:ea typeface="Montserrat SemiBold"/>
                <a:cs typeface="Montserrat SemiBold"/>
                <a:sym typeface="Montserrat SemiBold"/>
              </a:rPr>
              <a:t>08</a:t>
            </a:r>
            <a:endParaRPr b="0" i="0" sz="1200" u="none" cap="none" strike="noStrike">
              <a:solidFill>
                <a:srgbClr val="000000"/>
              </a:solidFill>
              <a:latin typeface="Calibri"/>
              <a:ea typeface="Calibri"/>
              <a:cs typeface="Calibri"/>
              <a:sym typeface="Calibri"/>
            </a:endParaRPr>
          </a:p>
        </p:txBody>
      </p:sp>
      <p:sp>
        <p:nvSpPr>
          <p:cNvPr id="185" name="Google Shape;185;p12"/>
          <p:cNvSpPr txBox="1"/>
          <p:nvPr/>
        </p:nvSpPr>
        <p:spPr>
          <a:xfrm>
            <a:off x="3928932" y="3751990"/>
            <a:ext cx="1770900" cy="3291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33"/>
              </a:buClr>
              <a:buSzPts val="1200"/>
              <a:buFont typeface="Montserrat SemiBold"/>
              <a:buNone/>
            </a:pPr>
            <a:r>
              <a:rPr b="1" lang="en-US" sz="1200">
                <a:solidFill>
                  <a:srgbClr val="000033"/>
                </a:solidFill>
                <a:latin typeface="Montserrat SemiBold"/>
                <a:ea typeface="Montserrat SemiBold"/>
                <a:cs typeface="Montserrat SemiBold"/>
                <a:sym typeface="Montserrat SemiBold"/>
              </a:rPr>
              <a:t>Cronograma e Inversión</a:t>
            </a:r>
            <a:endParaRPr b="0" i="0" sz="1200" u="none" cap="none" strike="noStrike">
              <a:solidFill>
                <a:srgbClr val="000000"/>
              </a:solidFill>
              <a:latin typeface="Calibri"/>
              <a:ea typeface="Calibri"/>
              <a:cs typeface="Calibri"/>
              <a:sym typeface="Calibri"/>
            </a:endParaRPr>
          </a:p>
        </p:txBody>
      </p:sp>
      <p:sp>
        <p:nvSpPr>
          <p:cNvPr id="186" name="Google Shape;186;p12"/>
          <p:cNvSpPr/>
          <p:nvPr/>
        </p:nvSpPr>
        <p:spPr>
          <a:xfrm>
            <a:off x="6040438" y="3048255"/>
            <a:ext cx="2557200" cy="512100"/>
          </a:xfrm>
          <a:prstGeom prst="roundRect">
            <a:avLst>
              <a:gd fmla="val 1428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12"/>
          <p:cNvSpPr txBox="1"/>
          <p:nvPr/>
        </p:nvSpPr>
        <p:spPr>
          <a:xfrm>
            <a:off x="6223318" y="3139695"/>
            <a:ext cx="3657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11</a:t>
            </a:r>
            <a:endParaRPr b="0" i="0" sz="1200" u="none" cap="none" strike="noStrike">
              <a:solidFill>
                <a:srgbClr val="000000"/>
              </a:solidFill>
              <a:latin typeface="Calibri"/>
              <a:ea typeface="Calibri"/>
              <a:cs typeface="Calibri"/>
              <a:sym typeface="Calibri"/>
            </a:endParaRPr>
          </a:p>
        </p:txBody>
      </p:sp>
      <p:sp>
        <p:nvSpPr>
          <p:cNvPr id="188" name="Google Shape;188;p12"/>
          <p:cNvSpPr txBox="1"/>
          <p:nvPr/>
        </p:nvSpPr>
        <p:spPr>
          <a:xfrm>
            <a:off x="6643941" y="3139695"/>
            <a:ext cx="1770900" cy="3291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33"/>
              </a:buClr>
              <a:buSzPts val="1200"/>
              <a:buFont typeface="Montserrat SemiBold"/>
              <a:buNone/>
            </a:pPr>
            <a:r>
              <a:rPr b="1" i="0" lang="en-US" sz="1200" u="none" cap="none" strike="noStrike">
                <a:solidFill>
                  <a:srgbClr val="000033"/>
                </a:solidFill>
                <a:latin typeface="Montserrat SemiBold"/>
                <a:ea typeface="Montserrat SemiBold"/>
                <a:cs typeface="Montserrat SemiBold"/>
                <a:sym typeface="Montserrat SemiBold"/>
              </a:rPr>
              <a:t>El equipo </a:t>
            </a:r>
            <a:r>
              <a:rPr b="1" lang="en-US" sz="1200">
                <a:solidFill>
                  <a:srgbClr val="000033"/>
                </a:solidFill>
                <a:latin typeface="Montserrat SemiBold"/>
                <a:ea typeface="Montserrat SemiBold"/>
                <a:cs typeface="Montserrat SemiBold"/>
                <a:sym typeface="Montserrat SemiBold"/>
              </a:rPr>
              <a:t>A</a:t>
            </a:r>
            <a:r>
              <a:rPr b="1" i="0" lang="en-US" sz="1200" u="none" cap="none" strike="noStrike">
                <a:solidFill>
                  <a:srgbClr val="000033"/>
                </a:solidFill>
                <a:latin typeface="Montserrat SemiBold"/>
                <a:ea typeface="Montserrat SemiBold"/>
                <a:cs typeface="Montserrat SemiBold"/>
                <a:sym typeface="Montserrat SemiBold"/>
              </a:rPr>
              <a:t>signado</a:t>
            </a:r>
            <a:endParaRPr b="0" i="0" sz="1200" u="none" cap="none" strike="noStrike">
              <a:solidFill>
                <a:srgbClr val="000000"/>
              </a:solidFill>
              <a:latin typeface="Calibri"/>
              <a:ea typeface="Calibri"/>
              <a:cs typeface="Calibri"/>
              <a:sym typeface="Calibri"/>
            </a:endParaRPr>
          </a:p>
        </p:txBody>
      </p:sp>
      <p:sp>
        <p:nvSpPr>
          <p:cNvPr id="189" name="Google Shape;189;p12"/>
          <p:cNvSpPr/>
          <p:nvPr/>
        </p:nvSpPr>
        <p:spPr>
          <a:xfrm>
            <a:off x="6040439" y="3703893"/>
            <a:ext cx="2557200" cy="512100"/>
          </a:xfrm>
          <a:prstGeom prst="roundRect">
            <a:avLst>
              <a:gd fmla="val 1428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12"/>
          <p:cNvSpPr txBox="1"/>
          <p:nvPr/>
        </p:nvSpPr>
        <p:spPr>
          <a:xfrm>
            <a:off x="6223319" y="3795333"/>
            <a:ext cx="3657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12</a:t>
            </a:r>
            <a:endParaRPr b="0" i="0" sz="1200" u="none" cap="none" strike="noStrike">
              <a:solidFill>
                <a:srgbClr val="000000"/>
              </a:solidFill>
              <a:latin typeface="Calibri"/>
              <a:ea typeface="Calibri"/>
              <a:cs typeface="Calibri"/>
              <a:sym typeface="Calibri"/>
            </a:endParaRPr>
          </a:p>
        </p:txBody>
      </p:sp>
      <p:sp>
        <p:nvSpPr>
          <p:cNvPr id="191" name="Google Shape;191;p12"/>
          <p:cNvSpPr txBox="1"/>
          <p:nvPr/>
        </p:nvSpPr>
        <p:spPr>
          <a:xfrm>
            <a:off x="6643943" y="3795333"/>
            <a:ext cx="1770900" cy="3291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33"/>
              </a:buClr>
              <a:buSzPts val="1200"/>
              <a:buFont typeface="Montserrat SemiBold"/>
              <a:buNone/>
            </a:pPr>
            <a:r>
              <a:rPr b="1" lang="en-US" sz="1200">
                <a:solidFill>
                  <a:srgbClr val="000033"/>
                </a:solidFill>
                <a:latin typeface="Montserrat SemiBold"/>
                <a:ea typeface="Montserrat SemiBold"/>
                <a:cs typeface="Montserrat SemiBold"/>
                <a:sym typeface="Montserrat SemiBold"/>
              </a:rPr>
              <a:t>Casos similares</a:t>
            </a:r>
            <a:endParaRPr b="0" i="0" sz="1200" u="none" cap="none" strike="noStrike">
              <a:solidFill>
                <a:srgbClr val="000000"/>
              </a:solidFill>
              <a:latin typeface="Calibri"/>
              <a:ea typeface="Calibri"/>
              <a:cs typeface="Calibri"/>
              <a:sym typeface="Calibri"/>
            </a:endParaRPr>
          </a:p>
        </p:txBody>
      </p:sp>
      <p:sp>
        <p:nvSpPr>
          <p:cNvPr id="192" name="Google Shape;192;p12"/>
          <p:cNvSpPr/>
          <p:nvPr/>
        </p:nvSpPr>
        <p:spPr>
          <a:xfrm>
            <a:off x="6033539" y="1749938"/>
            <a:ext cx="2557200" cy="512100"/>
          </a:xfrm>
          <a:prstGeom prst="roundRect">
            <a:avLst>
              <a:gd fmla="val 1428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12"/>
          <p:cNvSpPr txBox="1"/>
          <p:nvPr/>
        </p:nvSpPr>
        <p:spPr>
          <a:xfrm>
            <a:off x="6216419" y="1841378"/>
            <a:ext cx="3657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200"/>
              <a:buFont typeface="Montserrat SemiBold"/>
              <a:buNone/>
            </a:pPr>
            <a:r>
              <a:rPr b="1" lang="en-US" sz="1200">
                <a:solidFill>
                  <a:srgbClr val="2B5BFC"/>
                </a:solidFill>
                <a:latin typeface="Montserrat SemiBold"/>
                <a:ea typeface="Montserrat SemiBold"/>
                <a:cs typeface="Montserrat SemiBold"/>
                <a:sym typeface="Montserrat SemiBold"/>
              </a:rPr>
              <a:t>09</a:t>
            </a:r>
            <a:endParaRPr b="0" i="0" sz="1200" u="none" cap="none" strike="noStrike">
              <a:solidFill>
                <a:srgbClr val="000000"/>
              </a:solidFill>
              <a:latin typeface="Calibri"/>
              <a:ea typeface="Calibri"/>
              <a:cs typeface="Calibri"/>
              <a:sym typeface="Calibri"/>
            </a:endParaRPr>
          </a:p>
        </p:txBody>
      </p:sp>
      <p:sp>
        <p:nvSpPr>
          <p:cNvPr id="194" name="Google Shape;194;p12"/>
          <p:cNvSpPr txBox="1"/>
          <p:nvPr/>
        </p:nvSpPr>
        <p:spPr>
          <a:xfrm>
            <a:off x="6637051" y="1841375"/>
            <a:ext cx="1974300" cy="3291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33"/>
              </a:buClr>
              <a:buSzPts val="1200"/>
              <a:buFont typeface="Montserrat SemiBold"/>
              <a:buNone/>
            </a:pPr>
            <a:r>
              <a:rPr b="1" i="0" lang="en-US" sz="1200" u="none" cap="none" strike="noStrike">
                <a:solidFill>
                  <a:srgbClr val="000033"/>
                </a:solidFill>
                <a:latin typeface="Montserrat SemiBold"/>
                <a:ea typeface="Montserrat SemiBold"/>
                <a:cs typeface="Montserrat SemiBold"/>
                <a:sym typeface="Montserrat SemiBold"/>
              </a:rPr>
              <a:t>Estimación del Impacto</a:t>
            </a:r>
            <a:endParaRPr b="0" i="0" sz="1200" u="none" cap="none" strike="noStrike">
              <a:solidFill>
                <a:srgbClr val="00000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33"/>
        </a:solidFill>
      </p:bgPr>
    </p:bg>
    <p:spTree>
      <p:nvGrpSpPr>
        <p:cNvPr id="199" name="Shape 199"/>
        <p:cNvGrpSpPr/>
        <p:nvPr/>
      </p:nvGrpSpPr>
      <p:grpSpPr>
        <a:xfrm>
          <a:off x="0" y="0"/>
          <a:ext cx="0" cy="0"/>
          <a:chOff x="0" y="0"/>
          <a:chExt cx="0" cy="0"/>
        </a:xfrm>
      </p:grpSpPr>
      <p:pic>
        <p:nvPicPr>
          <p:cNvPr descr="bg-dark-glow.png" id="200" name="Google Shape;200;p13"/>
          <p:cNvPicPr preferRelativeResize="0"/>
          <p:nvPr/>
        </p:nvPicPr>
        <p:blipFill rotWithShape="1">
          <a:blip r:embed="rId3">
            <a:alphaModFix/>
          </a:blip>
          <a:srcRect b="13585" l="0" r="13585" t="0"/>
          <a:stretch/>
        </p:blipFill>
        <p:spPr>
          <a:xfrm>
            <a:off x="0" y="0"/>
            <a:ext cx="9144005" cy="5143500"/>
          </a:xfrm>
          <a:prstGeom prst="rect">
            <a:avLst/>
          </a:prstGeom>
          <a:noFill/>
          <a:ln>
            <a:noFill/>
          </a:ln>
        </p:spPr>
      </p:pic>
      <p:pic>
        <p:nvPicPr>
          <p:cNvPr descr="neo-logo-25-white.png" id="201" name="Google Shape;201;p13"/>
          <p:cNvPicPr preferRelativeResize="0"/>
          <p:nvPr/>
        </p:nvPicPr>
        <p:blipFill rotWithShape="1">
          <a:blip r:embed="rId4">
            <a:alphaModFix/>
          </a:blip>
          <a:srcRect b="0" l="0" r="0" t="0"/>
          <a:stretch/>
        </p:blipFill>
        <p:spPr>
          <a:xfrm>
            <a:off x="571500" y="398780"/>
            <a:ext cx="1228090" cy="245110"/>
          </a:xfrm>
          <a:prstGeom prst="rect">
            <a:avLst/>
          </a:prstGeom>
          <a:noFill/>
          <a:ln>
            <a:noFill/>
          </a:ln>
        </p:spPr>
      </p:pic>
      <p:sp>
        <p:nvSpPr>
          <p:cNvPr id="202" name="Google Shape;202;p13"/>
          <p:cNvSpPr txBox="1"/>
          <p:nvPr/>
        </p:nvSpPr>
        <p:spPr>
          <a:xfrm>
            <a:off x="571500" y="4577080"/>
            <a:ext cx="2032000" cy="1854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a:ea typeface="Montserrat"/>
                <a:cs typeface="Montserrat"/>
                <a:sym typeface="Montserrat"/>
              </a:rPr>
              <a:t>neoconsulting.ai</a:t>
            </a:r>
            <a:endParaRPr b="0" i="0" sz="1400" u="none" cap="none" strike="noStrike">
              <a:solidFill>
                <a:srgbClr val="000000"/>
              </a:solidFill>
              <a:latin typeface="Arial"/>
              <a:ea typeface="Arial"/>
              <a:cs typeface="Arial"/>
              <a:sym typeface="Arial"/>
            </a:endParaRPr>
          </a:p>
        </p:txBody>
      </p:sp>
      <p:sp>
        <p:nvSpPr>
          <p:cNvPr id="203" name="Google Shape;203;p13"/>
          <p:cNvSpPr txBox="1"/>
          <p:nvPr/>
        </p:nvSpPr>
        <p:spPr>
          <a:xfrm>
            <a:off x="571500" y="2430775"/>
            <a:ext cx="8001000" cy="6426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4500"/>
              <a:buFont typeface="Arial"/>
              <a:buNone/>
            </a:pPr>
            <a:r>
              <a:rPr b="0" i="0" lang="en-US" sz="4500" u="none" cap="none" strike="noStrike">
                <a:solidFill>
                  <a:srgbClr val="FFFFFF"/>
                </a:solidFill>
                <a:latin typeface="Montserrat ExtraBold"/>
                <a:ea typeface="Montserrat ExtraBold"/>
                <a:cs typeface="Montserrat ExtraBold"/>
                <a:sym typeface="Montserrat ExtraBold"/>
              </a:rPr>
              <a:t>Contexto</a:t>
            </a:r>
            <a:endParaRPr b="0" i="0" sz="1400" u="none" cap="none" strike="noStrike">
              <a:solidFill>
                <a:srgbClr val="000000"/>
              </a:solidFill>
              <a:latin typeface="Arial"/>
              <a:ea typeface="Arial"/>
              <a:cs typeface="Arial"/>
              <a:sym typeface="Arial"/>
            </a:endParaRPr>
          </a:p>
        </p:txBody>
      </p:sp>
      <p:sp>
        <p:nvSpPr>
          <p:cNvPr id="204" name="Google Shape;204;p13"/>
          <p:cNvSpPr txBox="1"/>
          <p:nvPr/>
        </p:nvSpPr>
        <p:spPr>
          <a:xfrm>
            <a:off x="571500" y="2070095"/>
            <a:ext cx="8001000" cy="20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SemiBold"/>
                <a:ea typeface="Montserrat SemiBold"/>
                <a:cs typeface="Montserrat SemiBold"/>
                <a:sym typeface="Montserrat SemiBold"/>
              </a:rPr>
              <a:t>SECCIÓN 01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4"/>
          <p:cNvSpPr/>
          <p:nvPr/>
        </p:nvSpPr>
        <p:spPr>
          <a:xfrm>
            <a:off x="571500" y="1557750"/>
            <a:ext cx="8283900" cy="205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A4A5F"/>
              </a:buClr>
              <a:buSzPts val="900"/>
              <a:buFont typeface="Calibri"/>
              <a:buNone/>
            </a:pPr>
            <a:r>
              <a:rPr b="0" i="0" lang="en-US" sz="1000" u="none" cap="none" strike="noStrike">
                <a:solidFill>
                  <a:srgbClr val="000033"/>
                </a:solidFill>
                <a:latin typeface="Montserrat"/>
                <a:ea typeface="Montserrat"/>
                <a:cs typeface="Montserrat"/>
                <a:sym typeface="Montserrat"/>
              </a:rPr>
              <a:t>Una línea de bajada que explica de qué trata el conjunto de tarjetas.</a:t>
            </a:r>
            <a:endParaRPr b="0" i="0" sz="1000" u="none" cap="none" strike="noStrike">
              <a:solidFill>
                <a:schemeClr val="dk1"/>
              </a:solidFill>
              <a:latin typeface="Montserrat"/>
              <a:ea typeface="Montserrat"/>
              <a:cs typeface="Montserrat"/>
              <a:sym typeface="Montserrat"/>
            </a:endParaRPr>
          </a:p>
        </p:txBody>
      </p:sp>
      <p:sp>
        <p:nvSpPr>
          <p:cNvPr id="211" name="Google Shape;211;p14"/>
          <p:cNvSpPr/>
          <p:nvPr/>
        </p:nvSpPr>
        <p:spPr>
          <a:xfrm>
            <a:off x="550300" y="1862001"/>
            <a:ext cx="2626800" cy="1505700"/>
          </a:xfrm>
          <a:prstGeom prst="roundRect">
            <a:avLst>
              <a:gd fmla="val 4103" name="adj"/>
            </a:avLst>
          </a:prstGeom>
          <a:solidFill>
            <a:srgbClr val="000033"/>
          </a:solidFill>
          <a:ln cap="flat" cmpd="sng" w="12700">
            <a:solidFill>
              <a:srgbClr val="333333"/>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14"/>
          <p:cNvSpPr/>
          <p:nvPr/>
        </p:nvSpPr>
        <p:spPr>
          <a:xfrm>
            <a:off x="728608" y="2012865"/>
            <a:ext cx="2270100" cy="164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A7DA"/>
              </a:buClr>
              <a:buSzPts val="700"/>
              <a:buFont typeface="Calibri"/>
              <a:buNone/>
            </a:pPr>
            <a:r>
              <a:rPr b="1" i="0" lang="en-US" sz="1000" u="none" cap="none" strike="noStrike">
                <a:solidFill>
                  <a:srgbClr val="7E99FE"/>
                </a:solidFill>
                <a:latin typeface="Montserrat"/>
                <a:ea typeface="Montserrat"/>
                <a:cs typeface="Montserrat"/>
                <a:sym typeface="Montserrat"/>
              </a:rPr>
              <a:t>PILAR I</a:t>
            </a:r>
            <a:endParaRPr b="1" i="0" sz="1000" u="none" cap="none" strike="noStrike">
              <a:solidFill>
                <a:srgbClr val="7E99FE"/>
              </a:solidFill>
              <a:latin typeface="Montserrat"/>
              <a:ea typeface="Montserrat"/>
              <a:cs typeface="Montserrat"/>
              <a:sym typeface="Montserrat"/>
            </a:endParaRPr>
          </a:p>
        </p:txBody>
      </p:sp>
      <p:sp>
        <p:nvSpPr>
          <p:cNvPr id="213" name="Google Shape;213;p14"/>
          <p:cNvSpPr/>
          <p:nvPr/>
        </p:nvSpPr>
        <p:spPr>
          <a:xfrm>
            <a:off x="728603" y="2266599"/>
            <a:ext cx="2270100" cy="2574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1000"/>
              <a:buFont typeface="Calibri"/>
              <a:buNone/>
            </a:pPr>
            <a:r>
              <a:rPr b="1" i="0" lang="en-US" sz="1200" u="none" cap="none" strike="noStrike">
                <a:solidFill>
                  <a:srgbClr val="FFFFFF"/>
                </a:solidFill>
                <a:latin typeface="Montserrat"/>
                <a:ea typeface="Montserrat"/>
                <a:cs typeface="Montserrat"/>
                <a:sym typeface="Montserrat"/>
              </a:rPr>
              <a:t>Título del Pilar</a:t>
            </a:r>
            <a:endParaRPr b="0" i="0" sz="1200" u="none" cap="none" strike="noStrike">
              <a:solidFill>
                <a:schemeClr val="dk1"/>
              </a:solidFill>
              <a:latin typeface="Montserrat"/>
              <a:ea typeface="Montserrat"/>
              <a:cs typeface="Montserrat"/>
              <a:sym typeface="Montserrat"/>
            </a:endParaRPr>
          </a:p>
        </p:txBody>
      </p:sp>
      <p:sp>
        <p:nvSpPr>
          <p:cNvPr id="214" name="Google Shape;214;p14"/>
          <p:cNvSpPr/>
          <p:nvPr/>
        </p:nvSpPr>
        <p:spPr>
          <a:xfrm>
            <a:off x="728575" y="2614476"/>
            <a:ext cx="2270100" cy="593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6D5EE"/>
              </a:buClr>
              <a:buSzPts val="800"/>
              <a:buFont typeface="Calibri"/>
              <a:buNone/>
            </a:pPr>
            <a:r>
              <a:rPr b="0" i="0" lang="en-US" sz="1000" u="none" cap="none" strike="noStrike">
                <a:solidFill>
                  <a:srgbClr val="EEF3FF"/>
                </a:solidFill>
                <a:latin typeface="Montserrat"/>
                <a:ea typeface="Montserrat"/>
                <a:cs typeface="Montserrat"/>
                <a:sym typeface="Montserrat"/>
              </a:rPr>
              <a:t>xxxxx</a:t>
            </a:r>
            <a:endParaRPr b="0" i="0" sz="1000" u="none" cap="none" strike="noStrike">
              <a:solidFill>
                <a:srgbClr val="EEF3FF"/>
              </a:solidFill>
              <a:latin typeface="Montserrat"/>
              <a:ea typeface="Montserrat"/>
              <a:cs typeface="Montserrat"/>
              <a:sym typeface="Montserrat"/>
            </a:endParaRPr>
          </a:p>
        </p:txBody>
      </p:sp>
      <p:sp>
        <p:nvSpPr>
          <p:cNvPr id="215" name="Google Shape;215;p14"/>
          <p:cNvSpPr/>
          <p:nvPr/>
        </p:nvSpPr>
        <p:spPr>
          <a:xfrm>
            <a:off x="3389512" y="1862001"/>
            <a:ext cx="2626800" cy="1505700"/>
          </a:xfrm>
          <a:prstGeom prst="roundRect">
            <a:avLst>
              <a:gd fmla="val 4103" name="adj"/>
            </a:avLst>
          </a:prstGeom>
          <a:solidFill>
            <a:srgbClr val="000033"/>
          </a:solidFill>
          <a:ln cap="flat" cmpd="sng" w="12700">
            <a:solidFill>
              <a:srgbClr val="333333"/>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14"/>
          <p:cNvSpPr/>
          <p:nvPr/>
        </p:nvSpPr>
        <p:spPr>
          <a:xfrm>
            <a:off x="3567820" y="2012865"/>
            <a:ext cx="2270100" cy="164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A7DA"/>
              </a:buClr>
              <a:buSzPts val="700"/>
              <a:buFont typeface="Calibri"/>
              <a:buNone/>
            </a:pPr>
            <a:r>
              <a:rPr b="1" i="0" lang="en-US" sz="1000" u="none" cap="none" strike="noStrike">
                <a:solidFill>
                  <a:srgbClr val="7E99FE"/>
                </a:solidFill>
                <a:latin typeface="Montserrat"/>
                <a:ea typeface="Montserrat"/>
                <a:cs typeface="Montserrat"/>
                <a:sym typeface="Montserrat"/>
              </a:rPr>
              <a:t>PILAR II</a:t>
            </a:r>
            <a:endParaRPr b="1" i="0" sz="1000" u="none" cap="none" strike="noStrike">
              <a:solidFill>
                <a:srgbClr val="7E99FE"/>
              </a:solidFill>
              <a:latin typeface="Montserrat"/>
              <a:ea typeface="Montserrat"/>
              <a:cs typeface="Montserrat"/>
              <a:sym typeface="Montserrat"/>
            </a:endParaRPr>
          </a:p>
        </p:txBody>
      </p:sp>
      <p:sp>
        <p:nvSpPr>
          <p:cNvPr id="217" name="Google Shape;217;p14"/>
          <p:cNvSpPr/>
          <p:nvPr/>
        </p:nvSpPr>
        <p:spPr>
          <a:xfrm>
            <a:off x="3567816" y="2266599"/>
            <a:ext cx="2270100" cy="2574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chemeClr val="lt1"/>
              </a:buClr>
              <a:buSzPts val="1000"/>
              <a:buFont typeface="Calibri"/>
              <a:buNone/>
            </a:pPr>
            <a:r>
              <a:rPr b="1" i="0" lang="en-US" sz="1200" u="none" cap="none" strike="noStrike">
                <a:solidFill>
                  <a:schemeClr val="lt1"/>
                </a:solidFill>
                <a:latin typeface="Montserrat"/>
                <a:ea typeface="Montserrat"/>
                <a:cs typeface="Montserrat"/>
                <a:sym typeface="Montserrat"/>
              </a:rPr>
              <a:t>Título del Pilar</a:t>
            </a:r>
            <a:endParaRPr b="0" i="0" sz="1200" u="none" cap="none" strike="noStrike">
              <a:solidFill>
                <a:schemeClr val="dk1"/>
              </a:solidFill>
              <a:latin typeface="Montserrat"/>
              <a:ea typeface="Montserrat"/>
              <a:cs typeface="Montserrat"/>
              <a:sym typeface="Montserrat"/>
            </a:endParaRPr>
          </a:p>
          <a:p>
            <a:pPr indent="0" lvl="0" marL="0" marR="0" rtl="0" algn="l">
              <a:lnSpc>
                <a:spcPct val="105000"/>
              </a:lnSpc>
              <a:spcBef>
                <a:spcPts val="0"/>
              </a:spcBef>
              <a:spcAft>
                <a:spcPts val="0"/>
              </a:spcAft>
              <a:buClr>
                <a:srgbClr val="FFFFFF"/>
              </a:buClr>
              <a:buSzPts val="1000"/>
              <a:buFont typeface="Calibri"/>
              <a:buNone/>
            </a:pPr>
            <a:r>
              <a:t/>
            </a:r>
            <a:endParaRPr b="1" i="0" sz="1200" u="none" cap="none" strike="noStrike">
              <a:solidFill>
                <a:srgbClr val="FFFFFF"/>
              </a:solidFill>
              <a:latin typeface="Montserrat"/>
              <a:ea typeface="Montserrat"/>
              <a:cs typeface="Montserrat"/>
              <a:sym typeface="Montserrat"/>
            </a:endParaRPr>
          </a:p>
        </p:txBody>
      </p:sp>
      <p:sp>
        <p:nvSpPr>
          <p:cNvPr id="218" name="Google Shape;218;p14"/>
          <p:cNvSpPr/>
          <p:nvPr/>
        </p:nvSpPr>
        <p:spPr>
          <a:xfrm>
            <a:off x="3567825" y="2614476"/>
            <a:ext cx="2270100" cy="593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6D5EE"/>
              </a:buClr>
              <a:buSzPts val="800"/>
              <a:buFont typeface="Calibri"/>
              <a:buNone/>
            </a:pPr>
            <a:r>
              <a:rPr b="0" i="0" lang="en-US" sz="1000" u="none" cap="none" strike="noStrike">
                <a:solidFill>
                  <a:srgbClr val="EEF3FF"/>
                </a:solidFill>
                <a:latin typeface="Montserrat"/>
                <a:ea typeface="Montserrat"/>
                <a:cs typeface="Montserrat"/>
                <a:sym typeface="Montserrat"/>
              </a:rPr>
              <a:t>xxxx</a:t>
            </a:r>
            <a:endParaRPr b="0" i="0" sz="1000" u="none" cap="none" strike="noStrike">
              <a:solidFill>
                <a:srgbClr val="EEF3FF"/>
              </a:solidFill>
              <a:latin typeface="Montserrat"/>
              <a:ea typeface="Montserrat"/>
              <a:cs typeface="Montserrat"/>
              <a:sym typeface="Montserrat"/>
            </a:endParaRPr>
          </a:p>
        </p:txBody>
      </p:sp>
      <p:sp>
        <p:nvSpPr>
          <p:cNvPr id="219" name="Google Shape;219;p14"/>
          <p:cNvSpPr/>
          <p:nvPr/>
        </p:nvSpPr>
        <p:spPr>
          <a:xfrm>
            <a:off x="6228725" y="1862001"/>
            <a:ext cx="2626800" cy="1505700"/>
          </a:xfrm>
          <a:prstGeom prst="roundRect">
            <a:avLst>
              <a:gd fmla="val 4103" name="adj"/>
            </a:avLst>
          </a:prstGeom>
          <a:solidFill>
            <a:srgbClr val="000033"/>
          </a:solidFill>
          <a:ln cap="flat" cmpd="sng" w="12700">
            <a:solidFill>
              <a:srgbClr val="333333"/>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14"/>
          <p:cNvSpPr/>
          <p:nvPr/>
        </p:nvSpPr>
        <p:spPr>
          <a:xfrm>
            <a:off x="6407032" y="2012865"/>
            <a:ext cx="2270100" cy="164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A7DA"/>
              </a:buClr>
              <a:buSzPts val="700"/>
              <a:buFont typeface="Calibri"/>
              <a:buNone/>
            </a:pPr>
            <a:r>
              <a:rPr b="1" i="0" lang="en-US" sz="1000" u="none" cap="none" strike="noStrike">
                <a:solidFill>
                  <a:srgbClr val="7E99FE"/>
                </a:solidFill>
                <a:latin typeface="Montserrat"/>
                <a:ea typeface="Montserrat"/>
                <a:cs typeface="Montserrat"/>
                <a:sym typeface="Montserrat"/>
              </a:rPr>
              <a:t>PILAR III</a:t>
            </a:r>
            <a:endParaRPr b="1" i="0" sz="1000" u="none" cap="none" strike="noStrike">
              <a:solidFill>
                <a:srgbClr val="7E99FE"/>
              </a:solidFill>
              <a:latin typeface="Montserrat"/>
              <a:ea typeface="Montserrat"/>
              <a:cs typeface="Montserrat"/>
              <a:sym typeface="Montserrat"/>
            </a:endParaRPr>
          </a:p>
        </p:txBody>
      </p:sp>
      <p:sp>
        <p:nvSpPr>
          <p:cNvPr id="221" name="Google Shape;221;p14"/>
          <p:cNvSpPr/>
          <p:nvPr/>
        </p:nvSpPr>
        <p:spPr>
          <a:xfrm>
            <a:off x="6407028" y="2266599"/>
            <a:ext cx="2270100" cy="2574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chemeClr val="lt1"/>
              </a:buClr>
              <a:buSzPts val="1000"/>
              <a:buFont typeface="Calibri"/>
              <a:buNone/>
            </a:pPr>
            <a:r>
              <a:rPr b="1" i="0" lang="en-US" sz="1200" u="none" cap="none" strike="noStrike">
                <a:solidFill>
                  <a:schemeClr val="lt1"/>
                </a:solidFill>
                <a:latin typeface="Montserrat"/>
                <a:ea typeface="Montserrat"/>
                <a:cs typeface="Montserrat"/>
                <a:sym typeface="Montserrat"/>
              </a:rPr>
              <a:t>Título del Pilar</a:t>
            </a:r>
            <a:endParaRPr b="1" i="0" sz="1200" u="none" cap="none" strike="noStrike">
              <a:solidFill>
                <a:srgbClr val="FFFFFF"/>
              </a:solidFill>
              <a:latin typeface="Montserrat"/>
              <a:ea typeface="Montserrat"/>
              <a:cs typeface="Montserrat"/>
              <a:sym typeface="Montserrat"/>
            </a:endParaRPr>
          </a:p>
        </p:txBody>
      </p:sp>
      <p:sp>
        <p:nvSpPr>
          <p:cNvPr id="222" name="Google Shape;222;p14"/>
          <p:cNvSpPr/>
          <p:nvPr/>
        </p:nvSpPr>
        <p:spPr>
          <a:xfrm>
            <a:off x="6407000" y="2614476"/>
            <a:ext cx="2270100" cy="593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6D5EE"/>
              </a:buClr>
              <a:buSzPts val="800"/>
              <a:buFont typeface="Calibri"/>
              <a:buNone/>
            </a:pPr>
            <a:r>
              <a:rPr b="0" i="0" lang="en-US" sz="1000" u="none" cap="none" strike="noStrike">
                <a:solidFill>
                  <a:srgbClr val="EEF3FF"/>
                </a:solidFill>
                <a:latin typeface="Montserrat"/>
                <a:ea typeface="Montserrat"/>
                <a:cs typeface="Montserrat"/>
                <a:sym typeface="Montserrat"/>
              </a:rPr>
              <a:t>xxx</a:t>
            </a:r>
            <a:endParaRPr b="0" i="0" sz="1000" u="none" cap="none" strike="noStrike">
              <a:solidFill>
                <a:srgbClr val="EEF3FF"/>
              </a:solidFill>
              <a:latin typeface="Montserrat"/>
              <a:ea typeface="Montserrat"/>
              <a:cs typeface="Montserrat"/>
              <a:sym typeface="Montserrat"/>
            </a:endParaRPr>
          </a:p>
        </p:txBody>
      </p:sp>
      <p:sp>
        <p:nvSpPr>
          <p:cNvPr id="223" name="Google Shape;223;p14"/>
          <p:cNvSpPr/>
          <p:nvPr/>
        </p:nvSpPr>
        <p:spPr>
          <a:xfrm>
            <a:off x="550275" y="3610675"/>
            <a:ext cx="4114800" cy="152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BBF"/>
              </a:buClr>
              <a:buSzPts val="700"/>
              <a:buFont typeface="Calibri"/>
              <a:buNone/>
            </a:pPr>
            <a:r>
              <a:rPr b="1" i="0" lang="en-US" sz="1000" u="none" cap="none" strike="noStrike">
                <a:solidFill>
                  <a:srgbClr val="2B5BFC"/>
                </a:solidFill>
                <a:latin typeface="Montserrat"/>
                <a:ea typeface="Montserrat"/>
                <a:cs typeface="Montserrat"/>
                <a:sym typeface="Montserrat"/>
              </a:rPr>
              <a:t>CÓMO SE ABORDA HOY</a:t>
            </a:r>
            <a:endParaRPr b="1" i="0" sz="1000" u="none" cap="none" strike="noStrike">
              <a:solidFill>
                <a:srgbClr val="2B5BFC"/>
              </a:solidFill>
              <a:latin typeface="Montserrat"/>
              <a:ea typeface="Montserrat"/>
              <a:cs typeface="Montserrat"/>
              <a:sym typeface="Montserrat"/>
            </a:endParaRPr>
          </a:p>
        </p:txBody>
      </p:sp>
      <p:cxnSp>
        <p:nvCxnSpPr>
          <p:cNvPr id="224" name="Google Shape;224;p14"/>
          <p:cNvCxnSpPr/>
          <p:nvPr/>
        </p:nvCxnSpPr>
        <p:spPr>
          <a:xfrm>
            <a:off x="550275" y="3824283"/>
            <a:ext cx="2626800" cy="0"/>
          </a:xfrm>
          <a:prstGeom prst="straightConnector1">
            <a:avLst/>
          </a:prstGeom>
          <a:noFill/>
          <a:ln cap="flat" cmpd="sng" w="9525">
            <a:solidFill>
              <a:srgbClr val="9AAFFE"/>
            </a:solidFill>
            <a:prstDash val="solid"/>
            <a:round/>
            <a:headEnd len="sm" w="sm" type="none"/>
            <a:tailEnd len="sm" w="sm" type="none"/>
          </a:ln>
        </p:spPr>
      </p:cxnSp>
      <p:sp>
        <p:nvSpPr>
          <p:cNvPr id="225" name="Google Shape;225;p14"/>
          <p:cNvSpPr/>
          <p:nvPr/>
        </p:nvSpPr>
        <p:spPr>
          <a:xfrm>
            <a:off x="550275" y="3948495"/>
            <a:ext cx="2626800" cy="142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60A2E"/>
              </a:buClr>
              <a:buSzPts val="900"/>
              <a:buFont typeface="Calibri"/>
              <a:buNone/>
            </a:pPr>
            <a:r>
              <a:rPr b="1" i="0" lang="en-US" sz="1200" u="none" cap="none" strike="noStrike">
                <a:solidFill>
                  <a:srgbClr val="000033"/>
                </a:solidFill>
                <a:latin typeface="Montserrat"/>
                <a:ea typeface="Montserrat"/>
                <a:cs typeface="Montserrat"/>
                <a:sym typeface="Montserrat"/>
              </a:rPr>
              <a:t>Título 1</a:t>
            </a:r>
            <a:endParaRPr b="0" i="0" sz="1200" u="none" cap="none" strike="noStrike">
              <a:solidFill>
                <a:schemeClr val="dk1"/>
              </a:solidFill>
              <a:latin typeface="Montserrat"/>
              <a:ea typeface="Montserrat"/>
              <a:cs typeface="Montserrat"/>
              <a:sym typeface="Montserrat"/>
            </a:endParaRPr>
          </a:p>
        </p:txBody>
      </p:sp>
      <p:sp>
        <p:nvSpPr>
          <p:cNvPr id="226" name="Google Shape;226;p14"/>
          <p:cNvSpPr/>
          <p:nvPr/>
        </p:nvSpPr>
        <p:spPr>
          <a:xfrm>
            <a:off x="550275" y="4158631"/>
            <a:ext cx="2626800" cy="427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A4A5F"/>
              </a:buClr>
              <a:buSzPts val="800"/>
              <a:buFont typeface="Calibri"/>
              <a:buNone/>
            </a:pPr>
            <a:r>
              <a:rPr b="0" i="0" lang="en-US" sz="1000" u="none" cap="none" strike="noStrike">
                <a:solidFill>
                  <a:srgbClr val="000033"/>
                </a:solidFill>
                <a:latin typeface="Montserrat"/>
                <a:ea typeface="Montserrat"/>
                <a:cs typeface="Montserrat"/>
                <a:sym typeface="Montserrat"/>
              </a:rPr>
              <a:t>xxxx</a:t>
            </a:r>
            <a:endParaRPr b="0" i="0" sz="1000" u="none" cap="none" strike="noStrike">
              <a:solidFill>
                <a:schemeClr val="dk1"/>
              </a:solidFill>
              <a:latin typeface="Montserrat"/>
              <a:ea typeface="Montserrat"/>
              <a:cs typeface="Montserrat"/>
              <a:sym typeface="Montserrat"/>
            </a:endParaRPr>
          </a:p>
        </p:txBody>
      </p:sp>
      <p:cxnSp>
        <p:nvCxnSpPr>
          <p:cNvPr id="227" name="Google Shape;227;p14"/>
          <p:cNvCxnSpPr/>
          <p:nvPr/>
        </p:nvCxnSpPr>
        <p:spPr>
          <a:xfrm>
            <a:off x="3389487" y="3824283"/>
            <a:ext cx="2626800" cy="0"/>
          </a:xfrm>
          <a:prstGeom prst="straightConnector1">
            <a:avLst/>
          </a:prstGeom>
          <a:noFill/>
          <a:ln cap="flat" cmpd="sng" w="9525">
            <a:solidFill>
              <a:srgbClr val="9AAFFE"/>
            </a:solidFill>
            <a:prstDash val="solid"/>
            <a:round/>
            <a:headEnd len="sm" w="sm" type="none"/>
            <a:tailEnd len="sm" w="sm" type="none"/>
          </a:ln>
        </p:spPr>
      </p:cxnSp>
      <p:sp>
        <p:nvSpPr>
          <p:cNvPr id="228" name="Google Shape;228;p14"/>
          <p:cNvSpPr/>
          <p:nvPr/>
        </p:nvSpPr>
        <p:spPr>
          <a:xfrm>
            <a:off x="3389487" y="3948495"/>
            <a:ext cx="2626800" cy="142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60A2E"/>
              </a:buClr>
              <a:buSzPts val="900"/>
              <a:buFont typeface="Calibri"/>
              <a:buNone/>
            </a:pPr>
            <a:r>
              <a:rPr b="1" i="0" lang="en-US" sz="1200" u="none" cap="none" strike="noStrike">
                <a:solidFill>
                  <a:srgbClr val="000033"/>
                </a:solidFill>
                <a:latin typeface="Montserrat"/>
                <a:ea typeface="Montserrat"/>
                <a:cs typeface="Montserrat"/>
                <a:sym typeface="Montserrat"/>
              </a:rPr>
              <a:t>Título 1</a:t>
            </a:r>
            <a:endParaRPr b="0" i="0" sz="1200" u="none" cap="none" strike="noStrike">
              <a:solidFill>
                <a:schemeClr val="dk1"/>
              </a:solidFill>
              <a:latin typeface="Montserrat"/>
              <a:ea typeface="Montserrat"/>
              <a:cs typeface="Montserrat"/>
              <a:sym typeface="Montserrat"/>
            </a:endParaRPr>
          </a:p>
        </p:txBody>
      </p:sp>
      <p:sp>
        <p:nvSpPr>
          <p:cNvPr id="229" name="Google Shape;229;p14"/>
          <p:cNvSpPr/>
          <p:nvPr/>
        </p:nvSpPr>
        <p:spPr>
          <a:xfrm>
            <a:off x="3389487" y="4158631"/>
            <a:ext cx="2626800" cy="427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A4A5F"/>
              </a:buClr>
              <a:buSzPts val="800"/>
              <a:buFont typeface="Calibri"/>
              <a:buNone/>
            </a:pPr>
            <a:r>
              <a:rPr b="0" i="0" lang="en-US" sz="1000" u="none" cap="none" strike="noStrike">
                <a:solidFill>
                  <a:srgbClr val="000033"/>
                </a:solidFill>
                <a:latin typeface="Montserrat"/>
                <a:ea typeface="Montserrat"/>
                <a:cs typeface="Montserrat"/>
                <a:sym typeface="Montserrat"/>
              </a:rPr>
              <a:t>xxx</a:t>
            </a:r>
            <a:endParaRPr b="0" i="0" sz="1000" u="none" cap="none" strike="noStrike">
              <a:solidFill>
                <a:schemeClr val="dk1"/>
              </a:solidFill>
              <a:latin typeface="Montserrat"/>
              <a:ea typeface="Montserrat"/>
              <a:cs typeface="Montserrat"/>
              <a:sym typeface="Montserrat"/>
            </a:endParaRPr>
          </a:p>
        </p:txBody>
      </p:sp>
      <p:cxnSp>
        <p:nvCxnSpPr>
          <p:cNvPr id="230" name="Google Shape;230;p14"/>
          <p:cNvCxnSpPr/>
          <p:nvPr/>
        </p:nvCxnSpPr>
        <p:spPr>
          <a:xfrm>
            <a:off x="6228700" y="3824283"/>
            <a:ext cx="2626800" cy="0"/>
          </a:xfrm>
          <a:prstGeom prst="straightConnector1">
            <a:avLst/>
          </a:prstGeom>
          <a:noFill/>
          <a:ln cap="flat" cmpd="sng" w="9525">
            <a:solidFill>
              <a:srgbClr val="9AAFFE"/>
            </a:solidFill>
            <a:prstDash val="solid"/>
            <a:round/>
            <a:headEnd len="sm" w="sm" type="none"/>
            <a:tailEnd len="sm" w="sm" type="none"/>
          </a:ln>
        </p:spPr>
      </p:cxnSp>
      <p:sp>
        <p:nvSpPr>
          <p:cNvPr id="231" name="Google Shape;231;p14"/>
          <p:cNvSpPr/>
          <p:nvPr/>
        </p:nvSpPr>
        <p:spPr>
          <a:xfrm>
            <a:off x="6228700" y="3948495"/>
            <a:ext cx="2626800" cy="142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60A2E"/>
              </a:buClr>
              <a:buSzPts val="900"/>
              <a:buFont typeface="Calibri"/>
              <a:buNone/>
            </a:pPr>
            <a:r>
              <a:rPr b="1" i="0" lang="en-US" sz="1200" u="none" cap="none" strike="noStrike">
                <a:solidFill>
                  <a:srgbClr val="000033"/>
                </a:solidFill>
                <a:latin typeface="Montserrat"/>
                <a:ea typeface="Montserrat"/>
                <a:cs typeface="Montserrat"/>
                <a:sym typeface="Montserrat"/>
              </a:rPr>
              <a:t>Título 1</a:t>
            </a:r>
            <a:endParaRPr b="0" i="0" sz="1200" u="none" cap="none" strike="noStrike">
              <a:solidFill>
                <a:schemeClr val="dk1"/>
              </a:solidFill>
              <a:latin typeface="Montserrat"/>
              <a:ea typeface="Montserrat"/>
              <a:cs typeface="Montserrat"/>
              <a:sym typeface="Montserrat"/>
            </a:endParaRPr>
          </a:p>
        </p:txBody>
      </p:sp>
      <p:sp>
        <p:nvSpPr>
          <p:cNvPr id="232" name="Google Shape;232;p14"/>
          <p:cNvSpPr/>
          <p:nvPr/>
        </p:nvSpPr>
        <p:spPr>
          <a:xfrm>
            <a:off x="6228700" y="4158631"/>
            <a:ext cx="2626800" cy="427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A4A5F"/>
              </a:buClr>
              <a:buSzPts val="800"/>
              <a:buFont typeface="Calibri"/>
              <a:buNone/>
            </a:pPr>
            <a:r>
              <a:rPr b="0" i="0" lang="en-US" sz="1000" u="none" cap="none" strike="noStrike">
                <a:solidFill>
                  <a:srgbClr val="000033"/>
                </a:solidFill>
                <a:latin typeface="Montserrat"/>
                <a:ea typeface="Montserrat"/>
                <a:cs typeface="Montserrat"/>
                <a:sym typeface="Montserrat"/>
              </a:rPr>
              <a:t>xxxxx</a:t>
            </a:r>
            <a:endParaRPr b="0" i="0" sz="1000" u="none" cap="none" strike="noStrike">
              <a:solidFill>
                <a:schemeClr val="dk1"/>
              </a:solidFill>
              <a:latin typeface="Montserrat"/>
              <a:ea typeface="Montserrat"/>
              <a:cs typeface="Montserrat"/>
              <a:sym typeface="Montserrat"/>
            </a:endParaRPr>
          </a:p>
        </p:txBody>
      </p:sp>
      <p:sp>
        <p:nvSpPr>
          <p:cNvPr id="233" name="Google Shape;233;p14"/>
          <p:cNvSpPr txBox="1"/>
          <p:nvPr/>
        </p:nvSpPr>
        <p:spPr>
          <a:xfrm>
            <a:off x="571500" y="888551"/>
            <a:ext cx="8001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CONTEXTO</a:t>
            </a:r>
            <a:endParaRPr b="0" i="0" sz="1100" u="none" cap="none" strike="noStrike">
              <a:solidFill>
                <a:schemeClr val="dk1"/>
              </a:solidFill>
              <a:latin typeface="Calibri"/>
              <a:ea typeface="Calibri"/>
              <a:cs typeface="Calibri"/>
              <a:sym typeface="Calibri"/>
            </a:endParaRPr>
          </a:p>
        </p:txBody>
      </p:sp>
      <p:sp>
        <p:nvSpPr>
          <p:cNvPr id="234" name="Google Shape;234;p14"/>
          <p:cNvSpPr txBox="1"/>
          <p:nvPr/>
        </p:nvSpPr>
        <p:spPr>
          <a:xfrm>
            <a:off x="571500" y="1126100"/>
            <a:ext cx="8001000" cy="37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Título de la</a:t>
            </a:r>
            <a:r>
              <a:rPr b="1" i="1" lang="en-US" sz="2100" u="none" cap="none" strike="noStrike">
                <a:solidFill>
                  <a:srgbClr val="2B5BFC"/>
                </a:solidFill>
                <a:latin typeface="Montserrat Black"/>
                <a:ea typeface="Montserrat Black"/>
                <a:cs typeface="Montserrat Black"/>
                <a:sym typeface="Montserrat Black"/>
              </a:rPr>
              <a:t> sección</a:t>
            </a:r>
            <a:endParaRPr b="1" i="0" sz="2100" u="none" cap="none" strike="noStrike">
              <a:solidFill>
                <a:srgbClr val="000033"/>
              </a:solidFill>
              <a:latin typeface="Montserrat ExtraBold"/>
              <a:ea typeface="Montserrat ExtraBold"/>
              <a:cs typeface="Montserrat ExtraBold"/>
              <a:sym typeface="Montserrat ExtraBo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33"/>
        </a:solidFill>
      </p:bgPr>
    </p:bg>
    <p:spTree>
      <p:nvGrpSpPr>
        <p:cNvPr id="239" name="Shape 239"/>
        <p:cNvGrpSpPr/>
        <p:nvPr/>
      </p:nvGrpSpPr>
      <p:grpSpPr>
        <a:xfrm>
          <a:off x="0" y="0"/>
          <a:ext cx="0" cy="0"/>
          <a:chOff x="0" y="0"/>
          <a:chExt cx="0" cy="0"/>
        </a:xfrm>
      </p:grpSpPr>
      <p:pic>
        <p:nvPicPr>
          <p:cNvPr descr="bg-dark-glow.png" id="240" name="Google Shape;240;p15"/>
          <p:cNvPicPr preferRelativeResize="0"/>
          <p:nvPr/>
        </p:nvPicPr>
        <p:blipFill rotWithShape="1">
          <a:blip r:embed="rId3">
            <a:alphaModFix/>
          </a:blip>
          <a:srcRect b="13585" l="0" r="13585" t="0"/>
          <a:stretch/>
        </p:blipFill>
        <p:spPr>
          <a:xfrm>
            <a:off x="0" y="0"/>
            <a:ext cx="9144005" cy="5143500"/>
          </a:xfrm>
          <a:prstGeom prst="rect">
            <a:avLst/>
          </a:prstGeom>
          <a:noFill/>
          <a:ln>
            <a:noFill/>
          </a:ln>
        </p:spPr>
      </p:pic>
      <p:pic>
        <p:nvPicPr>
          <p:cNvPr descr="neo-logo-25-white.png" id="241" name="Google Shape;241;p15"/>
          <p:cNvPicPr preferRelativeResize="0"/>
          <p:nvPr/>
        </p:nvPicPr>
        <p:blipFill rotWithShape="1">
          <a:blip r:embed="rId4">
            <a:alphaModFix/>
          </a:blip>
          <a:srcRect b="0" l="0" r="0" t="0"/>
          <a:stretch/>
        </p:blipFill>
        <p:spPr>
          <a:xfrm>
            <a:off x="571500" y="398780"/>
            <a:ext cx="1228090" cy="245110"/>
          </a:xfrm>
          <a:prstGeom prst="rect">
            <a:avLst/>
          </a:prstGeom>
          <a:noFill/>
          <a:ln>
            <a:noFill/>
          </a:ln>
        </p:spPr>
      </p:pic>
      <p:sp>
        <p:nvSpPr>
          <p:cNvPr id="242" name="Google Shape;242;p15"/>
          <p:cNvSpPr txBox="1"/>
          <p:nvPr/>
        </p:nvSpPr>
        <p:spPr>
          <a:xfrm>
            <a:off x="571500" y="4577080"/>
            <a:ext cx="2032000" cy="1854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a:ea typeface="Montserrat"/>
                <a:cs typeface="Montserrat"/>
                <a:sym typeface="Montserrat"/>
              </a:rPr>
              <a:t>neoconsulting.ai</a:t>
            </a:r>
            <a:endParaRPr b="0" i="0" sz="1400" u="none" cap="none" strike="noStrike">
              <a:solidFill>
                <a:srgbClr val="000000"/>
              </a:solidFill>
              <a:latin typeface="Arial"/>
              <a:ea typeface="Arial"/>
              <a:cs typeface="Arial"/>
              <a:sym typeface="Arial"/>
            </a:endParaRPr>
          </a:p>
        </p:txBody>
      </p:sp>
      <p:sp>
        <p:nvSpPr>
          <p:cNvPr id="243" name="Google Shape;243;p15"/>
          <p:cNvSpPr txBox="1"/>
          <p:nvPr/>
        </p:nvSpPr>
        <p:spPr>
          <a:xfrm>
            <a:off x="571500" y="2430775"/>
            <a:ext cx="8001000" cy="6426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4500"/>
              <a:buFont typeface="Arial"/>
              <a:buNone/>
            </a:pPr>
            <a:r>
              <a:rPr b="0" i="0" lang="en-US" sz="4500" u="none" cap="none" strike="noStrike">
                <a:solidFill>
                  <a:srgbClr val="FFFFFF"/>
                </a:solidFill>
                <a:latin typeface="Montserrat ExtraBold"/>
                <a:ea typeface="Montserrat ExtraBold"/>
                <a:cs typeface="Montserrat ExtraBold"/>
                <a:sym typeface="Montserrat ExtraBold"/>
              </a:rPr>
              <a:t>Diagnóstico</a:t>
            </a:r>
            <a:endParaRPr b="0" i="0" sz="1400" u="none" cap="none" strike="noStrike">
              <a:solidFill>
                <a:srgbClr val="000000"/>
              </a:solidFill>
              <a:latin typeface="Arial"/>
              <a:ea typeface="Arial"/>
              <a:cs typeface="Arial"/>
              <a:sym typeface="Arial"/>
            </a:endParaRPr>
          </a:p>
        </p:txBody>
      </p:sp>
      <p:sp>
        <p:nvSpPr>
          <p:cNvPr id="244" name="Google Shape;244;p15"/>
          <p:cNvSpPr txBox="1"/>
          <p:nvPr/>
        </p:nvSpPr>
        <p:spPr>
          <a:xfrm>
            <a:off x="571500" y="2070095"/>
            <a:ext cx="8001000" cy="20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SemiBold"/>
                <a:ea typeface="Montserrat SemiBold"/>
                <a:cs typeface="Montserrat SemiBold"/>
                <a:sym typeface="Montserrat SemiBold"/>
              </a:rPr>
              <a:t>SECCIÓN 02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200038" scaled="0"/>
        </a:gradFill>
      </p:bgPr>
    </p:bg>
    <p:spTree>
      <p:nvGrpSpPr>
        <p:cNvPr id="249" name="Shape 249"/>
        <p:cNvGrpSpPr/>
        <p:nvPr/>
      </p:nvGrpSpPr>
      <p:grpSpPr>
        <a:xfrm>
          <a:off x="0" y="0"/>
          <a:ext cx="0" cy="0"/>
          <a:chOff x="0" y="0"/>
          <a:chExt cx="0" cy="0"/>
        </a:xfrm>
      </p:grpSpPr>
      <p:sp>
        <p:nvSpPr>
          <p:cNvPr id="250" name="Google Shape;250;p16"/>
          <p:cNvSpPr txBox="1"/>
          <p:nvPr/>
        </p:nvSpPr>
        <p:spPr>
          <a:xfrm>
            <a:off x="571500" y="890626"/>
            <a:ext cx="8001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DIAGNÓSTICO</a:t>
            </a:r>
            <a:endParaRPr b="0" i="0" sz="1100" u="none" cap="none" strike="noStrike">
              <a:solidFill>
                <a:schemeClr val="dk1"/>
              </a:solidFill>
              <a:latin typeface="Calibri"/>
              <a:ea typeface="Calibri"/>
              <a:cs typeface="Calibri"/>
              <a:sym typeface="Calibri"/>
            </a:endParaRPr>
          </a:p>
        </p:txBody>
      </p:sp>
      <p:sp>
        <p:nvSpPr>
          <p:cNvPr id="251" name="Google Shape;251;p16"/>
          <p:cNvSpPr txBox="1"/>
          <p:nvPr/>
        </p:nvSpPr>
        <p:spPr>
          <a:xfrm>
            <a:off x="571500" y="1097275"/>
            <a:ext cx="8001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Título de la </a:t>
            </a:r>
            <a:r>
              <a:rPr b="1" i="1" lang="en-US" sz="2100" u="none" cap="none" strike="noStrike">
                <a:solidFill>
                  <a:srgbClr val="2B5BFC"/>
                </a:solidFill>
                <a:latin typeface="Montserrat ExtraBold"/>
                <a:ea typeface="Montserrat ExtraBold"/>
                <a:cs typeface="Montserrat ExtraBold"/>
                <a:sym typeface="Montserrat ExtraBold"/>
              </a:rPr>
              <a:t>sección</a:t>
            </a:r>
            <a:endParaRPr b="0" i="1" sz="2100" u="none" cap="none" strike="noStrike">
              <a:solidFill>
                <a:srgbClr val="2B5BFC"/>
              </a:solidFill>
              <a:latin typeface="Calibri"/>
              <a:ea typeface="Calibri"/>
              <a:cs typeface="Calibri"/>
              <a:sym typeface="Calibri"/>
            </a:endParaRPr>
          </a:p>
        </p:txBody>
      </p:sp>
      <p:sp>
        <p:nvSpPr>
          <p:cNvPr id="252" name="Google Shape;252;p16"/>
          <p:cNvSpPr/>
          <p:nvPr/>
        </p:nvSpPr>
        <p:spPr>
          <a:xfrm>
            <a:off x="571500" y="1574825"/>
            <a:ext cx="1899600" cy="3192300"/>
          </a:xfrm>
          <a:prstGeom prst="roundRect">
            <a:avLst>
              <a:gd fmla="val 3898"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16"/>
          <p:cNvSpPr txBox="1"/>
          <p:nvPr/>
        </p:nvSpPr>
        <p:spPr>
          <a:xfrm>
            <a:off x="756599" y="1690650"/>
            <a:ext cx="1529400" cy="17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1000" u="none" cap="none" strike="noStrike">
                <a:solidFill>
                  <a:srgbClr val="2B5BFC"/>
                </a:solidFill>
                <a:latin typeface="Montserrat SemiBold"/>
                <a:ea typeface="Montserrat SemiBold"/>
                <a:cs typeface="Montserrat SemiBold"/>
                <a:sym typeface="Montserrat SemiBold"/>
              </a:rPr>
              <a:t>BRECHA 1</a:t>
            </a:r>
            <a:endParaRPr b="0" i="0" sz="1000" u="none" cap="none" strike="noStrike">
              <a:solidFill>
                <a:schemeClr val="dk1"/>
              </a:solidFill>
              <a:latin typeface="Calibri"/>
              <a:ea typeface="Calibri"/>
              <a:cs typeface="Calibri"/>
              <a:sym typeface="Calibri"/>
            </a:endParaRPr>
          </a:p>
        </p:txBody>
      </p:sp>
      <p:sp>
        <p:nvSpPr>
          <p:cNvPr id="254" name="Google Shape;254;p16"/>
          <p:cNvSpPr txBox="1"/>
          <p:nvPr/>
        </p:nvSpPr>
        <p:spPr>
          <a:xfrm>
            <a:off x="756599" y="1963293"/>
            <a:ext cx="1529400" cy="597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33"/>
              </a:buClr>
              <a:buSzPts val="1300"/>
              <a:buFont typeface="Montserrat ExtraBold"/>
              <a:buNone/>
            </a:pPr>
            <a:r>
              <a:rPr b="1" i="0" lang="en-US" sz="1200" u="none" cap="none" strike="noStrike">
                <a:solidFill>
                  <a:srgbClr val="000033"/>
                </a:solidFill>
                <a:latin typeface="Montserrat ExtraBold"/>
                <a:ea typeface="Montserrat ExtraBold"/>
                <a:cs typeface="Montserrat ExtraBold"/>
                <a:sym typeface="Montserrat ExtraBold"/>
              </a:rPr>
              <a:t>Título de la Brecha</a:t>
            </a:r>
            <a:endParaRPr b="1" i="0" sz="1200" u="none" cap="none" strike="noStrike">
              <a:solidFill>
                <a:srgbClr val="000033"/>
              </a:solidFill>
              <a:latin typeface="Montserrat ExtraBold"/>
              <a:ea typeface="Montserrat ExtraBold"/>
              <a:cs typeface="Montserrat ExtraBold"/>
              <a:sym typeface="Montserrat ExtraBold"/>
            </a:endParaRPr>
          </a:p>
        </p:txBody>
      </p:sp>
      <p:sp>
        <p:nvSpPr>
          <p:cNvPr id="255" name="Google Shape;255;p16"/>
          <p:cNvSpPr/>
          <p:nvPr/>
        </p:nvSpPr>
        <p:spPr>
          <a:xfrm>
            <a:off x="756600" y="2574525"/>
            <a:ext cx="1529400" cy="10800"/>
          </a:xfrm>
          <a:prstGeom prst="rect">
            <a:avLst/>
          </a:prstGeom>
          <a:solidFill>
            <a:srgbClr val="9AAF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16"/>
          <p:cNvSpPr txBox="1"/>
          <p:nvPr/>
        </p:nvSpPr>
        <p:spPr>
          <a:xfrm>
            <a:off x="756600" y="2666088"/>
            <a:ext cx="1529400" cy="1841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75757"/>
              </a:buClr>
              <a:buSzPts val="900"/>
              <a:buFont typeface="Montserrat"/>
              <a:buNone/>
            </a:pPr>
            <a:r>
              <a:rPr b="0" i="0" lang="en-US" sz="1000" u="none" cap="none" strike="noStrike">
                <a:solidFill>
                  <a:srgbClr val="000033"/>
                </a:solidFill>
                <a:latin typeface="Montserrat"/>
                <a:ea typeface="Montserrat"/>
                <a:cs typeface="Montserrat"/>
                <a:sym typeface="Montserrat"/>
              </a:rPr>
              <a:t>xxxx</a:t>
            </a:r>
            <a:endParaRPr b="0" i="0" sz="1000" u="none" cap="none" strike="noStrike">
              <a:solidFill>
                <a:srgbClr val="000033"/>
              </a:solidFill>
              <a:latin typeface="Montserrat"/>
              <a:ea typeface="Montserrat"/>
              <a:cs typeface="Montserrat"/>
              <a:sym typeface="Montserrat"/>
            </a:endParaRPr>
          </a:p>
          <a:p>
            <a:pPr indent="0" lvl="0" marL="0" marR="0" rtl="0" algn="l">
              <a:lnSpc>
                <a:spcPct val="115000"/>
              </a:lnSpc>
              <a:spcBef>
                <a:spcPts val="0"/>
              </a:spcBef>
              <a:spcAft>
                <a:spcPts val="0"/>
              </a:spcAft>
              <a:buClr>
                <a:srgbClr val="575757"/>
              </a:buClr>
              <a:buSzPts val="900"/>
              <a:buFont typeface="Montserrat"/>
              <a:buNone/>
            </a:pPr>
            <a:r>
              <a:t/>
            </a:r>
            <a:endParaRPr b="0" i="0" sz="1000" u="none" cap="none" strike="noStrike">
              <a:solidFill>
                <a:srgbClr val="000033"/>
              </a:solidFill>
              <a:latin typeface="Montserrat"/>
              <a:ea typeface="Montserrat"/>
              <a:cs typeface="Montserrat"/>
              <a:sym typeface="Montserrat"/>
            </a:endParaRPr>
          </a:p>
        </p:txBody>
      </p:sp>
      <p:sp>
        <p:nvSpPr>
          <p:cNvPr id="257" name="Google Shape;257;p16"/>
          <p:cNvSpPr/>
          <p:nvPr/>
        </p:nvSpPr>
        <p:spPr>
          <a:xfrm>
            <a:off x="2637734" y="1574825"/>
            <a:ext cx="1899600" cy="3192300"/>
          </a:xfrm>
          <a:prstGeom prst="roundRect">
            <a:avLst>
              <a:gd fmla="val 3898"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16"/>
          <p:cNvSpPr txBox="1"/>
          <p:nvPr/>
        </p:nvSpPr>
        <p:spPr>
          <a:xfrm>
            <a:off x="2822834" y="1690650"/>
            <a:ext cx="1529400" cy="17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1000" u="none" cap="none" strike="noStrike">
                <a:solidFill>
                  <a:srgbClr val="2B5BFC"/>
                </a:solidFill>
                <a:latin typeface="Montserrat SemiBold"/>
                <a:ea typeface="Montserrat SemiBold"/>
                <a:cs typeface="Montserrat SemiBold"/>
                <a:sym typeface="Montserrat SemiBold"/>
              </a:rPr>
              <a:t>BRECHA 2</a:t>
            </a:r>
            <a:endParaRPr b="0" i="0" sz="1000" u="none" cap="none" strike="noStrike">
              <a:solidFill>
                <a:schemeClr val="dk1"/>
              </a:solidFill>
              <a:latin typeface="Calibri"/>
              <a:ea typeface="Calibri"/>
              <a:cs typeface="Calibri"/>
              <a:sym typeface="Calibri"/>
            </a:endParaRPr>
          </a:p>
        </p:txBody>
      </p:sp>
      <p:sp>
        <p:nvSpPr>
          <p:cNvPr id="259" name="Google Shape;259;p16"/>
          <p:cNvSpPr txBox="1"/>
          <p:nvPr/>
        </p:nvSpPr>
        <p:spPr>
          <a:xfrm>
            <a:off x="2822834" y="1963293"/>
            <a:ext cx="1529400" cy="597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33"/>
              </a:buClr>
              <a:buSzPts val="1300"/>
              <a:buFont typeface="Montserrat ExtraBold"/>
              <a:buNone/>
            </a:pPr>
            <a:r>
              <a:rPr b="1" i="0" lang="en-US" sz="1200" u="none" cap="none" strike="noStrike">
                <a:solidFill>
                  <a:srgbClr val="000033"/>
                </a:solidFill>
                <a:latin typeface="Montserrat ExtraBold"/>
                <a:ea typeface="Montserrat ExtraBold"/>
                <a:cs typeface="Montserrat ExtraBold"/>
                <a:sym typeface="Montserrat ExtraBold"/>
              </a:rPr>
              <a:t>Título de la Brecha</a:t>
            </a:r>
            <a:endParaRPr b="1" i="0" sz="1200" u="none" cap="none" strike="noStrike">
              <a:solidFill>
                <a:srgbClr val="000033"/>
              </a:solidFill>
              <a:latin typeface="Montserrat ExtraBold"/>
              <a:ea typeface="Montserrat ExtraBold"/>
              <a:cs typeface="Montserrat ExtraBold"/>
              <a:sym typeface="Montserrat ExtraBold"/>
            </a:endParaRPr>
          </a:p>
        </p:txBody>
      </p:sp>
      <p:sp>
        <p:nvSpPr>
          <p:cNvPr id="260" name="Google Shape;260;p16"/>
          <p:cNvSpPr/>
          <p:nvPr/>
        </p:nvSpPr>
        <p:spPr>
          <a:xfrm>
            <a:off x="2822834" y="2574525"/>
            <a:ext cx="1529400" cy="10800"/>
          </a:xfrm>
          <a:prstGeom prst="rect">
            <a:avLst/>
          </a:prstGeom>
          <a:solidFill>
            <a:srgbClr val="9AAF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16"/>
          <p:cNvSpPr txBox="1"/>
          <p:nvPr/>
        </p:nvSpPr>
        <p:spPr>
          <a:xfrm>
            <a:off x="2822845" y="2666074"/>
            <a:ext cx="1581600" cy="1873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75757"/>
              </a:buClr>
              <a:buSzPts val="900"/>
              <a:buFont typeface="Montserrat"/>
              <a:buNone/>
            </a:pPr>
            <a:r>
              <a:rPr b="0" i="0" lang="en-US" sz="1000" u="none" cap="none" strike="noStrike">
                <a:solidFill>
                  <a:srgbClr val="000033"/>
                </a:solidFill>
                <a:latin typeface="Montserrat"/>
                <a:ea typeface="Montserrat"/>
                <a:cs typeface="Montserrat"/>
                <a:sym typeface="Montserrat"/>
              </a:rPr>
              <a:t>xxxx</a:t>
            </a:r>
            <a:endParaRPr b="0" i="0" sz="1000" u="none" cap="none" strike="noStrike">
              <a:solidFill>
                <a:srgbClr val="000033"/>
              </a:solidFill>
              <a:latin typeface="Montserrat"/>
              <a:ea typeface="Montserrat"/>
              <a:cs typeface="Montserrat"/>
              <a:sym typeface="Montserrat"/>
            </a:endParaRPr>
          </a:p>
        </p:txBody>
      </p:sp>
      <p:sp>
        <p:nvSpPr>
          <p:cNvPr id="262" name="Google Shape;262;p16"/>
          <p:cNvSpPr/>
          <p:nvPr/>
        </p:nvSpPr>
        <p:spPr>
          <a:xfrm>
            <a:off x="4703968" y="1574825"/>
            <a:ext cx="1899600" cy="3192300"/>
          </a:xfrm>
          <a:prstGeom prst="roundRect">
            <a:avLst>
              <a:gd fmla="val 3898"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16"/>
          <p:cNvSpPr txBox="1"/>
          <p:nvPr/>
        </p:nvSpPr>
        <p:spPr>
          <a:xfrm>
            <a:off x="4889068" y="1690650"/>
            <a:ext cx="1529400" cy="17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1000" u="none" cap="none" strike="noStrike">
                <a:solidFill>
                  <a:srgbClr val="2B5BFC"/>
                </a:solidFill>
                <a:latin typeface="Montserrat SemiBold"/>
                <a:ea typeface="Montserrat SemiBold"/>
                <a:cs typeface="Montserrat SemiBold"/>
                <a:sym typeface="Montserrat SemiBold"/>
              </a:rPr>
              <a:t>BRECHA 3</a:t>
            </a:r>
            <a:endParaRPr b="0" i="0" sz="1000" u="none" cap="none" strike="noStrike">
              <a:solidFill>
                <a:schemeClr val="dk1"/>
              </a:solidFill>
              <a:latin typeface="Calibri"/>
              <a:ea typeface="Calibri"/>
              <a:cs typeface="Calibri"/>
              <a:sym typeface="Calibri"/>
            </a:endParaRPr>
          </a:p>
        </p:txBody>
      </p:sp>
      <p:sp>
        <p:nvSpPr>
          <p:cNvPr id="264" name="Google Shape;264;p16"/>
          <p:cNvSpPr txBox="1"/>
          <p:nvPr/>
        </p:nvSpPr>
        <p:spPr>
          <a:xfrm>
            <a:off x="4889068" y="1963293"/>
            <a:ext cx="1529400" cy="597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33"/>
              </a:buClr>
              <a:buSzPts val="1300"/>
              <a:buFont typeface="Montserrat ExtraBold"/>
              <a:buNone/>
            </a:pPr>
            <a:r>
              <a:rPr b="1" i="0" lang="en-US" sz="1200" u="none" cap="none" strike="noStrike">
                <a:solidFill>
                  <a:srgbClr val="000033"/>
                </a:solidFill>
                <a:latin typeface="Montserrat ExtraBold"/>
                <a:ea typeface="Montserrat ExtraBold"/>
                <a:cs typeface="Montserrat ExtraBold"/>
                <a:sym typeface="Montserrat ExtraBold"/>
              </a:rPr>
              <a:t>Título de la Brecha</a:t>
            </a:r>
            <a:endParaRPr b="1" i="0" sz="1200" u="none" cap="none" strike="noStrike">
              <a:solidFill>
                <a:srgbClr val="000033"/>
              </a:solidFill>
              <a:latin typeface="Montserrat ExtraBold"/>
              <a:ea typeface="Montserrat ExtraBold"/>
              <a:cs typeface="Montserrat ExtraBold"/>
              <a:sym typeface="Montserrat ExtraBold"/>
            </a:endParaRPr>
          </a:p>
        </p:txBody>
      </p:sp>
      <p:sp>
        <p:nvSpPr>
          <p:cNvPr id="265" name="Google Shape;265;p16"/>
          <p:cNvSpPr/>
          <p:nvPr/>
        </p:nvSpPr>
        <p:spPr>
          <a:xfrm>
            <a:off x="4889068" y="2574525"/>
            <a:ext cx="1529400" cy="10800"/>
          </a:xfrm>
          <a:prstGeom prst="rect">
            <a:avLst/>
          </a:prstGeom>
          <a:solidFill>
            <a:srgbClr val="9AAF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16"/>
          <p:cNvSpPr txBox="1"/>
          <p:nvPr/>
        </p:nvSpPr>
        <p:spPr>
          <a:xfrm>
            <a:off x="4889046" y="2666070"/>
            <a:ext cx="1581600" cy="1873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75757"/>
              </a:buClr>
              <a:buSzPts val="900"/>
              <a:buFont typeface="Montserrat"/>
              <a:buNone/>
            </a:pPr>
            <a:r>
              <a:rPr b="0" i="0" lang="en-US" sz="1000" u="none" cap="none" strike="noStrike">
                <a:solidFill>
                  <a:srgbClr val="000033"/>
                </a:solidFill>
                <a:latin typeface="Montserrat"/>
                <a:ea typeface="Montserrat"/>
                <a:cs typeface="Montserrat"/>
                <a:sym typeface="Montserrat"/>
              </a:rPr>
              <a:t>xxxx</a:t>
            </a:r>
            <a:endParaRPr b="0" i="0" sz="1000" u="none" cap="none" strike="noStrike">
              <a:solidFill>
                <a:srgbClr val="000033"/>
              </a:solidFill>
              <a:latin typeface="Montserrat"/>
              <a:ea typeface="Montserrat"/>
              <a:cs typeface="Montserrat"/>
              <a:sym typeface="Montserrat"/>
            </a:endParaRPr>
          </a:p>
        </p:txBody>
      </p:sp>
      <p:sp>
        <p:nvSpPr>
          <p:cNvPr id="267" name="Google Shape;267;p16"/>
          <p:cNvSpPr/>
          <p:nvPr/>
        </p:nvSpPr>
        <p:spPr>
          <a:xfrm>
            <a:off x="6770202" y="1574825"/>
            <a:ext cx="1899600" cy="3192300"/>
          </a:xfrm>
          <a:prstGeom prst="roundRect">
            <a:avLst>
              <a:gd fmla="val 3898"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16"/>
          <p:cNvSpPr txBox="1"/>
          <p:nvPr/>
        </p:nvSpPr>
        <p:spPr>
          <a:xfrm>
            <a:off x="6955301" y="1690650"/>
            <a:ext cx="1529400" cy="17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1000" u="none" cap="none" strike="noStrike">
                <a:solidFill>
                  <a:srgbClr val="2B5BFC"/>
                </a:solidFill>
                <a:latin typeface="Montserrat SemiBold"/>
                <a:ea typeface="Montserrat SemiBold"/>
                <a:cs typeface="Montserrat SemiBold"/>
                <a:sym typeface="Montserrat SemiBold"/>
              </a:rPr>
              <a:t>BRECHA 4</a:t>
            </a:r>
            <a:endParaRPr b="0" i="0" sz="1000" u="none" cap="none" strike="noStrike">
              <a:solidFill>
                <a:schemeClr val="dk1"/>
              </a:solidFill>
              <a:latin typeface="Calibri"/>
              <a:ea typeface="Calibri"/>
              <a:cs typeface="Calibri"/>
              <a:sym typeface="Calibri"/>
            </a:endParaRPr>
          </a:p>
        </p:txBody>
      </p:sp>
      <p:sp>
        <p:nvSpPr>
          <p:cNvPr id="269" name="Google Shape;269;p16"/>
          <p:cNvSpPr txBox="1"/>
          <p:nvPr/>
        </p:nvSpPr>
        <p:spPr>
          <a:xfrm>
            <a:off x="6955301" y="1963293"/>
            <a:ext cx="1529400" cy="597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33"/>
              </a:buClr>
              <a:buSzPts val="1300"/>
              <a:buFont typeface="Montserrat ExtraBold"/>
              <a:buNone/>
            </a:pPr>
            <a:r>
              <a:rPr b="1" i="0" lang="en-US" sz="1200" u="none" cap="none" strike="noStrike">
                <a:solidFill>
                  <a:srgbClr val="000033"/>
                </a:solidFill>
                <a:latin typeface="Montserrat ExtraBold"/>
                <a:ea typeface="Montserrat ExtraBold"/>
                <a:cs typeface="Montserrat ExtraBold"/>
                <a:sym typeface="Montserrat ExtraBold"/>
              </a:rPr>
              <a:t>Título de la Brecha</a:t>
            </a:r>
            <a:endParaRPr b="1" i="0" sz="1200" u="none" cap="none" strike="noStrike">
              <a:solidFill>
                <a:srgbClr val="000033"/>
              </a:solidFill>
              <a:latin typeface="Montserrat ExtraBold"/>
              <a:ea typeface="Montserrat ExtraBold"/>
              <a:cs typeface="Montserrat ExtraBold"/>
              <a:sym typeface="Montserrat ExtraBold"/>
            </a:endParaRPr>
          </a:p>
        </p:txBody>
      </p:sp>
      <p:sp>
        <p:nvSpPr>
          <p:cNvPr id="270" name="Google Shape;270;p16"/>
          <p:cNvSpPr/>
          <p:nvPr/>
        </p:nvSpPr>
        <p:spPr>
          <a:xfrm>
            <a:off x="6955300" y="2574525"/>
            <a:ext cx="1529400" cy="10800"/>
          </a:xfrm>
          <a:prstGeom prst="rect">
            <a:avLst/>
          </a:prstGeom>
          <a:solidFill>
            <a:srgbClr val="9AAF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16"/>
          <p:cNvSpPr txBox="1"/>
          <p:nvPr/>
        </p:nvSpPr>
        <p:spPr>
          <a:xfrm>
            <a:off x="6955294" y="2666071"/>
            <a:ext cx="1529400" cy="1873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75757"/>
              </a:buClr>
              <a:buSzPts val="900"/>
              <a:buFont typeface="Montserrat"/>
              <a:buNone/>
            </a:pPr>
            <a:r>
              <a:rPr b="0" i="0" lang="en-US" sz="1000" u="none" cap="none" strike="noStrike">
                <a:solidFill>
                  <a:srgbClr val="000033"/>
                </a:solidFill>
                <a:latin typeface="Montserrat"/>
                <a:ea typeface="Montserrat"/>
                <a:cs typeface="Montserrat"/>
                <a:sym typeface="Montserrat"/>
              </a:rPr>
              <a:t>xxxxx</a:t>
            </a:r>
            <a:endParaRPr b="0" i="0" sz="1000" u="none" cap="none" strike="noStrike">
              <a:solidFill>
                <a:srgbClr val="000033"/>
              </a:solidFill>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33"/>
        </a:solidFill>
      </p:bgPr>
    </p:bg>
    <p:spTree>
      <p:nvGrpSpPr>
        <p:cNvPr id="276" name="Shape 276"/>
        <p:cNvGrpSpPr/>
        <p:nvPr/>
      </p:nvGrpSpPr>
      <p:grpSpPr>
        <a:xfrm>
          <a:off x="0" y="0"/>
          <a:ext cx="0" cy="0"/>
          <a:chOff x="0" y="0"/>
          <a:chExt cx="0" cy="0"/>
        </a:xfrm>
      </p:grpSpPr>
      <p:pic>
        <p:nvPicPr>
          <p:cNvPr descr="bg-dark-glow.png" id="277" name="Google Shape;277;p17"/>
          <p:cNvPicPr preferRelativeResize="0"/>
          <p:nvPr/>
        </p:nvPicPr>
        <p:blipFill rotWithShape="1">
          <a:blip r:embed="rId3">
            <a:alphaModFix/>
          </a:blip>
          <a:srcRect b="13585" l="0" r="13585" t="0"/>
          <a:stretch/>
        </p:blipFill>
        <p:spPr>
          <a:xfrm>
            <a:off x="0" y="0"/>
            <a:ext cx="9144005" cy="5143500"/>
          </a:xfrm>
          <a:prstGeom prst="rect">
            <a:avLst/>
          </a:prstGeom>
          <a:noFill/>
          <a:ln>
            <a:noFill/>
          </a:ln>
        </p:spPr>
      </p:pic>
      <p:pic>
        <p:nvPicPr>
          <p:cNvPr descr="neo-logo-25-white.png" id="278" name="Google Shape;278;p17"/>
          <p:cNvPicPr preferRelativeResize="0"/>
          <p:nvPr/>
        </p:nvPicPr>
        <p:blipFill rotWithShape="1">
          <a:blip r:embed="rId4">
            <a:alphaModFix/>
          </a:blip>
          <a:srcRect b="0" l="0" r="0" t="0"/>
          <a:stretch/>
        </p:blipFill>
        <p:spPr>
          <a:xfrm>
            <a:off x="571500" y="398780"/>
            <a:ext cx="1228090" cy="245110"/>
          </a:xfrm>
          <a:prstGeom prst="rect">
            <a:avLst/>
          </a:prstGeom>
          <a:noFill/>
          <a:ln>
            <a:noFill/>
          </a:ln>
        </p:spPr>
      </p:pic>
      <p:sp>
        <p:nvSpPr>
          <p:cNvPr id="279" name="Google Shape;279;p17"/>
          <p:cNvSpPr txBox="1"/>
          <p:nvPr/>
        </p:nvSpPr>
        <p:spPr>
          <a:xfrm>
            <a:off x="571500" y="4577080"/>
            <a:ext cx="2032000" cy="1854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a:ea typeface="Montserrat"/>
                <a:cs typeface="Montserrat"/>
                <a:sym typeface="Montserrat"/>
              </a:rPr>
              <a:t>neoconsulting.ai</a:t>
            </a:r>
            <a:endParaRPr b="0" i="0" sz="1400" u="none" cap="none" strike="noStrike">
              <a:solidFill>
                <a:srgbClr val="000000"/>
              </a:solidFill>
              <a:latin typeface="Arial"/>
              <a:ea typeface="Arial"/>
              <a:cs typeface="Arial"/>
              <a:sym typeface="Arial"/>
            </a:endParaRPr>
          </a:p>
        </p:txBody>
      </p:sp>
      <p:sp>
        <p:nvSpPr>
          <p:cNvPr id="280" name="Google Shape;280;p17"/>
          <p:cNvSpPr txBox="1"/>
          <p:nvPr/>
        </p:nvSpPr>
        <p:spPr>
          <a:xfrm>
            <a:off x="571500" y="2430775"/>
            <a:ext cx="8001000" cy="6426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4500"/>
              <a:buFont typeface="Arial"/>
              <a:buNone/>
            </a:pPr>
            <a:r>
              <a:rPr b="0" i="0" lang="en-US" sz="4500" u="none" cap="none" strike="noStrike">
                <a:solidFill>
                  <a:srgbClr val="FFFFFF"/>
                </a:solidFill>
                <a:latin typeface="Montserrat ExtraBold"/>
                <a:ea typeface="Montserrat ExtraBold"/>
                <a:cs typeface="Montserrat ExtraBold"/>
                <a:sym typeface="Montserrat ExtraBold"/>
              </a:rPr>
              <a:t>El </a:t>
            </a:r>
            <a:r>
              <a:rPr b="0" i="1" lang="en-US" sz="4500" u="none" cap="none" strike="noStrike">
                <a:solidFill>
                  <a:srgbClr val="9AAFFE"/>
                </a:solidFill>
                <a:latin typeface="Montserrat Black"/>
                <a:ea typeface="Montserrat Black"/>
                <a:cs typeface="Montserrat Black"/>
                <a:sym typeface="Montserrat Black"/>
              </a:rPr>
              <a:t>reto</a:t>
            </a:r>
            <a:endParaRPr b="0" i="0" sz="1400" u="none" cap="none" strike="noStrike">
              <a:solidFill>
                <a:srgbClr val="9AAFFE"/>
              </a:solidFill>
              <a:latin typeface="Arial"/>
              <a:ea typeface="Arial"/>
              <a:cs typeface="Arial"/>
              <a:sym typeface="Arial"/>
            </a:endParaRPr>
          </a:p>
        </p:txBody>
      </p:sp>
      <p:sp>
        <p:nvSpPr>
          <p:cNvPr id="281" name="Google Shape;281;p17"/>
          <p:cNvSpPr txBox="1"/>
          <p:nvPr/>
        </p:nvSpPr>
        <p:spPr>
          <a:xfrm>
            <a:off x="571500" y="2070095"/>
            <a:ext cx="8001000" cy="20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SemiBold"/>
                <a:ea typeface="Montserrat SemiBold"/>
                <a:cs typeface="Montserrat SemiBold"/>
                <a:sym typeface="Montserrat SemiBold"/>
              </a:rPr>
              <a:t>SECCIÓN 03</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286" name="Shape 286"/>
        <p:cNvGrpSpPr/>
        <p:nvPr/>
      </p:nvGrpSpPr>
      <p:grpSpPr>
        <a:xfrm>
          <a:off x="0" y="0"/>
          <a:ext cx="0" cy="0"/>
          <a:chOff x="0" y="0"/>
          <a:chExt cx="0" cy="0"/>
        </a:xfrm>
      </p:grpSpPr>
      <p:sp>
        <p:nvSpPr>
          <p:cNvPr id="287" name="Google Shape;287;p18"/>
          <p:cNvSpPr txBox="1"/>
          <p:nvPr/>
        </p:nvSpPr>
        <p:spPr>
          <a:xfrm>
            <a:off x="571500" y="890626"/>
            <a:ext cx="8001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EL DESAFÍO</a:t>
            </a:r>
            <a:endParaRPr b="0" i="0" sz="1100" u="none" cap="none" strike="noStrike">
              <a:solidFill>
                <a:schemeClr val="dk1"/>
              </a:solidFill>
              <a:latin typeface="Calibri"/>
              <a:ea typeface="Calibri"/>
              <a:cs typeface="Calibri"/>
              <a:sym typeface="Calibri"/>
            </a:endParaRPr>
          </a:p>
        </p:txBody>
      </p:sp>
      <p:sp>
        <p:nvSpPr>
          <p:cNvPr id="288" name="Google Shape;288;p18"/>
          <p:cNvSpPr txBox="1"/>
          <p:nvPr/>
        </p:nvSpPr>
        <p:spPr>
          <a:xfrm>
            <a:off x="571500" y="1174090"/>
            <a:ext cx="8001000" cy="329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000033"/>
              </a:buClr>
              <a:buSzPts val="2100"/>
              <a:buFont typeface="Montserrat ExtraBold"/>
              <a:buNone/>
            </a:pPr>
            <a:r>
              <a:rPr b="1" lang="en-US" sz="2100">
                <a:solidFill>
                  <a:srgbClr val="000033"/>
                </a:solidFill>
                <a:latin typeface="Montserrat ExtraBold"/>
                <a:ea typeface="Montserrat ExtraBold"/>
                <a:cs typeface="Montserrat ExtraBold"/>
                <a:sym typeface="Montserrat ExtraBold"/>
              </a:rPr>
              <a:t>Título de la </a:t>
            </a:r>
            <a:r>
              <a:rPr b="1" i="1" lang="en-US" sz="2100">
                <a:solidFill>
                  <a:srgbClr val="2B5BFC"/>
                </a:solidFill>
                <a:latin typeface="Montserrat ExtraBold"/>
                <a:ea typeface="Montserrat ExtraBold"/>
                <a:cs typeface="Montserrat ExtraBold"/>
                <a:sym typeface="Montserrat ExtraBold"/>
              </a:rPr>
              <a:t>sección</a:t>
            </a:r>
            <a:endParaRPr b="1" sz="2100">
              <a:solidFill>
                <a:srgbClr val="000033"/>
              </a:solidFill>
              <a:latin typeface="Montserrat ExtraBold"/>
              <a:ea typeface="Montserrat ExtraBold"/>
              <a:cs typeface="Montserrat ExtraBold"/>
              <a:sym typeface="Montserrat ExtraBold"/>
            </a:endParaRPr>
          </a:p>
        </p:txBody>
      </p:sp>
      <p:sp>
        <p:nvSpPr>
          <p:cNvPr id="289" name="Google Shape;289;p18"/>
          <p:cNvSpPr txBox="1"/>
          <p:nvPr/>
        </p:nvSpPr>
        <p:spPr>
          <a:xfrm>
            <a:off x="571500" y="1649350"/>
            <a:ext cx="8001000" cy="4323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75757"/>
              </a:buClr>
              <a:buSzPts val="1100"/>
              <a:buFont typeface="Montserrat"/>
              <a:buNone/>
            </a:pPr>
            <a:r>
              <a:rPr b="0" i="0" lang="en-US" sz="1000" u="none" cap="none" strike="noStrike">
                <a:solidFill>
                  <a:srgbClr val="000033"/>
                </a:solidFill>
                <a:latin typeface="Montserrat"/>
                <a:ea typeface="Montserrat"/>
                <a:cs typeface="Montserrat"/>
                <a:sym typeface="Montserrat"/>
              </a:rPr>
              <a:t>Resumen de lo que Neo tiene que solucionar y con qué lo hará.</a:t>
            </a:r>
            <a:endParaRPr b="0" i="0" sz="1000" u="none" cap="none" strike="noStrike">
              <a:solidFill>
                <a:schemeClr val="dk1"/>
              </a:solidFill>
              <a:latin typeface="Calibri"/>
              <a:ea typeface="Calibri"/>
              <a:cs typeface="Calibri"/>
              <a:sym typeface="Calibri"/>
            </a:endParaRPr>
          </a:p>
        </p:txBody>
      </p:sp>
      <p:sp>
        <p:nvSpPr>
          <p:cNvPr id="290" name="Google Shape;290;p18"/>
          <p:cNvSpPr/>
          <p:nvPr/>
        </p:nvSpPr>
        <p:spPr>
          <a:xfrm>
            <a:off x="571500" y="2089720"/>
            <a:ext cx="8001000" cy="768000"/>
          </a:xfrm>
          <a:prstGeom prst="roundRect">
            <a:avLst>
              <a:gd fmla="val 9524"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18"/>
          <p:cNvSpPr/>
          <p:nvPr/>
        </p:nvSpPr>
        <p:spPr>
          <a:xfrm>
            <a:off x="772668" y="2290888"/>
            <a:ext cx="310800" cy="310800"/>
          </a:xfrm>
          <a:prstGeom prst="roundRect">
            <a:avLst>
              <a:gd fmla="val 20588" name="adj"/>
            </a:avLst>
          </a:prstGeom>
          <a:solidFill>
            <a:srgbClr val="2B5B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18"/>
          <p:cNvSpPr txBox="1"/>
          <p:nvPr/>
        </p:nvSpPr>
        <p:spPr>
          <a:xfrm>
            <a:off x="772668" y="2345752"/>
            <a:ext cx="310800" cy="201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Montserrat SemiBold"/>
              <a:buNone/>
            </a:pPr>
            <a:r>
              <a:rPr b="1" i="0" lang="en-US" sz="1200" u="none" cap="none" strike="noStrike">
                <a:solidFill>
                  <a:srgbClr val="FFFFFF"/>
                </a:solidFill>
                <a:latin typeface="Montserrat SemiBold"/>
                <a:ea typeface="Montserrat SemiBold"/>
                <a:cs typeface="Montserrat SemiBold"/>
                <a:sym typeface="Montserrat SemiBold"/>
              </a:rPr>
              <a:t>1</a:t>
            </a:r>
            <a:endParaRPr b="0" i="0" sz="1200" u="none" cap="none" strike="noStrike">
              <a:solidFill>
                <a:schemeClr val="dk1"/>
              </a:solidFill>
              <a:latin typeface="Calibri"/>
              <a:ea typeface="Calibri"/>
              <a:cs typeface="Calibri"/>
              <a:sym typeface="Calibri"/>
            </a:endParaRPr>
          </a:p>
        </p:txBody>
      </p:sp>
      <p:sp>
        <p:nvSpPr>
          <p:cNvPr id="293" name="Google Shape;293;p18"/>
          <p:cNvSpPr txBox="1"/>
          <p:nvPr/>
        </p:nvSpPr>
        <p:spPr>
          <a:xfrm>
            <a:off x="1281562" y="2271305"/>
            <a:ext cx="2179500" cy="512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33"/>
              </a:buClr>
              <a:buSzPts val="1200"/>
              <a:buFont typeface="Montserrat SemiBold"/>
              <a:buNone/>
            </a:pPr>
            <a:r>
              <a:rPr b="1" i="0" lang="en-US" sz="1200" u="none" cap="none" strike="noStrike">
                <a:solidFill>
                  <a:srgbClr val="000033"/>
                </a:solidFill>
                <a:latin typeface="Montserrat SemiBold"/>
                <a:ea typeface="Montserrat SemiBold"/>
                <a:cs typeface="Montserrat SemiBold"/>
                <a:sym typeface="Montserrat SemiBold"/>
              </a:rPr>
              <a:t>Reto 1</a:t>
            </a:r>
            <a:endParaRPr b="0" i="0" sz="1200" u="none" cap="none" strike="noStrike">
              <a:solidFill>
                <a:schemeClr val="dk1"/>
              </a:solidFill>
              <a:latin typeface="Calibri"/>
              <a:ea typeface="Calibri"/>
              <a:cs typeface="Calibri"/>
              <a:sym typeface="Calibri"/>
            </a:endParaRPr>
          </a:p>
        </p:txBody>
      </p:sp>
      <p:sp>
        <p:nvSpPr>
          <p:cNvPr id="294" name="Google Shape;294;p18"/>
          <p:cNvSpPr txBox="1"/>
          <p:nvPr/>
        </p:nvSpPr>
        <p:spPr>
          <a:xfrm>
            <a:off x="3625596" y="2271314"/>
            <a:ext cx="4718400" cy="512100"/>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575757"/>
              </a:buClr>
              <a:buSzPts val="1000"/>
              <a:buFont typeface="Montserrat"/>
              <a:buNone/>
            </a:pPr>
            <a:r>
              <a:rPr b="0" i="0" lang="en-US" sz="1000" u="none" cap="none" strike="noStrike">
                <a:solidFill>
                  <a:srgbClr val="000033"/>
                </a:solidFill>
                <a:latin typeface="Montserrat"/>
                <a:ea typeface="Montserrat"/>
                <a:cs typeface="Montserrat"/>
                <a:sym typeface="Montserrat"/>
              </a:rPr>
              <a:t>Descripción del Reto </a:t>
            </a:r>
            <a:endParaRPr b="0" i="0" sz="1000" u="none" cap="none" strike="noStrike">
              <a:solidFill>
                <a:schemeClr val="dk1"/>
              </a:solidFill>
              <a:latin typeface="Calibri"/>
              <a:ea typeface="Calibri"/>
              <a:cs typeface="Calibri"/>
              <a:sym typeface="Calibri"/>
            </a:endParaRPr>
          </a:p>
        </p:txBody>
      </p:sp>
      <p:sp>
        <p:nvSpPr>
          <p:cNvPr id="295" name="Google Shape;295;p18"/>
          <p:cNvSpPr/>
          <p:nvPr/>
        </p:nvSpPr>
        <p:spPr>
          <a:xfrm>
            <a:off x="571500" y="2930968"/>
            <a:ext cx="8001000" cy="768000"/>
          </a:xfrm>
          <a:prstGeom prst="roundRect">
            <a:avLst>
              <a:gd fmla="val 9524"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18"/>
          <p:cNvSpPr/>
          <p:nvPr/>
        </p:nvSpPr>
        <p:spPr>
          <a:xfrm>
            <a:off x="772668" y="3132136"/>
            <a:ext cx="310800" cy="310800"/>
          </a:xfrm>
          <a:prstGeom prst="roundRect">
            <a:avLst>
              <a:gd fmla="val 20588" name="adj"/>
            </a:avLst>
          </a:prstGeom>
          <a:solidFill>
            <a:srgbClr val="2B5B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18"/>
          <p:cNvSpPr txBox="1"/>
          <p:nvPr/>
        </p:nvSpPr>
        <p:spPr>
          <a:xfrm>
            <a:off x="772668" y="3187000"/>
            <a:ext cx="310800" cy="201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Montserrat SemiBold"/>
              <a:buNone/>
            </a:pPr>
            <a:r>
              <a:rPr b="1" i="0" lang="en-US" sz="1200" u="none" cap="none" strike="noStrike">
                <a:solidFill>
                  <a:srgbClr val="FFFFFF"/>
                </a:solidFill>
                <a:latin typeface="Montserrat SemiBold"/>
                <a:ea typeface="Montserrat SemiBold"/>
                <a:cs typeface="Montserrat SemiBold"/>
                <a:sym typeface="Montserrat SemiBold"/>
              </a:rPr>
              <a:t>2</a:t>
            </a:r>
            <a:endParaRPr b="0" i="0" sz="1200" u="none" cap="none" strike="noStrike">
              <a:solidFill>
                <a:schemeClr val="dk1"/>
              </a:solidFill>
              <a:latin typeface="Calibri"/>
              <a:ea typeface="Calibri"/>
              <a:cs typeface="Calibri"/>
              <a:sym typeface="Calibri"/>
            </a:endParaRPr>
          </a:p>
        </p:txBody>
      </p:sp>
      <p:sp>
        <p:nvSpPr>
          <p:cNvPr id="298" name="Google Shape;298;p18"/>
          <p:cNvSpPr txBox="1"/>
          <p:nvPr/>
        </p:nvSpPr>
        <p:spPr>
          <a:xfrm>
            <a:off x="1281562" y="3112555"/>
            <a:ext cx="2179500" cy="512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33"/>
              </a:buClr>
              <a:buSzPts val="1200"/>
              <a:buFont typeface="Montserrat SemiBold"/>
              <a:buNone/>
            </a:pPr>
            <a:r>
              <a:rPr b="1" i="0" lang="en-US" sz="1200" u="none" cap="none" strike="noStrike">
                <a:solidFill>
                  <a:srgbClr val="000033"/>
                </a:solidFill>
                <a:latin typeface="Montserrat SemiBold"/>
                <a:ea typeface="Montserrat SemiBold"/>
                <a:cs typeface="Montserrat SemiBold"/>
                <a:sym typeface="Montserrat SemiBold"/>
              </a:rPr>
              <a:t>Reto 2</a:t>
            </a:r>
            <a:endParaRPr b="0" i="0" sz="1200" u="none" cap="none" strike="noStrike">
              <a:solidFill>
                <a:schemeClr val="dk1"/>
              </a:solidFill>
              <a:latin typeface="Calibri"/>
              <a:ea typeface="Calibri"/>
              <a:cs typeface="Calibri"/>
              <a:sym typeface="Calibri"/>
            </a:endParaRPr>
          </a:p>
        </p:txBody>
      </p:sp>
      <p:sp>
        <p:nvSpPr>
          <p:cNvPr id="299" name="Google Shape;299;p18"/>
          <p:cNvSpPr txBox="1"/>
          <p:nvPr/>
        </p:nvSpPr>
        <p:spPr>
          <a:xfrm>
            <a:off x="3625596" y="3112562"/>
            <a:ext cx="4718400" cy="512100"/>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575757"/>
              </a:buClr>
              <a:buSzPts val="1000"/>
              <a:buFont typeface="Montserrat"/>
              <a:buNone/>
            </a:pPr>
            <a:r>
              <a:rPr b="0" i="0" lang="en-US" sz="1000" u="none" cap="none" strike="noStrike">
                <a:solidFill>
                  <a:srgbClr val="000033"/>
                </a:solidFill>
                <a:latin typeface="Montserrat"/>
                <a:ea typeface="Montserrat"/>
                <a:cs typeface="Montserrat"/>
                <a:sym typeface="Montserrat"/>
              </a:rPr>
              <a:t>Descripción del Reto</a:t>
            </a:r>
            <a:endParaRPr b="0" i="0" sz="1000" u="none" cap="none" strike="noStrike">
              <a:solidFill>
                <a:schemeClr val="dk1"/>
              </a:solidFill>
              <a:latin typeface="Calibri"/>
              <a:ea typeface="Calibri"/>
              <a:cs typeface="Calibri"/>
              <a:sym typeface="Calibri"/>
            </a:endParaRPr>
          </a:p>
        </p:txBody>
      </p:sp>
      <p:sp>
        <p:nvSpPr>
          <p:cNvPr id="300" name="Google Shape;300;p18"/>
          <p:cNvSpPr/>
          <p:nvPr/>
        </p:nvSpPr>
        <p:spPr>
          <a:xfrm>
            <a:off x="571500" y="3772216"/>
            <a:ext cx="8001000" cy="768000"/>
          </a:xfrm>
          <a:prstGeom prst="roundRect">
            <a:avLst>
              <a:gd fmla="val 9524"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18"/>
          <p:cNvSpPr/>
          <p:nvPr/>
        </p:nvSpPr>
        <p:spPr>
          <a:xfrm>
            <a:off x="772668" y="3973384"/>
            <a:ext cx="310800" cy="310800"/>
          </a:xfrm>
          <a:prstGeom prst="roundRect">
            <a:avLst>
              <a:gd fmla="val 20588" name="adj"/>
            </a:avLst>
          </a:prstGeom>
          <a:solidFill>
            <a:srgbClr val="2B5B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18"/>
          <p:cNvSpPr txBox="1"/>
          <p:nvPr/>
        </p:nvSpPr>
        <p:spPr>
          <a:xfrm>
            <a:off x="772668" y="4028248"/>
            <a:ext cx="310800" cy="201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Montserrat SemiBold"/>
              <a:buNone/>
            </a:pPr>
            <a:r>
              <a:rPr b="1" i="0" lang="en-US" sz="1200" u="none" cap="none" strike="noStrike">
                <a:solidFill>
                  <a:srgbClr val="FFFFFF"/>
                </a:solidFill>
                <a:latin typeface="Montserrat SemiBold"/>
                <a:ea typeface="Montserrat SemiBold"/>
                <a:cs typeface="Montserrat SemiBold"/>
                <a:sym typeface="Montserrat SemiBold"/>
              </a:rPr>
              <a:t>3</a:t>
            </a:r>
            <a:endParaRPr b="0" i="0" sz="1200" u="none" cap="none" strike="noStrike">
              <a:solidFill>
                <a:schemeClr val="dk1"/>
              </a:solidFill>
              <a:latin typeface="Calibri"/>
              <a:ea typeface="Calibri"/>
              <a:cs typeface="Calibri"/>
              <a:sym typeface="Calibri"/>
            </a:endParaRPr>
          </a:p>
        </p:txBody>
      </p:sp>
      <p:sp>
        <p:nvSpPr>
          <p:cNvPr id="303" name="Google Shape;303;p18"/>
          <p:cNvSpPr txBox="1"/>
          <p:nvPr/>
        </p:nvSpPr>
        <p:spPr>
          <a:xfrm>
            <a:off x="1281562" y="3953804"/>
            <a:ext cx="2179500" cy="512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33"/>
              </a:buClr>
              <a:buSzPts val="1200"/>
              <a:buFont typeface="Montserrat SemiBold"/>
              <a:buNone/>
            </a:pPr>
            <a:r>
              <a:rPr b="1" i="0" lang="en-US" sz="1200" u="none" cap="none" strike="noStrike">
                <a:solidFill>
                  <a:srgbClr val="000033"/>
                </a:solidFill>
                <a:latin typeface="Montserrat SemiBold"/>
                <a:ea typeface="Montserrat SemiBold"/>
                <a:cs typeface="Montserrat SemiBold"/>
                <a:sym typeface="Montserrat SemiBold"/>
              </a:rPr>
              <a:t>Reto 3</a:t>
            </a:r>
            <a:endParaRPr b="0" i="0" sz="1200" u="none" cap="none" strike="noStrike">
              <a:solidFill>
                <a:schemeClr val="dk1"/>
              </a:solidFill>
              <a:latin typeface="Calibri"/>
              <a:ea typeface="Calibri"/>
              <a:cs typeface="Calibri"/>
              <a:sym typeface="Calibri"/>
            </a:endParaRPr>
          </a:p>
        </p:txBody>
      </p:sp>
      <p:sp>
        <p:nvSpPr>
          <p:cNvPr id="304" name="Google Shape;304;p18"/>
          <p:cNvSpPr txBox="1"/>
          <p:nvPr/>
        </p:nvSpPr>
        <p:spPr>
          <a:xfrm>
            <a:off x="3625596" y="3953810"/>
            <a:ext cx="4718400" cy="512100"/>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575757"/>
              </a:buClr>
              <a:buSzPts val="1000"/>
              <a:buFont typeface="Montserrat"/>
              <a:buNone/>
            </a:pPr>
            <a:r>
              <a:rPr b="0" i="0" lang="en-US" sz="1000" u="none" cap="none" strike="noStrike">
                <a:solidFill>
                  <a:srgbClr val="000033"/>
                </a:solidFill>
                <a:latin typeface="Montserrat"/>
                <a:ea typeface="Montserrat"/>
                <a:cs typeface="Montserrat"/>
                <a:sym typeface="Montserrat"/>
              </a:rPr>
              <a:t>Descripción del Reto</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33"/>
        </a:solidFill>
      </p:bgPr>
    </p:bg>
    <p:spTree>
      <p:nvGrpSpPr>
        <p:cNvPr id="309" name="Shape 309"/>
        <p:cNvGrpSpPr/>
        <p:nvPr/>
      </p:nvGrpSpPr>
      <p:grpSpPr>
        <a:xfrm>
          <a:off x="0" y="0"/>
          <a:ext cx="0" cy="0"/>
          <a:chOff x="0" y="0"/>
          <a:chExt cx="0" cy="0"/>
        </a:xfrm>
      </p:grpSpPr>
      <p:pic>
        <p:nvPicPr>
          <p:cNvPr descr="bg-dark-glow.png" id="310" name="Google Shape;310;p19"/>
          <p:cNvPicPr preferRelativeResize="0"/>
          <p:nvPr/>
        </p:nvPicPr>
        <p:blipFill rotWithShape="1">
          <a:blip r:embed="rId3">
            <a:alphaModFix/>
          </a:blip>
          <a:srcRect b="13585" l="0" r="13585" t="0"/>
          <a:stretch/>
        </p:blipFill>
        <p:spPr>
          <a:xfrm>
            <a:off x="0" y="0"/>
            <a:ext cx="9144005" cy="5143500"/>
          </a:xfrm>
          <a:prstGeom prst="rect">
            <a:avLst/>
          </a:prstGeom>
          <a:noFill/>
          <a:ln>
            <a:noFill/>
          </a:ln>
        </p:spPr>
      </p:pic>
      <p:pic>
        <p:nvPicPr>
          <p:cNvPr descr="neo-logo-25-white.png" id="311" name="Google Shape;311;p19"/>
          <p:cNvPicPr preferRelativeResize="0"/>
          <p:nvPr/>
        </p:nvPicPr>
        <p:blipFill rotWithShape="1">
          <a:blip r:embed="rId4">
            <a:alphaModFix/>
          </a:blip>
          <a:srcRect b="0" l="0" r="0" t="0"/>
          <a:stretch/>
        </p:blipFill>
        <p:spPr>
          <a:xfrm>
            <a:off x="571500" y="398780"/>
            <a:ext cx="1228090" cy="245110"/>
          </a:xfrm>
          <a:prstGeom prst="rect">
            <a:avLst/>
          </a:prstGeom>
          <a:noFill/>
          <a:ln>
            <a:noFill/>
          </a:ln>
        </p:spPr>
      </p:pic>
      <p:sp>
        <p:nvSpPr>
          <p:cNvPr id="312" name="Google Shape;312;p19"/>
          <p:cNvSpPr txBox="1"/>
          <p:nvPr/>
        </p:nvSpPr>
        <p:spPr>
          <a:xfrm>
            <a:off x="571500" y="4577080"/>
            <a:ext cx="2032000" cy="1854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a:ea typeface="Montserrat"/>
                <a:cs typeface="Montserrat"/>
                <a:sym typeface="Montserrat"/>
              </a:rPr>
              <a:t>neoconsulting.ai</a:t>
            </a:r>
            <a:endParaRPr b="0" i="0" sz="1400" u="none" cap="none" strike="noStrike">
              <a:solidFill>
                <a:srgbClr val="000000"/>
              </a:solidFill>
              <a:latin typeface="Arial"/>
              <a:ea typeface="Arial"/>
              <a:cs typeface="Arial"/>
              <a:sym typeface="Arial"/>
            </a:endParaRPr>
          </a:p>
        </p:txBody>
      </p:sp>
      <p:sp>
        <p:nvSpPr>
          <p:cNvPr id="313" name="Google Shape;313;p19"/>
          <p:cNvSpPr txBox="1"/>
          <p:nvPr/>
        </p:nvSpPr>
        <p:spPr>
          <a:xfrm>
            <a:off x="571500" y="2430775"/>
            <a:ext cx="8001000" cy="6426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4500"/>
              <a:buFont typeface="Arial"/>
              <a:buNone/>
            </a:pPr>
            <a:r>
              <a:rPr b="0" i="0" lang="en-US" sz="4500" u="none" cap="none" strike="noStrike">
                <a:solidFill>
                  <a:srgbClr val="FFFFFF"/>
                </a:solidFill>
                <a:latin typeface="Montserrat ExtraBold"/>
                <a:ea typeface="Montserrat ExtraBold"/>
                <a:cs typeface="Montserrat ExtraBold"/>
                <a:sym typeface="Montserrat ExtraBold"/>
              </a:rPr>
              <a:t>Nuestra </a:t>
            </a:r>
            <a:r>
              <a:rPr b="0" i="1" lang="en-US" sz="4500" u="none" cap="none" strike="noStrike">
                <a:solidFill>
                  <a:srgbClr val="9AAFFE"/>
                </a:solidFill>
                <a:latin typeface="Montserrat Black"/>
                <a:ea typeface="Montserrat Black"/>
                <a:cs typeface="Montserrat Black"/>
                <a:sym typeface="Montserrat Black"/>
              </a:rPr>
              <a:t>Propuesta</a:t>
            </a:r>
            <a:endParaRPr b="0" i="0" sz="1400" u="none" cap="none" strike="noStrike">
              <a:solidFill>
                <a:srgbClr val="9AAFFE"/>
              </a:solidFill>
              <a:latin typeface="Arial"/>
              <a:ea typeface="Arial"/>
              <a:cs typeface="Arial"/>
              <a:sym typeface="Arial"/>
            </a:endParaRPr>
          </a:p>
        </p:txBody>
      </p:sp>
      <p:sp>
        <p:nvSpPr>
          <p:cNvPr id="314" name="Google Shape;314;p19"/>
          <p:cNvSpPr txBox="1"/>
          <p:nvPr/>
        </p:nvSpPr>
        <p:spPr>
          <a:xfrm>
            <a:off x="571500" y="2070095"/>
            <a:ext cx="8001000" cy="20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SemiBold"/>
                <a:ea typeface="Montserrat SemiBold"/>
                <a:cs typeface="Montserrat SemiBold"/>
                <a:sym typeface="Montserrat SemiBold"/>
              </a:rPr>
              <a:t>SECCIÓN 04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200038" scaled="0"/>
        </a:gradFill>
      </p:bgPr>
    </p:bg>
    <p:spTree>
      <p:nvGrpSpPr>
        <p:cNvPr id="319" name="Shape 319"/>
        <p:cNvGrpSpPr/>
        <p:nvPr/>
      </p:nvGrpSpPr>
      <p:grpSpPr>
        <a:xfrm>
          <a:off x="0" y="0"/>
          <a:ext cx="0" cy="0"/>
          <a:chOff x="0" y="0"/>
          <a:chExt cx="0" cy="0"/>
        </a:xfrm>
      </p:grpSpPr>
      <p:sp>
        <p:nvSpPr>
          <p:cNvPr id="320" name="Google Shape;320;p20"/>
          <p:cNvSpPr txBox="1"/>
          <p:nvPr/>
        </p:nvSpPr>
        <p:spPr>
          <a:xfrm>
            <a:off x="571500" y="830051"/>
            <a:ext cx="8001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lang="en-US" sz="1100">
                <a:solidFill>
                  <a:srgbClr val="2B5BFC"/>
                </a:solidFill>
                <a:latin typeface="Montserrat SemiBold"/>
                <a:ea typeface="Montserrat SemiBold"/>
                <a:cs typeface="Montserrat SemiBold"/>
                <a:sym typeface="Montserrat SemiBold"/>
              </a:rPr>
              <a:t>NUESTRA PROPUESTA</a:t>
            </a:r>
            <a:endParaRPr b="0" i="0" sz="1100" u="none" cap="none" strike="noStrike">
              <a:solidFill>
                <a:schemeClr val="dk1"/>
              </a:solidFill>
              <a:latin typeface="Calibri"/>
              <a:ea typeface="Calibri"/>
              <a:cs typeface="Calibri"/>
              <a:sym typeface="Calibri"/>
            </a:endParaRPr>
          </a:p>
        </p:txBody>
      </p:sp>
      <p:sp>
        <p:nvSpPr>
          <p:cNvPr id="321" name="Google Shape;321;p20"/>
          <p:cNvSpPr/>
          <p:nvPr/>
        </p:nvSpPr>
        <p:spPr>
          <a:xfrm>
            <a:off x="571500" y="1566898"/>
            <a:ext cx="8109300" cy="353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5F"/>
              </a:buClr>
              <a:buSzPts val="909"/>
              <a:buFont typeface="Calibri"/>
              <a:buNone/>
            </a:pPr>
            <a:r>
              <a:rPr b="0" i="0" lang="en-US" sz="1000" u="none" cap="none" strike="noStrike">
                <a:solidFill>
                  <a:srgbClr val="000033"/>
                </a:solidFill>
                <a:latin typeface="Montserrat"/>
                <a:ea typeface="Montserrat"/>
                <a:cs typeface="Montserrat"/>
                <a:sym typeface="Montserrat"/>
              </a:rPr>
              <a:t>Una línea de bajada que explica de qué trata el conjunto de tarjetas.</a:t>
            </a:r>
            <a:endParaRPr b="0" i="0" sz="1000" u="none" cap="none" strike="noStrike">
              <a:solidFill>
                <a:srgbClr val="000033"/>
              </a:solidFill>
              <a:latin typeface="Montserrat"/>
              <a:ea typeface="Montserrat"/>
              <a:cs typeface="Montserrat"/>
              <a:sym typeface="Montserrat"/>
            </a:endParaRPr>
          </a:p>
          <a:p>
            <a:pPr indent="0" lvl="0" marL="0" marR="0" rtl="0" algn="l">
              <a:lnSpc>
                <a:spcPct val="115000"/>
              </a:lnSpc>
              <a:spcBef>
                <a:spcPts val="0"/>
              </a:spcBef>
              <a:spcAft>
                <a:spcPts val="0"/>
              </a:spcAft>
              <a:buClr>
                <a:srgbClr val="4A4A5F"/>
              </a:buClr>
              <a:buSzPts val="909"/>
              <a:buFont typeface="Calibri"/>
              <a:buNone/>
            </a:pPr>
            <a:r>
              <a:t/>
            </a:r>
            <a:endParaRPr b="0" i="0" sz="1000" u="none" cap="none" strike="noStrike">
              <a:solidFill>
                <a:srgbClr val="000033"/>
              </a:solidFill>
              <a:latin typeface="Montserrat"/>
              <a:ea typeface="Montserrat"/>
              <a:cs typeface="Montserrat"/>
              <a:sym typeface="Montserrat"/>
            </a:endParaRPr>
          </a:p>
        </p:txBody>
      </p:sp>
      <p:sp>
        <p:nvSpPr>
          <p:cNvPr id="322" name="Google Shape;322;p20"/>
          <p:cNvSpPr/>
          <p:nvPr/>
        </p:nvSpPr>
        <p:spPr>
          <a:xfrm>
            <a:off x="588150" y="2005462"/>
            <a:ext cx="4009800" cy="2829600"/>
          </a:xfrm>
          <a:prstGeom prst="roundRect">
            <a:avLst>
              <a:gd fmla="val 3077"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72300" lIns="72300" spcFirstLastPara="1" rIns="72300" wrap="square" tIns="723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20"/>
          <p:cNvSpPr/>
          <p:nvPr/>
        </p:nvSpPr>
        <p:spPr>
          <a:xfrm>
            <a:off x="766375" y="2164625"/>
            <a:ext cx="3653400" cy="262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BBF"/>
              </a:buClr>
              <a:buSzPts val="712"/>
              <a:buFont typeface="Calibri"/>
              <a:buNone/>
            </a:pPr>
            <a:r>
              <a:rPr b="1" lang="en-US" sz="1100">
                <a:solidFill>
                  <a:srgbClr val="2B5BFC"/>
                </a:solidFill>
                <a:latin typeface="Montserrat SemiBold"/>
                <a:ea typeface="Montserrat SemiBold"/>
                <a:cs typeface="Montserrat SemiBold"/>
                <a:sym typeface="Montserrat SemiBold"/>
              </a:rPr>
              <a:t>NOMBRE DE LA CAPACITACIÓN</a:t>
            </a:r>
            <a:endParaRPr b="1" i="0" sz="1100" u="none" cap="none" strike="noStrike">
              <a:solidFill>
                <a:srgbClr val="000033"/>
              </a:solidFill>
              <a:latin typeface="Montserrat"/>
              <a:ea typeface="Montserrat"/>
              <a:cs typeface="Montserrat"/>
              <a:sym typeface="Montserrat"/>
            </a:endParaRPr>
          </a:p>
        </p:txBody>
      </p:sp>
      <p:sp>
        <p:nvSpPr>
          <p:cNvPr id="324" name="Google Shape;324;p20"/>
          <p:cNvSpPr/>
          <p:nvPr/>
        </p:nvSpPr>
        <p:spPr>
          <a:xfrm>
            <a:off x="766375" y="2566259"/>
            <a:ext cx="3653400" cy="6774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60A2E"/>
              </a:buClr>
              <a:buSzPts val="1067"/>
              <a:buFont typeface="Calibri"/>
              <a:buNone/>
            </a:pPr>
            <a:r>
              <a:rPr b="1" i="0" lang="en-US" sz="1200" u="none" cap="none" strike="noStrike">
                <a:solidFill>
                  <a:srgbClr val="000033"/>
                </a:solidFill>
                <a:latin typeface="Montserrat"/>
                <a:ea typeface="Montserrat"/>
                <a:cs typeface="Montserrat"/>
                <a:sym typeface="Montserrat"/>
              </a:rPr>
              <a:t>Título del componente</a:t>
            </a:r>
            <a:endParaRPr b="0" i="0" sz="1200" u="none" cap="none" strike="noStrike">
              <a:solidFill>
                <a:srgbClr val="000033"/>
              </a:solidFill>
              <a:latin typeface="Montserrat"/>
              <a:ea typeface="Montserrat"/>
              <a:cs typeface="Montserrat"/>
              <a:sym typeface="Montserrat"/>
            </a:endParaRPr>
          </a:p>
        </p:txBody>
      </p:sp>
      <p:sp>
        <p:nvSpPr>
          <p:cNvPr id="325" name="Google Shape;325;p20"/>
          <p:cNvSpPr/>
          <p:nvPr/>
        </p:nvSpPr>
        <p:spPr>
          <a:xfrm>
            <a:off x="774350" y="3093950"/>
            <a:ext cx="3740400" cy="1446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5F"/>
              </a:buClr>
              <a:buSzPts val="830"/>
              <a:buFont typeface="Calibri"/>
              <a:buNone/>
            </a:pPr>
            <a:r>
              <a:rPr lang="en-US" sz="1000">
                <a:solidFill>
                  <a:srgbClr val="000033"/>
                </a:solidFill>
                <a:latin typeface="Montserrat"/>
                <a:ea typeface="Montserrat"/>
                <a:cs typeface="Montserrat"/>
                <a:sym typeface="Montserrat"/>
              </a:rPr>
              <a:t>Resumen de lo que se va a dictar</a:t>
            </a:r>
            <a:endParaRPr b="0" i="0" sz="1000" u="none" cap="none" strike="noStrike">
              <a:solidFill>
                <a:srgbClr val="000033"/>
              </a:solidFill>
              <a:latin typeface="Montserrat"/>
              <a:ea typeface="Montserrat"/>
              <a:cs typeface="Montserrat"/>
              <a:sym typeface="Montserrat"/>
            </a:endParaRPr>
          </a:p>
        </p:txBody>
      </p:sp>
      <p:sp>
        <p:nvSpPr>
          <p:cNvPr id="326" name="Google Shape;326;p20"/>
          <p:cNvSpPr/>
          <p:nvPr/>
        </p:nvSpPr>
        <p:spPr>
          <a:xfrm>
            <a:off x="4762650" y="2005462"/>
            <a:ext cx="3901500" cy="826500"/>
          </a:xfrm>
          <a:prstGeom prst="roundRect">
            <a:avLst>
              <a:gd fmla="val 3077"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72300" lIns="72300" spcFirstLastPara="1" rIns="72300" wrap="square" tIns="723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20"/>
          <p:cNvSpPr/>
          <p:nvPr/>
        </p:nvSpPr>
        <p:spPr>
          <a:xfrm>
            <a:off x="4940871" y="2081296"/>
            <a:ext cx="3653400" cy="19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BBF"/>
              </a:buClr>
              <a:buSzPts val="712"/>
              <a:buFont typeface="Calibri"/>
              <a:buNone/>
            </a:pPr>
            <a:r>
              <a:rPr b="1" lang="en-US" sz="1100">
                <a:solidFill>
                  <a:srgbClr val="2B5BFC"/>
                </a:solidFill>
                <a:latin typeface="Montserrat SemiBold"/>
                <a:ea typeface="Montserrat SemiBold"/>
                <a:cs typeface="Montserrat SemiBold"/>
                <a:sym typeface="Montserrat SemiBold"/>
              </a:rPr>
              <a:t>NÚMERO DE PARTICIPANTES</a:t>
            </a:r>
            <a:endParaRPr b="1" i="0" sz="1100" u="none" cap="none" strike="noStrike">
              <a:solidFill>
                <a:srgbClr val="000033"/>
              </a:solidFill>
              <a:latin typeface="Montserrat"/>
              <a:ea typeface="Montserrat"/>
              <a:cs typeface="Montserrat"/>
              <a:sym typeface="Montserrat"/>
            </a:endParaRPr>
          </a:p>
        </p:txBody>
      </p:sp>
      <p:sp>
        <p:nvSpPr>
          <p:cNvPr id="328" name="Google Shape;328;p20"/>
          <p:cNvSpPr/>
          <p:nvPr/>
        </p:nvSpPr>
        <p:spPr>
          <a:xfrm>
            <a:off x="4940875" y="2323907"/>
            <a:ext cx="3586800" cy="411300"/>
          </a:xfrm>
          <a:prstGeom prst="rect">
            <a:avLst/>
          </a:prstGeom>
          <a:noFill/>
          <a:ln>
            <a:noFill/>
          </a:ln>
        </p:spPr>
        <p:txBody>
          <a:bodyPr anchorCtr="0" anchor="t" bIns="0" lIns="0" spcFirstLastPara="1" rIns="0" wrap="square" tIns="0">
            <a:noAutofit/>
          </a:bodyPr>
          <a:lstStyle/>
          <a:p>
            <a:pPr indent="-292100" lvl="0" marL="457200" marR="0" rtl="0" algn="l">
              <a:lnSpc>
                <a:spcPct val="105000"/>
              </a:lnSpc>
              <a:spcBef>
                <a:spcPts val="1000"/>
              </a:spcBef>
              <a:spcAft>
                <a:spcPts val="0"/>
              </a:spcAft>
              <a:buClr>
                <a:srgbClr val="2B5BFC"/>
              </a:buClr>
              <a:buSzPts val="1000"/>
              <a:buFont typeface="Montserrat"/>
              <a:buChar char="●"/>
            </a:pPr>
            <a:r>
              <a:rPr b="1" i="0" lang="en-US" sz="1000" u="none" cap="none" strike="noStrike">
                <a:solidFill>
                  <a:srgbClr val="000033"/>
                </a:solidFill>
                <a:latin typeface="Montserrat"/>
                <a:ea typeface="Montserrat"/>
                <a:cs typeface="Montserrat"/>
                <a:sym typeface="Montserrat"/>
              </a:rPr>
              <a:t>Título del componente</a:t>
            </a:r>
            <a:endParaRPr b="1" sz="1000">
              <a:solidFill>
                <a:srgbClr val="000033"/>
              </a:solidFill>
              <a:latin typeface="Montserrat"/>
              <a:ea typeface="Montserrat"/>
              <a:cs typeface="Montserrat"/>
              <a:sym typeface="Montserrat"/>
            </a:endParaRPr>
          </a:p>
        </p:txBody>
      </p:sp>
      <p:sp>
        <p:nvSpPr>
          <p:cNvPr id="329" name="Google Shape;329;p20"/>
          <p:cNvSpPr txBox="1"/>
          <p:nvPr/>
        </p:nvSpPr>
        <p:spPr>
          <a:xfrm>
            <a:off x="571500" y="1174090"/>
            <a:ext cx="8001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Título de la </a:t>
            </a:r>
            <a:r>
              <a:rPr b="1" i="1" lang="en-US" sz="2100" u="none" cap="none" strike="noStrike">
                <a:solidFill>
                  <a:srgbClr val="2B5BFC"/>
                </a:solidFill>
                <a:latin typeface="Montserrat ExtraBold"/>
                <a:ea typeface="Montserrat ExtraBold"/>
                <a:cs typeface="Montserrat ExtraBold"/>
                <a:sym typeface="Montserrat ExtraBold"/>
              </a:rPr>
              <a:t>sección</a:t>
            </a:r>
            <a:endParaRPr b="1" i="0" sz="2100" u="none" cap="none" strike="noStrike">
              <a:solidFill>
                <a:srgbClr val="000033"/>
              </a:solidFill>
              <a:latin typeface="Montserrat ExtraBold"/>
              <a:ea typeface="Montserrat ExtraBold"/>
              <a:cs typeface="Montserrat ExtraBold"/>
              <a:sym typeface="Montserrat ExtraBold"/>
            </a:endParaRPr>
          </a:p>
        </p:txBody>
      </p:sp>
      <p:sp>
        <p:nvSpPr>
          <p:cNvPr id="330" name="Google Shape;330;p20"/>
          <p:cNvSpPr/>
          <p:nvPr/>
        </p:nvSpPr>
        <p:spPr>
          <a:xfrm>
            <a:off x="4762650" y="3006995"/>
            <a:ext cx="3901500" cy="826500"/>
          </a:xfrm>
          <a:prstGeom prst="roundRect">
            <a:avLst>
              <a:gd fmla="val 3077"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72300" lIns="72300" spcFirstLastPara="1" rIns="72300" wrap="square" tIns="723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20"/>
          <p:cNvSpPr/>
          <p:nvPr/>
        </p:nvSpPr>
        <p:spPr>
          <a:xfrm>
            <a:off x="4940871" y="3069025"/>
            <a:ext cx="3653400" cy="19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BBF"/>
              </a:buClr>
              <a:buSzPts val="712"/>
              <a:buFont typeface="Calibri"/>
              <a:buNone/>
            </a:pPr>
            <a:r>
              <a:rPr b="1" lang="en-US" sz="1100">
                <a:solidFill>
                  <a:srgbClr val="2B5BFC"/>
                </a:solidFill>
                <a:latin typeface="Montserrat SemiBold"/>
                <a:ea typeface="Montserrat SemiBold"/>
                <a:cs typeface="Montserrat SemiBold"/>
                <a:sym typeface="Montserrat SemiBold"/>
              </a:rPr>
              <a:t>SESIONES</a:t>
            </a:r>
            <a:endParaRPr b="1" i="0" sz="1100" u="none" cap="none" strike="noStrike">
              <a:solidFill>
                <a:srgbClr val="000033"/>
              </a:solidFill>
              <a:latin typeface="Montserrat"/>
              <a:ea typeface="Montserrat"/>
              <a:cs typeface="Montserrat"/>
              <a:sym typeface="Montserrat"/>
            </a:endParaRPr>
          </a:p>
        </p:txBody>
      </p:sp>
      <p:sp>
        <p:nvSpPr>
          <p:cNvPr id="332" name="Google Shape;332;p20"/>
          <p:cNvSpPr/>
          <p:nvPr/>
        </p:nvSpPr>
        <p:spPr>
          <a:xfrm>
            <a:off x="4940875" y="3311627"/>
            <a:ext cx="3531600" cy="411300"/>
          </a:xfrm>
          <a:prstGeom prst="rect">
            <a:avLst/>
          </a:prstGeom>
          <a:noFill/>
          <a:ln>
            <a:noFill/>
          </a:ln>
        </p:spPr>
        <p:txBody>
          <a:bodyPr anchorCtr="0" anchor="t" bIns="0" lIns="0" spcFirstLastPara="1" rIns="0" wrap="square" tIns="0">
            <a:noAutofit/>
          </a:bodyPr>
          <a:lstStyle/>
          <a:p>
            <a:pPr indent="-292100" lvl="0" marL="457200" marR="0" rtl="0" algn="l">
              <a:lnSpc>
                <a:spcPct val="105000"/>
              </a:lnSpc>
              <a:spcBef>
                <a:spcPts val="1000"/>
              </a:spcBef>
              <a:spcAft>
                <a:spcPts val="0"/>
              </a:spcAft>
              <a:buClr>
                <a:srgbClr val="2B5BFC"/>
              </a:buClr>
              <a:buSzPts val="1000"/>
              <a:buFont typeface="Montserrat"/>
              <a:buChar char="●"/>
            </a:pPr>
            <a:r>
              <a:rPr b="1" i="0" lang="en-US" sz="1000" u="none" cap="none" strike="noStrike">
                <a:solidFill>
                  <a:srgbClr val="000033"/>
                </a:solidFill>
                <a:latin typeface="Montserrat"/>
                <a:ea typeface="Montserrat"/>
                <a:cs typeface="Montserrat"/>
                <a:sym typeface="Montserrat"/>
              </a:rPr>
              <a:t>Título del componente</a:t>
            </a:r>
            <a:endParaRPr b="1" i="0" sz="1000" u="none" cap="none" strike="noStrike">
              <a:solidFill>
                <a:srgbClr val="000033"/>
              </a:solidFill>
              <a:latin typeface="Montserrat"/>
              <a:ea typeface="Montserrat"/>
              <a:cs typeface="Montserrat"/>
              <a:sym typeface="Montserrat"/>
            </a:endParaRPr>
          </a:p>
          <a:p>
            <a:pPr indent="-292100" lvl="0" marL="457200" marR="0" rtl="0" algn="l">
              <a:lnSpc>
                <a:spcPct val="105000"/>
              </a:lnSpc>
              <a:spcBef>
                <a:spcPts val="1000"/>
              </a:spcBef>
              <a:spcAft>
                <a:spcPts val="0"/>
              </a:spcAft>
              <a:buClr>
                <a:srgbClr val="2B5BFC"/>
              </a:buClr>
              <a:buSzPts val="1000"/>
              <a:buFont typeface="Montserrat"/>
              <a:buChar char="●"/>
            </a:pPr>
            <a:r>
              <a:rPr b="1" lang="en-US" sz="1000">
                <a:solidFill>
                  <a:srgbClr val="000033"/>
                </a:solidFill>
                <a:latin typeface="Montserrat"/>
                <a:ea typeface="Montserrat"/>
                <a:cs typeface="Montserrat"/>
                <a:sym typeface="Montserrat"/>
              </a:rPr>
              <a:t>Presencial / Virtual / Híbrido</a:t>
            </a:r>
            <a:endParaRPr b="1" sz="1000">
              <a:solidFill>
                <a:srgbClr val="000033"/>
              </a:solidFill>
              <a:latin typeface="Montserrat"/>
              <a:ea typeface="Montserrat"/>
              <a:cs typeface="Montserrat"/>
              <a:sym typeface="Montserrat"/>
            </a:endParaRPr>
          </a:p>
        </p:txBody>
      </p:sp>
      <p:sp>
        <p:nvSpPr>
          <p:cNvPr id="333" name="Google Shape;333;p20"/>
          <p:cNvSpPr/>
          <p:nvPr/>
        </p:nvSpPr>
        <p:spPr>
          <a:xfrm>
            <a:off x="4762650" y="4008500"/>
            <a:ext cx="3901500" cy="826500"/>
          </a:xfrm>
          <a:prstGeom prst="roundRect">
            <a:avLst>
              <a:gd fmla="val 3077"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72300" lIns="72300" spcFirstLastPara="1" rIns="72300" wrap="square" tIns="723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20"/>
          <p:cNvSpPr/>
          <p:nvPr/>
        </p:nvSpPr>
        <p:spPr>
          <a:xfrm>
            <a:off x="4940871" y="4098138"/>
            <a:ext cx="3653400" cy="19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BBF"/>
              </a:buClr>
              <a:buSzPts val="712"/>
              <a:buFont typeface="Calibri"/>
              <a:buNone/>
            </a:pPr>
            <a:r>
              <a:rPr b="1" lang="en-US" sz="1100">
                <a:solidFill>
                  <a:srgbClr val="2B5BFC"/>
                </a:solidFill>
                <a:latin typeface="Montserrat SemiBold"/>
                <a:ea typeface="Montserrat SemiBold"/>
                <a:cs typeface="Montserrat SemiBold"/>
                <a:sym typeface="Montserrat SemiBold"/>
              </a:rPr>
              <a:t>HERRAMIENTA Y NIVEL</a:t>
            </a:r>
            <a:endParaRPr b="1" i="0" sz="1100" u="none" cap="none" strike="noStrike">
              <a:solidFill>
                <a:srgbClr val="000033"/>
              </a:solidFill>
              <a:latin typeface="Montserrat"/>
              <a:ea typeface="Montserrat"/>
              <a:cs typeface="Montserrat"/>
              <a:sym typeface="Montserrat"/>
            </a:endParaRPr>
          </a:p>
        </p:txBody>
      </p:sp>
      <p:sp>
        <p:nvSpPr>
          <p:cNvPr id="335" name="Google Shape;335;p20"/>
          <p:cNvSpPr/>
          <p:nvPr/>
        </p:nvSpPr>
        <p:spPr>
          <a:xfrm>
            <a:off x="4940875" y="4340761"/>
            <a:ext cx="3531600" cy="411300"/>
          </a:xfrm>
          <a:prstGeom prst="rect">
            <a:avLst/>
          </a:prstGeom>
          <a:noFill/>
          <a:ln>
            <a:noFill/>
          </a:ln>
        </p:spPr>
        <p:txBody>
          <a:bodyPr anchorCtr="0" anchor="t" bIns="0" lIns="0" spcFirstLastPara="1" rIns="0" wrap="square" tIns="0">
            <a:noAutofit/>
          </a:bodyPr>
          <a:lstStyle/>
          <a:p>
            <a:pPr indent="-292100" lvl="0" marL="457200" marR="0" rtl="0" algn="l">
              <a:lnSpc>
                <a:spcPct val="105000"/>
              </a:lnSpc>
              <a:spcBef>
                <a:spcPts val="1000"/>
              </a:spcBef>
              <a:spcAft>
                <a:spcPts val="0"/>
              </a:spcAft>
              <a:buClr>
                <a:srgbClr val="2B5BFC"/>
              </a:buClr>
              <a:buSzPts val="1000"/>
              <a:buFont typeface="Montserrat"/>
              <a:buChar char="●"/>
            </a:pPr>
            <a:r>
              <a:rPr b="1" i="0" lang="en-US" sz="1000" u="none" cap="none" strike="noStrike">
                <a:solidFill>
                  <a:srgbClr val="000033"/>
                </a:solidFill>
                <a:latin typeface="Montserrat"/>
                <a:ea typeface="Montserrat"/>
                <a:cs typeface="Montserrat"/>
                <a:sym typeface="Montserrat"/>
              </a:rPr>
              <a:t>Título del componente</a:t>
            </a:r>
            <a:endParaRPr b="0" i="0" sz="1000" u="none" cap="none" strike="noStrike">
              <a:solidFill>
                <a:srgbClr val="000033"/>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33"/>
        </a:solidFill>
      </p:bgPr>
    </p:bg>
    <p:spTree>
      <p:nvGrpSpPr>
        <p:cNvPr id="340" name="Shape 340"/>
        <p:cNvGrpSpPr/>
        <p:nvPr/>
      </p:nvGrpSpPr>
      <p:grpSpPr>
        <a:xfrm>
          <a:off x="0" y="0"/>
          <a:ext cx="0" cy="0"/>
          <a:chOff x="0" y="0"/>
          <a:chExt cx="0" cy="0"/>
        </a:xfrm>
      </p:grpSpPr>
      <p:pic>
        <p:nvPicPr>
          <p:cNvPr descr="bg-dark-glow.png" id="341" name="Google Shape;341;p21"/>
          <p:cNvPicPr preferRelativeResize="0"/>
          <p:nvPr/>
        </p:nvPicPr>
        <p:blipFill rotWithShape="1">
          <a:blip r:embed="rId3">
            <a:alphaModFix/>
          </a:blip>
          <a:srcRect b="13585" l="0" r="13585" t="0"/>
          <a:stretch/>
        </p:blipFill>
        <p:spPr>
          <a:xfrm>
            <a:off x="0" y="0"/>
            <a:ext cx="9144005" cy="5143500"/>
          </a:xfrm>
          <a:prstGeom prst="rect">
            <a:avLst/>
          </a:prstGeom>
          <a:noFill/>
          <a:ln>
            <a:noFill/>
          </a:ln>
        </p:spPr>
      </p:pic>
      <p:pic>
        <p:nvPicPr>
          <p:cNvPr descr="neo-logo-25-white.png" id="342" name="Google Shape;342;p21"/>
          <p:cNvPicPr preferRelativeResize="0"/>
          <p:nvPr/>
        </p:nvPicPr>
        <p:blipFill rotWithShape="1">
          <a:blip r:embed="rId4">
            <a:alphaModFix/>
          </a:blip>
          <a:srcRect b="0" l="0" r="0" t="0"/>
          <a:stretch/>
        </p:blipFill>
        <p:spPr>
          <a:xfrm>
            <a:off x="571500" y="398780"/>
            <a:ext cx="1228090" cy="245110"/>
          </a:xfrm>
          <a:prstGeom prst="rect">
            <a:avLst/>
          </a:prstGeom>
          <a:noFill/>
          <a:ln>
            <a:noFill/>
          </a:ln>
        </p:spPr>
      </p:pic>
      <p:sp>
        <p:nvSpPr>
          <p:cNvPr id="343" name="Google Shape;343;p21"/>
          <p:cNvSpPr txBox="1"/>
          <p:nvPr/>
        </p:nvSpPr>
        <p:spPr>
          <a:xfrm>
            <a:off x="571500" y="4577080"/>
            <a:ext cx="2032000" cy="1854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a:ea typeface="Montserrat"/>
                <a:cs typeface="Montserrat"/>
                <a:sym typeface="Montserrat"/>
              </a:rPr>
              <a:t>neoconsulting.ai</a:t>
            </a:r>
            <a:endParaRPr b="0" i="0" sz="1400" u="none" cap="none" strike="noStrike">
              <a:solidFill>
                <a:srgbClr val="000000"/>
              </a:solidFill>
              <a:latin typeface="Arial"/>
              <a:ea typeface="Arial"/>
              <a:cs typeface="Arial"/>
              <a:sym typeface="Arial"/>
            </a:endParaRPr>
          </a:p>
        </p:txBody>
      </p:sp>
      <p:sp>
        <p:nvSpPr>
          <p:cNvPr id="344" name="Google Shape;344;p21"/>
          <p:cNvSpPr txBox="1"/>
          <p:nvPr/>
        </p:nvSpPr>
        <p:spPr>
          <a:xfrm>
            <a:off x="571500" y="2430775"/>
            <a:ext cx="8001000" cy="6426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4500"/>
              <a:buFont typeface="Arial"/>
              <a:buNone/>
            </a:pPr>
            <a:r>
              <a:rPr b="0" i="0" lang="en-US" sz="4500" u="none" cap="none" strike="noStrike">
                <a:solidFill>
                  <a:srgbClr val="FFFFFF"/>
                </a:solidFill>
                <a:latin typeface="Montserrat ExtraBold"/>
                <a:ea typeface="Montserrat ExtraBold"/>
                <a:cs typeface="Montserrat ExtraBold"/>
                <a:sym typeface="Montserrat ExtraBold"/>
              </a:rPr>
              <a:t>Proceso </a:t>
            </a:r>
            <a:r>
              <a:rPr b="0" i="1" lang="en-US" sz="4500" u="none" cap="none" strike="noStrike">
                <a:solidFill>
                  <a:srgbClr val="9AAFFE"/>
                </a:solidFill>
                <a:latin typeface="Montserrat Black"/>
                <a:ea typeface="Montserrat Black"/>
                <a:cs typeface="Montserrat Black"/>
                <a:sym typeface="Montserrat Black"/>
              </a:rPr>
              <a:t>general</a:t>
            </a:r>
            <a:endParaRPr b="0" i="0" sz="1400" u="none" cap="none" strike="noStrike">
              <a:solidFill>
                <a:srgbClr val="9AAFFE"/>
              </a:solidFill>
              <a:latin typeface="Arial"/>
              <a:ea typeface="Arial"/>
              <a:cs typeface="Arial"/>
              <a:sym typeface="Arial"/>
            </a:endParaRPr>
          </a:p>
        </p:txBody>
      </p:sp>
      <p:sp>
        <p:nvSpPr>
          <p:cNvPr id="345" name="Google Shape;345;p21"/>
          <p:cNvSpPr txBox="1"/>
          <p:nvPr/>
        </p:nvSpPr>
        <p:spPr>
          <a:xfrm>
            <a:off x="571500" y="2070095"/>
            <a:ext cx="8001000" cy="20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SemiBold"/>
                <a:ea typeface="Montserrat SemiBold"/>
                <a:cs typeface="Montserrat SemiBold"/>
                <a:sym typeface="Montserrat SemiBold"/>
              </a:rPr>
              <a:t>SECCIÓN 05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350" name="Shape 350"/>
        <p:cNvGrpSpPr/>
        <p:nvPr/>
      </p:nvGrpSpPr>
      <p:grpSpPr>
        <a:xfrm>
          <a:off x="0" y="0"/>
          <a:ext cx="0" cy="0"/>
          <a:chOff x="0" y="0"/>
          <a:chExt cx="0" cy="0"/>
        </a:xfrm>
      </p:grpSpPr>
      <p:sp>
        <p:nvSpPr>
          <p:cNvPr id="351" name="Google Shape;351;p22"/>
          <p:cNvSpPr txBox="1"/>
          <p:nvPr/>
        </p:nvSpPr>
        <p:spPr>
          <a:xfrm>
            <a:off x="571500" y="890626"/>
            <a:ext cx="8001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DETALLE DEL PROCESO</a:t>
            </a:r>
            <a:endParaRPr b="0" i="0" sz="1100" u="none" cap="none" strike="noStrike">
              <a:solidFill>
                <a:schemeClr val="dk1"/>
              </a:solidFill>
              <a:latin typeface="Calibri"/>
              <a:ea typeface="Calibri"/>
              <a:cs typeface="Calibri"/>
              <a:sym typeface="Calibri"/>
            </a:endParaRPr>
          </a:p>
        </p:txBody>
      </p:sp>
      <p:sp>
        <p:nvSpPr>
          <p:cNvPr id="352" name="Google Shape;352;p22"/>
          <p:cNvSpPr txBox="1"/>
          <p:nvPr/>
        </p:nvSpPr>
        <p:spPr>
          <a:xfrm>
            <a:off x="571500" y="1174090"/>
            <a:ext cx="8001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Nuestro</a:t>
            </a:r>
            <a:r>
              <a:rPr b="1" i="1" lang="en-US" sz="2100" u="none" cap="none" strike="noStrike">
                <a:solidFill>
                  <a:srgbClr val="2B5BFC"/>
                </a:solidFill>
                <a:latin typeface="Montserrat Black"/>
                <a:ea typeface="Montserrat Black"/>
                <a:cs typeface="Montserrat Black"/>
                <a:sym typeface="Montserrat Black"/>
              </a:rPr>
              <a:t> proceso</a:t>
            </a:r>
            <a:endParaRPr b="0" i="0" sz="2100" u="none" cap="none" strike="noStrike">
              <a:solidFill>
                <a:schemeClr val="dk1"/>
              </a:solidFill>
              <a:latin typeface="Calibri"/>
              <a:ea typeface="Calibri"/>
              <a:cs typeface="Calibri"/>
              <a:sym typeface="Calibri"/>
            </a:endParaRPr>
          </a:p>
        </p:txBody>
      </p:sp>
      <p:sp>
        <p:nvSpPr>
          <p:cNvPr id="353" name="Google Shape;353;p22"/>
          <p:cNvSpPr txBox="1"/>
          <p:nvPr/>
        </p:nvSpPr>
        <p:spPr>
          <a:xfrm>
            <a:off x="571500" y="1539850"/>
            <a:ext cx="8001000" cy="2742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75757"/>
              </a:buClr>
              <a:buSzPts val="1100"/>
              <a:buFont typeface="Montserrat"/>
              <a:buNone/>
            </a:pPr>
            <a:r>
              <a:rPr b="0" i="0" lang="en-US" sz="1000" u="none" cap="none" strike="noStrike">
                <a:solidFill>
                  <a:srgbClr val="000033"/>
                </a:solidFill>
                <a:latin typeface="Montserrat"/>
                <a:ea typeface="Montserrat"/>
                <a:cs typeface="Montserrat"/>
                <a:sym typeface="Montserrat"/>
              </a:rPr>
              <a:t>Cada Etapa cierra con un entregable concreto y verificable.</a:t>
            </a:r>
            <a:endParaRPr b="0" i="0" sz="1000" u="none" cap="none" strike="noStrike">
              <a:solidFill>
                <a:schemeClr val="dk1"/>
              </a:solidFill>
              <a:latin typeface="Calibri"/>
              <a:ea typeface="Calibri"/>
              <a:cs typeface="Calibri"/>
              <a:sym typeface="Calibri"/>
            </a:endParaRPr>
          </a:p>
        </p:txBody>
      </p:sp>
      <p:sp>
        <p:nvSpPr>
          <p:cNvPr id="354" name="Google Shape;354;p22"/>
          <p:cNvSpPr/>
          <p:nvPr/>
        </p:nvSpPr>
        <p:spPr>
          <a:xfrm>
            <a:off x="571500" y="1957050"/>
            <a:ext cx="1863000" cy="2792100"/>
          </a:xfrm>
          <a:prstGeom prst="roundRect">
            <a:avLst>
              <a:gd fmla="val 392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22"/>
          <p:cNvSpPr txBox="1"/>
          <p:nvPr/>
        </p:nvSpPr>
        <p:spPr>
          <a:xfrm>
            <a:off x="772675" y="2043075"/>
            <a:ext cx="1371600" cy="227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900"/>
              <a:buFont typeface="Montserrat SemiBold"/>
              <a:buNone/>
            </a:pPr>
            <a:r>
              <a:rPr b="1" i="0" lang="en-US" sz="900" u="none" cap="none" strike="noStrike">
                <a:solidFill>
                  <a:srgbClr val="2B5BFC"/>
                </a:solidFill>
                <a:latin typeface="Montserrat SemiBold"/>
                <a:ea typeface="Montserrat SemiBold"/>
                <a:cs typeface="Montserrat SemiBold"/>
                <a:sym typeface="Montserrat SemiBold"/>
              </a:rPr>
              <a:t>ETAPA 1</a:t>
            </a:r>
            <a:endParaRPr b="0" i="0" sz="900" u="none" cap="none" strike="noStrike">
              <a:solidFill>
                <a:schemeClr val="dk1"/>
              </a:solidFill>
              <a:latin typeface="Calibri"/>
              <a:ea typeface="Calibri"/>
              <a:cs typeface="Calibri"/>
              <a:sym typeface="Calibri"/>
            </a:endParaRPr>
          </a:p>
        </p:txBody>
      </p:sp>
      <p:sp>
        <p:nvSpPr>
          <p:cNvPr id="356" name="Google Shape;356;p22"/>
          <p:cNvSpPr txBox="1"/>
          <p:nvPr/>
        </p:nvSpPr>
        <p:spPr>
          <a:xfrm>
            <a:off x="772675" y="2316158"/>
            <a:ext cx="1460700" cy="54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33"/>
              </a:buClr>
              <a:buSzPts val="1200"/>
              <a:buFont typeface="Montserrat SemiBold"/>
              <a:buNone/>
            </a:pPr>
            <a:r>
              <a:rPr b="1" i="0" lang="en-US" sz="1200" u="none" cap="none" strike="noStrike">
                <a:solidFill>
                  <a:srgbClr val="000033"/>
                </a:solidFill>
                <a:latin typeface="Montserrat SemiBold"/>
                <a:ea typeface="Montserrat SemiBold"/>
                <a:cs typeface="Montserrat SemiBold"/>
                <a:sym typeface="Montserrat SemiBold"/>
              </a:rPr>
              <a:t>Nombre de la Etapa</a:t>
            </a:r>
            <a:endParaRPr b="0" i="0" sz="1200" u="none" cap="none" strike="noStrike">
              <a:solidFill>
                <a:schemeClr val="dk1"/>
              </a:solidFill>
              <a:latin typeface="Calibri"/>
              <a:ea typeface="Calibri"/>
              <a:cs typeface="Calibri"/>
              <a:sym typeface="Calibri"/>
            </a:endParaRPr>
          </a:p>
        </p:txBody>
      </p:sp>
      <p:sp>
        <p:nvSpPr>
          <p:cNvPr id="357" name="Google Shape;357;p22"/>
          <p:cNvSpPr txBox="1"/>
          <p:nvPr/>
        </p:nvSpPr>
        <p:spPr>
          <a:xfrm>
            <a:off x="772675" y="2767276"/>
            <a:ext cx="1460700" cy="12813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75757"/>
              </a:buClr>
              <a:buSzPts val="1000"/>
              <a:buFont typeface="Montserrat"/>
              <a:buNone/>
            </a:pPr>
            <a:r>
              <a:rPr b="0" i="0" lang="en-US" sz="900" u="none" cap="none" strike="noStrike">
                <a:solidFill>
                  <a:srgbClr val="000033"/>
                </a:solidFill>
                <a:latin typeface="Montserrat"/>
                <a:ea typeface="Montserrat"/>
                <a:cs typeface="Montserrat"/>
                <a:sym typeface="Montserrat"/>
              </a:rPr>
              <a:t>Ingresar aquí una descripción breve, de dos o tres líneas.</a:t>
            </a:r>
            <a:endParaRPr b="0" i="0" sz="900" u="none" cap="none" strike="noStrike">
              <a:solidFill>
                <a:schemeClr val="dk1"/>
              </a:solidFill>
              <a:latin typeface="Calibri"/>
              <a:ea typeface="Calibri"/>
              <a:cs typeface="Calibri"/>
              <a:sym typeface="Calibri"/>
            </a:endParaRPr>
          </a:p>
        </p:txBody>
      </p:sp>
      <p:sp>
        <p:nvSpPr>
          <p:cNvPr id="358" name="Google Shape;358;p22"/>
          <p:cNvSpPr/>
          <p:nvPr/>
        </p:nvSpPr>
        <p:spPr>
          <a:xfrm>
            <a:off x="2617467" y="1957050"/>
            <a:ext cx="1863000" cy="2792100"/>
          </a:xfrm>
          <a:prstGeom prst="roundRect">
            <a:avLst>
              <a:gd fmla="val 392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22"/>
          <p:cNvSpPr txBox="1"/>
          <p:nvPr/>
        </p:nvSpPr>
        <p:spPr>
          <a:xfrm>
            <a:off x="2818642" y="2043075"/>
            <a:ext cx="1371600" cy="227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900"/>
              <a:buFont typeface="Montserrat SemiBold"/>
              <a:buNone/>
            </a:pPr>
            <a:r>
              <a:rPr b="1" i="0" lang="en-US" sz="900" u="none" cap="none" strike="noStrike">
                <a:solidFill>
                  <a:srgbClr val="2B5BFC"/>
                </a:solidFill>
                <a:latin typeface="Montserrat SemiBold"/>
                <a:ea typeface="Montserrat SemiBold"/>
                <a:cs typeface="Montserrat SemiBold"/>
                <a:sym typeface="Montserrat SemiBold"/>
              </a:rPr>
              <a:t>ETAPA 2</a:t>
            </a:r>
            <a:endParaRPr b="0" i="0" sz="900" u="none" cap="none" strike="noStrike">
              <a:solidFill>
                <a:schemeClr val="dk1"/>
              </a:solidFill>
              <a:latin typeface="Calibri"/>
              <a:ea typeface="Calibri"/>
              <a:cs typeface="Calibri"/>
              <a:sym typeface="Calibri"/>
            </a:endParaRPr>
          </a:p>
        </p:txBody>
      </p:sp>
      <p:sp>
        <p:nvSpPr>
          <p:cNvPr id="360" name="Google Shape;360;p22"/>
          <p:cNvSpPr txBox="1"/>
          <p:nvPr/>
        </p:nvSpPr>
        <p:spPr>
          <a:xfrm>
            <a:off x="2818642" y="2316158"/>
            <a:ext cx="1460700" cy="54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33"/>
              </a:buClr>
              <a:buSzPts val="1200"/>
              <a:buFont typeface="Montserrat SemiBold"/>
              <a:buNone/>
            </a:pPr>
            <a:r>
              <a:rPr b="1" i="0" lang="en-US" sz="1200" u="none" cap="none" strike="noStrike">
                <a:solidFill>
                  <a:srgbClr val="000033"/>
                </a:solidFill>
                <a:latin typeface="Montserrat SemiBold"/>
                <a:ea typeface="Montserrat SemiBold"/>
                <a:cs typeface="Montserrat SemiBold"/>
                <a:sym typeface="Montserrat SemiBold"/>
              </a:rPr>
              <a:t>Nombre de la Etapa</a:t>
            </a:r>
            <a:endParaRPr b="0" i="0" sz="1200" u="none" cap="none" strike="noStrike">
              <a:solidFill>
                <a:schemeClr val="dk1"/>
              </a:solidFill>
              <a:latin typeface="Calibri"/>
              <a:ea typeface="Calibri"/>
              <a:cs typeface="Calibri"/>
              <a:sym typeface="Calibri"/>
            </a:endParaRPr>
          </a:p>
        </p:txBody>
      </p:sp>
      <p:sp>
        <p:nvSpPr>
          <p:cNvPr id="361" name="Google Shape;361;p22"/>
          <p:cNvSpPr txBox="1"/>
          <p:nvPr/>
        </p:nvSpPr>
        <p:spPr>
          <a:xfrm>
            <a:off x="2818633" y="2767276"/>
            <a:ext cx="1460700" cy="12813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75757"/>
              </a:buClr>
              <a:buSzPts val="1000"/>
              <a:buFont typeface="Montserrat"/>
              <a:buNone/>
            </a:pPr>
            <a:r>
              <a:rPr b="0" i="0" lang="en-US" sz="900" u="none" cap="none" strike="noStrike">
                <a:solidFill>
                  <a:srgbClr val="000033"/>
                </a:solidFill>
                <a:latin typeface="Montserrat"/>
                <a:ea typeface="Montserrat"/>
                <a:cs typeface="Montserrat"/>
                <a:sym typeface="Montserrat"/>
              </a:rPr>
              <a:t>Ingresar aquí una descripción breve, de dos o tres líneas.</a:t>
            </a:r>
            <a:endParaRPr b="0" i="0" sz="900" u="none" cap="none" strike="noStrike">
              <a:solidFill>
                <a:schemeClr val="dk1"/>
              </a:solidFill>
              <a:latin typeface="Calibri"/>
              <a:ea typeface="Calibri"/>
              <a:cs typeface="Calibri"/>
              <a:sym typeface="Calibri"/>
            </a:endParaRPr>
          </a:p>
        </p:txBody>
      </p:sp>
      <p:sp>
        <p:nvSpPr>
          <p:cNvPr id="362" name="Google Shape;362;p22"/>
          <p:cNvSpPr/>
          <p:nvPr/>
        </p:nvSpPr>
        <p:spPr>
          <a:xfrm>
            <a:off x="4663435" y="1957050"/>
            <a:ext cx="1863000" cy="2792100"/>
          </a:xfrm>
          <a:prstGeom prst="roundRect">
            <a:avLst>
              <a:gd fmla="val 392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22"/>
          <p:cNvSpPr txBox="1"/>
          <p:nvPr/>
        </p:nvSpPr>
        <p:spPr>
          <a:xfrm>
            <a:off x="4864609" y="2043075"/>
            <a:ext cx="1371600" cy="227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900"/>
              <a:buFont typeface="Montserrat SemiBold"/>
              <a:buNone/>
            </a:pPr>
            <a:r>
              <a:rPr b="1" i="0" lang="en-US" sz="900" u="none" cap="none" strike="noStrike">
                <a:solidFill>
                  <a:srgbClr val="2B5BFC"/>
                </a:solidFill>
                <a:latin typeface="Montserrat SemiBold"/>
                <a:ea typeface="Montserrat SemiBold"/>
                <a:cs typeface="Montserrat SemiBold"/>
                <a:sym typeface="Montserrat SemiBold"/>
              </a:rPr>
              <a:t>ETAPA 3</a:t>
            </a:r>
            <a:endParaRPr b="0" i="0" sz="900" u="none" cap="none" strike="noStrike">
              <a:solidFill>
                <a:schemeClr val="dk1"/>
              </a:solidFill>
              <a:latin typeface="Calibri"/>
              <a:ea typeface="Calibri"/>
              <a:cs typeface="Calibri"/>
              <a:sym typeface="Calibri"/>
            </a:endParaRPr>
          </a:p>
        </p:txBody>
      </p:sp>
      <p:sp>
        <p:nvSpPr>
          <p:cNvPr id="364" name="Google Shape;364;p22"/>
          <p:cNvSpPr txBox="1"/>
          <p:nvPr/>
        </p:nvSpPr>
        <p:spPr>
          <a:xfrm>
            <a:off x="4864609" y="2316158"/>
            <a:ext cx="1460700" cy="54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33"/>
              </a:buClr>
              <a:buSzPts val="1200"/>
              <a:buFont typeface="Montserrat SemiBold"/>
              <a:buNone/>
            </a:pPr>
            <a:r>
              <a:rPr b="1" i="0" lang="en-US" sz="1200" u="none" cap="none" strike="noStrike">
                <a:solidFill>
                  <a:srgbClr val="000033"/>
                </a:solidFill>
                <a:latin typeface="Montserrat SemiBold"/>
                <a:ea typeface="Montserrat SemiBold"/>
                <a:cs typeface="Montserrat SemiBold"/>
                <a:sym typeface="Montserrat SemiBold"/>
              </a:rPr>
              <a:t>Nombre de la Etapa</a:t>
            </a:r>
            <a:endParaRPr b="0" i="0" sz="1200" u="none" cap="none" strike="noStrike">
              <a:solidFill>
                <a:schemeClr val="dk1"/>
              </a:solidFill>
              <a:latin typeface="Calibri"/>
              <a:ea typeface="Calibri"/>
              <a:cs typeface="Calibri"/>
              <a:sym typeface="Calibri"/>
            </a:endParaRPr>
          </a:p>
        </p:txBody>
      </p:sp>
      <p:sp>
        <p:nvSpPr>
          <p:cNvPr id="365" name="Google Shape;365;p22"/>
          <p:cNvSpPr txBox="1"/>
          <p:nvPr/>
        </p:nvSpPr>
        <p:spPr>
          <a:xfrm>
            <a:off x="4864603" y="2767276"/>
            <a:ext cx="1460700" cy="12813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75757"/>
              </a:buClr>
              <a:buSzPts val="1000"/>
              <a:buFont typeface="Montserrat"/>
              <a:buNone/>
            </a:pPr>
            <a:r>
              <a:rPr b="0" i="0" lang="en-US" sz="900" u="none" cap="none" strike="noStrike">
                <a:solidFill>
                  <a:srgbClr val="000033"/>
                </a:solidFill>
                <a:latin typeface="Montserrat"/>
                <a:ea typeface="Montserrat"/>
                <a:cs typeface="Montserrat"/>
                <a:sym typeface="Montserrat"/>
              </a:rPr>
              <a:t>Ingresar aquí una descripción breve, de dos o tres líneas.</a:t>
            </a:r>
            <a:endParaRPr b="0" i="0" sz="900" u="none" cap="none" strike="noStrike">
              <a:solidFill>
                <a:schemeClr val="dk1"/>
              </a:solidFill>
              <a:latin typeface="Calibri"/>
              <a:ea typeface="Calibri"/>
              <a:cs typeface="Calibri"/>
              <a:sym typeface="Calibri"/>
            </a:endParaRPr>
          </a:p>
        </p:txBody>
      </p:sp>
      <p:sp>
        <p:nvSpPr>
          <p:cNvPr id="366" name="Google Shape;366;p22"/>
          <p:cNvSpPr/>
          <p:nvPr/>
        </p:nvSpPr>
        <p:spPr>
          <a:xfrm>
            <a:off x="6709402" y="1957050"/>
            <a:ext cx="1863000" cy="2792100"/>
          </a:xfrm>
          <a:prstGeom prst="roundRect">
            <a:avLst>
              <a:gd fmla="val 392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p22"/>
          <p:cNvSpPr txBox="1"/>
          <p:nvPr/>
        </p:nvSpPr>
        <p:spPr>
          <a:xfrm>
            <a:off x="6910575" y="2043075"/>
            <a:ext cx="1371600" cy="227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900"/>
              <a:buFont typeface="Montserrat SemiBold"/>
              <a:buNone/>
            </a:pPr>
            <a:r>
              <a:rPr b="1" i="0" lang="en-US" sz="900" u="none" cap="none" strike="noStrike">
                <a:solidFill>
                  <a:srgbClr val="2B5BFC"/>
                </a:solidFill>
                <a:latin typeface="Montserrat SemiBold"/>
                <a:ea typeface="Montserrat SemiBold"/>
                <a:cs typeface="Montserrat SemiBold"/>
                <a:sym typeface="Montserrat SemiBold"/>
              </a:rPr>
              <a:t>ETAPA 4</a:t>
            </a:r>
            <a:endParaRPr b="0" i="0" sz="900" u="none" cap="none" strike="noStrike">
              <a:solidFill>
                <a:schemeClr val="dk1"/>
              </a:solidFill>
              <a:latin typeface="Calibri"/>
              <a:ea typeface="Calibri"/>
              <a:cs typeface="Calibri"/>
              <a:sym typeface="Calibri"/>
            </a:endParaRPr>
          </a:p>
        </p:txBody>
      </p:sp>
      <p:sp>
        <p:nvSpPr>
          <p:cNvPr id="368" name="Google Shape;368;p22"/>
          <p:cNvSpPr txBox="1"/>
          <p:nvPr/>
        </p:nvSpPr>
        <p:spPr>
          <a:xfrm>
            <a:off x="6910575" y="2316158"/>
            <a:ext cx="1460700" cy="54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33"/>
              </a:buClr>
              <a:buSzPts val="1200"/>
              <a:buFont typeface="Montserrat SemiBold"/>
              <a:buNone/>
            </a:pPr>
            <a:r>
              <a:rPr b="1" i="0" lang="en-US" sz="1200" u="none" cap="none" strike="noStrike">
                <a:solidFill>
                  <a:srgbClr val="000033"/>
                </a:solidFill>
                <a:latin typeface="Montserrat SemiBold"/>
                <a:ea typeface="Montserrat SemiBold"/>
                <a:cs typeface="Montserrat SemiBold"/>
                <a:sym typeface="Montserrat SemiBold"/>
              </a:rPr>
              <a:t>Nombre de la Etapa</a:t>
            </a:r>
            <a:endParaRPr b="0" i="0" sz="1200" u="none" cap="none" strike="noStrike">
              <a:solidFill>
                <a:schemeClr val="dk1"/>
              </a:solidFill>
              <a:latin typeface="Calibri"/>
              <a:ea typeface="Calibri"/>
              <a:cs typeface="Calibri"/>
              <a:sym typeface="Calibri"/>
            </a:endParaRPr>
          </a:p>
        </p:txBody>
      </p:sp>
      <p:sp>
        <p:nvSpPr>
          <p:cNvPr id="369" name="Google Shape;369;p22"/>
          <p:cNvSpPr txBox="1"/>
          <p:nvPr/>
        </p:nvSpPr>
        <p:spPr>
          <a:xfrm>
            <a:off x="6910573" y="2767276"/>
            <a:ext cx="1460700" cy="12813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75757"/>
              </a:buClr>
              <a:buSzPts val="1000"/>
              <a:buFont typeface="Montserrat"/>
              <a:buNone/>
            </a:pPr>
            <a:r>
              <a:rPr b="0" i="0" lang="en-US" sz="900" u="none" cap="none" strike="noStrike">
                <a:solidFill>
                  <a:srgbClr val="000033"/>
                </a:solidFill>
                <a:latin typeface="Montserrat"/>
                <a:ea typeface="Montserrat"/>
                <a:cs typeface="Montserrat"/>
                <a:sym typeface="Montserrat"/>
              </a:rPr>
              <a:t>Ingresar aquí una descripción breve, de dos o tres líneas.</a:t>
            </a:r>
            <a:endParaRPr b="0" i="0" sz="900" u="none" cap="none" strike="noStrike">
              <a:solidFill>
                <a:schemeClr val="dk1"/>
              </a:solidFill>
              <a:latin typeface="Calibri"/>
              <a:ea typeface="Calibri"/>
              <a:cs typeface="Calibri"/>
              <a:sym typeface="Calibri"/>
            </a:endParaRPr>
          </a:p>
        </p:txBody>
      </p:sp>
      <p:sp>
        <p:nvSpPr>
          <p:cNvPr id="370" name="Google Shape;370;p22"/>
          <p:cNvSpPr/>
          <p:nvPr/>
        </p:nvSpPr>
        <p:spPr>
          <a:xfrm>
            <a:off x="737600" y="4173725"/>
            <a:ext cx="1604700" cy="438900"/>
          </a:xfrm>
          <a:prstGeom prst="roundRect">
            <a:avLst>
              <a:gd fmla="val 9677" name="adj"/>
            </a:avLst>
          </a:prstGeom>
          <a:solidFill>
            <a:srgbClr val="000033"/>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22"/>
          <p:cNvSpPr txBox="1"/>
          <p:nvPr/>
        </p:nvSpPr>
        <p:spPr>
          <a:xfrm>
            <a:off x="817025" y="4225252"/>
            <a:ext cx="1445700" cy="83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E99FE"/>
              </a:buClr>
              <a:buSzPts val="750"/>
              <a:buFont typeface="Montserrat SemiBold"/>
              <a:buNone/>
            </a:pPr>
            <a:r>
              <a:rPr b="1" i="0" lang="en-US" sz="750" u="none" cap="none" strike="noStrike">
                <a:solidFill>
                  <a:srgbClr val="7E99FE"/>
                </a:solidFill>
                <a:latin typeface="Montserrat SemiBold"/>
                <a:ea typeface="Montserrat SemiBold"/>
                <a:cs typeface="Montserrat SemiBold"/>
                <a:sym typeface="Montserrat SemiBold"/>
              </a:rPr>
              <a:t>Entregable:</a:t>
            </a:r>
            <a:endParaRPr b="0" i="0" sz="750" u="none" cap="none" strike="noStrike">
              <a:solidFill>
                <a:srgbClr val="000000"/>
              </a:solidFill>
              <a:latin typeface="Calibri"/>
              <a:ea typeface="Calibri"/>
              <a:cs typeface="Calibri"/>
              <a:sym typeface="Calibri"/>
            </a:endParaRPr>
          </a:p>
        </p:txBody>
      </p:sp>
      <p:sp>
        <p:nvSpPr>
          <p:cNvPr id="372" name="Google Shape;372;p22"/>
          <p:cNvSpPr txBox="1"/>
          <p:nvPr/>
        </p:nvSpPr>
        <p:spPr>
          <a:xfrm>
            <a:off x="817025" y="4324015"/>
            <a:ext cx="1445700" cy="186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750"/>
              <a:buFont typeface="Montserrat"/>
              <a:buNone/>
            </a:pPr>
            <a:r>
              <a:rPr b="0" i="0" lang="en-US" sz="800" u="none" cap="none" strike="noStrike">
                <a:solidFill>
                  <a:srgbClr val="FFFFFF"/>
                </a:solidFill>
                <a:latin typeface="Montserrat"/>
                <a:ea typeface="Montserrat"/>
                <a:cs typeface="Montserrat"/>
                <a:sym typeface="Montserrat"/>
              </a:rPr>
              <a:t>xxxx</a:t>
            </a:r>
            <a:endParaRPr b="0" i="0" sz="800" u="none" cap="none" strike="noStrike">
              <a:solidFill>
                <a:srgbClr val="000000"/>
              </a:solidFill>
              <a:latin typeface="Calibri"/>
              <a:ea typeface="Calibri"/>
              <a:cs typeface="Calibri"/>
              <a:sym typeface="Calibri"/>
            </a:endParaRPr>
          </a:p>
        </p:txBody>
      </p:sp>
      <p:sp>
        <p:nvSpPr>
          <p:cNvPr id="373" name="Google Shape;373;p22"/>
          <p:cNvSpPr/>
          <p:nvPr/>
        </p:nvSpPr>
        <p:spPr>
          <a:xfrm>
            <a:off x="2753825" y="4173725"/>
            <a:ext cx="1604700" cy="438900"/>
          </a:xfrm>
          <a:prstGeom prst="roundRect">
            <a:avLst>
              <a:gd fmla="val 9677" name="adj"/>
            </a:avLst>
          </a:prstGeom>
          <a:solidFill>
            <a:srgbClr val="000033"/>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22"/>
          <p:cNvSpPr txBox="1"/>
          <p:nvPr/>
        </p:nvSpPr>
        <p:spPr>
          <a:xfrm>
            <a:off x="2833250" y="4225252"/>
            <a:ext cx="1445700" cy="83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E99FE"/>
              </a:buClr>
              <a:buSzPts val="750"/>
              <a:buFont typeface="Montserrat SemiBold"/>
              <a:buNone/>
            </a:pPr>
            <a:r>
              <a:rPr b="1" i="0" lang="en-US" sz="750" u="none" cap="none" strike="noStrike">
                <a:solidFill>
                  <a:srgbClr val="7E99FE"/>
                </a:solidFill>
                <a:latin typeface="Montserrat SemiBold"/>
                <a:ea typeface="Montserrat SemiBold"/>
                <a:cs typeface="Montserrat SemiBold"/>
                <a:sym typeface="Montserrat SemiBold"/>
              </a:rPr>
              <a:t>Entregable:</a:t>
            </a:r>
            <a:endParaRPr b="0" i="0" sz="750" u="none" cap="none" strike="noStrike">
              <a:solidFill>
                <a:srgbClr val="000000"/>
              </a:solidFill>
              <a:latin typeface="Calibri"/>
              <a:ea typeface="Calibri"/>
              <a:cs typeface="Calibri"/>
              <a:sym typeface="Calibri"/>
            </a:endParaRPr>
          </a:p>
        </p:txBody>
      </p:sp>
      <p:sp>
        <p:nvSpPr>
          <p:cNvPr id="375" name="Google Shape;375;p22"/>
          <p:cNvSpPr txBox="1"/>
          <p:nvPr/>
        </p:nvSpPr>
        <p:spPr>
          <a:xfrm>
            <a:off x="2833250" y="4324015"/>
            <a:ext cx="1445700" cy="186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750"/>
              <a:buFont typeface="Montserrat"/>
              <a:buNone/>
            </a:pPr>
            <a:r>
              <a:rPr b="0" i="0" lang="en-US" sz="800" u="none" cap="none" strike="noStrike">
                <a:solidFill>
                  <a:srgbClr val="FFFFFF"/>
                </a:solidFill>
                <a:latin typeface="Montserrat"/>
                <a:ea typeface="Montserrat"/>
                <a:cs typeface="Montserrat"/>
                <a:sym typeface="Montserrat"/>
              </a:rPr>
              <a:t>xxxx</a:t>
            </a:r>
            <a:endParaRPr b="0" i="0" sz="800" u="none" cap="none" strike="noStrike">
              <a:solidFill>
                <a:srgbClr val="000000"/>
              </a:solidFill>
              <a:latin typeface="Calibri"/>
              <a:ea typeface="Calibri"/>
              <a:cs typeface="Calibri"/>
              <a:sym typeface="Calibri"/>
            </a:endParaRPr>
          </a:p>
        </p:txBody>
      </p:sp>
      <p:sp>
        <p:nvSpPr>
          <p:cNvPr id="376" name="Google Shape;376;p22"/>
          <p:cNvSpPr/>
          <p:nvPr/>
        </p:nvSpPr>
        <p:spPr>
          <a:xfrm>
            <a:off x="4835775" y="4173725"/>
            <a:ext cx="1604700" cy="438900"/>
          </a:xfrm>
          <a:prstGeom prst="roundRect">
            <a:avLst>
              <a:gd fmla="val 9677" name="adj"/>
            </a:avLst>
          </a:prstGeom>
          <a:solidFill>
            <a:srgbClr val="000033"/>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22"/>
          <p:cNvSpPr txBox="1"/>
          <p:nvPr/>
        </p:nvSpPr>
        <p:spPr>
          <a:xfrm>
            <a:off x="4915200" y="4225252"/>
            <a:ext cx="1445700" cy="83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E99FE"/>
              </a:buClr>
              <a:buSzPts val="750"/>
              <a:buFont typeface="Montserrat SemiBold"/>
              <a:buNone/>
            </a:pPr>
            <a:r>
              <a:rPr b="1" i="0" lang="en-US" sz="750" u="none" cap="none" strike="noStrike">
                <a:solidFill>
                  <a:srgbClr val="7E99FE"/>
                </a:solidFill>
                <a:latin typeface="Montserrat SemiBold"/>
                <a:ea typeface="Montserrat SemiBold"/>
                <a:cs typeface="Montserrat SemiBold"/>
                <a:sym typeface="Montserrat SemiBold"/>
              </a:rPr>
              <a:t>Entregable:</a:t>
            </a:r>
            <a:endParaRPr b="0" i="0" sz="750" u="none" cap="none" strike="noStrike">
              <a:solidFill>
                <a:srgbClr val="000000"/>
              </a:solidFill>
              <a:latin typeface="Calibri"/>
              <a:ea typeface="Calibri"/>
              <a:cs typeface="Calibri"/>
              <a:sym typeface="Calibri"/>
            </a:endParaRPr>
          </a:p>
        </p:txBody>
      </p:sp>
      <p:sp>
        <p:nvSpPr>
          <p:cNvPr id="378" name="Google Shape;378;p22"/>
          <p:cNvSpPr txBox="1"/>
          <p:nvPr/>
        </p:nvSpPr>
        <p:spPr>
          <a:xfrm>
            <a:off x="4915200" y="4324015"/>
            <a:ext cx="1445700" cy="186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750"/>
              <a:buFont typeface="Montserrat"/>
              <a:buNone/>
            </a:pPr>
            <a:r>
              <a:rPr b="0" i="0" lang="en-US" sz="800" u="none" cap="none" strike="noStrike">
                <a:solidFill>
                  <a:srgbClr val="FFFFFF"/>
                </a:solidFill>
                <a:latin typeface="Montserrat"/>
                <a:ea typeface="Montserrat"/>
                <a:cs typeface="Montserrat"/>
                <a:sym typeface="Montserrat"/>
              </a:rPr>
              <a:t>xxxx</a:t>
            </a:r>
            <a:endParaRPr b="0" i="0" sz="800" u="none" cap="none" strike="noStrike">
              <a:solidFill>
                <a:srgbClr val="000000"/>
              </a:solidFill>
              <a:latin typeface="Calibri"/>
              <a:ea typeface="Calibri"/>
              <a:cs typeface="Calibri"/>
              <a:sym typeface="Calibri"/>
            </a:endParaRPr>
          </a:p>
        </p:txBody>
      </p:sp>
      <p:sp>
        <p:nvSpPr>
          <p:cNvPr id="379" name="Google Shape;379;p22"/>
          <p:cNvSpPr/>
          <p:nvPr/>
        </p:nvSpPr>
        <p:spPr>
          <a:xfrm>
            <a:off x="6845750" y="4173725"/>
            <a:ext cx="1604700" cy="438900"/>
          </a:xfrm>
          <a:prstGeom prst="roundRect">
            <a:avLst>
              <a:gd fmla="val 9677" name="adj"/>
            </a:avLst>
          </a:prstGeom>
          <a:solidFill>
            <a:srgbClr val="000033"/>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22"/>
          <p:cNvSpPr txBox="1"/>
          <p:nvPr/>
        </p:nvSpPr>
        <p:spPr>
          <a:xfrm>
            <a:off x="6925175" y="4225252"/>
            <a:ext cx="1445700" cy="83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E99FE"/>
              </a:buClr>
              <a:buSzPts val="750"/>
              <a:buFont typeface="Montserrat SemiBold"/>
              <a:buNone/>
            </a:pPr>
            <a:r>
              <a:rPr b="1" i="0" lang="en-US" sz="750" u="none" cap="none" strike="noStrike">
                <a:solidFill>
                  <a:srgbClr val="7E99FE"/>
                </a:solidFill>
                <a:latin typeface="Montserrat SemiBold"/>
                <a:ea typeface="Montserrat SemiBold"/>
                <a:cs typeface="Montserrat SemiBold"/>
                <a:sym typeface="Montserrat SemiBold"/>
              </a:rPr>
              <a:t>Entregable:</a:t>
            </a:r>
            <a:endParaRPr b="0" i="0" sz="750" u="none" cap="none" strike="noStrike">
              <a:solidFill>
                <a:srgbClr val="000000"/>
              </a:solidFill>
              <a:latin typeface="Calibri"/>
              <a:ea typeface="Calibri"/>
              <a:cs typeface="Calibri"/>
              <a:sym typeface="Calibri"/>
            </a:endParaRPr>
          </a:p>
        </p:txBody>
      </p:sp>
      <p:sp>
        <p:nvSpPr>
          <p:cNvPr id="381" name="Google Shape;381;p22"/>
          <p:cNvSpPr txBox="1"/>
          <p:nvPr/>
        </p:nvSpPr>
        <p:spPr>
          <a:xfrm>
            <a:off x="6925175" y="4324015"/>
            <a:ext cx="1445700" cy="186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750"/>
              <a:buFont typeface="Montserrat"/>
              <a:buNone/>
            </a:pPr>
            <a:r>
              <a:rPr b="0" i="0" lang="en-US" sz="800" u="none" cap="none" strike="noStrike">
                <a:solidFill>
                  <a:srgbClr val="FFFFFF"/>
                </a:solidFill>
                <a:latin typeface="Montserrat"/>
                <a:ea typeface="Montserrat"/>
                <a:cs typeface="Montserrat"/>
                <a:sym typeface="Montserrat"/>
              </a:rPr>
              <a:t>xxxx</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33"/>
        </a:solidFill>
      </p:bgPr>
    </p:bg>
    <p:spTree>
      <p:nvGrpSpPr>
        <p:cNvPr id="386" name="Shape 386"/>
        <p:cNvGrpSpPr/>
        <p:nvPr/>
      </p:nvGrpSpPr>
      <p:grpSpPr>
        <a:xfrm>
          <a:off x="0" y="0"/>
          <a:ext cx="0" cy="0"/>
          <a:chOff x="0" y="0"/>
          <a:chExt cx="0" cy="0"/>
        </a:xfrm>
      </p:grpSpPr>
      <p:pic>
        <p:nvPicPr>
          <p:cNvPr descr="bg-dark-glow.png" id="387" name="Google Shape;387;p23"/>
          <p:cNvPicPr preferRelativeResize="0"/>
          <p:nvPr/>
        </p:nvPicPr>
        <p:blipFill rotWithShape="1">
          <a:blip r:embed="rId3">
            <a:alphaModFix/>
          </a:blip>
          <a:srcRect b="13585" l="0" r="13585" t="0"/>
          <a:stretch/>
        </p:blipFill>
        <p:spPr>
          <a:xfrm>
            <a:off x="0" y="0"/>
            <a:ext cx="9144005" cy="5143500"/>
          </a:xfrm>
          <a:prstGeom prst="rect">
            <a:avLst/>
          </a:prstGeom>
          <a:noFill/>
          <a:ln>
            <a:noFill/>
          </a:ln>
        </p:spPr>
      </p:pic>
      <p:pic>
        <p:nvPicPr>
          <p:cNvPr descr="neo-logo-25-white.png" id="388" name="Google Shape;388;p23"/>
          <p:cNvPicPr preferRelativeResize="0"/>
          <p:nvPr/>
        </p:nvPicPr>
        <p:blipFill rotWithShape="1">
          <a:blip r:embed="rId4">
            <a:alphaModFix/>
          </a:blip>
          <a:srcRect b="0" l="0" r="0" t="0"/>
          <a:stretch/>
        </p:blipFill>
        <p:spPr>
          <a:xfrm>
            <a:off x="571500" y="398780"/>
            <a:ext cx="1228090" cy="245110"/>
          </a:xfrm>
          <a:prstGeom prst="rect">
            <a:avLst/>
          </a:prstGeom>
          <a:noFill/>
          <a:ln>
            <a:noFill/>
          </a:ln>
        </p:spPr>
      </p:pic>
      <p:sp>
        <p:nvSpPr>
          <p:cNvPr id="389" name="Google Shape;389;p23"/>
          <p:cNvSpPr txBox="1"/>
          <p:nvPr/>
        </p:nvSpPr>
        <p:spPr>
          <a:xfrm>
            <a:off x="571500" y="4577080"/>
            <a:ext cx="2032000" cy="1854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a:ea typeface="Montserrat"/>
                <a:cs typeface="Montserrat"/>
                <a:sym typeface="Montserrat"/>
              </a:rPr>
              <a:t>neoconsulting.ai</a:t>
            </a:r>
            <a:endParaRPr b="0" i="0" sz="1400" u="none" cap="none" strike="noStrike">
              <a:solidFill>
                <a:srgbClr val="000000"/>
              </a:solidFill>
              <a:latin typeface="Arial"/>
              <a:ea typeface="Arial"/>
              <a:cs typeface="Arial"/>
              <a:sym typeface="Arial"/>
            </a:endParaRPr>
          </a:p>
        </p:txBody>
      </p:sp>
      <p:sp>
        <p:nvSpPr>
          <p:cNvPr id="390" name="Google Shape;390;p23"/>
          <p:cNvSpPr txBox="1"/>
          <p:nvPr/>
        </p:nvSpPr>
        <p:spPr>
          <a:xfrm>
            <a:off x="571500" y="2430775"/>
            <a:ext cx="8001000" cy="6426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4500"/>
              <a:buFont typeface="Arial"/>
              <a:buNone/>
            </a:pPr>
            <a:r>
              <a:rPr b="0" i="0" lang="en-US" sz="4500" u="none" cap="none" strike="noStrike">
                <a:solidFill>
                  <a:srgbClr val="FFFFFF"/>
                </a:solidFill>
                <a:latin typeface="Montserrat ExtraBold"/>
                <a:ea typeface="Montserrat ExtraBold"/>
                <a:cs typeface="Montserrat ExtraBold"/>
                <a:sym typeface="Montserrat ExtraBold"/>
              </a:rPr>
              <a:t>Detalle del </a:t>
            </a:r>
            <a:r>
              <a:rPr b="0" i="1" lang="en-US" sz="4500" u="none" cap="none" strike="noStrike">
                <a:solidFill>
                  <a:srgbClr val="9AAFFE"/>
                </a:solidFill>
                <a:latin typeface="Montserrat Black"/>
                <a:ea typeface="Montserrat Black"/>
                <a:cs typeface="Montserrat Black"/>
                <a:sym typeface="Montserrat Black"/>
              </a:rPr>
              <a:t>Proceso</a:t>
            </a:r>
            <a:endParaRPr b="0" i="0" sz="1400" u="none" cap="none" strike="noStrike">
              <a:solidFill>
                <a:srgbClr val="9AAFFE"/>
              </a:solidFill>
              <a:latin typeface="Arial"/>
              <a:ea typeface="Arial"/>
              <a:cs typeface="Arial"/>
              <a:sym typeface="Arial"/>
            </a:endParaRPr>
          </a:p>
        </p:txBody>
      </p:sp>
      <p:sp>
        <p:nvSpPr>
          <p:cNvPr id="391" name="Google Shape;391;p23"/>
          <p:cNvSpPr txBox="1"/>
          <p:nvPr/>
        </p:nvSpPr>
        <p:spPr>
          <a:xfrm>
            <a:off x="571500" y="2070095"/>
            <a:ext cx="8001000" cy="20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SemiBold"/>
                <a:ea typeface="Montserrat SemiBold"/>
                <a:cs typeface="Montserrat SemiBold"/>
                <a:sym typeface="Montserrat SemiBold"/>
              </a:rPr>
              <a:t>SECCIÓN 06</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396" name="Shape 396"/>
        <p:cNvGrpSpPr/>
        <p:nvPr/>
      </p:nvGrpSpPr>
      <p:grpSpPr>
        <a:xfrm>
          <a:off x="0" y="0"/>
          <a:ext cx="0" cy="0"/>
          <a:chOff x="0" y="0"/>
          <a:chExt cx="0" cy="0"/>
        </a:xfrm>
      </p:grpSpPr>
      <p:sp>
        <p:nvSpPr>
          <p:cNvPr id="397" name="Google Shape;397;p24"/>
          <p:cNvSpPr txBox="1"/>
          <p:nvPr/>
        </p:nvSpPr>
        <p:spPr>
          <a:xfrm>
            <a:off x="571500" y="890626"/>
            <a:ext cx="8001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ETAPA X</a:t>
            </a:r>
            <a:endParaRPr b="0" i="0" sz="1100" u="none" cap="none" strike="noStrike">
              <a:solidFill>
                <a:schemeClr val="dk1"/>
              </a:solidFill>
              <a:latin typeface="Calibri"/>
              <a:ea typeface="Calibri"/>
              <a:cs typeface="Calibri"/>
              <a:sym typeface="Calibri"/>
            </a:endParaRPr>
          </a:p>
        </p:txBody>
      </p:sp>
      <p:sp>
        <p:nvSpPr>
          <p:cNvPr id="398" name="Google Shape;398;p24"/>
          <p:cNvSpPr txBox="1"/>
          <p:nvPr/>
        </p:nvSpPr>
        <p:spPr>
          <a:xfrm>
            <a:off x="571500" y="1159753"/>
            <a:ext cx="8001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Nombre del</a:t>
            </a:r>
            <a:r>
              <a:rPr b="1" i="1" lang="en-US" sz="2100" u="none" cap="none" strike="noStrike">
                <a:solidFill>
                  <a:srgbClr val="2B5BFC"/>
                </a:solidFill>
                <a:latin typeface="Montserrat Black"/>
                <a:ea typeface="Montserrat Black"/>
                <a:cs typeface="Montserrat Black"/>
                <a:sym typeface="Montserrat Black"/>
              </a:rPr>
              <a:t> etapa</a:t>
            </a:r>
            <a:endParaRPr b="0" i="0" sz="2100" u="none" cap="none" strike="noStrike">
              <a:solidFill>
                <a:schemeClr val="dk1"/>
              </a:solidFill>
              <a:latin typeface="Calibri"/>
              <a:ea typeface="Calibri"/>
              <a:cs typeface="Calibri"/>
              <a:sym typeface="Calibri"/>
            </a:endParaRPr>
          </a:p>
        </p:txBody>
      </p:sp>
      <p:sp>
        <p:nvSpPr>
          <p:cNvPr id="399" name="Google Shape;399;p24"/>
          <p:cNvSpPr txBox="1"/>
          <p:nvPr/>
        </p:nvSpPr>
        <p:spPr>
          <a:xfrm>
            <a:off x="571500" y="1518344"/>
            <a:ext cx="8001000" cy="2742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75757"/>
              </a:buClr>
              <a:buSzPts val="1100"/>
              <a:buFont typeface="Montserrat"/>
              <a:buNone/>
            </a:pPr>
            <a:r>
              <a:rPr b="0" i="0" lang="en-US" sz="1100" u="none" cap="none" strike="noStrike">
                <a:solidFill>
                  <a:srgbClr val="000033"/>
                </a:solidFill>
                <a:latin typeface="Montserrat"/>
                <a:ea typeface="Montserrat"/>
                <a:cs typeface="Montserrat"/>
                <a:sym typeface="Montserrat"/>
              </a:rPr>
              <a:t>Una línea que resume el objetivo de esta etapa.</a:t>
            </a:r>
            <a:endParaRPr b="0" i="0" sz="1100" u="none" cap="none" strike="noStrike">
              <a:solidFill>
                <a:schemeClr val="dk1"/>
              </a:solidFill>
              <a:latin typeface="Calibri"/>
              <a:ea typeface="Calibri"/>
              <a:cs typeface="Calibri"/>
              <a:sym typeface="Calibri"/>
            </a:endParaRPr>
          </a:p>
        </p:txBody>
      </p:sp>
      <p:sp>
        <p:nvSpPr>
          <p:cNvPr id="400" name="Google Shape;400;p24"/>
          <p:cNvSpPr/>
          <p:nvPr/>
        </p:nvSpPr>
        <p:spPr>
          <a:xfrm>
            <a:off x="571500" y="1875250"/>
            <a:ext cx="3711300" cy="2038200"/>
          </a:xfrm>
          <a:prstGeom prst="roundRect">
            <a:avLst>
              <a:gd fmla="val 4040"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a:p>
        </p:txBody>
      </p:sp>
      <p:sp>
        <p:nvSpPr>
          <p:cNvPr id="401" name="Google Shape;401;p24"/>
          <p:cNvSpPr txBox="1"/>
          <p:nvPr/>
        </p:nvSpPr>
        <p:spPr>
          <a:xfrm>
            <a:off x="681800" y="2007575"/>
            <a:ext cx="3474900" cy="15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850" u="none" cap="none" strike="noStrike">
                <a:solidFill>
                  <a:srgbClr val="2B5BFC"/>
                </a:solidFill>
                <a:latin typeface="Montserrat SemiBold"/>
                <a:ea typeface="Montserrat SemiBold"/>
                <a:cs typeface="Montserrat SemiBold"/>
                <a:sym typeface="Montserrat SemiBold"/>
              </a:rPr>
              <a:t>ACTIVIDADES CLAVE</a:t>
            </a:r>
            <a:endParaRPr b="0" i="0" sz="850" u="none" cap="none" strike="noStrike">
              <a:solidFill>
                <a:srgbClr val="000000"/>
              </a:solidFill>
              <a:latin typeface="Calibri"/>
              <a:ea typeface="Calibri"/>
              <a:cs typeface="Calibri"/>
              <a:sym typeface="Calibri"/>
            </a:endParaRPr>
          </a:p>
        </p:txBody>
      </p:sp>
      <p:sp>
        <p:nvSpPr>
          <p:cNvPr id="402" name="Google Shape;402;p24"/>
          <p:cNvSpPr txBox="1"/>
          <p:nvPr/>
        </p:nvSpPr>
        <p:spPr>
          <a:xfrm>
            <a:off x="681850" y="2231216"/>
            <a:ext cx="3474900" cy="1625100"/>
          </a:xfrm>
          <a:prstGeom prst="rect">
            <a:avLst/>
          </a:prstGeom>
          <a:noFill/>
          <a:ln>
            <a:noFill/>
          </a:ln>
        </p:spPr>
        <p:txBody>
          <a:bodyPr anchorCtr="0" anchor="t" bIns="0" lIns="0" spcFirstLastPara="1" rIns="0" wrap="square" tIns="0">
            <a:noAutofit/>
          </a:bodyPr>
          <a:lstStyle/>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p:txBody>
      </p:sp>
      <p:sp>
        <p:nvSpPr>
          <p:cNvPr id="403" name="Google Shape;403;p24"/>
          <p:cNvSpPr/>
          <p:nvPr/>
        </p:nvSpPr>
        <p:spPr>
          <a:xfrm>
            <a:off x="4405447" y="1875563"/>
            <a:ext cx="2214300" cy="2038200"/>
          </a:xfrm>
          <a:prstGeom prst="roundRect">
            <a:avLst>
              <a:gd fmla="val 4040"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a:p>
        </p:txBody>
      </p:sp>
      <p:sp>
        <p:nvSpPr>
          <p:cNvPr id="404" name="Google Shape;404;p24"/>
          <p:cNvSpPr txBox="1"/>
          <p:nvPr/>
        </p:nvSpPr>
        <p:spPr>
          <a:xfrm>
            <a:off x="4527725" y="2018175"/>
            <a:ext cx="2214300" cy="14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850" u="none" cap="none" strike="noStrike">
                <a:solidFill>
                  <a:srgbClr val="2B5BFC"/>
                </a:solidFill>
                <a:latin typeface="Montserrat SemiBold"/>
                <a:ea typeface="Montserrat SemiBold"/>
                <a:cs typeface="Montserrat SemiBold"/>
                <a:sym typeface="Montserrat SemiBold"/>
              </a:rPr>
              <a:t>REQUERIMIENTOS AL CLIENTE</a:t>
            </a:r>
            <a:endParaRPr b="0" i="0" sz="850" u="none" cap="none" strike="noStrike">
              <a:solidFill>
                <a:srgbClr val="000000"/>
              </a:solidFill>
              <a:latin typeface="Calibri"/>
              <a:ea typeface="Calibri"/>
              <a:cs typeface="Calibri"/>
              <a:sym typeface="Calibri"/>
            </a:endParaRPr>
          </a:p>
        </p:txBody>
      </p:sp>
      <p:sp>
        <p:nvSpPr>
          <p:cNvPr id="405" name="Google Shape;405;p24"/>
          <p:cNvSpPr/>
          <p:nvPr/>
        </p:nvSpPr>
        <p:spPr>
          <a:xfrm>
            <a:off x="557150" y="3996800"/>
            <a:ext cx="8001000" cy="786000"/>
          </a:xfrm>
          <a:prstGeom prst="roundRect">
            <a:avLst>
              <a:gd fmla="val 12500" name="adj"/>
            </a:avLst>
          </a:prstGeom>
          <a:solidFill>
            <a:srgbClr val="000033"/>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24"/>
          <p:cNvSpPr txBox="1"/>
          <p:nvPr/>
        </p:nvSpPr>
        <p:spPr>
          <a:xfrm>
            <a:off x="790956" y="4081801"/>
            <a:ext cx="1280100" cy="169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E99FE"/>
              </a:buClr>
              <a:buSzPts val="800"/>
              <a:buFont typeface="Montserrat SemiBold"/>
              <a:buNone/>
            </a:pPr>
            <a:r>
              <a:rPr b="1" i="0" lang="en-US" sz="800" u="none" cap="none" strike="noStrike">
                <a:solidFill>
                  <a:srgbClr val="7E99FE"/>
                </a:solidFill>
                <a:latin typeface="Montserrat SemiBold"/>
                <a:ea typeface="Montserrat SemiBold"/>
                <a:cs typeface="Montserrat SemiBold"/>
                <a:sym typeface="Montserrat SemiBold"/>
              </a:rPr>
              <a:t>ENTREGABLES</a:t>
            </a:r>
            <a:endParaRPr b="0" i="0" sz="800" u="none" cap="none" strike="noStrike">
              <a:solidFill>
                <a:srgbClr val="000000"/>
              </a:solidFill>
              <a:latin typeface="Calibri"/>
              <a:ea typeface="Calibri"/>
              <a:cs typeface="Calibri"/>
              <a:sym typeface="Calibri"/>
            </a:endParaRPr>
          </a:p>
        </p:txBody>
      </p:sp>
      <p:sp>
        <p:nvSpPr>
          <p:cNvPr id="407" name="Google Shape;407;p24"/>
          <p:cNvSpPr txBox="1"/>
          <p:nvPr/>
        </p:nvSpPr>
        <p:spPr>
          <a:xfrm>
            <a:off x="790950" y="4331177"/>
            <a:ext cx="7671000" cy="295500"/>
          </a:xfrm>
          <a:prstGeom prst="rect">
            <a:avLst/>
          </a:prstGeom>
          <a:noFill/>
          <a:ln>
            <a:noFill/>
          </a:ln>
        </p:spPr>
        <p:txBody>
          <a:bodyPr anchorCtr="0" anchor="ctr" bIns="0" lIns="0" spcFirstLastPara="1" rIns="0" wrap="square" tIns="0">
            <a:noAutofit/>
          </a:bodyPr>
          <a:lstStyle/>
          <a:p>
            <a:pPr indent="-279400" lvl="0" marL="342900" marR="0" rtl="0" algn="l">
              <a:lnSpc>
                <a:spcPct val="100000"/>
              </a:lnSpc>
              <a:spcBef>
                <a:spcPts val="1000"/>
              </a:spcBef>
              <a:spcAft>
                <a:spcPts val="0"/>
              </a:spcAft>
              <a:buClr>
                <a:srgbClr val="7E99FE"/>
              </a:buClr>
              <a:buSzPts val="800"/>
              <a:buFont typeface="Montserrat"/>
              <a:buChar char="➔"/>
            </a:pPr>
            <a:r>
              <a:rPr b="0" i="0" lang="en-US" sz="800" u="none" cap="none" strike="noStrike">
                <a:solidFill>
                  <a:srgbClr val="FFFFFF"/>
                </a:solidFill>
                <a:latin typeface="Montserrat"/>
                <a:ea typeface="Montserrat"/>
                <a:cs typeface="Montserrat"/>
                <a:sym typeface="Montserrat"/>
              </a:rPr>
              <a:t>xxxxx</a:t>
            </a:r>
            <a:endParaRPr b="0" i="0" sz="800" u="none" cap="none" strike="noStrike">
              <a:solidFill>
                <a:srgbClr val="FFFFFF"/>
              </a:solidFill>
              <a:latin typeface="Montserrat"/>
              <a:ea typeface="Montserrat"/>
              <a:cs typeface="Montserrat"/>
              <a:sym typeface="Montserrat"/>
            </a:endParaRPr>
          </a:p>
          <a:p>
            <a:pPr indent="-279400" lvl="0" marL="342900" marR="0" rtl="0" algn="l">
              <a:lnSpc>
                <a:spcPct val="100000"/>
              </a:lnSpc>
              <a:spcBef>
                <a:spcPts val="1000"/>
              </a:spcBef>
              <a:spcAft>
                <a:spcPts val="0"/>
              </a:spcAft>
              <a:buClr>
                <a:srgbClr val="7E99FE"/>
              </a:buClr>
              <a:buSzPts val="800"/>
              <a:buFont typeface="Montserrat"/>
              <a:buChar char="➔"/>
            </a:pPr>
            <a:r>
              <a:rPr b="0" i="0" lang="en-US" sz="800" u="none" cap="none" strike="noStrike">
                <a:solidFill>
                  <a:srgbClr val="FFFFFF"/>
                </a:solidFill>
                <a:latin typeface="Montserrat"/>
                <a:ea typeface="Montserrat"/>
                <a:cs typeface="Montserrat"/>
                <a:sym typeface="Montserrat"/>
              </a:rPr>
              <a:t>xxxxx</a:t>
            </a:r>
            <a:endParaRPr b="0" i="0" sz="800" u="none" cap="none" strike="noStrike">
              <a:solidFill>
                <a:srgbClr val="FFFFFF"/>
              </a:solidFill>
              <a:latin typeface="Montserrat"/>
              <a:ea typeface="Montserrat"/>
              <a:cs typeface="Montserrat"/>
              <a:sym typeface="Montserrat"/>
            </a:endParaRPr>
          </a:p>
        </p:txBody>
      </p:sp>
      <p:pic>
        <p:nvPicPr>
          <p:cNvPr descr="/home/claude/build/img/photo_f1.jpg" id="408" name="Google Shape;408;p24"/>
          <p:cNvPicPr preferRelativeResize="0"/>
          <p:nvPr/>
        </p:nvPicPr>
        <p:blipFill rotWithShape="1">
          <a:blip r:embed="rId3">
            <a:alphaModFix/>
          </a:blip>
          <a:srcRect b="0" l="0" r="18006" t="18093"/>
          <a:stretch/>
        </p:blipFill>
        <p:spPr>
          <a:xfrm>
            <a:off x="6710100" y="1875250"/>
            <a:ext cx="1862400" cy="2038200"/>
          </a:xfrm>
          <a:prstGeom prst="roundRect">
            <a:avLst>
              <a:gd fmla="val 6720" name="adj"/>
            </a:avLst>
          </a:prstGeom>
          <a:noFill/>
          <a:ln>
            <a:noFill/>
          </a:ln>
        </p:spPr>
      </p:pic>
      <p:sp>
        <p:nvSpPr>
          <p:cNvPr id="409" name="Google Shape;409;p24"/>
          <p:cNvSpPr txBox="1"/>
          <p:nvPr/>
        </p:nvSpPr>
        <p:spPr>
          <a:xfrm>
            <a:off x="4522525" y="2231216"/>
            <a:ext cx="2003400" cy="1625100"/>
          </a:xfrm>
          <a:prstGeom prst="rect">
            <a:avLst/>
          </a:prstGeom>
          <a:noFill/>
          <a:ln>
            <a:noFill/>
          </a:ln>
        </p:spPr>
        <p:txBody>
          <a:bodyPr anchorCtr="0" anchor="t" bIns="0" lIns="0" spcFirstLastPara="1" rIns="0" wrap="square" tIns="0">
            <a:noAutofit/>
          </a:bodyPr>
          <a:lstStyle/>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414" name="Shape 414"/>
        <p:cNvGrpSpPr/>
        <p:nvPr/>
      </p:nvGrpSpPr>
      <p:grpSpPr>
        <a:xfrm>
          <a:off x="0" y="0"/>
          <a:ext cx="0" cy="0"/>
          <a:chOff x="0" y="0"/>
          <a:chExt cx="0" cy="0"/>
        </a:xfrm>
      </p:grpSpPr>
      <p:sp>
        <p:nvSpPr>
          <p:cNvPr id="415" name="Google Shape;415;p25"/>
          <p:cNvSpPr txBox="1"/>
          <p:nvPr/>
        </p:nvSpPr>
        <p:spPr>
          <a:xfrm>
            <a:off x="571500" y="890626"/>
            <a:ext cx="8001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ETAPA X</a:t>
            </a:r>
            <a:endParaRPr b="0" i="0" sz="1100" u="none" cap="none" strike="noStrike">
              <a:solidFill>
                <a:schemeClr val="dk1"/>
              </a:solidFill>
              <a:latin typeface="Calibri"/>
              <a:ea typeface="Calibri"/>
              <a:cs typeface="Calibri"/>
              <a:sym typeface="Calibri"/>
            </a:endParaRPr>
          </a:p>
        </p:txBody>
      </p:sp>
      <p:sp>
        <p:nvSpPr>
          <p:cNvPr id="416" name="Google Shape;416;p25"/>
          <p:cNvSpPr txBox="1"/>
          <p:nvPr/>
        </p:nvSpPr>
        <p:spPr>
          <a:xfrm>
            <a:off x="571500" y="1159753"/>
            <a:ext cx="8001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Nombre del</a:t>
            </a:r>
            <a:r>
              <a:rPr b="1" i="1" lang="en-US" sz="2100" u="none" cap="none" strike="noStrike">
                <a:solidFill>
                  <a:srgbClr val="2B5BFC"/>
                </a:solidFill>
                <a:latin typeface="Montserrat Black"/>
                <a:ea typeface="Montserrat Black"/>
                <a:cs typeface="Montserrat Black"/>
                <a:sym typeface="Montserrat Black"/>
              </a:rPr>
              <a:t> etapa</a:t>
            </a:r>
            <a:endParaRPr b="0" i="0" sz="2100" u="none" cap="none" strike="noStrike">
              <a:solidFill>
                <a:schemeClr val="dk1"/>
              </a:solidFill>
              <a:latin typeface="Calibri"/>
              <a:ea typeface="Calibri"/>
              <a:cs typeface="Calibri"/>
              <a:sym typeface="Calibri"/>
            </a:endParaRPr>
          </a:p>
        </p:txBody>
      </p:sp>
      <p:sp>
        <p:nvSpPr>
          <p:cNvPr id="417" name="Google Shape;417;p25"/>
          <p:cNvSpPr txBox="1"/>
          <p:nvPr/>
        </p:nvSpPr>
        <p:spPr>
          <a:xfrm>
            <a:off x="571500" y="1518344"/>
            <a:ext cx="8001000" cy="2742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75757"/>
              </a:buClr>
              <a:buSzPts val="1100"/>
              <a:buFont typeface="Montserrat"/>
              <a:buNone/>
            </a:pPr>
            <a:r>
              <a:rPr b="0" i="0" lang="en-US" sz="1100" u="none" cap="none" strike="noStrike">
                <a:solidFill>
                  <a:srgbClr val="000033"/>
                </a:solidFill>
                <a:latin typeface="Montserrat"/>
                <a:ea typeface="Montserrat"/>
                <a:cs typeface="Montserrat"/>
                <a:sym typeface="Montserrat"/>
              </a:rPr>
              <a:t>Una línea que resume el objetivo de esta etapa.</a:t>
            </a:r>
            <a:endParaRPr b="0" i="0" sz="1100" u="none" cap="none" strike="noStrike">
              <a:solidFill>
                <a:schemeClr val="dk1"/>
              </a:solidFill>
              <a:latin typeface="Calibri"/>
              <a:ea typeface="Calibri"/>
              <a:cs typeface="Calibri"/>
              <a:sym typeface="Calibri"/>
            </a:endParaRPr>
          </a:p>
        </p:txBody>
      </p:sp>
      <p:sp>
        <p:nvSpPr>
          <p:cNvPr id="418" name="Google Shape;418;p25"/>
          <p:cNvSpPr/>
          <p:nvPr/>
        </p:nvSpPr>
        <p:spPr>
          <a:xfrm>
            <a:off x="571500" y="1875250"/>
            <a:ext cx="3711300" cy="2038200"/>
          </a:xfrm>
          <a:prstGeom prst="roundRect">
            <a:avLst>
              <a:gd fmla="val 4040"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a:p>
        </p:txBody>
      </p:sp>
      <p:sp>
        <p:nvSpPr>
          <p:cNvPr id="419" name="Google Shape;419;p25"/>
          <p:cNvSpPr txBox="1"/>
          <p:nvPr/>
        </p:nvSpPr>
        <p:spPr>
          <a:xfrm>
            <a:off x="681800" y="2007575"/>
            <a:ext cx="3474900" cy="15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850" u="none" cap="none" strike="noStrike">
                <a:solidFill>
                  <a:srgbClr val="2B5BFC"/>
                </a:solidFill>
                <a:latin typeface="Montserrat SemiBold"/>
                <a:ea typeface="Montserrat SemiBold"/>
                <a:cs typeface="Montserrat SemiBold"/>
                <a:sym typeface="Montserrat SemiBold"/>
              </a:rPr>
              <a:t>ACTIVIDADES CLAVE</a:t>
            </a:r>
            <a:endParaRPr b="0" i="0" sz="850" u="none" cap="none" strike="noStrike">
              <a:solidFill>
                <a:srgbClr val="000000"/>
              </a:solidFill>
              <a:latin typeface="Calibri"/>
              <a:ea typeface="Calibri"/>
              <a:cs typeface="Calibri"/>
              <a:sym typeface="Calibri"/>
            </a:endParaRPr>
          </a:p>
        </p:txBody>
      </p:sp>
      <p:sp>
        <p:nvSpPr>
          <p:cNvPr id="420" name="Google Shape;420;p25"/>
          <p:cNvSpPr txBox="1"/>
          <p:nvPr/>
        </p:nvSpPr>
        <p:spPr>
          <a:xfrm>
            <a:off x="681850" y="2231216"/>
            <a:ext cx="3474900" cy="1625100"/>
          </a:xfrm>
          <a:prstGeom prst="rect">
            <a:avLst/>
          </a:prstGeom>
          <a:noFill/>
          <a:ln>
            <a:noFill/>
          </a:ln>
        </p:spPr>
        <p:txBody>
          <a:bodyPr anchorCtr="0" anchor="t" bIns="0" lIns="0" spcFirstLastPara="1" rIns="0" wrap="square" tIns="0">
            <a:noAutofit/>
          </a:bodyPr>
          <a:lstStyle/>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p:txBody>
      </p:sp>
      <p:sp>
        <p:nvSpPr>
          <p:cNvPr id="421" name="Google Shape;421;p25"/>
          <p:cNvSpPr/>
          <p:nvPr/>
        </p:nvSpPr>
        <p:spPr>
          <a:xfrm>
            <a:off x="4405447" y="1875563"/>
            <a:ext cx="2214300" cy="2038200"/>
          </a:xfrm>
          <a:prstGeom prst="roundRect">
            <a:avLst>
              <a:gd fmla="val 4040"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a:p>
        </p:txBody>
      </p:sp>
      <p:sp>
        <p:nvSpPr>
          <p:cNvPr id="422" name="Google Shape;422;p25"/>
          <p:cNvSpPr txBox="1"/>
          <p:nvPr/>
        </p:nvSpPr>
        <p:spPr>
          <a:xfrm>
            <a:off x="4527725" y="2018175"/>
            <a:ext cx="2214300" cy="14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850" u="none" cap="none" strike="noStrike">
                <a:solidFill>
                  <a:srgbClr val="2B5BFC"/>
                </a:solidFill>
                <a:latin typeface="Montserrat SemiBold"/>
                <a:ea typeface="Montserrat SemiBold"/>
                <a:cs typeface="Montserrat SemiBold"/>
                <a:sym typeface="Montserrat SemiBold"/>
              </a:rPr>
              <a:t>REQUERIMIENTOS AL CLIENTE</a:t>
            </a:r>
            <a:endParaRPr b="0" i="0" sz="850" u="none" cap="none" strike="noStrike">
              <a:solidFill>
                <a:srgbClr val="000000"/>
              </a:solidFill>
              <a:latin typeface="Calibri"/>
              <a:ea typeface="Calibri"/>
              <a:cs typeface="Calibri"/>
              <a:sym typeface="Calibri"/>
            </a:endParaRPr>
          </a:p>
        </p:txBody>
      </p:sp>
      <p:sp>
        <p:nvSpPr>
          <p:cNvPr id="423" name="Google Shape;423;p25"/>
          <p:cNvSpPr/>
          <p:nvPr/>
        </p:nvSpPr>
        <p:spPr>
          <a:xfrm>
            <a:off x="557150" y="3996800"/>
            <a:ext cx="8001000" cy="786000"/>
          </a:xfrm>
          <a:prstGeom prst="roundRect">
            <a:avLst>
              <a:gd fmla="val 12500" name="adj"/>
            </a:avLst>
          </a:prstGeom>
          <a:solidFill>
            <a:srgbClr val="000033"/>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25"/>
          <p:cNvSpPr txBox="1"/>
          <p:nvPr/>
        </p:nvSpPr>
        <p:spPr>
          <a:xfrm>
            <a:off x="790956" y="4081801"/>
            <a:ext cx="1280100" cy="169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E99FE"/>
              </a:buClr>
              <a:buSzPts val="800"/>
              <a:buFont typeface="Montserrat SemiBold"/>
              <a:buNone/>
            </a:pPr>
            <a:r>
              <a:rPr b="1" i="0" lang="en-US" sz="800" u="none" cap="none" strike="noStrike">
                <a:solidFill>
                  <a:srgbClr val="7E99FE"/>
                </a:solidFill>
                <a:latin typeface="Montserrat SemiBold"/>
                <a:ea typeface="Montserrat SemiBold"/>
                <a:cs typeface="Montserrat SemiBold"/>
                <a:sym typeface="Montserrat SemiBold"/>
              </a:rPr>
              <a:t>ENTREGABLES</a:t>
            </a:r>
            <a:endParaRPr b="0" i="0" sz="800" u="none" cap="none" strike="noStrike">
              <a:solidFill>
                <a:srgbClr val="000000"/>
              </a:solidFill>
              <a:latin typeface="Calibri"/>
              <a:ea typeface="Calibri"/>
              <a:cs typeface="Calibri"/>
              <a:sym typeface="Calibri"/>
            </a:endParaRPr>
          </a:p>
        </p:txBody>
      </p:sp>
      <p:sp>
        <p:nvSpPr>
          <p:cNvPr id="425" name="Google Shape;425;p25"/>
          <p:cNvSpPr txBox="1"/>
          <p:nvPr/>
        </p:nvSpPr>
        <p:spPr>
          <a:xfrm>
            <a:off x="790950" y="4331177"/>
            <a:ext cx="7671000" cy="295500"/>
          </a:xfrm>
          <a:prstGeom prst="rect">
            <a:avLst/>
          </a:prstGeom>
          <a:noFill/>
          <a:ln>
            <a:noFill/>
          </a:ln>
        </p:spPr>
        <p:txBody>
          <a:bodyPr anchorCtr="0" anchor="ctr" bIns="0" lIns="0" spcFirstLastPara="1" rIns="0" wrap="square" tIns="0">
            <a:noAutofit/>
          </a:bodyPr>
          <a:lstStyle/>
          <a:p>
            <a:pPr indent="-279400" lvl="0" marL="342900" marR="0" rtl="0" algn="l">
              <a:lnSpc>
                <a:spcPct val="100000"/>
              </a:lnSpc>
              <a:spcBef>
                <a:spcPts val="1000"/>
              </a:spcBef>
              <a:spcAft>
                <a:spcPts val="0"/>
              </a:spcAft>
              <a:buClr>
                <a:srgbClr val="7E99FE"/>
              </a:buClr>
              <a:buSzPts val="800"/>
              <a:buFont typeface="Montserrat"/>
              <a:buChar char="➔"/>
            </a:pPr>
            <a:r>
              <a:rPr b="0" i="0" lang="en-US" sz="800" u="none" cap="none" strike="noStrike">
                <a:solidFill>
                  <a:srgbClr val="FFFFFF"/>
                </a:solidFill>
                <a:latin typeface="Montserrat"/>
                <a:ea typeface="Montserrat"/>
                <a:cs typeface="Montserrat"/>
                <a:sym typeface="Montserrat"/>
              </a:rPr>
              <a:t>xxxxx</a:t>
            </a:r>
            <a:endParaRPr b="0" i="0" sz="800" u="none" cap="none" strike="noStrike">
              <a:solidFill>
                <a:srgbClr val="FFFFFF"/>
              </a:solidFill>
              <a:latin typeface="Montserrat"/>
              <a:ea typeface="Montserrat"/>
              <a:cs typeface="Montserrat"/>
              <a:sym typeface="Montserrat"/>
            </a:endParaRPr>
          </a:p>
          <a:p>
            <a:pPr indent="-279400" lvl="0" marL="342900" marR="0" rtl="0" algn="l">
              <a:lnSpc>
                <a:spcPct val="100000"/>
              </a:lnSpc>
              <a:spcBef>
                <a:spcPts val="1000"/>
              </a:spcBef>
              <a:spcAft>
                <a:spcPts val="0"/>
              </a:spcAft>
              <a:buClr>
                <a:srgbClr val="7E99FE"/>
              </a:buClr>
              <a:buSzPts val="800"/>
              <a:buFont typeface="Montserrat"/>
              <a:buChar char="➔"/>
            </a:pPr>
            <a:r>
              <a:rPr b="0" i="0" lang="en-US" sz="800" u="none" cap="none" strike="noStrike">
                <a:solidFill>
                  <a:srgbClr val="FFFFFF"/>
                </a:solidFill>
                <a:latin typeface="Montserrat"/>
                <a:ea typeface="Montserrat"/>
                <a:cs typeface="Montserrat"/>
                <a:sym typeface="Montserrat"/>
              </a:rPr>
              <a:t>xxxxx</a:t>
            </a:r>
            <a:endParaRPr b="0" i="0" sz="800" u="none" cap="none" strike="noStrike">
              <a:solidFill>
                <a:srgbClr val="FFFFFF"/>
              </a:solidFill>
              <a:latin typeface="Montserrat"/>
              <a:ea typeface="Montserrat"/>
              <a:cs typeface="Montserrat"/>
              <a:sym typeface="Montserrat"/>
            </a:endParaRPr>
          </a:p>
        </p:txBody>
      </p:sp>
      <p:pic>
        <p:nvPicPr>
          <p:cNvPr descr="/home/claude/build/img/photo_f1.jpg" id="426" name="Google Shape;426;p25"/>
          <p:cNvPicPr preferRelativeResize="0"/>
          <p:nvPr/>
        </p:nvPicPr>
        <p:blipFill rotWithShape="1">
          <a:blip r:embed="rId3">
            <a:alphaModFix/>
          </a:blip>
          <a:srcRect b="0" l="0" r="18006" t="18093"/>
          <a:stretch/>
        </p:blipFill>
        <p:spPr>
          <a:xfrm>
            <a:off x="6710100" y="1875250"/>
            <a:ext cx="1862400" cy="2038200"/>
          </a:xfrm>
          <a:prstGeom prst="roundRect">
            <a:avLst>
              <a:gd fmla="val 6720" name="adj"/>
            </a:avLst>
          </a:prstGeom>
          <a:noFill/>
          <a:ln>
            <a:noFill/>
          </a:ln>
        </p:spPr>
      </p:pic>
      <p:sp>
        <p:nvSpPr>
          <p:cNvPr id="427" name="Google Shape;427;p25"/>
          <p:cNvSpPr txBox="1"/>
          <p:nvPr/>
        </p:nvSpPr>
        <p:spPr>
          <a:xfrm>
            <a:off x="4522525" y="2231216"/>
            <a:ext cx="2003400" cy="1625100"/>
          </a:xfrm>
          <a:prstGeom prst="rect">
            <a:avLst/>
          </a:prstGeom>
          <a:noFill/>
          <a:ln>
            <a:noFill/>
          </a:ln>
        </p:spPr>
        <p:txBody>
          <a:bodyPr anchorCtr="0" anchor="t" bIns="0" lIns="0" spcFirstLastPara="1" rIns="0" wrap="square" tIns="0">
            <a:noAutofit/>
          </a:bodyPr>
          <a:lstStyle/>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432" name="Shape 432"/>
        <p:cNvGrpSpPr/>
        <p:nvPr/>
      </p:nvGrpSpPr>
      <p:grpSpPr>
        <a:xfrm>
          <a:off x="0" y="0"/>
          <a:ext cx="0" cy="0"/>
          <a:chOff x="0" y="0"/>
          <a:chExt cx="0" cy="0"/>
        </a:xfrm>
      </p:grpSpPr>
      <p:sp>
        <p:nvSpPr>
          <p:cNvPr id="433" name="Google Shape;433;p26"/>
          <p:cNvSpPr txBox="1"/>
          <p:nvPr/>
        </p:nvSpPr>
        <p:spPr>
          <a:xfrm>
            <a:off x="571500" y="890626"/>
            <a:ext cx="8001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ETAPA X</a:t>
            </a:r>
            <a:endParaRPr b="0" i="0" sz="1100" u="none" cap="none" strike="noStrike">
              <a:solidFill>
                <a:schemeClr val="dk1"/>
              </a:solidFill>
              <a:latin typeface="Calibri"/>
              <a:ea typeface="Calibri"/>
              <a:cs typeface="Calibri"/>
              <a:sym typeface="Calibri"/>
            </a:endParaRPr>
          </a:p>
        </p:txBody>
      </p:sp>
      <p:sp>
        <p:nvSpPr>
          <p:cNvPr id="434" name="Google Shape;434;p26"/>
          <p:cNvSpPr txBox="1"/>
          <p:nvPr/>
        </p:nvSpPr>
        <p:spPr>
          <a:xfrm>
            <a:off x="571500" y="1159753"/>
            <a:ext cx="8001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Nombre del</a:t>
            </a:r>
            <a:r>
              <a:rPr b="1" i="1" lang="en-US" sz="2100" u="none" cap="none" strike="noStrike">
                <a:solidFill>
                  <a:srgbClr val="2B5BFC"/>
                </a:solidFill>
                <a:latin typeface="Montserrat Black"/>
                <a:ea typeface="Montserrat Black"/>
                <a:cs typeface="Montserrat Black"/>
                <a:sym typeface="Montserrat Black"/>
              </a:rPr>
              <a:t> etapa</a:t>
            </a:r>
            <a:endParaRPr b="0" i="0" sz="2100" u="none" cap="none" strike="noStrike">
              <a:solidFill>
                <a:schemeClr val="dk1"/>
              </a:solidFill>
              <a:latin typeface="Calibri"/>
              <a:ea typeface="Calibri"/>
              <a:cs typeface="Calibri"/>
              <a:sym typeface="Calibri"/>
            </a:endParaRPr>
          </a:p>
        </p:txBody>
      </p:sp>
      <p:sp>
        <p:nvSpPr>
          <p:cNvPr id="435" name="Google Shape;435;p26"/>
          <p:cNvSpPr txBox="1"/>
          <p:nvPr/>
        </p:nvSpPr>
        <p:spPr>
          <a:xfrm>
            <a:off x="571500" y="1518344"/>
            <a:ext cx="8001000" cy="2742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75757"/>
              </a:buClr>
              <a:buSzPts val="1100"/>
              <a:buFont typeface="Montserrat"/>
              <a:buNone/>
            </a:pPr>
            <a:r>
              <a:rPr b="0" i="0" lang="en-US" sz="1100" u="none" cap="none" strike="noStrike">
                <a:solidFill>
                  <a:srgbClr val="000033"/>
                </a:solidFill>
                <a:latin typeface="Montserrat"/>
                <a:ea typeface="Montserrat"/>
                <a:cs typeface="Montserrat"/>
                <a:sym typeface="Montserrat"/>
              </a:rPr>
              <a:t>Una línea que resume el objetivo de esta etapa.</a:t>
            </a:r>
            <a:endParaRPr b="0" i="0" sz="1100" u="none" cap="none" strike="noStrike">
              <a:solidFill>
                <a:schemeClr val="dk1"/>
              </a:solidFill>
              <a:latin typeface="Calibri"/>
              <a:ea typeface="Calibri"/>
              <a:cs typeface="Calibri"/>
              <a:sym typeface="Calibri"/>
            </a:endParaRPr>
          </a:p>
        </p:txBody>
      </p:sp>
      <p:sp>
        <p:nvSpPr>
          <p:cNvPr id="436" name="Google Shape;436;p26"/>
          <p:cNvSpPr/>
          <p:nvPr/>
        </p:nvSpPr>
        <p:spPr>
          <a:xfrm>
            <a:off x="571500" y="1875250"/>
            <a:ext cx="3711300" cy="2038200"/>
          </a:xfrm>
          <a:prstGeom prst="roundRect">
            <a:avLst>
              <a:gd fmla="val 4040"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a:p>
        </p:txBody>
      </p:sp>
      <p:sp>
        <p:nvSpPr>
          <p:cNvPr id="437" name="Google Shape;437;p26"/>
          <p:cNvSpPr txBox="1"/>
          <p:nvPr/>
        </p:nvSpPr>
        <p:spPr>
          <a:xfrm>
            <a:off x="681800" y="2007575"/>
            <a:ext cx="3474900" cy="15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850" u="none" cap="none" strike="noStrike">
                <a:solidFill>
                  <a:srgbClr val="2B5BFC"/>
                </a:solidFill>
                <a:latin typeface="Montserrat SemiBold"/>
                <a:ea typeface="Montserrat SemiBold"/>
                <a:cs typeface="Montserrat SemiBold"/>
                <a:sym typeface="Montserrat SemiBold"/>
              </a:rPr>
              <a:t>ACTIVIDADES CLAVE</a:t>
            </a:r>
            <a:endParaRPr b="0" i="0" sz="850" u="none" cap="none" strike="noStrike">
              <a:solidFill>
                <a:srgbClr val="000000"/>
              </a:solidFill>
              <a:latin typeface="Calibri"/>
              <a:ea typeface="Calibri"/>
              <a:cs typeface="Calibri"/>
              <a:sym typeface="Calibri"/>
            </a:endParaRPr>
          </a:p>
        </p:txBody>
      </p:sp>
      <p:sp>
        <p:nvSpPr>
          <p:cNvPr id="438" name="Google Shape;438;p26"/>
          <p:cNvSpPr txBox="1"/>
          <p:nvPr/>
        </p:nvSpPr>
        <p:spPr>
          <a:xfrm>
            <a:off x="681850" y="2231216"/>
            <a:ext cx="3474900" cy="1625100"/>
          </a:xfrm>
          <a:prstGeom prst="rect">
            <a:avLst/>
          </a:prstGeom>
          <a:noFill/>
          <a:ln>
            <a:noFill/>
          </a:ln>
        </p:spPr>
        <p:txBody>
          <a:bodyPr anchorCtr="0" anchor="t" bIns="0" lIns="0" spcFirstLastPara="1" rIns="0" wrap="square" tIns="0">
            <a:noAutofit/>
          </a:bodyPr>
          <a:lstStyle/>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p:txBody>
      </p:sp>
      <p:sp>
        <p:nvSpPr>
          <p:cNvPr id="439" name="Google Shape;439;p26"/>
          <p:cNvSpPr/>
          <p:nvPr/>
        </p:nvSpPr>
        <p:spPr>
          <a:xfrm>
            <a:off x="4405447" y="1875563"/>
            <a:ext cx="2214300" cy="2038200"/>
          </a:xfrm>
          <a:prstGeom prst="roundRect">
            <a:avLst>
              <a:gd fmla="val 4040"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a:p>
        </p:txBody>
      </p:sp>
      <p:sp>
        <p:nvSpPr>
          <p:cNvPr id="440" name="Google Shape;440;p26"/>
          <p:cNvSpPr txBox="1"/>
          <p:nvPr/>
        </p:nvSpPr>
        <p:spPr>
          <a:xfrm>
            <a:off x="4527725" y="2018175"/>
            <a:ext cx="2214300" cy="14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850" u="none" cap="none" strike="noStrike">
                <a:solidFill>
                  <a:srgbClr val="2B5BFC"/>
                </a:solidFill>
                <a:latin typeface="Montserrat SemiBold"/>
                <a:ea typeface="Montserrat SemiBold"/>
                <a:cs typeface="Montserrat SemiBold"/>
                <a:sym typeface="Montserrat SemiBold"/>
              </a:rPr>
              <a:t>REQUERIMIENTOS AL CLIENTE</a:t>
            </a:r>
            <a:endParaRPr b="0" i="0" sz="850" u="none" cap="none" strike="noStrike">
              <a:solidFill>
                <a:srgbClr val="000000"/>
              </a:solidFill>
              <a:latin typeface="Calibri"/>
              <a:ea typeface="Calibri"/>
              <a:cs typeface="Calibri"/>
              <a:sym typeface="Calibri"/>
            </a:endParaRPr>
          </a:p>
        </p:txBody>
      </p:sp>
      <p:sp>
        <p:nvSpPr>
          <p:cNvPr id="441" name="Google Shape;441;p26"/>
          <p:cNvSpPr/>
          <p:nvPr/>
        </p:nvSpPr>
        <p:spPr>
          <a:xfrm>
            <a:off x="557150" y="3996800"/>
            <a:ext cx="8001000" cy="786000"/>
          </a:xfrm>
          <a:prstGeom prst="roundRect">
            <a:avLst>
              <a:gd fmla="val 12500" name="adj"/>
            </a:avLst>
          </a:prstGeom>
          <a:solidFill>
            <a:srgbClr val="000033"/>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26"/>
          <p:cNvSpPr txBox="1"/>
          <p:nvPr/>
        </p:nvSpPr>
        <p:spPr>
          <a:xfrm>
            <a:off x="790956" y="4081801"/>
            <a:ext cx="1280100" cy="169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E99FE"/>
              </a:buClr>
              <a:buSzPts val="800"/>
              <a:buFont typeface="Montserrat SemiBold"/>
              <a:buNone/>
            </a:pPr>
            <a:r>
              <a:rPr b="1" i="0" lang="en-US" sz="800" u="none" cap="none" strike="noStrike">
                <a:solidFill>
                  <a:srgbClr val="7E99FE"/>
                </a:solidFill>
                <a:latin typeface="Montserrat SemiBold"/>
                <a:ea typeface="Montserrat SemiBold"/>
                <a:cs typeface="Montserrat SemiBold"/>
                <a:sym typeface="Montserrat SemiBold"/>
              </a:rPr>
              <a:t>ENTREGABLES</a:t>
            </a:r>
            <a:endParaRPr b="0" i="0" sz="800" u="none" cap="none" strike="noStrike">
              <a:solidFill>
                <a:srgbClr val="000000"/>
              </a:solidFill>
              <a:latin typeface="Calibri"/>
              <a:ea typeface="Calibri"/>
              <a:cs typeface="Calibri"/>
              <a:sym typeface="Calibri"/>
            </a:endParaRPr>
          </a:p>
        </p:txBody>
      </p:sp>
      <p:sp>
        <p:nvSpPr>
          <p:cNvPr id="443" name="Google Shape;443;p26"/>
          <p:cNvSpPr txBox="1"/>
          <p:nvPr/>
        </p:nvSpPr>
        <p:spPr>
          <a:xfrm>
            <a:off x="790950" y="4331177"/>
            <a:ext cx="7671000" cy="295500"/>
          </a:xfrm>
          <a:prstGeom prst="rect">
            <a:avLst/>
          </a:prstGeom>
          <a:noFill/>
          <a:ln>
            <a:noFill/>
          </a:ln>
        </p:spPr>
        <p:txBody>
          <a:bodyPr anchorCtr="0" anchor="ctr" bIns="0" lIns="0" spcFirstLastPara="1" rIns="0" wrap="square" tIns="0">
            <a:noAutofit/>
          </a:bodyPr>
          <a:lstStyle/>
          <a:p>
            <a:pPr indent="-279400" lvl="0" marL="342900" marR="0" rtl="0" algn="l">
              <a:lnSpc>
                <a:spcPct val="100000"/>
              </a:lnSpc>
              <a:spcBef>
                <a:spcPts val="1000"/>
              </a:spcBef>
              <a:spcAft>
                <a:spcPts val="0"/>
              </a:spcAft>
              <a:buClr>
                <a:srgbClr val="7E99FE"/>
              </a:buClr>
              <a:buSzPts val="800"/>
              <a:buFont typeface="Montserrat"/>
              <a:buChar char="➔"/>
            </a:pPr>
            <a:r>
              <a:rPr b="0" i="0" lang="en-US" sz="800" u="none" cap="none" strike="noStrike">
                <a:solidFill>
                  <a:srgbClr val="FFFFFF"/>
                </a:solidFill>
                <a:latin typeface="Montserrat"/>
                <a:ea typeface="Montserrat"/>
                <a:cs typeface="Montserrat"/>
                <a:sym typeface="Montserrat"/>
              </a:rPr>
              <a:t>xxxxx</a:t>
            </a:r>
            <a:endParaRPr b="0" i="0" sz="800" u="none" cap="none" strike="noStrike">
              <a:solidFill>
                <a:srgbClr val="FFFFFF"/>
              </a:solidFill>
              <a:latin typeface="Montserrat"/>
              <a:ea typeface="Montserrat"/>
              <a:cs typeface="Montserrat"/>
              <a:sym typeface="Montserrat"/>
            </a:endParaRPr>
          </a:p>
          <a:p>
            <a:pPr indent="-279400" lvl="0" marL="342900" marR="0" rtl="0" algn="l">
              <a:lnSpc>
                <a:spcPct val="100000"/>
              </a:lnSpc>
              <a:spcBef>
                <a:spcPts val="1000"/>
              </a:spcBef>
              <a:spcAft>
                <a:spcPts val="0"/>
              </a:spcAft>
              <a:buClr>
                <a:srgbClr val="7E99FE"/>
              </a:buClr>
              <a:buSzPts val="800"/>
              <a:buFont typeface="Montserrat"/>
              <a:buChar char="➔"/>
            </a:pPr>
            <a:r>
              <a:rPr b="0" i="0" lang="en-US" sz="800" u="none" cap="none" strike="noStrike">
                <a:solidFill>
                  <a:srgbClr val="FFFFFF"/>
                </a:solidFill>
                <a:latin typeface="Montserrat"/>
                <a:ea typeface="Montserrat"/>
                <a:cs typeface="Montserrat"/>
                <a:sym typeface="Montserrat"/>
              </a:rPr>
              <a:t>xxxxx</a:t>
            </a:r>
            <a:endParaRPr b="0" i="0" sz="800" u="none" cap="none" strike="noStrike">
              <a:solidFill>
                <a:srgbClr val="FFFFFF"/>
              </a:solidFill>
              <a:latin typeface="Montserrat"/>
              <a:ea typeface="Montserrat"/>
              <a:cs typeface="Montserrat"/>
              <a:sym typeface="Montserrat"/>
            </a:endParaRPr>
          </a:p>
        </p:txBody>
      </p:sp>
      <p:pic>
        <p:nvPicPr>
          <p:cNvPr descr="/home/claude/build/img/photo_f1.jpg" id="444" name="Google Shape;444;p26"/>
          <p:cNvPicPr preferRelativeResize="0"/>
          <p:nvPr/>
        </p:nvPicPr>
        <p:blipFill rotWithShape="1">
          <a:blip r:embed="rId3">
            <a:alphaModFix/>
          </a:blip>
          <a:srcRect b="0" l="0" r="18006" t="18093"/>
          <a:stretch/>
        </p:blipFill>
        <p:spPr>
          <a:xfrm>
            <a:off x="6710100" y="1875250"/>
            <a:ext cx="1862400" cy="2038200"/>
          </a:xfrm>
          <a:prstGeom prst="roundRect">
            <a:avLst>
              <a:gd fmla="val 6720" name="adj"/>
            </a:avLst>
          </a:prstGeom>
          <a:noFill/>
          <a:ln>
            <a:noFill/>
          </a:ln>
        </p:spPr>
      </p:pic>
      <p:sp>
        <p:nvSpPr>
          <p:cNvPr id="445" name="Google Shape;445;p26"/>
          <p:cNvSpPr txBox="1"/>
          <p:nvPr/>
        </p:nvSpPr>
        <p:spPr>
          <a:xfrm>
            <a:off x="4522525" y="2231216"/>
            <a:ext cx="2003400" cy="1625100"/>
          </a:xfrm>
          <a:prstGeom prst="rect">
            <a:avLst/>
          </a:prstGeom>
          <a:noFill/>
          <a:ln>
            <a:noFill/>
          </a:ln>
        </p:spPr>
        <p:txBody>
          <a:bodyPr anchorCtr="0" anchor="t" bIns="0" lIns="0" spcFirstLastPara="1" rIns="0" wrap="square" tIns="0">
            <a:noAutofit/>
          </a:bodyPr>
          <a:lstStyle/>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450" name="Shape 450"/>
        <p:cNvGrpSpPr/>
        <p:nvPr/>
      </p:nvGrpSpPr>
      <p:grpSpPr>
        <a:xfrm>
          <a:off x="0" y="0"/>
          <a:ext cx="0" cy="0"/>
          <a:chOff x="0" y="0"/>
          <a:chExt cx="0" cy="0"/>
        </a:xfrm>
      </p:grpSpPr>
      <p:sp>
        <p:nvSpPr>
          <p:cNvPr id="451" name="Google Shape;451;p27"/>
          <p:cNvSpPr txBox="1"/>
          <p:nvPr/>
        </p:nvSpPr>
        <p:spPr>
          <a:xfrm>
            <a:off x="571500" y="890626"/>
            <a:ext cx="8001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ETAPA X</a:t>
            </a:r>
            <a:endParaRPr b="0" i="0" sz="1100" u="none" cap="none" strike="noStrike">
              <a:solidFill>
                <a:schemeClr val="dk1"/>
              </a:solidFill>
              <a:latin typeface="Calibri"/>
              <a:ea typeface="Calibri"/>
              <a:cs typeface="Calibri"/>
              <a:sym typeface="Calibri"/>
            </a:endParaRPr>
          </a:p>
        </p:txBody>
      </p:sp>
      <p:sp>
        <p:nvSpPr>
          <p:cNvPr id="452" name="Google Shape;452;p27"/>
          <p:cNvSpPr txBox="1"/>
          <p:nvPr/>
        </p:nvSpPr>
        <p:spPr>
          <a:xfrm>
            <a:off x="571500" y="1159753"/>
            <a:ext cx="8001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Nombre del</a:t>
            </a:r>
            <a:r>
              <a:rPr b="1" i="1" lang="en-US" sz="2100" u="none" cap="none" strike="noStrike">
                <a:solidFill>
                  <a:srgbClr val="2B5BFC"/>
                </a:solidFill>
                <a:latin typeface="Montserrat Black"/>
                <a:ea typeface="Montserrat Black"/>
                <a:cs typeface="Montserrat Black"/>
                <a:sym typeface="Montserrat Black"/>
              </a:rPr>
              <a:t> etapa</a:t>
            </a:r>
            <a:endParaRPr b="0" i="0" sz="2100" u="none" cap="none" strike="noStrike">
              <a:solidFill>
                <a:schemeClr val="dk1"/>
              </a:solidFill>
              <a:latin typeface="Calibri"/>
              <a:ea typeface="Calibri"/>
              <a:cs typeface="Calibri"/>
              <a:sym typeface="Calibri"/>
            </a:endParaRPr>
          </a:p>
        </p:txBody>
      </p:sp>
      <p:sp>
        <p:nvSpPr>
          <p:cNvPr id="453" name="Google Shape;453;p27"/>
          <p:cNvSpPr txBox="1"/>
          <p:nvPr/>
        </p:nvSpPr>
        <p:spPr>
          <a:xfrm>
            <a:off x="571500" y="1518344"/>
            <a:ext cx="8001000" cy="2742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75757"/>
              </a:buClr>
              <a:buSzPts val="1100"/>
              <a:buFont typeface="Montserrat"/>
              <a:buNone/>
            </a:pPr>
            <a:r>
              <a:rPr b="0" i="0" lang="en-US" sz="1100" u="none" cap="none" strike="noStrike">
                <a:solidFill>
                  <a:srgbClr val="000033"/>
                </a:solidFill>
                <a:latin typeface="Montserrat"/>
                <a:ea typeface="Montserrat"/>
                <a:cs typeface="Montserrat"/>
                <a:sym typeface="Montserrat"/>
              </a:rPr>
              <a:t>Una línea que resume el objetivo de esta etapa.</a:t>
            </a:r>
            <a:endParaRPr b="0" i="0" sz="1100" u="none" cap="none" strike="noStrike">
              <a:solidFill>
                <a:schemeClr val="dk1"/>
              </a:solidFill>
              <a:latin typeface="Calibri"/>
              <a:ea typeface="Calibri"/>
              <a:cs typeface="Calibri"/>
              <a:sym typeface="Calibri"/>
            </a:endParaRPr>
          </a:p>
        </p:txBody>
      </p:sp>
      <p:sp>
        <p:nvSpPr>
          <p:cNvPr id="454" name="Google Shape;454;p27"/>
          <p:cNvSpPr/>
          <p:nvPr/>
        </p:nvSpPr>
        <p:spPr>
          <a:xfrm>
            <a:off x="571500" y="1875250"/>
            <a:ext cx="3711300" cy="2038200"/>
          </a:xfrm>
          <a:prstGeom prst="roundRect">
            <a:avLst>
              <a:gd fmla="val 4040"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a:p>
        </p:txBody>
      </p:sp>
      <p:sp>
        <p:nvSpPr>
          <p:cNvPr id="455" name="Google Shape;455;p27"/>
          <p:cNvSpPr txBox="1"/>
          <p:nvPr/>
        </p:nvSpPr>
        <p:spPr>
          <a:xfrm>
            <a:off x="681800" y="2007575"/>
            <a:ext cx="3474900" cy="15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850" u="none" cap="none" strike="noStrike">
                <a:solidFill>
                  <a:srgbClr val="2B5BFC"/>
                </a:solidFill>
                <a:latin typeface="Montserrat SemiBold"/>
                <a:ea typeface="Montserrat SemiBold"/>
                <a:cs typeface="Montserrat SemiBold"/>
                <a:sym typeface="Montserrat SemiBold"/>
              </a:rPr>
              <a:t>ACTIVIDADES CLAVE</a:t>
            </a:r>
            <a:endParaRPr b="0" i="0" sz="850" u="none" cap="none" strike="noStrike">
              <a:solidFill>
                <a:srgbClr val="000000"/>
              </a:solidFill>
              <a:latin typeface="Calibri"/>
              <a:ea typeface="Calibri"/>
              <a:cs typeface="Calibri"/>
              <a:sym typeface="Calibri"/>
            </a:endParaRPr>
          </a:p>
        </p:txBody>
      </p:sp>
      <p:sp>
        <p:nvSpPr>
          <p:cNvPr id="456" name="Google Shape;456;p27"/>
          <p:cNvSpPr txBox="1"/>
          <p:nvPr/>
        </p:nvSpPr>
        <p:spPr>
          <a:xfrm>
            <a:off x="681850" y="2231216"/>
            <a:ext cx="3474900" cy="1625100"/>
          </a:xfrm>
          <a:prstGeom prst="rect">
            <a:avLst/>
          </a:prstGeom>
          <a:noFill/>
          <a:ln>
            <a:noFill/>
          </a:ln>
        </p:spPr>
        <p:txBody>
          <a:bodyPr anchorCtr="0" anchor="t" bIns="0" lIns="0" spcFirstLastPara="1" rIns="0" wrap="square" tIns="0">
            <a:noAutofit/>
          </a:bodyPr>
          <a:lstStyle/>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p:txBody>
      </p:sp>
      <p:sp>
        <p:nvSpPr>
          <p:cNvPr id="457" name="Google Shape;457;p27"/>
          <p:cNvSpPr/>
          <p:nvPr/>
        </p:nvSpPr>
        <p:spPr>
          <a:xfrm>
            <a:off x="4405447" y="1875563"/>
            <a:ext cx="2214300" cy="2038200"/>
          </a:xfrm>
          <a:prstGeom prst="roundRect">
            <a:avLst>
              <a:gd fmla="val 4040"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a:p>
        </p:txBody>
      </p:sp>
      <p:sp>
        <p:nvSpPr>
          <p:cNvPr id="458" name="Google Shape;458;p27"/>
          <p:cNvSpPr txBox="1"/>
          <p:nvPr/>
        </p:nvSpPr>
        <p:spPr>
          <a:xfrm>
            <a:off x="4527725" y="2018175"/>
            <a:ext cx="2214300" cy="14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850" u="none" cap="none" strike="noStrike">
                <a:solidFill>
                  <a:srgbClr val="2B5BFC"/>
                </a:solidFill>
                <a:latin typeface="Montserrat SemiBold"/>
                <a:ea typeface="Montserrat SemiBold"/>
                <a:cs typeface="Montserrat SemiBold"/>
                <a:sym typeface="Montserrat SemiBold"/>
              </a:rPr>
              <a:t>REQUERIMIENTOS AL CLIENTE</a:t>
            </a:r>
            <a:endParaRPr b="0" i="0" sz="850" u="none" cap="none" strike="noStrike">
              <a:solidFill>
                <a:srgbClr val="000000"/>
              </a:solidFill>
              <a:latin typeface="Calibri"/>
              <a:ea typeface="Calibri"/>
              <a:cs typeface="Calibri"/>
              <a:sym typeface="Calibri"/>
            </a:endParaRPr>
          </a:p>
        </p:txBody>
      </p:sp>
      <p:sp>
        <p:nvSpPr>
          <p:cNvPr id="459" name="Google Shape;459;p27"/>
          <p:cNvSpPr/>
          <p:nvPr/>
        </p:nvSpPr>
        <p:spPr>
          <a:xfrm>
            <a:off x="557150" y="3996800"/>
            <a:ext cx="8001000" cy="786000"/>
          </a:xfrm>
          <a:prstGeom prst="roundRect">
            <a:avLst>
              <a:gd fmla="val 12500" name="adj"/>
            </a:avLst>
          </a:prstGeom>
          <a:solidFill>
            <a:srgbClr val="000033"/>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27"/>
          <p:cNvSpPr txBox="1"/>
          <p:nvPr/>
        </p:nvSpPr>
        <p:spPr>
          <a:xfrm>
            <a:off x="790956" y="4081801"/>
            <a:ext cx="1280100" cy="169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E99FE"/>
              </a:buClr>
              <a:buSzPts val="800"/>
              <a:buFont typeface="Montserrat SemiBold"/>
              <a:buNone/>
            </a:pPr>
            <a:r>
              <a:rPr b="1" i="0" lang="en-US" sz="800" u="none" cap="none" strike="noStrike">
                <a:solidFill>
                  <a:srgbClr val="7E99FE"/>
                </a:solidFill>
                <a:latin typeface="Montserrat SemiBold"/>
                <a:ea typeface="Montserrat SemiBold"/>
                <a:cs typeface="Montserrat SemiBold"/>
                <a:sym typeface="Montserrat SemiBold"/>
              </a:rPr>
              <a:t>ENTREGABLES</a:t>
            </a:r>
            <a:endParaRPr b="0" i="0" sz="800" u="none" cap="none" strike="noStrike">
              <a:solidFill>
                <a:srgbClr val="000000"/>
              </a:solidFill>
              <a:latin typeface="Calibri"/>
              <a:ea typeface="Calibri"/>
              <a:cs typeface="Calibri"/>
              <a:sym typeface="Calibri"/>
            </a:endParaRPr>
          </a:p>
        </p:txBody>
      </p:sp>
      <p:sp>
        <p:nvSpPr>
          <p:cNvPr id="461" name="Google Shape;461;p27"/>
          <p:cNvSpPr txBox="1"/>
          <p:nvPr/>
        </p:nvSpPr>
        <p:spPr>
          <a:xfrm>
            <a:off x="790950" y="4331177"/>
            <a:ext cx="7671000" cy="295500"/>
          </a:xfrm>
          <a:prstGeom prst="rect">
            <a:avLst/>
          </a:prstGeom>
          <a:noFill/>
          <a:ln>
            <a:noFill/>
          </a:ln>
        </p:spPr>
        <p:txBody>
          <a:bodyPr anchorCtr="0" anchor="ctr" bIns="0" lIns="0" spcFirstLastPara="1" rIns="0" wrap="square" tIns="0">
            <a:noAutofit/>
          </a:bodyPr>
          <a:lstStyle/>
          <a:p>
            <a:pPr indent="-279400" lvl="0" marL="342900" marR="0" rtl="0" algn="l">
              <a:lnSpc>
                <a:spcPct val="100000"/>
              </a:lnSpc>
              <a:spcBef>
                <a:spcPts val="1000"/>
              </a:spcBef>
              <a:spcAft>
                <a:spcPts val="0"/>
              </a:spcAft>
              <a:buClr>
                <a:srgbClr val="7E99FE"/>
              </a:buClr>
              <a:buSzPts val="800"/>
              <a:buFont typeface="Montserrat"/>
              <a:buChar char="➔"/>
            </a:pPr>
            <a:r>
              <a:rPr b="0" i="0" lang="en-US" sz="800" u="none" cap="none" strike="noStrike">
                <a:solidFill>
                  <a:srgbClr val="FFFFFF"/>
                </a:solidFill>
                <a:latin typeface="Montserrat"/>
                <a:ea typeface="Montserrat"/>
                <a:cs typeface="Montserrat"/>
                <a:sym typeface="Montserrat"/>
              </a:rPr>
              <a:t>xxxxx</a:t>
            </a:r>
            <a:endParaRPr b="0" i="0" sz="800" u="none" cap="none" strike="noStrike">
              <a:solidFill>
                <a:srgbClr val="FFFFFF"/>
              </a:solidFill>
              <a:latin typeface="Montserrat"/>
              <a:ea typeface="Montserrat"/>
              <a:cs typeface="Montserrat"/>
              <a:sym typeface="Montserrat"/>
            </a:endParaRPr>
          </a:p>
          <a:p>
            <a:pPr indent="-279400" lvl="0" marL="342900" marR="0" rtl="0" algn="l">
              <a:lnSpc>
                <a:spcPct val="100000"/>
              </a:lnSpc>
              <a:spcBef>
                <a:spcPts val="1000"/>
              </a:spcBef>
              <a:spcAft>
                <a:spcPts val="0"/>
              </a:spcAft>
              <a:buClr>
                <a:srgbClr val="7E99FE"/>
              </a:buClr>
              <a:buSzPts val="800"/>
              <a:buFont typeface="Montserrat"/>
              <a:buChar char="➔"/>
            </a:pPr>
            <a:r>
              <a:rPr b="0" i="0" lang="en-US" sz="800" u="none" cap="none" strike="noStrike">
                <a:solidFill>
                  <a:srgbClr val="FFFFFF"/>
                </a:solidFill>
                <a:latin typeface="Montserrat"/>
                <a:ea typeface="Montserrat"/>
                <a:cs typeface="Montserrat"/>
                <a:sym typeface="Montserrat"/>
              </a:rPr>
              <a:t>xxxxx</a:t>
            </a:r>
            <a:endParaRPr b="0" i="0" sz="800" u="none" cap="none" strike="noStrike">
              <a:solidFill>
                <a:srgbClr val="FFFFFF"/>
              </a:solidFill>
              <a:latin typeface="Montserrat"/>
              <a:ea typeface="Montserrat"/>
              <a:cs typeface="Montserrat"/>
              <a:sym typeface="Montserrat"/>
            </a:endParaRPr>
          </a:p>
        </p:txBody>
      </p:sp>
      <p:pic>
        <p:nvPicPr>
          <p:cNvPr descr="/home/claude/build/img/photo_f1.jpg" id="462" name="Google Shape;462;p27"/>
          <p:cNvPicPr preferRelativeResize="0"/>
          <p:nvPr/>
        </p:nvPicPr>
        <p:blipFill rotWithShape="1">
          <a:blip r:embed="rId3">
            <a:alphaModFix/>
          </a:blip>
          <a:srcRect b="0" l="0" r="18006" t="18093"/>
          <a:stretch/>
        </p:blipFill>
        <p:spPr>
          <a:xfrm>
            <a:off x="6710100" y="1875250"/>
            <a:ext cx="1862400" cy="2038200"/>
          </a:xfrm>
          <a:prstGeom prst="roundRect">
            <a:avLst>
              <a:gd fmla="val 6720" name="adj"/>
            </a:avLst>
          </a:prstGeom>
          <a:noFill/>
          <a:ln>
            <a:noFill/>
          </a:ln>
        </p:spPr>
      </p:pic>
      <p:sp>
        <p:nvSpPr>
          <p:cNvPr id="463" name="Google Shape;463;p27"/>
          <p:cNvSpPr txBox="1"/>
          <p:nvPr/>
        </p:nvSpPr>
        <p:spPr>
          <a:xfrm>
            <a:off x="4522525" y="2231216"/>
            <a:ext cx="2003400" cy="1625100"/>
          </a:xfrm>
          <a:prstGeom prst="rect">
            <a:avLst/>
          </a:prstGeom>
          <a:noFill/>
          <a:ln>
            <a:noFill/>
          </a:ln>
        </p:spPr>
        <p:txBody>
          <a:bodyPr anchorCtr="0" anchor="t" bIns="0" lIns="0" spcFirstLastPara="1" rIns="0" wrap="square" tIns="0">
            <a:noAutofit/>
          </a:bodyPr>
          <a:lstStyle/>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8" name="Shape 468"/>
        <p:cNvGrpSpPr/>
        <p:nvPr/>
      </p:nvGrpSpPr>
      <p:grpSpPr>
        <a:xfrm>
          <a:off x="0" y="0"/>
          <a:ext cx="0" cy="0"/>
          <a:chOff x="0" y="0"/>
          <a:chExt cx="0" cy="0"/>
        </a:xfrm>
      </p:grpSpPr>
      <p:pic>
        <p:nvPicPr>
          <p:cNvPr descr="bg-dark-glow.png" id="469" name="Google Shape;469;p28"/>
          <p:cNvPicPr preferRelativeResize="0"/>
          <p:nvPr/>
        </p:nvPicPr>
        <p:blipFill rotWithShape="1">
          <a:blip r:embed="rId3">
            <a:alphaModFix/>
          </a:blip>
          <a:srcRect b="13585" l="0" r="13585" t="0"/>
          <a:stretch/>
        </p:blipFill>
        <p:spPr>
          <a:xfrm>
            <a:off x="0" y="0"/>
            <a:ext cx="9144005" cy="5143500"/>
          </a:xfrm>
          <a:prstGeom prst="rect">
            <a:avLst/>
          </a:prstGeom>
          <a:noFill/>
          <a:ln>
            <a:noFill/>
          </a:ln>
        </p:spPr>
      </p:pic>
      <p:pic>
        <p:nvPicPr>
          <p:cNvPr descr="neo-logo-25-white.png" id="470" name="Google Shape;470;p28"/>
          <p:cNvPicPr preferRelativeResize="0"/>
          <p:nvPr/>
        </p:nvPicPr>
        <p:blipFill rotWithShape="1">
          <a:blip r:embed="rId4">
            <a:alphaModFix/>
          </a:blip>
          <a:srcRect b="0" l="0" r="0" t="0"/>
          <a:stretch/>
        </p:blipFill>
        <p:spPr>
          <a:xfrm>
            <a:off x="571500" y="398780"/>
            <a:ext cx="1228090" cy="245110"/>
          </a:xfrm>
          <a:prstGeom prst="rect">
            <a:avLst/>
          </a:prstGeom>
          <a:noFill/>
          <a:ln>
            <a:noFill/>
          </a:ln>
        </p:spPr>
      </p:pic>
      <p:sp>
        <p:nvSpPr>
          <p:cNvPr id="471" name="Google Shape;471;p28"/>
          <p:cNvSpPr txBox="1"/>
          <p:nvPr/>
        </p:nvSpPr>
        <p:spPr>
          <a:xfrm>
            <a:off x="571500" y="4577080"/>
            <a:ext cx="2032000" cy="1854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a:ea typeface="Montserrat"/>
                <a:cs typeface="Montserrat"/>
                <a:sym typeface="Montserrat"/>
              </a:rPr>
              <a:t>neoconsulting.ai</a:t>
            </a:r>
            <a:endParaRPr b="0" i="0" sz="1400" u="none" cap="none" strike="noStrike">
              <a:solidFill>
                <a:srgbClr val="000000"/>
              </a:solidFill>
              <a:latin typeface="Arial"/>
              <a:ea typeface="Arial"/>
              <a:cs typeface="Arial"/>
              <a:sym typeface="Arial"/>
            </a:endParaRPr>
          </a:p>
        </p:txBody>
      </p:sp>
      <p:sp>
        <p:nvSpPr>
          <p:cNvPr id="472" name="Google Shape;472;p28"/>
          <p:cNvSpPr txBox="1"/>
          <p:nvPr/>
        </p:nvSpPr>
        <p:spPr>
          <a:xfrm>
            <a:off x="571500" y="2430788"/>
            <a:ext cx="8001000" cy="6426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4500"/>
              <a:buFont typeface="Arial"/>
              <a:buNone/>
            </a:pPr>
            <a:r>
              <a:rPr b="0" i="0" lang="en-US" sz="4500" u="none" cap="none" strike="noStrike">
                <a:solidFill>
                  <a:srgbClr val="FFFFFF"/>
                </a:solidFill>
                <a:latin typeface="Montserrat ExtraBold"/>
                <a:ea typeface="Montserrat ExtraBold"/>
                <a:cs typeface="Montserrat ExtraBold"/>
                <a:sym typeface="Montserrat ExtraBold"/>
              </a:rPr>
              <a:t>Temario tentativo</a:t>
            </a:r>
            <a:endParaRPr b="0" i="0" sz="1400" u="none" cap="none" strike="noStrike">
              <a:solidFill>
                <a:srgbClr val="000000"/>
              </a:solidFill>
              <a:latin typeface="Arial"/>
              <a:ea typeface="Arial"/>
              <a:cs typeface="Arial"/>
              <a:sym typeface="Arial"/>
            </a:endParaRPr>
          </a:p>
        </p:txBody>
      </p:sp>
      <p:sp>
        <p:nvSpPr>
          <p:cNvPr id="473" name="Google Shape;473;p28"/>
          <p:cNvSpPr txBox="1"/>
          <p:nvPr/>
        </p:nvSpPr>
        <p:spPr>
          <a:xfrm>
            <a:off x="571500" y="2070108"/>
            <a:ext cx="8001000" cy="20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SemiBold"/>
                <a:ea typeface="Montserrat SemiBold"/>
                <a:cs typeface="Montserrat SemiBold"/>
                <a:sym typeface="Montserrat SemiBold"/>
              </a:rPr>
              <a:t>SECCIÓN 07</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478" name="Shape 478"/>
        <p:cNvGrpSpPr/>
        <p:nvPr/>
      </p:nvGrpSpPr>
      <p:grpSpPr>
        <a:xfrm>
          <a:off x="0" y="0"/>
          <a:ext cx="0" cy="0"/>
          <a:chOff x="0" y="0"/>
          <a:chExt cx="0" cy="0"/>
        </a:xfrm>
      </p:grpSpPr>
      <p:sp>
        <p:nvSpPr>
          <p:cNvPr id="479" name="Google Shape;479;p29"/>
          <p:cNvSpPr/>
          <p:nvPr/>
        </p:nvSpPr>
        <p:spPr>
          <a:xfrm>
            <a:off x="590550" y="814388"/>
            <a:ext cx="6048300" cy="261900"/>
          </a:xfrm>
          <a:prstGeom prst="rect">
            <a:avLst/>
          </a:prstGeom>
          <a:noFill/>
          <a:ln>
            <a:noFill/>
          </a:ln>
        </p:spPr>
        <p:txBody>
          <a:bodyPr anchorCtr="0" anchor="t" bIns="0" lIns="0" spcFirstLastPara="1" rIns="0" wrap="square" tIns="0">
            <a:noAutofit/>
          </a:bodyPr>
          <a:lstStyle/>
          <a:p>
            <a:pPr indent="0" lvl="0" marL="0" marR="0" rtl="0" algn="l">
              <a:lnSpc>
                <a:spcPct val="88181"/>
              </a:lnSpc>
              <a:spcBef>
                <a:spcPts val="0"/>
              </a:spcBef>
              <a:spcAft>
                <a:spcPts val="0"/>
              </a:spcAft>
              <a:buClr>
                <a:srgbClr val="0D1B3E"/>
              </a:buClr>
              <a:buSzPts val="1700"/>
              <a:buFont typeface="Montserrat ExtraBold"/>
              <a:buNone/>
            </a:pPr>
            <a:r>
              <a:rPr b="1" lang="en-US" sz="1700">
                <a:solidFill>
                  <a:srgbClr val="000033"/>
                </a:solidFill>
                <a:latin typeface="Montserrat ExtraBold"/>
                <a:ea typeface="Montserrat ExtraBold"/>
                <a:cs typeface="Montserrat ExtraBold"/>
                <a:sym typeface="Montserrat ExtraBold"/>
              </a:rPr>
              <a:t>Capacitación </a:t>
            </a:r>
            <a:r>
              <a:rPr b="1" lang="en-US" sz="1700">
                <a:solidFill>
                  <a:srgbClr val="2B5BFC"/>
                </a:solidFill>
                <a:latin typeface="Montserrat ExtraBold"/>
                <a:ea typeface="Montserrat ExtraBold"/>
                <a:cs typeface="Montserrat ExtraBold"/>
                <a:sym typeface="Montserrat ExtraBold"/>
              </a:rPr>
              <a:t>*nombre de la capacitación*</a:t>
            </a:r>
            <a:endParaRPr b="0" i="0" sz="1700" u="none" cap="none" strike="noStrike">
              <a:solidFill>
                <a:srgbClr val="2B5BFC"/>
              </a:solidFill>
              <a:latin typeface="Calibri"/>
              <a:ea typeface="Calibri"/>
              <a:cs typeface="Calibri"/>
              <a:sym typeface="Calibri"/>
            </a:endParaRPr>
          </a:p>
        </p:txBody>
      </p:sp>
      <p:sp>
        <p:nvSpPr>
          <p:cNvPr id="480" name="Google Shape;480;p29"/>
          <p:cNvSpPr/>
          <p:nvPr/>
        </p:nvSpPr>
        <p:spPr>
          <a:xfrm>
            <a:off x="590550" y="1162878"/>
            <a:ext cx="3909300" cy="3574200"/>
          </a:xfrm>
          <a:prstGeom prst="roundRect">
            <a:avLst>
              <a:gd fmla="val 2830" name="adj"/>
            </a:avLst>
          </a:prstGeom>
          <a:solidFill>
            <a:schemeClr val="lt1"/>
          </a:solidFill>
          <a:ln>
            <a:noFill/>
          </a:ln>
          <a:effectLst>
            <a:outerShdw blurRad="57150" rotWithShape="0" algn="bl" dir="5400000" dist="19050">
              <a:srgbClr val="000000">
                <a:alpha val="28000"/>
              </a:srgbClr>
            </a:outerShdw>
          </a:effectLst>
        </p:spPr>
        <p:txBody>
          <a:bodyPr anchorCtr="0" anchor="ctr" bIns="42050" lIns="42050" spcFirstLastPara="1" rIns="42050" wrap="square" tIns="42050">
            <a:noAutofit/>
          </a:bodyPr>
          <a:lstStyle/>
          <a:p>
            <a:pPr indent="0" lvl="0" marL="0" rtl="0" algn="l">
              <a:spcBef>
                <a:spcPts val="0"/>
              </a:spcBef>
              <a:spcAft>
                <a:spcPts val="0"/>
              </a:spcAft>
              <a:buClr>
                <a:srgbClr val="000000"/>
              </a:buClr>
              <a:buSzPts val="644"/>
              <a:buFont typeface="Arial"/>
              <a:buNone/>
            </a:pPr>
            <a:r>
              <a:t/>
            </a:r>
            <a:endParaRPr>
              <a:solidFill>
                <a:srgbClr val="000033"/>
              </a:solidFill>
              <a:latin typeface="Montserrat"/>
              <a:ea typeface="Montserrat"/>
              <a:cs typeface="Montserrat"/>
              <a:sym typeface="Montserrat"/>
            </a:endParaRPr>
          </a:p>
        </p:txBody>
      </p:sp>
      <p:sp>
        <p:nvSpPr>
          <p:cNvPr id="481" name="Google Shape;481;p29"/>
          <p:cNvSpPr/>
          <p:nvPr/>
        </p:nvSpPr>
        <p:spPr>
          <a:xfrm>
            <a:off x="3791616" y="1336906"/>
            <a:ext cx="570000" cy="110100"/>
          </a:xfrm>
          <a:prstGeom prst="rect">
            <a:avLst/>
          </a:prstGeom>
          <a:noFill/>
          <a:ln>
            <a:noFill/>
          </a:ln>
        </p:spPr>
        <p:txBody>
          <a:bodyPr anchorCtr="0" anchor="t" bIns="11675" lIns="11675" spcFirstLastPara="1" rIns="11675" wrap="square" tIns="11675">
            <a:noAutofit/>
          </a:bodyPr>
          <a:lstStyle/>
          <a:p>
            <a:pPr indent="0" lvl="0" marL="0" marR="0" rtl="0" algn="r">
              <a:lnSpc>
                <a:spcPct val="100000"/>
              </a:lnSpc>
              <a:spcBef>
                <a:spcPts val="0"/>
              </a:spcBef>
              <a:spcAft>
                <a:spcPts val="0"/>
              </a:spcAft>
              <a:buClr>
                <a:srgbClr val="4A4A6A"/>
              </a:buClr>
              <a:buSzPts val="414"/>
              <a:buFont typeface="Montserrat"/>
              <a:buNone/>
            </a:pPr>
            <a:r>
              <a:rPr b="1" lang="en-US" sz="920">
                <a:solidFill>
                  <a:srgbClr val="2D5BFF"/>
                </a:solidFill>
                <a:latin typeface="Montserrat"/>
                <a:ea typeface="Montserrat"/>
                <a:cs typeface="Montserrat"/>
                <a:sym typeface="Montserrat"/>
              </a:rPr>
              <a:t>#</a:t>
            </a:r>
            <a:r>
              <a:rPr b="1" i="0" lang="en-US" sz="920" u="none" cap="none" strike="noStrike">
                <a:solidFill>
                  <a:srgbClr val="2D5BFF"/>
                </a:solidFill>
                <a:latin typeface="Montserrat"/>
                <a:ea typeface="Montserrat"/>
                <a:cs typeface="Montserrat"/>
                <a:sym typeface="Montserrat"/>
              </a:rPr>
              <a:t>H</a:t>
            </a:r>
            <a:endParaRPr b="0" i="0" sz="920" u="none" cap="none" strike="noStrike">
              <a:solidFill>
                <a:srgbClr val="2D5BFF"/>
              </a:solidFill>
              <a:latin typeface="Calibri"/>
              <a:ea typeface="Calibri"/>
              <a:cs typeface="Calibri"/>
              <a:sym typeface="Calibri"/>
            </a:endParaRPr>
          </a:p>
        </p:txBody>
      </p:sp>
      <p:sp>
        <p:nvSpPr>
          <p:cNvPr id="482" name="Google Shape;482;p29"/>
          <p:cNvSpPr/>
          <p:nvPr/>
        </p:nvSpPr>
        <p:spPr>
          <a:xfrm>
            <a:off x="784176" y="1563506"/>
            <a:ext cx="3874500" cy="221700"/>
          </a:xfrm>
          <a:prstGeom prst="rect">
            <a:avLst/>
          </a:prstGeom>
          <a:noFill/>
          <a:ln>
            <a:noFill/>
          </a:ln>
        </p:spPr>
        <p:txBody>
          <a:bodyPr anchorCtr="0" anchor="t" bIns="11675" lIns="11675" spcFirstLastPara="1" rIns="11675" wrap="square" tIns="11675">
            <a:noAutofit/>
          </a:bodyPr>
          <a:lstStyle/>
          <a:p>
            <a:pPr indent="0" lvl="0" marL="0" marR="0" rtl="0" algn="l">
              <a:lnSpc>
                <a:spcPct val="97714"/>
              </a:lnSpc>
              <a:spcBef>
                <a:spcPts val="0"/>
              </a:spcBef>
              <a:spcAft>
                <a:spcPts val="0"/>
              </a:spcAft>
              <a:buClr>
                <a:srgbClr val="000033"/>
              </a:buClr>
              <a:buSzPts val="1035"/>
              <a:buFont typeface="Georgia"/>
              <a:buNone/>
            </a:pPr>
            <a:r>
              <a:rPr b="1" lang="en-US" sz="1380">
                <a:solidFill>
                  <a:srgbClr val="000033"/>
                </a:solidFill>
                <a:latin typeface="Montserrat"/>
                <a:ea typeface="Montserrat"/>
                <a:cs typeface="Montserrat"/>
                <a:sym typeface="Montserrat"/>
              </a:rPr>
              <a:t>Nombre de la Sesión</a:t>
            </a:r>
            <a:endParaRPr i="0" sz="1380" u="none" cap="none" strike="noStrike">
              <a:solidFill>
                <a:srgbClr val="000033"/>
              </a:solidFill>
              <a:latin typeface="Montserrat"/>
              <a:ea typeface="Montserrat"/>
              <a:cs typeface="Montserrat"/>
              <a:sym typeface="Montserrat"/>
            </a:endParaRPr>
          </a:p>
        </p:txBody>
      </p:sp>
      <p:sp>
        <p:nvSpPr>
          <p:cNvPr id="483" name="Google Shape;483;p29"/>
          <p:cNvSpPr/>
          <p:nvPr/>
        </p:nvSpPr>
        <p:spPr>
          <a:xfrm>
            <a:off x="836993" y="1866787"/>
            <a:ext cx="3522300" cy="5700"/>
          </a:xfrm>
          <a:prstGeom prst="rect">
            <a:avLst/>
          </a:prstGeom>
          <a:solidFill>
            <a:srgbClr val="D0D0E0"/>
          </a:solidFill>
          <a:ln>
            <a:noFill/>
          </a:ln>
        </p:spPr>
        <p:txBody>
          <a:bodyPr anchorCtr="0" anchor="ctr" bIns="42050" lIns="42050" spcFirstLastPara="1" rIns="42050" wrap="square" tIns="42050">
            <a:noAutofit/>
          </a:bodyPr>
          <a:lstStyle/>
          <a:p>
            <a:pPr indent="0" lvl="0" marL="0" marR="0" rtl="0" algn="l">
              <a:lnSpc>
                <a:spcPct val="100000"/>
              </a:lnSpc>
              <a:spcBef>
                <a:spcPts val="0"/>
              </a:spcBef>
              <a:spcAft>
                <a:spcPts val="0"/>
              </a:spcAft>
              <a:buClr>
                <a:srgbClr val="000000"/>
              </a:buClr>
              <a:buSzPts val="644"/>
              <a:buFont typeface="Arial"/>
              <a:buNone/>
            </a:pPr>
            <a:r>
              <a:t/>
            </a:r>
            <a:endParaRPr i="0" sz="874" u="none" cap="none" strike="noStrike">
              <a:solidFill>
                <a:srgbClr val="000033"/>
              </a:solidFill>
              <a:latin typeface="Montserrat"/>
              <a:ea typeface="Montserrat"/>
              <a:cs typeface="Montserrat"/>
              <a:sym typeface="Montserrat"/>
            </a:endParaRPr>
          </a:p>
        </p:txBody>
      </p:sp>
      <p:sp>
        <p:nvSpPr>
          <p:cNvPr id="484" name="Google Shape;484;p29"/>
          <p:cNvSpPr/>
          <p:nvPr/>
        </p:nvSpPr>
        <p:spPr>
          <a:xfrm>
            <a:off x="784176" y="1931364"/>
            <a:ext cx="3098100" cy="106500"/>
          </a:xfrm>
          <a:prstGeom prst="rect">
            <a:avLst/>
          </a:prstGeom>
          <a:noFill/>
          <a:ln>
            <a:noFill/>
          </a:ln>
        </p:spPr>
        <p:txBody>
          <a:bodyPr anchorCtr="0" anchor="t" bIns="11675" lIns="11675" spcFirstLastPara="1" rIns="11675" wrap="square" tIns="11675">
            <a:noAutofit/>
          </a:bodyPr>
          <a:lstStyle/>
          <a:p>
            <a:pPr indent="0" lvl="0" marL="0" marR="0" rtl="0" algn="l">
              <a:lnSpc>
                <a:spcPct val="100000"/>
              </a:lnSpc>
              <a:spcBef>
                <a:spcPts val="0"/>
              </a:spcBef>
              <a:spcAft>
                <a:spcPts val="0"/>
              </a:spcAft>
              <a:buClr>
                <a:srgbClr val="05058C"/>
              </a:buClr>
              <a:buSzPts val="449"/>
              <a:buFont typeface="Montserrat"/>
              <a:buNone/>
            </a:pPr>
            <a:r>
              <a:rPr b="1" i="0" lang="en-US" sz="782" u="none" cap="none" strike="noStrike">
                <a:solidFill>
                  <a:srgbClr val="2B5BFC"/>
                </a:solidFill>
                <a:latin typeface="Montserrat"/>
                <a:ea typeface="Montserrat"/>
                <a:cs typeface="Montserrat"/>
                <a:sym typeface="Montserrat"/>
              </a:rPr>
              <a:t>CASO DE USO *</a:t>
            </a:r>
            <a:endParaRPr i="0" sz="782" u="none" cap="none" strike="noStrike">
              <a:solidFill>
                <a:srgbClr val="2B5BFC"/>
              </a:solidFill>
              <a:latin typeface="Montserrat"/>
              <a:ea typeface="Montserrat"/>
              <a:cs typeface="Montserrat"/>
              <a:sym typeface="Montserrat"/>
            </a:endParaRPr>
          </a:p>
        </p:txBody>
      </p:sp>
      <p:sp>
        <p:nvSpPr>
          <p:cNvPr id="485" name="Google Shape;485;p29"/>
          <p:cNvSpPr/>
          <p:nvPr/>
        </p:nvSpPr>
        <p:spPr>
          <a:xfrm>
            <a:off x="784173" y="2136766"/>
            <a:ext cx="3627900" cy="324300"/>
          </a:xfrm>
          <a:prstGeom prst="rect">
            <a:avLst/>
          </a:prstGeom>
          <a:noFill/>
          <a:ln>
            <a:noFill/>
          </a:ln>
        </p:spPr>
        <p:txBody>
          <a:bodyPr anchorCtr="0" anchor="t" bIns="11675" lIns="11675" spcFirstLastPara="1" rIns="11675" wrap="square" tIns="11675">
            <a:noAutofit/>
          </a:bodyPr>
          <a:lstStyle/>
          <a:p>
            <a:pPr indent="0" lvl="0" marL="0" marR="0" rtl="0" algn="l">
              <a:lnSpc>
                <a:spcPct val="118333"/>
              </a:lnSpc>
              <a:spcBef>
                <a:spcPts val="0"/>
              </a:spcBef>
              <a:spcAft>
                <a:spcPts val="0"/>
              </a:spcAft>
              <a:buClr>
                <a:srgbClr val="4A4A6A"/>
              </a:buClr>
              <a:buSzPts val="690"/>
              <a:buFont typeface="Montserrat"/>
              <a:buNone/>
            </a:pPr>
            <a:r>
              <a:rPr lang="en-US" sz="828">
                <a:solidFill>
                  <a:srgbClr val="000033"/>
                </a:solidFill>
                <a:latin typeface="Montserrat"/>
                <a:ea typeface="Montserrat"/>
                <a:cs typeface="Montserrat"/>
                <a:sym typeface="Montserrat"/>
              </a:rPr>
              <a:t>xxxx</a:t>
            </a:r>
            <a:endParaRPr i="0" sz="1012" u="none" cap="none" strike="noStrike">
              <a:solidFill>
                <a:srgbClr val="000033"/>
              </a:solidFill>
              <a:latin typeface="Montserrat"/>
              <a:ea typeface="Montserrat"/>
              <a:cs typeface="Montserrat"/>
              <a:sym typeface="Montserrat"/>
            </a:endParaRPr>
          </a:p>
        </p:txBody>
      </p:sp>
      <p:sp>
        <p:nvSpPr>
          <p:cNvPr id="486" name="Google Shape;486;p29"/>
          <p:cNvSpPr/>
          <p:nvPr/>
        </p:nvSpPr>
        <p:spPr>
          <a:xfrm>
            <a:off x="784176" y="2557643"/>
            <a:ext cx="3874500" cy="106500"/>
          </a:xfrm>
          <a:prstGeom prst="rect">
            <a:avLst/>
          </a:prstGeom>
          <a:noFill/>
          <a:ln>
            <a:noFill/>
          </a:ln>
        </p:spPr>
        <p:txBody>
          <a:bodyPr anchorCtr="0" anchor="t" bIns="11675" lIns="11675" spcFirstLastPara="1" rIns="11675" wrap="square" tIns="11675">
            <a:noAutofit/>
          </a:bodyPr>
          <a:lstStyle/>
          <a:p>
            <a:pPr indent="0" lvl="0" marL="0" marR="0" rtl="0" algn="l">
              <a:lnSpc>
                <a:spcPct val="100000"/>
              </a:lnSpc>
              <a:spcBef>
                <a:spcPts val="0"/>
              </a:spcBef>
              <a:spcAft>
                <a:spcPts val="0"/>
              </a:spcAft>
              <a:buClr>
                <a:srgbClr val="05058C"/>
              </a:buClr>
              <a:buSzPts val="449"/>
              <a:buFont typeface="Montserrat"/>
              <a:buNone/>
            </a:pPr>
            <a:r>
              <a:rPr b="1" i="0" lang="en-US" sz="782" u="none" cap="none" strike="noStrike">
                <a:solidFill>
                  <a:srgbClr val="2B5BFC"/>
                </a:solidFill>
                <a:latin typeface="Montserrat"/>
                <a:ea typeface="Montserrat"/>
                <a:cs typeface="Montserrat"/>
                <a:sym typeface="Montserrat"/>
              </a:rPr>
              <a:t>TEMAS</a:t>
            </a:r>
            <a:endParaRPr i="0" sz="782" u="none" cap="none" strike="noStrike">
              <a:solidFill>
                <a:srgbClr val="2B5BFC"/>
              </a:solidFill>
              <a:latin typeface="Montserrat"/>
              <a:ea typeface="Montserrat"/>
              <a:cs typeface="Montserrat"/>
              <a:sym typeface="Montserrat"/>
            </a:endParaRPr>
          </a:p>
        </p:txBody>
      </p:sp>
      <p:sp>
        <p:nvSpPr>
          <p:cNvPr id="487" name="Google Shape;487;p29"/>
          <p:cNvSpPr/>
          <p:nvPr/>
        </p:nvSpPr>
        <p:spPr>
          <a:xfrm>
            <a:off x="784174" y="2813764"/>
            <a:ext cx="3600600" cy="1303800"/>
          </a:xfrm>
          <a:prstGeom prst="rect">
            <a:avLst/>
          </a:prstGeom>
          <a:noFill/>
          <a:ln>
            <a:noFill/>
          </a:ln>
        </p:spPr>
        <p:txBody>
          <a:bodyPr anchorCtr="0" anchor="t" bIns="11675" lIns="11675" spcFirstLastPara="1" rIns="11675" wrap="square" tIns="11675">
            <a:noAutofit/>
          </a:bodyPr>
          <a:lstStyle/>
          <a:p>
            <a:pPr indent="-155990" lvl="0" marL="210381" marR="0" rtl="0" algn="l">
              <a:lnSpc>
                <a:spcPct val="115000"/>
              </a:lnSpc>
              <a:spcBef>
                <a:spcPts val="1000"/>
              </a:spcBef>
              <a:spcAft>
                <a:spcPts val="0"/>
              </a:spcAft>
              <a:buClr>
                <a:srgbClr val="2D5BFF"/>
              </a:buClr>
              <a:buSzPts val="800"/>
              <a:buFont typeface="Montserrat"/>
              <a:buAutoNum type="arabicParenR"/>
            </a:pPr>
            <a:r>
              <a:rPr b="1" lang="en-US" sz="800">
                <a:solidFill>
                  <a:srgbClr val="000033"/>
                </a:solidFill>
                <a:latin typeface="Montserrat"/>
                <a:ea typeface="Montserrat"/>
                <a:cs typeface="Montserrat"/>
                <a:sym typeface="Montserrat"/>
              </a:rPr>
              <a:t>Tema 1:</a:t>
            </a:r>
            <a:r>
              <a:rPr lang="en-US" sz="800">
                <a:solidFill>
                  <a:srgbClr val="000033"/>
                </a:solidFill>
                <a:latin typeface="Montserrat"/>
                <a:ea typeface="Montserrat"/>
                <a:cs typeface="Montserrat"/>
                <a:sym typeface="Montserrat"/>
              </a:rPr>
              <a:t> xxxxxx</a:t>
            </a:r>
            <a:endParaRPr sz="800">
              <a:solidFill>
                <a:srgbClr val="000033"/>
              </a:solidFill>
              <a:latin typeface="Montserrat"/>
              <a:ea typeface="Montserrat"/>
              <a:cs typeface="Montserrat"/>
              <a:sym typeface="Montserrat"/>
            </a:endParaRPr>
          </a:p>
          <a:p>
            <a:pPr indent="-155990" lvl="0" marL="210381" marR="0" rtl="0" algn="l">
              <a:lnSpc>
                <a:spcPct val="115000"/>
              </a:lnSpc>
              <a:spcBef>
                <a:spcPts val="1000"/>
              </a:spcBef>
              <a:spcAft>
                <a:spcPts val="0"/>
              </a:spcAft>
              <a:buClr>
                <a:srgbClr val="2D5BFF"/>
              </a:buClr>
              <a:buSzPts val="800"/>
              <a:buFont typeface="Montserrat"/>
              <a:buAutoNum type="arabicParenR"/>
            </a:pPr>
            <a:r>
              <a:rPr b="1" lang="en-US" sz="800">
                <a:solidFill>
                  <a:srgbClr val="000033"/>
                </a:solidFill>
                <a:latin typeface="Montserrat"/>
                <a:ea typeface="Montserrat"/>
                <a:cs typeface="Montserrat"/>
                <a:sym typeface="Montserrat"/>
              </a:rPr>
              <a:t>Tema 2: </a:t>
            </a:r>
            <a:r>
              <a:rPr lang="en-US" sz="800">
                <a:solidFill>
                  <a:srgbClr val="000033"/>
                </a:solidFill>
                <a:latin typeface="Montserrat"/>
                <a:ea typeface="Montserrat"/>
                <a:cs typeface="Montserrat"/>
                <a:sym typeface="Montserrat"/>
              </a:rPr>
              <a:t>xxxxx</a:t>
            </a:r>
            <a:endParaRPr sz="800">
              <a:solidFill>
                <a:srgbClr val="000033"/>
              </a:solidFill>
              <a:latin typeface="Montserrat"/>
              <a:ea typeface="Montserrat"/>
              <a:cs typeface="Montserrat"/>
              <a:sym typeface="Montserrat"/>
            </a:endParaRPr>
          </a:p>
          <a:p>
            <a:pPr indent="-155990" lvl="0" marL="210381" marR="0" rtl="0" algn="l">
              <a:lnSpc>
                <a:spcPct val="115000"/>
              </a:lnSpc>
              <a:spcBef>
                <a:spcPts val="1000"/>
              </a:spcBef>
              <a:spcAft>
                <a:spcPts val="0"/>
              </a:spcAft>
              <a:buClr>
                <a:srgbClr val="2D5BFF"/>
              </a:buClr>
              <a:buSzPts val="800"/>
              <a:buFont typeface="Montserrat"/>
              <a:buAutoNum type="arabicParenR"/>
            </a:pPr>
            <a:r>
              <a:rPr b="1" lang="en-US" sz="800">
                <a:solidFill>
                  <a:srgbClr val="000033"/>
                </a:solidFill>
                <a:latin typeface="Montserrat"/>
                <a:ea typeface="Montserrat"/>
                <a:cs typeface="Montserrat"/>
                <a:sym typeface="Montserrat"/>
              </a:rPr>
              <a:t>Tema 3: </a:t>
            </a:r>
            <a:r>
              <a:rPr lang="en-US" sz="800">
                <a:solidFill>
                  <a:srgbClr val="000033"/>
                </a:solidFill>
                <a:latin typeface="Montserrat"/>
                <a:ea typeface="Montserrat"/>
                <a:cs typeface="Montserrat"/>
                <a:sym typeface="Montserrat"/>
              </a:rPr>
              <a:t>xxxxx</a:t>
            </a:r>
            <a:endParaRPr sz="800">
              <a:solidFill>
                <a:srgbClr val="000033"/>
              </a:solidFill>
              <a:latin typeface="Montserrat"/>
              <a:ea typeface="Montserrat"/>
              <a:cs typeface="Montserrat"/>
              <a:sym typeface="Montserrat"/>
            </a:endParaRPr>
          </a:p>
          <a:p>
            <a:pPr indent="-155990" lvl="0" marL="210381" marR="0" rtl="0" algn="l">
              <a:lnSpc>
                <a:spcPct val="115000"/>
              </a:lnSpc>
              <a:spcBef>
                <a:spcPts val="1000"/>
              </a:spcBef>
              <a:spcAft>
                <a:spcPts val="460"/>
              </a:spcAft>
              <a:buClr>
                <a:srgbClr val="2D5BFF"/>
              </a:buClr>
              <a:buSzPts val="800"/>
              <a:buFont typeface="Montserrat"/>
              <a:buAutoNum type="arabicParenR"/>
            </a:pPr>
            <a:r>
              <a:rPr b="1" lang="en-US" sz="800">
                <a:solidFill>
                  <a:srgbClr val="000033"/>
                </a:solidFill>
                <a:latin typeface="Montserrat"/>
                <a:ea typeface="Montserrat"/>
                <a:cs typeface="Montserrat"/>
                <a:sym typeface="Montserrat"/>
              </a:rPr>
              <a:t>Tema 4: </a:t>
            </a:r>
            <a:r>
              <a:rPr lang="en-US" sz="800">
                <a:solidFill>
                  <a:srgbClr val="000033"/>
                </a:solidFill>
                <a:latin typeface="Montserrat"/>
                <a:ea typeface="Montserrat"/>
                <a:cs typeface="Montserrat"/>
                <a:sym typeface="Montserrat"/>
              </a:rPr>
              <a:t>xxxxx</a:t>
            </a:r>
            <a:endParaRPr sz="800">
              <a:solidFill>
                <a:srgbClr val="000033"/>
              </a:solidFill>
              <a:latin typeface="Montserrat"/>
              <a:ea typeface="Montserrat"/>
              <a:cs typeface="Montserrat"/>
              <a:sym typeface="Montserrat"/>
            </a:endParaRPr>
          </a:p>
        </p:txBody>
      </p:sp>
      <p:sp>
        <p:nvSpPr>
          <p:cNvPr id="488" name="Google Shape;488;p29"/>
          <p:cNvSpPr/>
          <p:nvPr/>
        </p:nvSpPr>
        <p:spPr>
          <a:xfrm>
            <a:off x="759347" y="4129453"/>
            <a:ext cx="3522300" cy="453000"/>
          </a:xfrm>
          <a:prstGeom prst="roundRect">
            <a:avLst>
              <a:gd fmla="val 13514" name="adj"/>
            </a:avLst>
          </a:prstGeom>
          <a:solidFill>
            <a:srgbClr val="000033"/>
          </a:solidFill>
          <a:ln>
            <a:noFill/>
          </a:ln>
        </p:spPr>
        <p:txBody>
          <a:bodyPr anchorCtr="0" anchor="ctr" bIns="42050" lIns="42050" spcFirstLastPara="1" rIns="42050" wrap="square" tIns="42050">
            <a:noAutofit/>
          </a:bodyPr>
          <a:lstStyle/>
          <a:p>
            <a:pPr indent="0" lvl="0" marL="0" marR="0" rtl="0" algn="l">
              <a:lnSpc>
                <a:spcPct val="100000"/>
              </a:lnSpc>
              <a:spcBef>
                <a:spcPts val="0"/>
              </a:spcBef>
              <a:spcAft>
                <a:spcPts val="0"/>
              </a:spcAft>
              <a:buClr>
                <a:srgbClr val="000000"/>
              </a:buClr>
              <a:buSzPts val="644"/>
              <a:buFont typeface="Arial"/>
              <a:buNone/>
            </a:pPr>
            <a:r>
              <a:t/>
            </a:r>
            <a:endParaRPr i="0" sz="874" u="none" cap="none" strike="noStrike">
              <a:solidFill>
                <a:srgbClr val="000033"/>
              </a:solidFill>
              <a:latin typeface="Montserrat"/>
              <a:ea typeface="Montserrat"/>
              <a:cs typeface="Montserrat"/>
              <a:sym typeface="Montserrat"/>
            </a:endParaRPr>
          </a:p>
        </p:txBody>
      </p:sp>
      <p:sp>
        <p:nvSpPr>
          <p:cNvPr id="489" name="Google Shape;489;p29"/>
          <p:cNvSpPr/>
          <p:nvPr/>
        </p:nvSpPr>
        <p:spPr>
          <a:xfrm>
            <a:off x="883827" y="4202853"/>
            <a:ext cx="3345300" cy="118800"/>
          </a:xfrm>
          <a:prstGeom prst="rect">
            <a:avLst/>
          </a:prstGeom>
          <a:noFill/>
          <a:ln>
            <a:noFill/>
          </a:ln>
        </p:spPr>
        <p:txBody>
          <a:bodyPr anchorCtr="0" anchor="t" bIns="11675" lIns="11675" spcFirstLastPara="1" rIns="11675" wrap="square" tIns="11675">
            <a:noAutofit/>
          </a:bodyPr>
          <a:lstStyle/>
          <a:p>
            <a:pPr indent="0" lvl="0" marL="0" marR="0" rtl="0" algn="l">
              <a:lnSpc>
                <a:spcPct val="100000"/>
              </a:lnSpc>
              <a:spcBef>
                <a:spcPts val="0"/>
              </a:spcBef>
              <a:spcAft>
                <a:spcPts val="0"/>
              </a:spcAft>
              <a:buClr>
                <a:srgbClr val="FFFFFF"/>
              </a:buClr>
              <a:buSzPts val="414"/>
              <a:buFont typeface="Montserrat"/>
              <a:buNone/>
            </a:pPr>
            <a:r>
              <a:rPr b="1" i="0" lang="en-US" sz="644" u="none" cap="none" strike="noStrike">
                <a:solidFill>
                  <a:schemeClr val="lt1"/>
                </a:solidFill>
                <a:latin typeface="Montserrat"/>
                <a:ea typeface="Montserrat"/>
                <a:cs typeface="Montserrat"/>
                <a:sym typeface="Montserrat"/>
              </a:rPr>
              <a:t>OUTPUT</a:t>
            </a:r>
            <a:endParaRPr i="0" sz="644" u="none" cap="none" strike="noStrike">
              <a:solidFill>
                <a:schemeClr val="lt1"/>
              </a:solidFill>
              <a:latin typeface="Montserrat"/>
              <a:ea typeface="Montserrat"/>
              <a:cs typeface="Montserrat"/>
              <a:sym typeface="Montserrat"/>
            </a:endParaRPr>
          </a:p>
        </p:txBody>
      </p:sp>
      <p:sp>
        <p:nvSpPr>
          <p:cNvPr id="490" name="Google Shape;490;p29"/>
          <p:cNvSpPr/>
          <p:nvPr/>
        </p:nvSpPr>
        <p:spPr>
          <a:xfrm>
            <a:off x="883823" y="4350581"/>
            <a:ext cx="3236700" cy="134700"/>
          </a:xfrm>
          <a:prstGeom prst="rect">
            <a:avLst/>
          </a:prstGeom>
          <a:noFill/>
          <a:ln>
            <a:noFill/>
          </a:ln>
        </p:spPr>
        <p:txBody>
          <a:bodyPr anchorCtr="0" anchor="t" bIns="11675" lIns="11675" spcFirstLastPara="1" rIns="11675" wrap="square" tIns="11675">
            <a:noAutofit/>
          </a:bodyPr>
          <a:lstStyle/>
          <a:p>
            <a:pPr indent="0" lvl="0" marL="0" marR="0" rtl="0" algn="l">
              <a:lnSpc>
                <a:spcPct val="112500"/>
              </a:lnSpc>
              <a:spcBef>
                <a:spcPts val="0"/>
              </a:spcBef>
              <a:spcAft>
                <a:spcPts val="0"/>
              </a:spcAft>
              <a:buClr>
                <a:srgbClr val="FFFFFF"/>
              </a:buClr>
              <a:buSzPts val="690"/>
              <a:buFont typeface="Montserrat"/>
              <a:buNone/>
            </a:pPr>
            <a:r>
              <a:rPr b="1" lang="en-US" sz="782">
                <a:solidFill>
                  <a:srgbClr val="EEF3FF"/>
                </a:solidFill>
                <a:latin typeface="Montserrat"/>
                <a:ea typeface="Montserrat"/>
                <a:cs typeface="Montserrat"/>
                <a:sym typeface="Montserrat"/>
              </a:rPr>
              <a:t>*Resultado de la capacitación*</a:t>
            </a:r>
            <a:endParaRPr b="1" i="0" sz="966" u="none" cap="none" strike="noStrike">
              <a:solidFill>
                <a:srgbClr val="EEF3FF"/>
              </a:solidFill>
              <a:latin typeface="Montserrat"/>
              <a:ea typeface="Montserrat"/>
              <a:cs typeface="Montserrat"/>
              <a:sym typeface="Montserrat"/>
            </a:endParaRPr>
          </a:p>
        </p:txBody>
      </p:sp>
      <p:sp>
        <p:nvSpPr>
          <p:cNvPr id="491" name="Google Shape;491;p29"/>
          <p:cNvSpPr/>
          <p:nvPr/>
        </p:nvSpPr>
        <p:spPr>
          <a:xfrm>
            <a:off x="784176" y="1358608"/>
            <a:ext cx="2549700" cy="118800"/>
          </a:xfrm>
          <a:prstGeom prst="rect">
            <a:avLst/>
          </a:prstGeom>
          <a:noFill/>
          <a:ln>
            <a:noFill/>
          </a:ln>
        </p:spPr>
        <p:txBody>
          <a:bodyPr anchorCtr="0" anchor="t" bIns="11675" lIns="11675" spcFirstLastPara="1" rIns="11675" wrap="square" tIns="11675">
            <a:noAutofit/>
          </a:bodyPr>
          <a:lstStyle/>
          <a:p>
            <a:pPr indent="0" lvl="0" marL="0" marR="0" rtl="0" algn="l">
              <a:lnSpc>
                <a:spcPct val="100000"/>
              </a:lnSpc>
              <a:spcBef>
                <a:spcPts val="0"/>
              </a:spcBef>
              <a:spcAft>
                <a:spcPts val="0"/>
              </a:spcAft>
              <a:buClr>
                <a:srgbClr val="05058C"/>
              </a:buClr>
              <a:buSzPts val="414"/>
              <a:buFont typeface="Montserrat"/>
              <a:buNone/>
            </a:pPr>
            <a:r>
              <a:rPr b="1" lang="en-US" sz="920">
                <a:solidFill>
                  <a:srgbClr val="2D5BFF"/>
                </a:solidFill>
                <a:latin typeface="Montserrat"/>
                <a:ea typeface="Montserrat"/>
                <a:cs typeface="Montserrat"/>
                <a:sym typeface="Montserrat"/>
              </a:rPr>
              <a:t>SESIÓN #</a:t>
            </a:r>
            <a:endParaRPr i="0" sz="920" u="none" cap="none" strike="noStrike">
              <a:solidFill>
                <a:srgbClr val="2D5BFF"/>
              </a:solidFill>
              <a:latin typeface="Montserrat"/>
              <a:ea typeface="Montserrat"/>
              <a:cs typeface="Montserrat"/>
              <a:sym typeface="Montserrat"/>
            </a:endParaRPr>
          </a:p>
        </p:txBody>
      </p:sp>
      <p:sp>
        <p:nvSpPr>
          <p:cNvPr id="492" name="Google Shape;492;p29"/>
          <p:cNvSpPr txBox="1"/>
          <p:nvPr/>
        </p:nvSpPr>
        <p:spPr>
          <a:xfrm>
            <a:off x="590550" y="4783247"/>
            <a:ext cx="81360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1" lang="en-US" sz="800" u="none" cap="none" strike="noStrike">
                <a:solidFill>
                  <a:srgbClr val="2B5BFC"/>
                </a:solidFill>
                <a:latin typeface="Montserrat"/>
                <a:ea typeface="Montserrat"/>
                <a:cs typeface="Montserrat"/>
                <a:sym typeface="Montserrat"/>
              </a:rPr>
              <a:t>* El temario propuesto puede modificarse o cambiarse en coordinación con Adidas según las necesidades específicas que identifiquen en el proceso.</a:t>
            </a:r>
            <a:endParaRPr b="0" i="1" sz="800" u="none" cap="none" strike="noStrike">
              <a:solidFill>
                <a:srgbClr val="2B5BFC"/>
              </a:solidFill>
              <a:latin typeface="Montserrat"/>
              <a:ea typeface="Montserrat"/>
              <a:cs typeface="Montserrat"/>
              <a:sym typeface="Montserrat"/>
            </a:endParaRPr>
          </a:p>
        </p:txBody>
      </p:sp>
      <p:sp>
        <p:nvSpPr>
          <p:cNvPr id="493" name="Google Shape;493;p29"/>
          <p:cNvSpPr/>
          <p:nvPr/>
        </p:nvSpPr>
        <p:spPr>
          <a:xfrm>
            <a:off x="4658544" y="1162878"/>
            <a:ext cx="3909300" cy="3574200"/>
          </a:xfrm>
          <a:prstGeom prst="roundRect">
            <a:avLst>
              <a:gd fmla="val 2830" name="adj"/>
            </a:avLst>
          </a:prstGeom>
          <a:solidFill>
            <a:schemeClr val="lt1"/>
          </a:solidFill>
          <a:ln>
            <a:noFill/>
          </a:ln>
          <a:effectLst>
            <a:outerShdw blurRad="57150" rotWithShape="0" algn="bl" dir="5400000" dist="19050">
              <a:srgbClr val="000000">
                <a:alpha val="28000"/>
              </a:srgbClr>
            </a:outerShdw>
          </a:effectLst>
        </p:spPr>
        <p:txBody>
          <a:bodyPr anchorCtr="0" anchor="ctr" bIns="42050" lIns="42050" spcFirstLastPara="1" rIns="42050" wrap="square" tIns="42050">
            <a:noAutofit/>
          </a:bodyPr>
          <a:lstStyle/>
          <a:p>
            <a:pPr indent="0" lvl="0" marL="0" rtl="0" algn="l">
              <a:spcBef>
                <a:spcPts val="0"/>
              </a:spcBef>
              <a:spcAft>
                <a:spcPts val="0"/>
              </a:spcAft>
              <a:buClr>
                <a:srgbClr val="000000"/>
              </a:buClr>
              <a:buSzPts val="644"/>
              <a:buFont typeface="Arial"/>
              <a:buNone/>
            </a:pPr>
            <a:r>
              <a:t/>
            </a:r>
            <a:endParaRPr>
              <a:solidFill>
                <a:srgbClr val="000033"/>
              </a:solidFill>
              <a:latin typeface="Montserrat"/>
              <a:ea typeface="Montserrat"/>
              <a:cs typeface="Montserrat"/>
              <a:sym typeface="Montserrat"/>
            </a:endParaRPr>
          </a:p>
        </p:txBody>
      </p:sp>
      <p:sp>
        <p:nvSpPr>
          <p:cNvPr id="494" name="Google Shape;494;p29"/>
          <p:cNvSpPr/>
          <p:nvPr/>
        </p:nvSpPr>
        <p:spPr>
          <a:xfrm>
            <a:off x="7859610" y="1336906"/>
            <a:ext cx="570000" cy="110100"/>
          </a:xfrm>
          <a:prstGeom prst="rect">
            <a:avLst/>
          </a:prstGeom>
          <a:noFill/>
          <a:ln>
            <a:noFill/>
          </a:ln>
        </p:spPr>
        <p:txBody>
          <a:bodyPr anchorCtr="0" anchor="t" bIns="11675" lIns="11675" spcFirstLastPara="1" rIns="11675" wrap="square" tIns="11675">
            <a:noAutofit/>
          </a:bodyPr>
          <a:lstStyle/>
          <a:p>
            <a:pPr indent="0" lvl="0" marL="0" marR="0" rtl="0" algn="r">
              <a:lnSpc>
                <a:spcPct val="100000"/>
              </a:lnSpc>
              <a:spcBef>
                <a:spcPts val="0"/>
              </a:spcBef>
              <a:spcAft>
                <a:spcPts val="0"/>
              </a:spcAft>
              <a:buClr>
                <a:srgbClr val="4A4A6A"/>
              </a:buClr>
              <a:buSzPts val="414"/>
              <a:buFont typeface="Montserrat"/>
              <a:buNone/>
            </a:pPr>
            <a:r>
              <a:rPr b="1" lang="en-US" sz="920">
                <a:solidFill>
                  <a:srgbClr val="2D5BFF"/>
                </a:solidFill>
                <a:latin typeface="Montserrat"/>
                <a:ea typeface="Montserrat"/>
                <a:cs typeface="Montserrat"/>
                <a:sym typeface="Montserrat"/>
              </a:rPr>
              <a:t>#</a:t>
            </a:r>
            <a:r>
              <a:rPr b="1" i="0" lang="en-US" sz="920" u="none" cap="none" strike="noStrike">
                <a:solidFill>
                  <a:srgbClr val="2D5BFF"/>
                </a:solidFill>
                <a:latin typeface="Montserrat"/>
                <a:ea typeface="Montserrat"/>
                <a:cs typeface="Montserrat"/>
                <a:sym typeface="Montserrat"/>
              </a:rPr>
              <a:t>H</a:t>
            </a:r>
            <a:endParaRPr b="0" i="0" sz="920" u="none" cap="none" strike="noStrike">
              <a:solidFill>
                <a:srgbClr val="2D5BFF"/>
              </a:solidFill>
              <a:latin typeface="Calibri"/>
              <a:ea typeface="Calibri"/>
              <a:cs typeface="Calibri"/>
              <a:sym typeface="Calibri"/>
            </a:endParaRPr>
          </a:p>
        </p:txBody>
      </p:sp>
      <p:sp>
        <p:nvSpPr>
          <p:cNvPr id="495" name="Google Shape;495;p29"/>
          <p:cNvSpPr/>
          <p:nvPr/>
        </p:nvSpPr>
        <p:spPr>
          <a:xfrm>
            <a:off x="4852170" y="1563506"/>
            <a:ext cx="3874500" cy="221700"/>
          </a:xfrm>
          <a:prstGeom prst="rect">
            <a:avLst/>
          </a:prstGeom>
          <a:noFill/>
          <a:ln>
            <a:noFill/>
          </a:ln>
        </p:spPr>
        <p:txBody>
          <a:bodyPr anchorCtr="0" anchor="t" bIns="11675" lIns="11675" spcFirstLastPara="1" rIns="11675" wrap="square" tIns="11675">
            <a:noAutofit/>
          </a:bodyPr>
          <a:lstStyle/>
          <a:p>
            <a:pPr indent="0" lvl="0" marL="0" marR="0" rtl="0" algn="l">
              <a:lnSpc>
                <a:spcPct val="97714"/>
              </a:lnSpc>
              <a:spcBef>
                <a:spcPts val="0"/>
              </a:spcBef>
              <a:spcAft>
                <a:spcPts val="0"/>
              </a:spcAft>
              <a:buClr>
                <a:srgbClr val="000033"/>
              </a:buClr>
              <a:buSzPts val="1035"/>
              <a:buFont typeface="Georgia"/>
              <a:buNone/>
            </a:pPr>
            <a:r>
              <a:rPr b="1" lang="en-US" sz="1380">
                <a:solidFill>
                  <a:srgbClr val="000033"/>
                </a:solidFill>
                <a:latin typeface="Montserrat"/>
                <a:ea typeface="Montserrat"/>
                <a:cs typeface="Montserrat"/>
                <a:sym typeface="Montserrat"/>
              </a:rPr>
              <a:t>Nombre de la Sesión</a:t>
            </a:r>
            <a:endParaRPr i="0" sz="1380" u="none" cap="none" strike="noStrike">
              <a:solidFill>
                <a:srgbClr val="000033"/>
              </a:solidFill>
              <a:latin typeface="Montserrat"/>
              <a:ea typeface="Montserrat"/>
              <a:cs typeface="Montserrat"/>
              <a:sym typeface="Montserrat"/>
            </a:endParaRPr>
          </a:p>
        </p:txBody>
      </p:sp>
      <p:sp>
        <p:nvSpPr>
          <p:cNvPr id="496" name="Google Shape;496;p29"/>
          <p:cNvSpPr/>
          <p:nvPr/>
        </p:nvSpPr>
        <p:spPr>
          <a:xfrm>
            <a:off x="4904987" y="1866787"/>
            <a:ext cx="3522300" cy="5700"/>
          </a:xfrm>
          <a:prstGeom prst="rect">
            <a:avLst/>
          </a:prstGeom>
          <a:solidFill>
            <a:srgbClr val="D0D0E0"/>
          </a:solidFill>
          <a:ln>
            <a:noFill/>
          </a:ln>
        </p:spPr>
        <p:txBody>
          <a:bodyPr anchorCtr="0" anchor="ctr" bIns="42050" lIns="42050" spcFirstLastPara="1" rIns="42050" wrap="square" tIns="42050">
            <a:noAutofit/>
          </a:bodyPr>
          <a:lstStyle/>
          <a:p>
            <a:pPr indent="0" lvl="0" marL="0" marR="0" rtl="0" algn="l">
              <a:lnSpc>
                <a:spcPct val="100000"/>
              </a:lnSpc>
              <a:spcBef>
                <a:spcPts val="0"/>
              </a:spcBef>
              <a:spcAft>
                <a:spcPts val="0"/>
              </a:spcAft>
              <a:buClr>
                <a:srgbClr val="000000"/>
              </a:buClr>
              <a:buSzPts val="644"/>
              <a:buFont typeface="Arial"/>
              <a:buNone/>
            </a:pPr>
            <a:r>
              <a:t/>
            </a:r>
            <a:endParaRPr i="0" sz="874" u="none" cap="none" strike="noStrike">
              <a:solidFill>
                <a:srgbClr val="000033"/>
              </a:solidFill>
              <a:latin typeface="Montserrat"/>
              <a:ea typeface="Montserrat"/>
              <a:cs typeface="Montserrat"/>
              <a:sym typeface="Montserrat"/>
            </a:endParaRPr>
          </a:p>
        </p:txBody>
      </p:sp>
      <p:sp>
        <p:nvSpPr>
          <p:cNvPr id="497" name="Google Shape;497;p29"/>
          <p:cNvSpPr/>
          <p:nvPr/>
        </p:nvSpPr>
        <p:spPr>
          <a:xfrm>
            <a:off x="4852170" y="1931364"/>
            <a:ext cx="3098100" cy="106500"/>
          </a:xfrm>
          <a:prstGeom prst="rect">
            <a:avLst/>
          </a:prstGeom>
          <a:noFill/>
          <a:ln>
            <a:noFill/>
          </a:ln>
        </p:spPr>
        <p:txBody>
          <a:bodyPr anchorCtr="0" anchor="t" bIns="11675" lIns="11675" spcFirstLastPara="1" rIns="11675" wrap="square" tIns="11675">
            <a:noAutofit/>
          </a:bodyPr>
          <a:lstStyle/>
          <a:p>
            <a:pPr indent="0" lvl="0" marL="0" marR="0" rtl="0" algn="l">
              <a:lnSpc>
                <a:spcPct val="100000"/>
              </a:lnSpc>
              <a:spcBef>
                <a:spcPts val="0"/>
              </a:spcBef>
              <a:spcAft>
                <a:spcPts val="0"/>
              </a:spcAft>
              <a:buClr>
                <a:srgbClr val="05058C"/>
              </a:buClr>
              <a:buSzPts val="449"/>
              <a:buFont typeface="Montserrat"/>
              <a:buNone/>
            </a:pPr>
            <a:r>
              <a:rPr b="1" i="0" lang="en-US" sz="782" u="none" cap="none" strike="noStrike">
                <a:solidFill>
                  <a:srgbClr val="2B5BFC"/>
                </a:solidFill>
                <a:latin typeface="Montserrat"/>
                <a:ea typeface="Montserrat"/>
                <a:cs typeface="Montserrat"/>
                <a:sym typeface="Montserrat"/>
              </a:rPr>
              <a:t>CASO DE USO *</a:t>
            </a:r>
            <a:endParaRPr i="0" sz="782" u="none" cap="none" strike="noStrike">
              <a:solidFill>
                <a:srgbClr val="2B5BFC"/>
              </a:solidFill>
              <a:latin typeface="Montserrat"/>
              <a:ea typeface="Montserrat"/>
              <a:cs typeface="Montserrat"/>
              <a:sym typeface="Montserrat"/>
            </a:endParaRPr>
          </a:p>
        </p:txBody>
      </p:sp>
      <p:sp>
        <p:nvSpPr>
          <p:cNvPr id="498" name="Google Shape;498;p29"/>
          <p:cNvSpPr/>
          <p:nvPr/>
        </p:nvSpPr>
        <p:spPr>
          <a:xfrm>
            <a:off x="4852167" y="2136766"/>
            <a:ext cx="3627900" cy="324300"/>
          </a:xfrm>
          <a:prstGeom prst="rect">
            <a:avLst/>
          </a:prstGeom>
          <a:noFill/>
          <a:ln>
            <a:noFill/>
          </a:ln>
        </p:spPr>
        <p:txBody>
          <a:bodyPr anchorCtr="0" anchor="t" bIns="11675" lIns="11675" spcFirstLastPara="1" rIns="11675" wrap="square" tIns="11675">
            <a:noAutofit/>
          </a:bodyPr>
          <a:lstStyle/>
          <a:p>
            <a:pPr indent="0" lvl="0" marL="0" marR="0" rtl="0" algn="l">
              <a:lnSpc>
                <a:spcPct val="118333"/>
              </a:lnSpc>
              <a:spcBef>
                <a:spcPts val="0"/>
              </a:spcBef>
              <a:spcAft>
                <a:spcPts val="0"/>
              </a:spcAft>
              <a:buClr>
                <a:srgbClr val="4A4A6A"/>
              </a:buClr>
              <a:buSzPts val="690"/>
              <a:buFont typeface="Montserrat"/>
              <a:buNone/>
            </a:pPr>
            <a:r>
              <a:rPr lang="en-US" sz="828">
                <a:solidFill>
                  <a:srgbClr val="000033"/>
                </a:solidFill>
                <a:latin typeface="Montserrat"/>
                <a:ea typeface="Montserrat"/>
                <a:cs typeface="Montserrat"/>
                <a:sym typeface="Montserrat"/>
              </a:rPr>
              <a:t>xxxx</a:t>
            </a:r>
            <a:endParaRPr i="0" sz="1012" u="none" cap="none" strike="noStrike">
              <a:solidFill>
                <a:srgbClr val="000033"/>
              </a:solidFill>
              <a:latin typeface="Montserrat"/>
              <a:ea typeface="Montserrat"/>
              <a:cs typeface="Montserrat"/>
              <a:sym typeface="Montserrat"/>
            </a:endParaRPr>
          </a:p>
        </p:txBody>
      </p:sp>
      <p:sp>
        <p:nvSpPr>
          <p:cNvPr id="499" name="Google Shape;499;p29"/>
          <p:cNvSpPr/>
          <p:nvPr/>
        </p:nvSpPr>
        <p:spPr>
          <a:xfrm>
            <a:off x="4852170" y="2557643"/>
            <a:ext cx="3874500" cy="106500"/>
          </a:xfrm>
          <a:prstGeom prst="rect">
            <a:avLst/>
          </a:prstGeom>
          <a:noFill/>
          <a:ln>
            <a:noFill/>
          </a:ln>
        </p:spPr>
        <p:txBody>
          <a:bodyPr anchorCtr="0" anchor="t" bIns="11675" lIns="11675" spcFirstLastPara="1" rIns="11675" wrap="square" tIns="11675">
            <a:noAutofit/>
          </a:bodyPr>
          <a:lstStyle/>
          <a:p>
            <a:pPr indent="0" lvl="0" marL="0" marR="0" rtl="0" algn="l">
              <a:lnSpc>
                <a:spcPct val="100000"/>
              </a:lnSpc>
              <a:spcBef>
                <a:spcPts val="0"/>
              </a:spcBef>
              <a:spcAft>
                <a:spcPts val="0"/>
              </a:spcAft>
              <a:buClr>
                <a:srgbClr val="05058C"/>
              </a:buClr>
              <a:buSzPts val="449"/>
              <a:buFont typeface="Montserrat"/>
              <a:buNone/>
            </a:pPr>
            <a:r>
              <a:rPr b="1" i="0" lang="en-US" sz="782" u="none" cap="none" strike="noStrike">
                <a:solidFill>
                  <a:srgbClr val="2B5BFC"/>
                </a:solidFill>
                <a:latin typeface="Montserrat"/>
                <a:ea typeface="Montserrat"/>
                <a:cs typeface="Montserrat"/>
                <a:sym typeface="Montserrat"/>
              </a:rPr>
              <a:t>TEMAS</a:t>
            </a:r>
            <a:endParaRPr i="0" sz="782" u="none" cap="none" strike="noStrike">
              <a:solidFill>
                <a:srgbClr val="2B5BFC"/>
              </a:solidFill>
              <a:latin typeface="Montserrat"/>
              <a:ea typeface="Montserrat"/>
              <a:cs typeface="Montserrat"/>
              <a:sym typeface="Montserrat"/>
            </a:endParaRPr>
          </a:p>
        </p:txBody>
      </p:sp>
      <p:sp>
        <p:nvSpPr>
          <p:cNvPr id="500" name="Google Shape;500;p29"/>
          <p:cNvSpPr/>
          <p:nvPr/>
        </p:nvSpPr>
        <p:spPr>
          <a:xfrm>
            <a:off x="4852167" y="2813764"/>
            <a:ext cx="3600600" cy="1303800"/>
          </a:xfrm>
          <a:prstGeom prst="rect">
            <a:avLst/>
          </a:prstGeom>
          <a:noFill/>
          <a:ln>
            <a:noFill/>
          </a:ln>
        </p:spPr>
        <p:txBody>
          <a:bodyPr anchorCtr="0" anchor="t" bIns="11675" lIns="11675" spcFirstLastPara="1" rIns="11675" wrap="square" tIns="11675">
            <a:noAutofit/>
          </a:bodyPr>
          <a:lstStyle/>
          <a:p>
            <a:pPr indent="-155990" lvl="0" marL="210381" marR="0" rtl="0" algn="l">
              <a:lnSpc>
                <a:spcPct val="115000"/>
              </a:lnSpc>
              <a:spcBef>
                <a:spcPts val="1000"/>
              </a:spcBef>
              <a:spcAft>
                <a:spcPts val="0"/>
              </a:spcAft>
              <a:buClr>
                <a:srgbClr val="2D5BFF"/>
              </a:buClr>
              <a:buSzPts val="800"/>
              <a:buFont typeface="Montserrat"/>
              <a:buAutoNum type="arabicParenR"/>
            </a:pPr>
            <a:r>
              <a:rPr b="1" lang="en-US" sz="800">
                <a:solidFill>
                  <a:srgbClr val="000033"/>
                </a:solidFill>
                <a:latin typeface="Montserrat"/>
                <a:ea typeface="Montserrat"/>
                <a:cs typeface="Montserrat"/>
                <a:sym typeface="Montserrat"/>
              </a:rPr>
              <a:t>Tema 1:</a:t>
            </a:r>
            <a:r>
              <a:rPr lang="en-US" sz="800">
                <a:solidFill>
                  <a:srgbClr val="000033"/>
                </a:solidFill>
                <a:latin typeface="Montserrat"/>
                <a:ea typeface="Montserrat"/>
                <a:cs typeface="Montserrat"/>
                <a:sym typeface="Montserrat"/>
              </a:rPr>
              <a:t> xxxxxx</a:t>
            </a:r>
            <a:endParaRPr sz="800">
              <a:solidFill>
                <a:srgbClr val="000033"/>
              </a:solidFill>
              <a:latin typeface="Montserrat"/>
              <a:ea typeface="Montserrat"/>
              <a:cs typeface="Montserrat"/>
              <a:sym typeface="Montserrat"/>
            </a:endParaRPr>
          </a:p>
          <a:p>
            <a:pPr indent="-155990" lvl="0" marL="210381" marR="0" rtl="0" algn="l">
              <a:lnSpc>
                <a:spcPct val="115000"/>
              </a:lnSpc>
              <a:spcBef>
                <a:spcPts val="1000"/>
              </a:spcBef>
              <a:spcAft>
                <a:spcPts val="0"/>
              </a:spcAft>
              <a:buClr>
                <a:srgbClr val="2D5BFF"/>
              </a:buClr>
              <a:buSzPts val="800"/>
              <a:buFont typeface="Montserrat"/>
              <a:buAutoNum type="arabicParenR"/>
            </a:pPr>
            <a:r>
              <a:rPr b="1" lang="en-US" sz="800">
                <a:solidFill>
                  <a:srgbClr val="000033"/>
                </a:solidFill>
                <a:latin typeface="Montserrat"/>
                <a:ea typeface="Montserrat"/>
                <a:cs typeface="Montserrat"/>
                <a:sym typeface="Montserrat"/>
              </a:rPr>
              <a:t>Tema 2: </a:t>
            </a:r>
            <a:r>
              <a:rPr lang="en-US" sz="800">
                <a:solidFill>
                  <a:srgbClr val="000033"/>
                </a:solidFill>
                <a:latin typeface="Montserrat"/>
                <a:ea typeface="Montserrat"/>
                <a:cs typeface="Montserrat"/>
                <a:sym typeface="Montserrat"/>
              </a:rPr>
              <a:t>xxxxx</a:t>
            </a:r>
            <a:endParaRPr sz="800">
              <a:solidFill>
                <a:srgbClr val="000033"/>
              </a:solidFill>
              <a:latin typeface="Montserrat"/>
              <a:ea typeface="Montserrat"/>
              <a:cs typeface="Montserrat"/>
              <a:sym typeface="Montserrat"/>
            </a:endParaRPr>
          </a:p>
          <a:p>
            <a:pPr indent="-155990" lvl="0" marL="210381" marR="0" rtl="0" algn="l">
              <a:lnSpc>
                <a:spcPct val="115000"/>
              </a:lnSpc>
              <a:spcBef>
                <a:spcPts val="1000"/>
              </a:spcBef>
              <a:spcAft>
                <a:spcPts val="0"/>
              </a:spcAft>
              <a:buClr>
                <a:srgbClr val="2D5BFF"/>
              </a:buClr>
              <a:buSzPts val="800"/>
              <a:buFont typeface="Montserrat"/>
              <a:buAutoNum type="arabicParenR"/>
            </a:pPr>
            <a:r>
              <a:rPr b="1" lang="en-US" sz="800">
                <a:solidFill>
                  <a:srgbClr val="000033"/>
                </a:solidFill>
                <a:latin typeface="Montserrat"/>
                <a:ea typeface="Montserrat"/>
                <a:cs typeface="Montserrat"/>
                <a:sym typeface="Montserrat"/>
              </a:rPr>
              <a:t>Tema 3: </a:t>
            </a:r>
            <a:r>
              <a:rPr lang="en-US" sz="800">
                <a:solidFill>
                  <a:srgbClr val="000033"/>
                </a:solidFill>
                <a:latin typeface="Montserrat"/>
                <a:ea typeface="Montserrat"/>
                <a:cs typeface="Montserrat"/>
                <a:sym typeface="Montserrat"/>
              </a:rPr>
              <a:t>xxxxx</a:t>
            </a:r>
            <a:endParaRPr sz="800">
              <a:solidFill>
                <a:srgbClr val="000033"/>
              </a:solidFill>
              <a:latin typeface="Montserrat"/>
              <a:ea typeface="Montserrat"/>
              <a:cs typeface="Montserrat"/>
              <a:sym typeface="Montserrat"/>
            </a:endParaRPr>
          </a:p>
          <a:p>
            <a:pPr indent="-155990" lvl="0" marL="210381" marR="0" rtl="0" algn="l">
              <a:lnSpc>
                <a:spcPct val="115000"/>
              </a:lnSpc>
              <a:spcBef>
                <a:spcPts val="1000"/>
              </a:spcBef>
              <a:spcAft>
                <a:spcPts val="460"/>
              </a:spcAft>
              <a:buClr>
                <a:srgbClr val="2D5BFF"/>
              </a:buClr>
              <a:buSzPts val="800"/>
              <a:buFont typeface="Montserrat"/>
              <a:buAutoNum type="arabicParenR"/>
            </a:pPr>
            <a:r>
              <a:rPr b="1" lang="en-US" sz="800">
                <a:solidFill>
                  <a:srgbClr val="000033"/>
                </a:solidFill>
                <a:latin typeface="Montserrat"/>
                <a:ea typeface="Montserrat"/>
                <a:cs typeface="Montserrat"/>
                <a:sym typeface="Montserrat"/>
              </a:rPr>
              <a:t>Tema 4: </a:t>
            </a:r>
            <a:r>
              <a:rPr lang="en-US" sz="800">
                <a:solidFill>
                  <a:srgbClr val="000033"/>
                </a:solidFill>
                <a:latin typeface="Montserrat"/>
                <a:ea typeface="Montserrat"/>
                <a:cs typeface="Montserrat"/>
                <a:sym typeface="Montserrat"/>
              </a:rPr>
              <a:t>xxxxx</a:t>
            </a:r>
            <a:endParaRPr sz="800">
              <a:solidFill>
                <a:srgbClr val="000033"/>
              </a:solidFill>
              <a:latin typeface="Montserrat"/>
              <a:ea typeface="Montserrat"/>
              <a:cs typeface="Montserrat"/>
              <a:sym typeface="Montserrat"/>
            </a:endParaRPr>
          </a:p>
        </p:txBody>
      </p:sp>
      <p:sp>
        <p:nvSpPr>
          <p:cNvPr id="501" name="Google Shape;501;p29"/>
          <p:cNvSpPr/>
          <p:nvPr/>
        </p:nvSpPr>
        <p:spPr>
          <a:xfrm>
            <a:off x="4827340" y="4129453"/>
            <a:ext cx="3522300" cy="453000"/>
          </a:xfrm>
          <a:prstGeom prst="roundRect">
            <a:avLst>
              <a:gd fmla="val 13514" name="adj"/>
            </a:avLst>
          </a:prstGeom>
          <a:solidFill>
            <a:srgbClr val="000033"/>
          </a:solidFill>
          <a:ln>
            <a:noFill/>
          </a:ln>
        </p:spPr>
        <p:txBody>
          <a:bodyPr anchorCtr="0" anchor="ctr" bIns="42050" lIns="42050" spcFirstLastPara="1" rIns="42050" wrap="square" tIns="42050">
            <a:noAutofit/>
          </a:bodyPr>
          <a:lstStyle/>
          <a:p>
            <a:pPr indent="0" lvl="0" marL="0" marR="0" rtl="0" algn="l">
              <a:lnSpc>
                <a:spcPct val="100000"/>
              </a:lnSpc>
              <a:spcBef>
                <a:spcPts val="0"/>
              </a:spcBef>
              <a:spcAft>
                <a:spcPts val="0"/>
              </a:spcAft>
              <a:buClr>
                <a:srgbClr val="000000"/>
              </a:buClr>
              <a:buSzPts val="644"/>
              <a:buFont typeface="Arial"/>
              <a:buNone/>
            </a:pPr>
            <a:r>
              <a:t/>
            </a:r>
            <a:endParaRPr i="0" sz="874" u="none" cap="none" strike="noStrike">
              <a:solidFill>
                <a:srgbClr val="000033"/>
              </a:solidFill>
              <a:latin typeface="Montserrat"/>
              <a:ea typeface="Montserrat"/>
              <a:cs typeface="Montserrat"/>
              <a:sym typeface="Montserrat"/>
            </a:endParaRPr>
          </a:p>
        </p:txBody>
      </p:sp>
      <p:sp>
        <p:nvSpPr>
          <p:cNvPr id="502" name="Google Shape;502;p29"/>
          <p:cNvSpPr/>
          <p:nvPr/>
        </p:nvSpPr>
        <p:spPr>
          <a:xfrm>
            <a:off x="4951821" y="4202853"/>
            <a:ext cx="3345300" cy="118800"/>
          </a:xfrm>
          <a:prstGeom prst="rect">
            <a:avLst/>
          </a:prstGeom>
          <a:noFill/>
          <a:ln>
            <a:noFill/>
          </a:ln>
        </p:spPr>
        <p:txBody>
          <a:bodyPr anchorCtr="0" anchor="t" bIns="11675" lIns="11675" spcFirstLastPara="1" rIns="11675" wrap="square" tIns="11675">
            <a:noAutofit/>
          </a:bodyPr>
          <a:lstStyle/>
          <a:p>
            <a:pPr indent="0" lvl="0" marL="0" marR="0" rtl="0" algn="l">
              <a:lnSpc>
                <a:spcPct val="100000"/>
              </a:lnSpc>
              <a:spcBef>
                <a:spcPts val="0"/>
              </a:spcBef>
              <a:spcAft>
                <a:spcPts val="0"/>
              </a:spcAft>
              <a:buClr>
                <a:srgbClr val="FFFFFF"/>
              </a:buClr>
              <a:buSzPts val="414"/>
              <a:buFont typeface="Montserrat"/>
              <a:buNone/>
            </a:pPr>
            <a:r>
              <a:rPr b="1" i="0" lang="en-US" sz="644" u="none" cap="none" strike="noStrike">
                <a:solidFill>
                  <a:schemeClr val="lt1"/>
                </a:solidFill>
                <a:latin typeface="Montserrat"/>
                <a:ea typeface="Montserrat"/>
                <a:cs typeface="Montserrat"/>
                <a:sym typeface="Montserrat"/>
              </a:rPr>
              <a:t>OUTPUT</a:t>
            </a:r>
            <a:endParaRPr i="0" sz="644" u="none" cap="none" strike="noStrike">
              <a:solidFill>
                <a:schemeClr val="lt1"/>
              </a:solidFill>
              <a:latin typeface="Montserrat"/>
              <a:ea typeface="Montserrat"/>
              <a:cs typeface="Montserrat"/>
              <a:sym typeface="Montserrat"/>
            </a:endParaRPr>
          </a:p>
        </p:txBody>
      </p:sp>
      <p:sp>
        <p:nvSpPr>
          <p:cNvPr id="503" name="Google Shape;503;p29"/>
          <p:cNvSpPr/>
          <p:nvPr/>
        </p:nvSpPr>
        <p:spPr>
          <a:xfrm>
            <a:off x="4951816" y="4350581"/>
            <a:ext cx="3236700" cy="134700"/>
          </a:xfrm>
          <a:prstGeom prst="rect">
            <a:avLst/>
          </a:prstGeom>
          <a:noFill/>
          <a:ln>
            <a:noFill/>
          </a:ln>
        </p:spPr>
        <p:txBody>
          <a:bodyPr anchorCtr="0" anchor="t" bIns="11675" lIns="11675" spcFirstLastPara="1" rIns="11675" wrap="square" tIns="11675">
            <a:noAutofit/>
          </a:bodyPr>
          <a:lstStyle/>
          <a:p>
            <a:pPr indent="0" lvl="0" marL="0" marR="0" rtl="0" algn="l">
              <a:lnSpc>
                <a:spcPct val="112500"/>
              </a:lnSpc>
              <a:spcBef>
                <a:spcPts val="0"/>
              </a:spcBef>
              <a:spcAft>
                <a:spcPts val="0"/>
              </a:spcAft>
              <a:buClr>
                <a:srgbClr val="FFFFFF"/>
              </a:buClr>
              <a:buSzPts val="690"/>
              <a:buFont typeface="Montserrat"/>
              <a:buNone/>
            </a:pPr>
            <a:r>
              <a:rPr b="1" lang="en-US" sz="782">
                <a:solidFill>
                  <a:srgbClr val="EEF3FF"/>
                </a:solidFill>
                <a:latin typeface="Montserrat"/>
                <a:ea typeface="Montserrat"/>
                <a:cs typeface="Montserrat"/>
                <a:sym typeface="Montserrat"/>
              </a:rPr>
              <a:t>*Resultado de la capacitación*</a:t>
            </a:r>
            <a:endParaRPr b="1" i="0" sz="966" u="none" cap="none" strike="noStrike">
              <a:solidFill>
                <a:srgbClr val="EEF3FF"/>
              </a:solidFill>
              <a:latin typeface="Montserrat"/>
              <a:ea typeface="Montserrat"/>
              <a:cs typeface="Montserrat"/>
              <a:sym typeface="Montserrat"/>
            </a:endParaRPr>
          </a:p>
        </p:txBody>
      </p:sp>
      <p:sp>
        <p:nvSpPr>
          <p:cNvPr id="504" name="Google Shape;504;p29"/>
          <p:cNvSpPr/>
          <p:nvPr/>
        </p:nvSpPr>
        <p:spPr>
          <a:xfrm>
            <a:off x="4852170" y="1358608"/>
            <a:ext cx="2549700" cy="118800"/>
          </a:xfrm>
          <a:prstGeom prst="rect">
            <a:avLst/>
          </a:prstGeom>
          <a:noFill/>
          <a:ln>
            <a:noFill/>
          </a:ln>
        </p:spPr>
        <p:txBody>
          <a:bodyPr anchorCtr="0" anchor="t" bIns="11675" lIns="11675" spcFirstLastPara="1" rIns="11675" wrap="square" tIns="11675">
            <a:noAutofit/>
          </a:bodyPr>
          <a:lstStyle/>
          <a:p>
            <a:pPr indent="0" lvl="0" marL="0" marR="0" rtl="0" algn="l">
              <a:lnSpc>
                <a:spcPct val="100000"/>
              </a:lnSpc>
              <a:spcBef>
                <a:spcPts val="0"/>
              </a:spcBef>
              <a:spcAft>
                <a:spcPts val="0"/>
              </a:spcAft>
              <a:buClr>
                <a:srgbClr val="05058C"/>
              </a:buClr>
              <a:buSzPts val="414"/>
              <a:buFont typeface="Montserrat"/>
              <a:buNone/>
            </a:pPr>
            <a:r>
              <a:rPr b="1" lang="en-US" sz="920">
                <a:solidFill>
                  <a:srgbClr val="2D5BFF"/>
                </a:solidFill>
                <a:latin typeface="Montserrat"/>
                <a:ea typeface="Montserrat"/>
                <a:cs typeface="Montserrat"/>
                <a:sym typeface="Montserrat"/>
              </a:rPr>
              <a:t>SESIÓN #</a:t>
            </a:r>
            <a:endParaRPr i="0" sz="920" u="none" cap="none" strike="noStrike">
              <a:solidFill>
                <a:srgbClr val="2D5BFF"/>
              </a:solidFill>
              <a:latin typeface="Montserrat"/>
              <a:ea typeface="Montserrat"/>
              <a:cs typeface="Montserrat"/>
              <a:sym typeface="Montserra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9" name="Shape 509"/>
        <p:cNvGrpSpPr/>
        <p:nvPr/>
      </p:nvGrpSpPr>
      <p:grpSpPr>
        <a:xfrm>
          <a:off x="0" y="0"/>
          <a:ext cx="0" cy="0"/>
          <a:chOff x="0" y="0"/>
          <a:chExt cx="0" cy="0"/>
        </a:xfrm>
      </p:grpSpPr>
      <p:pic>
        <p:nvPicPr>
          <p:cNvPr descr="bg-dark-glow.png" id="510" name="Google Shape;510;p30"/>
          <p:cNvPicPr preferRelativeResize="0"/>
          <p:nvPr/>
        </p:nvPicPr>
        <p:blipFill rotWithShape="1">
          <a:blip r:embed="rId3">
            <a:alphaModFix/>
          </a:blip>
          <a:srcRect b="13585" l="0" r="13585" t="0"/>
          <a:stretch/>
        </p:blipFill>
        <p:spPr>
          <a:xfrm>
            <a:off x="0" y="0"/>
            <a:ext cx="9144005" cy="5143500"/>
          </a:xfrm>
          <a:prstGeom prst="rect">
            <a:avLst/>
          </a:prstGeom>
          <a:noFill/>
          <a:ln>
            <a:noFill/>
          </a:ln>
        </p:spPr>
      </p:pic>
      <p:pic>
        <p:nvPicPr>
          <p:cNvPr descr="neo-logo-25-white.png" id="511" name="Google Shape;511;p30"/>
          <p:cNvPicPr preferRelativeResize="0"/>
          <p:nvPr/>
        </p:nvPicPr>
        <p:blipFill rotWithShape="1">
          <a:blip r:embed="rId4">
            <a:alphaModFix/>
          </a:blip>
          <a:srcRect b="0" l="0" r="0" t="0"/>
          <a:stretch/>
        </p:blipFill>
        <p:spPr>
          <a:xfrm>
            <a:off x="571500" y="398780"/>
            <a:ext cx="1228090" cy="245110"/>
          </a:xfrm>
          <a:prstGeom prst="rect">
            <a:avLst/>
          </a:prstGeom>
          <a:noFill/>
          <a:ln>
            <a:noFill/>
          </a:ln>
        </p:spPr>
      </p:pic>
      <p:sp>
        <p:nvSpPr>
          <p:cNvPr id="512" name="Google Shape;512;p30"/>
          <p:cNvSpPr txBox="1"/>
          <p:nvPr/>
        </p:nvSpPr>
        <p:spPr>
          <a:xfrm>
            <a:off x="571500" y="4577080"/>
            <a:ext cx="2032000" cy="1854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a:ea typeface="Montserrat"/>
                <a:cs typeface="Montserrat"/>
                <a:sym typeface="Montserrat"/>
              </a:rPr>
              <a:t>neoconsulting.ai</a:t>
            </a:r>
            <a:endParaRPr b="0" i="0" sz="1400" u="none" cap="none" strike="noStrike">
              <a:solidFill>
                <a:srgbClr val="000000"/>
              </a:solidFill>
              <a:latin typeface="Arial"/>
              <a:ea typeface="Arial"/>
              <a:cs typeface="Arial"/>
              <a:sym typeface="Arial"/>
            </a:endParaRPr>
          </a:p>
        </p:txBody>
      </p:sp>
      <p:sp>
        <p:nvSpPr>
          <p:cNvPr id="513" name="Google Shape;513;p30"/>
          <p:cNvSpPr txBox="1"/>
          <p:nvPr/>
        </p:nvSpPr>
        <p:spPr>
          <a:xfrm>
            <a:off x="571500" y="2430775"/>
            <a:ext cx="8001000" cy="6426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4500"/>
              <a:buFont typeface="Arial"/>
              <a:buNone/>
            </a:pPr>
            <a:r>
              <a:rPr b="0" i="0" lang="en-US" sz="4500" u="none" cap="none" strike="noStrike">
                <a:solidFill>
                  <a:srgbClr val="FFFFFF"/>
                </a:solidFill>
                <a:latin typeface="Montserrat ExtraBold"/>
                <a:ea typeface="Montserrat ExtraBold"/>
                <a:cs typeface="Montserrat ExtraBold"/>
                <a:sym typeface="Montserrat ExtraBold"/>
              </a:rPr>
              <a:t>Cronograma e </a:t>
            </a:r>
            <a:r>
              <a:rPr b="0" i="1" lang="en-US" sz="4500" u="none" cap="none" strike="noStrike">
                <a:solidFill>
                  <a:srgbClr val="9AAFFE"/>
                </a:solidFill>
                <a:latin typeface="Montserrat Black"/>
                <a:ea typeface="Montserrat Black"/>
                <a:cs typeface="Montserrat Black"/>
                <a:sym typeface="Montserrat Black"/>
              </a:rPr>
              <a:t>Inversión</a:t>
            </a:r>
            <a:endParaRPr b="0" i="0" sz="1400" u="none" cap="none" strike="noStrike">
              <a:solidFill>
                <a:srgbClr val="9AAFFE"/>
              </a:solidFill>
              <a:latin typeface="Arial"/>
              <a:ea typeface="Arial"/>
              <a:cs typeface="Arial"/>
              <a:sym typeface="Arial"/>
            </a:endParaRPr>
          </a:p>
        </p:txBody>
      </p:sp>
      <p:sp>
        <p:nvSpPr>
          <p:cNvPr id="514" name="Google Shape;514;p30"/>
          <p:cNvSpPr txBox="1"/>
          <p:nvPr/>
        </p:nvSpPr>
        <p:spPr>
          <a:xfrm>
            <a:off x="571500" y="2070095"/>
            <a:ext cx="8001000" cy="20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SemiBold"/>
                <a:ea typeface="Montserrat SemiBold"/>
                <a:cs typeface="Montserrat SemiBold"/>
                <a:sym typeface="Montserrat SemiBold"/>
              </a:rPr>
              <a:t>SECCIÓN 08</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519" name="Shape 519"/>
        <p:cNvGrpSpPr/>
        <p:nvPr/>
      </p:nvGrpSpPr>
      <p:grpSpPr>
        <a:xfrm>
          <a:off x="0" y="0"/>
          <a:ext cx="0" cy="0"/>
          <a:chOff x="0" y="0"/>
          <a:chExt cx="0" cy="0"/>
        </a:xfrm>
      </p:grpSpPr>
      <p:sp>
        <p:nvSpPr>
          <p:cNvPr id="520" name="Google Shape;520;p31"/>
          <p:cNvSpPr/>
          <p:nvPr/>
        </p:nvSpPr>
        <p:spPr>
          <a:xfrm>
            <a:off x="571500" y="4591050"/>
            <a:ext cx="1362000" cy="1857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neoconsulting.ai </a:t>
            </a:r>
            <a:endParaRPr b="0" i="0" sz="1200" u="none" cap="none" strike="noStrike">
              <a:solidFill>
                <a:schemeClr val="dk1"/>
              </a:solidFill>
              <a:latin typeface="Calibri"/>
              <a:ea typeface="Calibri"/>
              <a:cs typeface="Calibri"/>
              <a:sym typeface="Calibri"/>
            </a:endParaRPr>
          </a:p>
        </p:txBody>
      </p:sp>
      <p:sp>
        <p:nvSpPr>
          <p:cNvPr id="521" name="Google Shape;521;p31"/>
          <p:cNvSpPr/>
          <p:nvPr/>
        </p:nvSpPr>
        <p:spPr>
          <a:xfrm>
            <a:off x="590550" y="933450"/>
            <a:ext cx="6048300" cy="261900"/>
          </a:xfrm>
          <a:prstGeom prst="rect">
            <a:avLst/>
          </a:prstGeom>
          <a:noFill/>
          <a:ln>
            <a:noFill/>
          </a:ln>
        </p:spPr>
        <p:txBody>
          <a:bodyPr anchorCtr="0" anchor="t" bIns="0" lIns="0" spcFirstLastPara="1" rIns="0" wrap="square" tIns="0">
            <a:noAutofit/>
          </a:bodyPr>
          <a:lstStyle/>
          <a:p>
            <a:pPr indent="0" lvl="0" marL="0" marR="0" rtl="0" algn="l">
              <a:lnSpc>
                <a:spcPct val="88181"/>
              </a:lnSpc>
              <a:spcBef>
                <a:spcPts val="0"/>
              </a:spcBef>
              <a:spcAft>
                <a:spcPts val="0"/>
              </a:spcAft>
              <a:buClr>
                <a:srgbClr val="0D1B3E"/>
              </a:buClr>
              <a:buSzPts val="1700"/>
              <a:buFont typeface="Montserrat ExtraBold"/>
              <a:buNone/>
            </a:pPr>
            <a:r>
              <a:rPr b="1" i="0" lang="en-US" sz="1700" u="none" cap="none" strike="noStrike">
                <a:solidFill>
                  <a:srgbClr val="000033"/>
                </a:solidFill>
                <a:latin typeface="Montserrat ExtraBold"/>
                <a:ea typeface="Montserrat ExtraBold"/>
                <a:cs typeface="Montserrat ExtraBold"/>
                <a:sym typeface="Montserrat ExtraBold"/>
              </a:rPr>
              <a:t>Cronograma e </a:t>
            </a:r>
            <a:r>
              <a:rPr b="1" i="0" lang="en-US" sz="1700" u="none" cap="none" strike="noStrike">
                <a:solidFill>
                  <a:srgbClr val="2B5BFC"/>
                </a:solidFill>
                <a:latin typeface="Montserrat ExtraBold"/>
                <a:ea typeface="Montserrat ExtraBold"/>
                <a:cs typeface="Montserrat ExtraBold"/>
                <a:sym typeface="Montserrat ExtraBold"/>
              </a:rPr>
              <a:t>Inversión</a:t>
            </a:r>
            <a:endParaRPr b="0" i="0" sz="1700" u="none" cap="none" strike="noStrike">
              <a:solidFill>
                <a:srgbClr val="2B5BFC"/>
              </a:solidFill>
              <a:latin typeface="Calibri"/>
              <a:ea typeface="Calibri"/>
              <a:cs typeface="Calibri"/>
              <a:sym typeface="Calibri"/>
            </a:endParaRPr>
          </a:p>
        </p:txBody>
      </p:sp>
      <p:sp>
        <p:nvSpPr>
          <p:cNvPr id="522" name="Google Shape;522;p31"/>
          <p:cNvSpPr/>
          <p:nvPr/>
        </p:nvSpPr>
        <p:spPr>
          <a:xfrm>
            <a:off x="571500" y="1339350"/>
            <a:ext cx="8001000" cy="2289900"/>
          </a:xfrm>
          <a:prstGeom prst="roundRect">
            <a:avLst>
              <a:gd fmla="val 2941"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42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31"/>
          <p:cNvSpPr txBox="1"/>
          <p:nvPr/>
        </p:nvSpPr>
        <p:spPr>
          <a:xfrm>
            <a:off x="3223260" y="1507732"/>
            <a:ext cx="1278000" cy="168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33"/>
              </a:buClr>
              <a:buSzPts val="1000"/>
              <a:buFont typeface="Montserrat SemiBold"/>
              <a:buNone/>
            </a:pPr>
            <a:r>
              <a:rPr b="1" i="0" lang="en-US" sz="1000" u="none" cap="none" strike="noStrike">
                <a:solidFill>
                  <a:srgbClr val="000033"/>
                </a:solidFill>
                <a:latin typeface="Montserrat SemiBold"/>
                <a:ea typeface="Montserrat SemiBold"/>
                <a:cs typeface="Montserrat SemiBold"/>
                <a:sym typeface="Montserrat SemiBold"/>
              </a:rPr>
              <a:t>TIEMPO X</a:t>
            </a:r>
            <a:endParaRPr b="0" i="0" sz="1000" u="none" cap="none" strike="noStrike">
              <a:solidFill>
                <a:schemeClr val="dk1"/>
              </a:solidFill>
              <a:latin typeface="Calibri"/>
              <a:ea typeface="Calibri"/>
              <a:cs typeface="Calibri"/>
              <a:sym typeface="Calibri"/>
            </a:endParaRPr>
          </a:p>
        </p:txBody>
      </p:sp>
      <p:sp>
        <p:nvSpPr>
          <p:cNvPr id="524" name="Google Shape;524;p31"/>
          <p:cNvSpPr txBox="1"/>
          <p:nvPr/>
        </p:nvSpPr>
        <p:spPr>
          <a:xfrm>
            <a:off x="4501134" y="1507732"/>
            <a:ext cx="1278000" cy="168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33"/>
              </a:buClr>
              <a:buSzPts val="1000"/>
              <a:buFont typeface="Montserrat SemiBold"/>
              <a:buNone/>
            </a:pPr>
            <a:r>
              <a:rPr b="1" i="0" lang="en-US" sz="1000" u="none" cap="none" strike="noStrike">
                <a:solidFill>
                  <a:srgbClr val="000033"/>
                </a:solidFill>
                <a:latin typeface="Montserrat SemiBold"/>
                <a:ea typeface="Montserrat SemiBold"/>
                <a:cs typeface="Montserrat SemiBold"/>
                <a:sym typeface="Montserrat SemiBold"/>
              </a:rPr>
              <a:t>TIEMPO X</a:t>
            </a:r>
            <a:endParaRPr b="0" i="0" sz="1000" u="none" cap="none" strike="noStrike">
              <a:solidFill>
                <a:schemeClr val="dk1"/>
              </a:solidFill>
              <a:latin typeface="Calibri"/>
              <a:ea typeface="Calibri"/>
              <a:cs typeface="Calibri"/>
              <a:sym typeface="Calibri"/>
            </a:endParaRPr>
          </a:p>
        </p:txBody>
      </p:sp>
      <p:sp>
        <p:nvSpPr>
          <p:cNvPr id="525" name="Google Shape;525;p31"/>
          <p:cNvSpPr txBox="1"/>
          <p:nvPr/>
        </p:nvSpPr>
        <p:spPr>
          <a:xfrm>
            <a:off x="5779008" y="1507732"/>
            <a:ext cx="1278000" cy="168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33"/>
              </a:buClr>
              <a:buSzPts val="1000"/>
              <a:buFont typeface="Montserrat SemiBold"/>
              <a:buNone/>
            </a:pPr>
            <a:r>
              <a:rPr b="1" i="0" lang="en-US" sz="1000" u="none" cap="none" strike="noStrike">
                <a:solidFill>
                  <a:srgbClr val="000033"/>
                </a:solidFill>
                <a:latin typeface="Montserrat SemiBold"/>
                <a:ea typeface="Montserrat SemiBold"/>
                <a:cs typeface="Montserrat SemiBold"/>
                <a:sym typeface="Montserrat SemiBold"/>
              </a:rPr>
              <a:t>TIEMPO X</a:t>
            </a:r>
            <a:endParaRPr b="0" i="0" sz="1000" u="none" cap="none" strike="noStrike">
              <a:solidFill>
                <a:schemeClr val="dk1"/>
              </a:solidFill>
              <a:latin typeface="Calibri"/>
              <a:ea typeface="Calibri"/>
              <a:cs typeface="Calibri"/>
              <a:sym typeface="Calibri"/>
            </a:endParaRPr>
          </a:p>
        </p:txBody>
      </p:sp>
      <p:sp>
        <p:nvSpPr>
          <p:cNvPr id="526" name="Google Shape;526;p31"/>
          <p:cNvSpPr txBox="1"/>
          <p:nvPr/>
        </p:nvSpPr>
        <p:spPr>
          <a:xfrm>
            <a:off x="7056882" y="1507732"/>
            <a:ext cx="1278000" cy="168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33"/>
              </a:buClr>
              <a:buSzPts val="1000"/>
              <a:buFont typeface="Montserrat SemiBold"/>
              <a:buNone/>
            </a:pPr>
            <a:r>
              <a:rPr b="1" i="0" lang="en-US" sz="1000" u="none" cap="none" strike="noStrike">
                <a:solidFill>
                  <a:srgbClr val="000033"/>
                </a:solidFill>
                <a:latin typeface="Montserrat SemiBold"/>
                <a:ea typeface="Montserrat SemiBold"/>
                <a:cs typeface="Montserrat SemiBold"/>
                <a:sym typeface="Montserrat SemiBold"/>
              </a:rPr>
              <a:t>TIEMPO X</a:t>
            </a:r>
            <a:endParaRPr b="0" i="0" sz="1000" u="none" cap="none" strike="noStrike">
              <a:solidFill>
                <a:schemeClr val="dk1"/>
              </a:solidFill>
              <a:latin typeface="Calibri"/>
              <a:ea typeface="Calibri"/>
              <a:cs typeface="Calibri"/>
              <a:sym typeface="Calibri"/>
            </a:endParaRPr>
          </a:p>
        </p:txBody>
      </p:sp>
      <p:sp>
        <p:nvSpPr>
          <p:cNvPr id="527" name="Google Shape;527;p31"/>
          <p:cNvSpPr/>
          <p:nvPr/>
        </p:nvSpPr>
        <p:spPr>
          <a:xfrm>
            <a:off x="809250" y="1743480"/>
            <a:ext cx="7525500" cy="15000"/>
          </a:xfrm>
          <a:prstGeom prst="rect">
            <a:avLst/>
          </a:prstGeom>
          <a:solidFill>
            <a:srgbClr val="7E99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31"/>
          <p:cNvSpPr txBox="1"/>
          <p:nvPr/>
        </p:nvSpPr>
        <p:spPr>
          <a:xfrm>
            <a:off x="809250" y="1850900"/>
            <a:ext cx="2286000" cy="21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33"/>
              </a:buClr>
              <a:buSzPts val="1000"/>
              <a:buFont typeface="Montserrat SemiBold"/>
              <a:buNone/>
            </a:pPr>
            <a:r>
              <a:rPr b="1" i="0" lang="en-US" sz="1000" u="none" cap="none" strike="noStrike">
                <a:solidFill>
                  <a:srgbClr val="000033"/>
                </a:solidFill>
                <a:latin typeface="Montserrat SemiBold"/>
                <a:ea typeface="Montserrat SemiBold"/>
                <a:cs typeface="Montserrat SemiBold"/>
                <a:sym typeface="Montserrat SemiBold"/>
              </a:rPr>
              <a:t>Etapa 1 · Nombre</a:t>
            </a:r>
            <a:endParaRPr b="0" i="0" sz="1000" u="none" cap="none" strike="noStrike">
              <a:solidFill>
                <a:schemeClr val="dk1"/>
              </a:solidFill>
              <a:latin typeface="Calibri"/>
              <a:ea typeface="Calibri"/>
              <a:cs typeface="Calibri"/>
              <a:sym typeface="Calibri"/>
            </a:endParaRPr>
          </a:p>
        </p:txBody>
      </p:sp>
      <p:sp>
        <p:nvSpPr>
          <p:cNvPr id="529" name="Google Shape;529;p31"/>
          <p:cNvSpPr/>
          <p:nvPr/>
        </p:nvSpPr>
        <p:spPr>
          <a:xfrm>
            <a:off x="3223253" y="1945525"/>
            <a:ext cx="1278000" cy="185400"/>
          </a:xfrm>
          <a:prstGeom prst="roundRect">
            <a:avLst>
              <a:gd fmla="val 50000" name="adj"/>
            </a:avLst>
          </a:prstGeom>
          <a:solidFill>
            <a:srgbClr val="2B5B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31"/>
          <p:cNvSpPr/>
          <p:nvPr/>
        </p:nvSpPr>
        <p:spPr>
          <a:xfrm>
            <a:off x="809250" y="2231773"/>
            <a:ext cx="7525500" cy="15000"/>
          </a:xfrm>
          <a:prstGeom prst="rect">
            <a:avLst/>
          </a:prstGeom>
          <a:solidFill>
            <a:srgbClr val="7E99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 name="Google Shape;531;p31"/>
          <p:cNvSpPr txBox="1"/>
          <p:nvPr/>
        </p:nvSpPr>
        <p:spPr>
          <a:xfrm>
            <a:off x="809250" y="2294205"/>
            <a:ext cx="2286000" cy="21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33"/>
              </a:buClr>
              <a:buSzPts val="1000"/>
              <a:buFont typeface="Montserrat SemiBold"/>
              <a:buNone/>
            </a:pPr>
            <a:r>
              <a:rPr b="1" i="0" lang="en-US" sz="1000" u="none" cap="none" strike="noStrike">
                <a:solidFill>
                  <a:srgbClr val="000033"/>
                </a:solidFill>
                <a:latin typeface="Montserrat SemiBold"/>
                <a:ea typeface="Montserrat SemiBold"/>
                <a:cs typeface="Montserrat SemiBold"/>
                <a:sym typeface="Montserrat SemiBold"/>
              </a:rPr>
              <a:t>Etapa 2 · Nombre</a:t>
            </a:r>
            <a:endParaRPr b="0" i="0" sz="1000" u="none" cap="none" strike="noStrike">
              <a:solidFill>
                <a:schemeClr val="dk1"/>
              </a:solidFill>
              <a:latin typeface="Calibri"/>
              <a:ea typeface="Calibri"/>
              <a:cs typeface="Calibri"/>
              <a:sym typeface="Calibri"/>
            </a:endParaRPr>
          </a:p>
        </p:txBody>
      </p:sp>
      <p:sp>
        <p:nvSpPr>
          <p:cNvPr id="532" name="Google Shape;532;p31"/>
          <p:cNvSpPr/>
          <p:nvPr/>
        </p:nvSpPr>
        <p:spPr>
          <a:xfrm>
            <a:off x="4501127" y="2366475"/>
            <a:ext cx="1527900" cy="185400"/>
          </a:xfrm>
          <a:prstGeom prst="roundRect">
            <a:avLst>
              <a:gd fmla="val 50000" name="adj"/>
            </a:avLst>
          </a:prstGeom>
          <a:solidFill>
            <a:srgbClr val="2B5B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31"/>
          <p:cNvSpPr/>
          <p:nvPr/>
        </p:nvSpPr>
        <p:spPr>
          <a:xfrm>
            <a:off x="809250" y="2652715"/>
            <a:ext cx="7525500" cy="15000"/>
          </a:xfrm>
          <a:prstGeom prst="rect">
            <a:avLst/>
          </a:prstGeom>
          <a:solidFill>
            <a:srgbClr val="7E99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31"/>
          <p:cNvSpPr txBox="1"/>
          <p:nvPr/>
        </p:nvSpPr>
        <p:spPr>
          <a:xfrm>
            <a:off x="809250" y="2737510"/>
            <a:ext cx="2286000" cy="21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33"/>
              </a:buClr>
              <a:buSzPts val="1000"/>
              <a:buFont typeface="Montserrat SemiBold"/>
              <a:buNone/>
            </a:pPr>
            <a:r>
              <a:rPr b="1" i="0" lang="en-US" sz="1000" u="none" cap="none" strike="noStrike">
                <a:solidFill>
                  <a:srgbClr val="000033"/>
                </a:solidFill>
                <a:latin typeface="Montserrat SemiBold"/>
                <a:ea typeface="Montserrat SemiBold"/>
                <a:cs typeface="Montserrat SemiBold"/>
                <a:sym typeface="Montserrat SemiBold"/>
              </a:rPr>
              <a:t>Etapa 3 · Nombre</a:t>
            </a:r>
            <a:endParaRPr b="0" i="0" sz="1000" u="none" cap="none" strike="noStrike">
              <a:solidFill>
                <a:schemeClr val="dk1"/>
              </a:solidFill>
              <a:latin typeface="Calibri"/>
              <a:ea typeface="Calibri"/>
              <a:cs typeface="Calibri"/>
              <a:sym typeface="Calibri"/>
            </a:endParaRPr>
          </a:p>
        </p:txBody>
      </p:sp>
      <p:sp>
        <p:nvSpPr>
          <p:cNvPr id="535" name="Google Shape;535;p31"/>
          <p:cNvSpPr/>
          <p:nvPr/>
        </p:nvSpPr>
        <p:spPr>
          <a:xfrm>
            <a:off x="6034577" y="2787450"/>
            <a:ext cx="1278000" cy="185400"/>
          </a:xfrm>
          <a:prstGeom prst="roundRect">
            <a:avLst>
              <a:gd fmla="val 50000" name="adj"/>
            </a:avLst>
          </a:prstGeom>
          <a:solidFill>
            <a:srgbClr val="2B5B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31"/>
          <p:cNvSpPr/>
          <p:nvPr/>
        </p:nvSpPr>
        <p:spPr>
          <a:xfrm>
            <a:off x="809250" y="3073711"/>
            <a:ext cx="7525500" cy="15000"/>
          </a:xfrm>
          <a:prstGeom prst="rect">
            <a:avLst/>
          </a:prstGeom>
          <a:solidFill>
            <a:srgbClr val="7E99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31"/>
          <p:cNvSpPr txBox="1"/>
          <p:nvPr/>
        </p:nvSpPr>
        <p:spPr>
          <a:xfrm>
            <a:off x="809250" y="3180815"/>
            <a:ext cx="2286000" cy="21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33"/>
              </a:buClr>
              <a:buSzPts val="1000"/>
              <a:buFont typeface="Montserrat SemiBold"/>
              <a:buNone/>
            </a:pPr>
            <a:r>
              <a:rPr b="1" i="0" lang="en-US" sz="1000" u="none" cap="none" strike="noStrike">
                <a:solidFill>
                  <a:srgbClr val="000033"/>
                </a:solidFill>
                <a:latin typeface="Montserrat SemiBold"/>
                <a:ea typeface="Montserrat SemiBold"/>
                <a:cs typeface="Montserrat SemiBold"/>
                <a:sym typeface="Montserrat SemiBold"/>
              </a:rPr>
              <a:t>Etapa 4 · Nombre</a:t>
            </a:r>
            <a:endParaRPr b="0" i="0" sz="1000" u="none" cap="none" strike="noStrike">
              <a:solidFill>
                <a:schemeClr val="dk1"/>
              </a:solidFill>
              <a:latin typeface="Calibri"/>
              <a:ea typeface="Calibri"/>
              <a:cs typeface="Calibri"/>
              <a:sym typeface="Calibri"/>
            </a:endParaRPr>
          </a:p>
        </p:txBody>
      </p:sp>
      <p:sp>
        <p:nvSpPr>
          <p:cNvPr id="538" name="Google Shape;538;p31"/>
          <p:cNvSpPr/>
          <p:nvPr/>
        </p:nvSpPr>
        <p:spPr>
          <a:xfrm>
            <a:off x="7312457" y="3208395"/>
            <a:ext cx="1022400" cy="185400"/>
          </a:xfrm>
          <a:prstGeom prst="roundRect">
            <a:avLst>
              <a:gd fmla="val 50000" name="adj"/>
            </a:avLst>
          </a:prstGeom>
          <a:solidFill>
            <a:srgbClr val="0000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31"/>
          <p:cNvSpPr/>
          <p:nvPr/>
        </p:nvSpPr>
        <p:spPr>
          <a:xfrm>
            <a:off x="586550" y="3949242"/>
            <a:ext cx="799200" cy="193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60A2E"/>
              </a:buClr>
              <a:buSzPts val="549"/>
              <a:buFont typeface="Calibri"/>
              <a:buNone/>
            </a:pPr>
            <a:r>
              <a:rPr b="1" i="0" lang="en-US" sz="849" u="none" cap="none" strike="noStrike">
                <a:solidFill>
                  <a:srgbClr val="000033"/>
                </a:solidFill>
                <a:latin typeface="Montserrat"/>
                <a:ea typeface="Montserrat"/>
                <a:cs typeface="Montserrat"/>
                <a:sym typeface="Montserrat"/>
              </a:rPr>
              <a:t>HITOS DE CONTROL</a:t>
            </a:r>
            <a:endParaRPr b="0" i="0" sz="849" u="none" cap="none" strike="noStrike">
              <a:solidFill>
                <a:srgbClr val="000033"/>
              </a:solidFill>
              <a:latin typeface="Montserrat"/>
              <a:ea typeface="Montserrat"/>
              <a:cs typeface="Montserrat"/>
              <a:sym typeface="Montserrat"/>
            </a:endParaRPr>
          </a:p>
        </p:txBody>
      </p:sp>
      <p:sp>
        <p:nvSpPr>
          <p:cNvPr id="540" name="Google Shape;540;p31"/>
          <p:cNvSpPr/>
          <p:nvPr/>
        </p:nvSpPr>
        <p:spPr>
          <a:xfrm>
            <a:off x="1467718" y="3873367"/>
            <a:ext cx="1728900" cy="507900"/>
          </a:xfrm>
          <a:prstGeom prst="roundRect">
            <a:avLst>
              <a:gd fmla="val 5714" name="adj"/>
            </a:avLst>
          </a:prstGeom>
          <a:solidFill>
            <a:srgbClr val="EEF3FF"/>
          </a:solidFill>
          <a:ln cap="flat" cmpd="sng" w="9525">
            <a:solidFill>
              <a:srgbClr val="F4F2FD"/>
            </a:solidFill>
            <a:prstDash val="solid"/>
            <a:round/>
            <a:headEnd len="sm" w="sm" type="none"/>
            <a:tailEnd len="sm" w="sm" type="none"/>
          </a:ln>
        </p:spPr>
        <p:txBody>
          <a:bodyPr anchorCtr="0" anchor="ctr" bIns="55750" lIns="55750" spcFirstLastPara="1" rIns="55750" wrap="square" tIns="557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31"/>
          <p:cNvSpPr/>
          <p:nvPr/>
        </p:nvSpPr>
        <p:spPr>
          <a:xfrm>
            <a:off x="1568080" y="3921747"/>
            <a:ext cx="1527900" cy="120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BBF"/>
              </a:buClr>
              <a:buSzPts val="549"/>
              <a:buFont typeface="Calibri"/>
              <a:buNone/>
            </a:pPr>
            <a:r>
              <a:rPr b="1" i="0" lang="en-US" sz="649" u="none" cap="none" strike="noStrike">
                <a:solidFill>
                  <a:srgbClr val="2B5BFC"/>
                </a:solidFill>
                <a:latin typeface="Montserrat"/>
                <a:ea typeface="Montserrat"/>
                <a:cs typeface="Montserrat"/>
                <a:sym typeface="Montserrat"/>
              </a:rPr>
              <a:t>◆  TIEMPO X</a:t>
            </a:r>
            <a:endParaRPr b="0" i="0" sz="649" u="none" cap="none" strike="noStrike">
              <a:solidFill>
                <a:srgbClr val="2B5BFC"/>
              </a:solidFill>
              <a:latin typeface="Montserrat"/>
              <a:ea typeface="Montserrat"/>
              <a:cs typeface="Montserrat"/>
              <a:sym typeface="Montserrat"/>
            </a:endParaRPr>
          </a:p>
        </p:txBody>
      </p:sp>
      <p:sp>
        <p:nvSpPr>
          <p:cNvPr id="542" name="Google Shape;542;p31"/>
          <p:cNvSpPr/>
          <p:nvPr/>
        </p:nvSpPr>
        <p:spPr>
          <a:xfrm>
            <a:off x="1568080" y="4057211"/>
            <a:ext cx="1527900" cy="29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5F"/>
              </a:buClr>
              <a:buSzPts val="579"/>
              <a:buFont typeface="Calibri"/>
              <a:buNone/>
            </a:pPr>
            <a:r>
              <a:rPr b="0" i="0" lang="en-US" sz="800" u="none" cap="none" strike="noStrike">
                <a:solidFill>
                  <a:srgbClr val="000033"/>
                </a:solidFill>
                <a:latin typeface="Montserrat"/>
                <a:ea typeface="Montserrat"/>
                <a:cs typeface="Montserrat"/>
                <a:sym typeface="Montserrat"/>
              </a:rPr>
              <a:t>XXXX</a:t>
            </a:r>
            <a:endParaRPr b="0" i="0" sz="800" u="none" cap="none" strike="noStrike">
              <a:solidFill>
                <a:srgbClr val="000033"/>
              </a:solidFill>
              <a:latin typeface="Montserrat"/>
              <a:ea typeface="Montserrat"/>
              <a:cs typeface="Montserrat"/>
              <a:sym typeface="Montserrat"/>
            </a:endParaRPr>
          </a:p>
        </p:txBody>
      </p:sp>
      <p:sp>
        <p:nvSpPr>
          <p:cNvPr id="543" name="Google Shape;543;p31"/>
          <p:cNvSpPr/>
          <p:nvPr/>
        </p:nvSpPr>
        <p:spPr>
          <a:xfrm>
            <a:off x="3278760" y="3875192"/>
            <a:ext cx="1728900" cy="507900"/>
          </a:xfrm>
          <a:prstGeom prst="roundRect">
            <a:avLst>
              <a:gd fmla="val 5714" name="adj"/>
            </a:avLst>
          </a:prstGeom>
          <a:solidFill>
            <a:srgbClr val="EEF3FF"/>
          </a:solidFill>
          <a:ln cap="flat" cmpd="sng" w="9525">
            <a:solidFill>
              <a:srgbClr val="F4F2FD"/>
            </a:solidFill>
            <a:prstDash val="solid"/>
            <a:round/>
            <a:headEnd len="sm" w="sm" type="none"/>
            <a:tailEnd len="sm" w="sm" type="none"/>
          </a:ln>
        </p:spPr>
        <p:txBody>
          <a:bodyPr anchorCtr="0" anchor="ctr" bIns="55750" lIns="55750" spcFirstLastPara="1" rIns="55750" wrap="square" tIns="557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31"/>
          <p:cNvSpPr/>
          <p:nvPr/>
        </p:nvSpPr>
        <p:spPr>
          <a:xfrm>
            <a:off x="3379121" y="3923572"/>
            <a:ext cx="1527900" cy="120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BBF"/>
              </a:buClr>
              <a:buSzPts val="549"/>
              <a:buFont typeface="Calibri"/>
              <a:buNone/>
            </a:pPr>
            <a:r>
              <a:rPr b="1" i="0" lang="en-US" sz="649" u="none" cap="none" strike="noStrike">
                <a:solidFill>
                  <a:srgbClr val="2B5BFC"/>
                </a:solidFill>
                <a:latin typeface="Montserrat"/>
                <a:ea typeface="Montserrat"/>
                <a:cs typeface="Montserrat"/>
                <a:sym typeface="Montserrat"/>
              </a:rPr>
              <a:t>◆  TIEMPO X</a:t>
            </a:r>
            <a:endParaRPr b="0" i="0" sz="649" u="none" cap="none" strike="noStrike">
              <a:solidFill>
                <a:srgbClr val="2B5BFC"/>
              </a:solidFill>
              <a:latin typeface="Montserrat"/>
              <a:ea typeface="Montserrat"/>
              <a:cs typeface="Montserrat"/>
              <a:sym typeface="Montserrat"/>
            </a:endParaRPr>
          </a:p>
        </p:txBody>
      </p:sp>
      <p:sp>
        <p:nvSpPr>
          <p:cNvPr id="545" name="Google Shape;545;p31"/>
          <p:cNvSpPr/>
          <p:nvPr/>
        </p:nvSpPr>
        <p:spPr>
          <a:xfrm>
            <a:off x="3379121" y="4059036"/>
            <a:ext cx="1527900" cy="29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5F"/>
              </a:buClr>
              <a:buSzPts val="579"/>
              <a:buFont typeface="Calibri"/>
              <a:buNone/>
            </a:pPr>
            <a:r>
              <a:rPr b="0" i="0" lang="en-US" sz="800" u="none" cap="none" strike="noStrike">
                <a:solidFill>
                  <a:srgbClr val="000033"/>
                </a:solidFill>
                <a:latin typeface="Montserrat"/>
                <a:ea typeface="Montserrat"/>
                <a:cs typeface="Montserrat"/>
                <a:sym typeface="Montserrat"/>
              </a:rPr>
              <a:t>XXXXX</a:t>
            </a:r>
            <a:endParaRPr b="0" i="0" sz="800" u="none" cap="none" strike="noStrike">
              <a:solidFill>
                <a:srgbClr val="000033"/>
              </a:solidFill>
              <a:latin typeface="Montserrat"/>
              <a:ea typeface="Montserrat"/>
              <a:cs typeface="Montserrat"/>
              <a:sym typeface="Montserrat"/>
            </a:endParaRPr>
          </a:p>
        </p:txBody>
      </p:sp>
      <p:sp>
        <p:nvSpPr>
          <p:cNvPr id="546" name="Google Shape;546;p31"/>
          <p:cNvSpPr/>
          <p:nvPr/>
        </p:nvSpPr>
        <p:spPr>
          <a:xfrm>
            <a:off x="5085517" y="3877067"/>
            <a:ext cx="1728900" cy="507900"/>
          </a:xfrm>
          <a:prstGeom prst="roundRect">
            <a:avLst>
              <a:gd fmla="val 5714" name="adj"/>
            </a:avLst>
          </a:prstGeom>
          <a:solidFill>
            <a:srgbClr val="EEF3FF"/>
          </a:solidFill>
          <a:ln cap="flat" cmpd="sng" w="9525">
            <a:solidFill>
              <a:srgbClr val="F4F2FD"/>
            </a:solidFill>
            <a:prstDash val="solid"/>
            <a:round/>
            <a:headEnd len="sm" w="sm" type="none"/>
            <a:tailEnd len="sm" w="sm" type="none"/>
          </a:ln>
        </p:spPr>
        <p:txBody>
          <a:bodyPr anchorCtr="0" anchor="ctr" bIns="55750" lIns="55750" spcFirstLastPara="1" rIns="55750" wrap="square" tIns="557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31"/>
          <p:cNvSpPr/>
          <p:nvPr/>
        </p:nvSpPr>
        <p:spPr>
          <a:xfrm>
            <a:off x="5185879" y="3925447"/>
            <a:ext cx="1527900" cy="120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BBF"/>
              </a:buClr>
              <a:buSzPts val="549"/>
              <a:buFont typeface="Calibri"/>
              <a:buNone/>
            </a:pPr>
            <a:r>
              <a:rPr b="1" i="0" lang="en-US" sz="649" u="none" cap="none" strike="noStrike">
                <a:solidFill>
                  <a:srgbClr val="2B5BFC"/>
                </a:solidFill>
                <a:latin typeface="Montserrat"/>
                <a:ea typeface="Montserrat"/>
                <a:cs typeface="Montserrat"/>
                <a:sym typeface="Montserrat"/>
              </a:rPr>
              <a:t>◆ TIEMPO X</a:t>
            </a:r>
            <a:endParaRPr b="0" i="0" sz="649" u="none" cap="none" strike="noStrike">
              <a:solidFill>
                <a:srgbClr val="2B5BFC"/>
              </a:solidFill>
              <a:latin typeface="Montserrat"/>
              <a:ea typeface="Montserrat"/>
              <a:cs typeface="Montserrat"/>
              <a:sym typeface="Montserrat"/>
            </a:endParaRPr>
          </a:p>
        </p:txBody>
      </p:sp>
      <p:sp>
        <p:nvSpPr>
          <p:cNvPr id="548" name="Google Shape;548;p31"/>
          <p:cNvSpPr/>
          <p:nvPr/>
        </p:nvSpPr>
        <p:spPr>
          <a:xfrm>
            <a:off x="5185879" y="4060911"/>
            <a:ext cx="1527900" cy="29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5F"/>
              </a:buClr>
              <a:buSzPts val="579"/>
              <a:buFont typeface="Calibri"/>
              <a:buNone/>
            </a:pPr>
            <a:r>
              <a:rPr b="0" i="0" lang="en-US" sz="800" u="none" cap="none" strike="noStrike">
                <a:solidFill>
                  <a:srgbClr val="000033"/>
                </a:solidFill>
                <a:latin typeface="Montserrat"/>
                <a:ea typeface="Montserrat"/>
                <a:cs typeface="Montserrat"/>
                <a:sym typeface="Montserrat"/>
              </a:rPr>
              <a:t>XXXX</a:t>
            </a:r>
            <a:endParaRPr b="0" i="0" sz="800" u="none" cap="none" strike="noStrike">
              <a:solidFill>
                <a:srgbClr val="000033"/>
              </a:solidFill>
              <a:latin typeface="Montserrat"/>
              <a:ea typeface="Montserrat"/>
              <a:cs typeface="Montserrat"/>
              <a:sym typeface="Montserrat"/>
            </a:endParaRPr>
          </a:p>
        </p:txBody>
      </p:sp>
      <p:sp>
        <p:nvSpPr>
          <p:cNvPr id="549" name="Google Shape;549;p31"/>
          <p:cNvSpPr/>
          <p:nvPr/>
        </p:nvSpPr>
        <p:spPr>
          <a:xfrm>
            <a:off x="6892301" y="3873367"/>
            <a:ext cx="1653300" cy="507900"/>
          </a:xfrm>
          <a:prstGeom prst="roundRect">
            <a:avLst>
              <a:gd fmla="val 5714" name="adj"/>
            </a:avLst>
          </a:prstGeom>
          <a:solidFill>
            <a:srgbClr val="EEF3FF"/>
          </a:solidFill>
          <a:ln cap="flat" cmpd="sng" w="9525">
            <a:solidFill>
              <a:srgbClr val="F4F2FD"/>
            </a:solidFill>
            <a:prstDash val="solid"/>
            <a:round/>
            <a:headEnd len="sm" w="sm" type="none"/>
            <a:tailEnd len="sm" w="sm" type="none"/>
          </a:ln>
        </p:spPr>
        <p:txBody>
          <a:bodyPr anchorCtr="0" anchor="ctr" bIns="55750" lIns="55750" spcFirstLastPara="1" rIns="55750" wrap="square" tIns="557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31"/>
          <p:cNvSpPr/>
          <p:nvPr/>
        </p:nvSpPr>
        <p:spPr>
          <a:xfrm>
            <a:off x="6992654" y="3921747"/>
            <a:ext cx="1527900" cy="120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BBF"/>
              </a:buClr>
              <a:buSzPts val="549"/>
              <a:buFont typeface="Calibri"/>
              <a:buNone/>
            </a:pPr>
            <a:r>
              <a:rPr b="1" i="0" lang="en-US" sz="649" u="none" cap="none" strike="noStrike">
                <a:solidFill>
                  <a:srgbClr val="2B5BFC"/>
                </a:solidFill>
                <a:latin typeface="Montserrat"/>
                <a:ea typeface="Montserrat"/>
                <a:cs typeface="Montserrat"/>
                <a:sym typeface="Montserrat"/>
              </a:rPr>
              <a:t>◆  TIEMPO X</a:t>
            </a:r>
            <a:endParaRPr b="0" i="0" sz="649" u="none" cap="none" strike="noStrike">
              <a:solidFill>
                <a:srgbClr val="2B5BFC"/>
              </a:solidFill>
              <a:latin typeface="Montserrat"/>
              <a:ea typeface="Montserrat"/>
              <a:cs typeface="Montserrat"/>
              <a:sym typeface="Montserrat"/>
            </a:endParaRPr>
          </a:p>
        </p:txBody>
      </p:sp>
      <p:sp>
        <p:nvSpPr>
          <p:cNvPr id="551" name="Google Shape;551;p31"/>
          <p:cNvSpPr/>
          <p:nvPr/>
        </p:nvSpPr>
        <p:spPr>
          <a:xfrm>
            <a:off x="6992654" y="4057211"/>
            <a:ext cx="1527900" cy="29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5F"/>
              </a:buClr>
              <a:buSzPts val="579"/>
              <a:buFont typeface="Calibri"/>
              <a:buNone/>
            </a:pPr>
            <a:r>
              <a:rPr b="0" i="0" lang="en-US" sz="800" u="none" cap="none" strike="noStrike">
                <a:solidFill>
                  <a:srgbClr val="000033"/>
                </a:solidFill>
                <a:latin typeface="Montserrat"/>
                <a:ea typeface="Montserrat"/>
                <a:cs typeface="Montserrat"/>
                <a:sym typeface="Montserrat"/>
              </a:rPr>
              <a:t>XXXX</a:t>
            </a:r>
            <a:endParaRPr b="0" i="0" sz="800" u="none" cap="none" strike="noStrike">
              <a:solidFill>
                <a:srgbClr val="000033"/>
              </a:solidFill>
              <a:latin typeface="Montserrat"/>
              <a:ea typeface="Montserrat"/>
              <a:cs typeface="Montserrat"/>
              <a:sym typeface="Montserra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200038" scaled="0"/>
        </a:gradFill>
      </p:bgPr>
    </p:bg>
    <p:spTree>
      <p:nvGrpSpPr>
        <p:cNvPr id="556" name="Shape 556"/>
        <p:cNvGrpSpPr/>
        <p:nvPr/>
      </p:nvGrpSpPr>
      <p:grpSpPr>
        <a:xfrm>
          <a:off x="0" y="0"/>
          <a:ext cx="0" cy="0"/>
          <a:chOff x="0" y="0"/>
          <a:chExt cx="0" cy="0"/>
        </a:xfrm>
      </p:grpSpPr>
      <p:sp>
        <p:nvSpPr>
          <p:cNvPr id="557" name="Google Shape;557;p32"/>
          <p:cNvSpPr txBox="1"/>
          <p:nvPr/>
        </p:nvSpPr>
        <p:spPr>
          <a:xfrm>
            <a:off x="571500" y="890626"/>
            <a:ext cx="8001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INVERSIÓN</a:t>
            </a:r>
            <a:endParaRPr b="0" i="0" sz="1100" u="none" cap="none" strike="noStrike">
              <a:solidFill>
                <a:schemeClr val="dk1"/>
              </a:solidFill>
              <a:latin typeface="Calibri"/>
              <a:ea typeface="Calibri"/>
              <a:cs typeface="Calibri"/>
              <a:sym typeface="Calibri"/>
            </a:endParaRPr>
          </a:p>
        </p:txBody>
      </p:sp>
      <p:sp>
        <p:nvSpPr>
          <p:cNvPr id="558" name="Google Shape;558;p32"/>
          <p:cNvSpPr txBox="1"/>
          <p:nvPr/>
        </p:nvSpPr>
        <p:spPr>
          <a:xfrm>
            <a:off x="571500" y="1174090"/>
            <a:ext cx="8001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Inversión</a:t>
            </a:r>
            <a:endParaRPr b="0" i="0" sz="2100" u="none" cap="none" strike="noStrike">
              <a:solidFill>
                <a:schemeClr val="dk1"/>
              </a:solidFill>
              <a:latin typeface="Calibri"/>
              <a:ea typeface="Calibri"/>
              <a:cs typeface="Calibri"/>
              <a:sym typeface="Calibri"/>
            </a:endParaRPr>
          </a:p>
        </p:txBody>
      </p:sp>
      <p:sp>
        <p:nvSpPr>
          <p:cNvPr id="559" name="Google Shape;559;p32"/>
          <p:cNvSpPr/>
          <p:nvPr/>
        </p:nvSpPr>
        <p:spPr>
          <a:xfrm>
            <a:off x="571500" y="1596172"/>
            <a:ext cx="8001000" cy="2194500"/>
          </a:xfrm>
          <a:prstGeom prst="roundRect">
            <a:avLst>
              <a:gd fmla="val 3333"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32"/>
          <p:cNvSpPr txBox="1"/>
          <p:nvPr/>
        </p:nvSpPr>
        <p:spPr>
          <a:xfrm>
            <a:off x="790956" y="1742476"/>
            <a:ext cx="2286000" cy="164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850" u="none" cap="none" strike="noStrike">
                <a:solidFill>
                  <a:srgbClr val="2B5BFC"/>
                </a:solidFill>
                <a:latin typeface="Montserrat SemiBold"/>
                <a:ea typeface="Montserrat SemiBold"/>
                <a:cs typeface="Montserrat SemiBold"/>
                <a:sym typeface="Montserrat SemiBold"/>
              </a:rPr>
              <a:t>Etapa</a:t>
            </a:r>
            <a:endParaRPr b="0" i="0" sz="850" u="none" cap="none" strike="noStrike">
              <a:solidFill>
                <a:schemeClr val="dk1"/>
              </a:solidFill>
              <a:latin typeface="Calibri"/>
              <a:ea typeface="Calibri"/>
              <a:cs typeface="Calibri"/>
              <a:sym typeface="Calibri"/>
            </a:endParaRPr>
          </a:p>
        </p:txBody>
      </p:sp>
      <p:sp>
        <p:nvSpPr>
          <p:cNvPr id="561" name="Google Shape;561;p32"/>
          <p:cNvSpPr txBox="1"/>
          <p:nvPr/>
        </p:nvSpPr>
        <p:spPr>
          <a:xfrm>
            <a:off x="3186684" y="1742476"/>
            <a:ext cx="3657600" cy="164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850" u="none" cap="none" strike="noStrike">
                <a:solidFill>
                  <a:srgbClr val="2B5BFC"/>
                </a:solidFill>
                <a:latin typeface="Montserrat SemiBold"/>
                <a:ea typeface="Montserrat SemiBold"/>
                <a:cs typeface="Montserrat SemiBold"/>
                <a:sym typeface="Montserrat SemiBold"/>
              </a:rPr>
              <a:t>Entregable</a:t>
            </a:r>
            <a:endParaRPr b="0" i="0" sz="850" u="none" cap="none" strike="noStrike">
              <a:solidFill>
                <a:schemeClr val="dk1"/>
              </a:solidFill>
              <a:latin typeface="Calibri"/>
              <a:ea typeface="Calibri"/>
              <a:cs typeface="Calibri"/>
              <a:sym typeface="Calibri"/>
            </a:endParaRPr>
          </a:p>
        </p:txBody>
      </p:sp>
      <p:sp>
        <p:nvSpPr>
          <p:cNvPr id="562" name="Google Shape;562;p32"/>
          <p:cNvSpPr txBox="1"/>
          <p:nvPr/>
        </p:nvSpPr>
        <p:spPr>
          <a:xfrm>
            <a:off x="6890015" y="1729676"/>
            <a:ext cx="1463100" cy="164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B5BFC"/>
              </a:buClr>
              <a:buSzPts val="850"/>
              <a:buFont typeface="Montserrat SemiBold"/>
              <a:buNone/>
            </a:pPr>
            <a:r>
              <a:rPr b="1" i="0" lang="en-US" sz="850" u="none" cap="none" strike="noStrike">
                <a:solidFill>
                  <a:srgbClr val="2B5BFC"/>
                </a:solidFill>
                <a:latin typeface="Montserrat SemiBold"/>
                <a:ea typeface="Montserrat SemiBold"/>
                <a:cs typeface="Montserrat SemiBold"/>
                <a:sym typeface="Montserrat SemiBold"/>
              </a:rPr>
              <a:t>Inversión / Total</a:t>
            </a:r>
            <a:endParaRPr b="0" i="0" sz="850" u="none" cap="none" strike="noStrike">
              <a:solidFill>
                <a:schemeClr val="dk1"/>
              </a:solidFill>
              <a:latin typeface="Calibri"/>
              <a:ea typeface="Calibri"/>
              <a:cs typeface="Calibri"/>
              <a:sym typeface="Calibri"/>
            </a:endParaRPr>
          </a:p>
        </p:txBody>
      </p:sp>
      <p:sp>
        <p:nvSpPr>
          <p:cNvPr id="563" name="Google Shape;563;p32"/>
          <p:cNvSpPr/>
          <p:nvPr/>
        </p:nvSpPr>
        <p:spPr>
          <a:xfrm>
            <a:off x="790950" y="1980231"/>
            <a:ext cx="7562100" cy="15600"/>
          </a:xfrm>
          <a:prstGeom prst="rect">
            <a:avLst/>
          </a:prstGeom>
          <a:solidFill>
            <a:srgbClr val="9AAF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p32"/>
          <p:cNvSpPr txBox="1"/>
          <p:nvPr/>
        </p:nvSpPr>
        <p:spPr>
          <a:xfrm>
            <a:off x="790950" y="2060739"/>
            <a:ext cx="2286000" cy="2991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33"/>
              </a:buClr>
              <a:buSzPts val="800"/>
              <a:buFont typeface="Montserrat SemiBold"/>
              <a:buNone/>
            </a:pPr>
            <a:r>
              <a:rPr b="1" i="0" lang="en-US" sz="800" u="none" cap="none" strike="noStrike">
                <a:solidFill>
                  <a:srgbClr val="000033"/>
                </a:solidFill>
                <a:latin typeface="Montserrat SemiBold"/>
                <a:ea typeface="Montserrat SemiBold"/>
                <a:cs typeface="Montserrat SemiBold"/>
                <a:sym typeface="Montserrat SemiBold"/>
              </a:rPr>
              <a:t>Etapa 1: xxx</a:t>
            </a:r>
            <a:endParaRPr b="0" i="0" sz="800" u="none" cap="none" strike="noStrike">
              <a:solidFill>
                <a:schemeClr val="dk1"/>
              </a:solidFill>
              <a:latin typeface="Calibri"/>
              <a:ea typeface="Calibri"/>
              <a:cs typeface="Calibri"/>
              <a:sym typeface="Calibri"/>
            </a:endParaRPr>
          </a:p>
        </p:txBody>
      </p:sp>
      <p:sp>
        <p:nvSpPr>
          <p:cNvPr id="565" name="Google Shape;565;p32"/>
          <p:cNvSpPr txBox="1"/>
          <p:nvPr/>
        </p:nvSpPr>
        <p:spPr>
          <a:xfrm>
            <a:off x="3186684" y="2060740"/>
            <a:ext cx="3749100" cy="329100"/>
          </a:xfrm>
          <a:prstGeom prst="rect">
            <a:avLst/>
          </a:prstGeom>
          <a:noFill/>
          <a:ln>
            <a:noFill/>
          </a:ln>
        </p:spPr>
        <p:txBody>
          <a:bodyPr anchorCtr="0" anchor="t" bIns="0" lIns="0" spcFirstLastPara="1" rIns="0" wrap="square" tIns="0">
            <a:noAutofit/>
          </a:bodyPr>
          <a:lstStyle/>
          <a:p>
            <a:pPr indent="-273050" lvl="0" marL="285750" marR="0" rtl="0" algn="l">
              <a:lnSpc>
                <a:spcPct val="115000"/>
              </a:lnSpc>
              <a:spcBef>
                <a:spcPts val="0"/>
              </a:spcBef>
              <a:spcAft>
                <a:spcPts val="0"/>
              </a:spcAft>
              <a:buClr>
                <a:schemeClr val="dk1"/>
              </a:buClr>
              <a:buSzPts val="700"/>
              <a:buFont typeface="Calibri"/>
              <a:buChar char="●"/>
            </a:pPr>
            <a:r>
              <a:rPr b="0" i="0" lang="en-US" sz="700" u="none" cap="none" strike="noStrike">
                <a:solidFill>
                  <a:srgbClr val="000033"/>
                </a:solidFill>
                <a:latin typeface="Montserrat"/>
                <a:ea typeface="Montserrat"/>
                <a:cs typeface="Montserrat"/>
                <a:sym typeface="Montserrat"/>
              </a:rPr>
              <a:t>xxxx</a:t>
            </a:r>
            <a:endParaRPr b="0" i="0" sz="700" u="none" cap="none" strike="noStrike">
              <a:solidFill>
                <a:schemeClr val="dk1"/>
              </a:solidFill>
              <a:latin typeface="Calibri"/>
              <a:ea typeface="Calibri"/>
              <a:cs typeface="Calibri"/>
              <a:sym typeface="Calibri"/>
            </a:endParaRPr>
          </a:p>
        </p:txBody>
      </p:sp>
      <p:sp>
        <p:nvSpPr>
          <p:cNvPr id="566" name="Google Shape;566;p32"/>
          <p:cNvSpPr/>
          <p:nvPr/>
        </p:nvSpPr>
        <p:spPr>
          <a:xfrm>
            <a:off x="790950" y="2364275"/>
            <a:ext cx="6144900" cy="15600"/>
          </a:xfrm>
          <a:prstGeom prst="rect">
            <a:avLst/>
          </a:prstGeom>
          <a:solidFill>
            <a:srgbClr val="9AAF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p32"/>
          <p:cNvSpPr txBox="1"/>
          <p:nvPr/>
        </p:nvSpPr>
        <p:spPr>
          <a:xfrm>
            <a:off x="790950" y="2407837"/>
            <a:ext cx="2286000" cy="279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33"/>
              </a:buClr>
              <a:buSzPts val="800"/>
              <a:buFont typeface="Montserrat SemiBold"/>
              <a:buNone/>
            </a:pPr>
            <a:r>
              <a:rPr b="1" i="0" lang="en-US" sz="800" u="none" cap="none" strike="noStrike">
                <a:solidFill>
                  <a:srgbClr val="000033"/>
                </a:solidFill>
                <a:latin typeface="Montserrat SemiBold"/>
                <a:ea typeface="Montserrat SemiBold"/>
                <a:cs typeface="Montserrat SemiBold"/>
                <a:sym typeface="Montserrat SemiBold"/>
              </a:rPr>
              <a:t>Etapa 2: xxxxx</a:t>
            </a:r>
            <a:endParaRPr b="0" i="0" sz="800" u="none" cap="none" strike="noStrike">
              <a:solidFill>
                <a:schemeClr val="dk1"/>
              </a:solidFill>
              <a:latin typeface="Calibri"/>
              <a:ea typeface="Calibri"/>
              <a:cs typeface="Calibri"/>
              <a:sym typeface="Calibri"/>
            </a:endParaRPr>
          </a:p>
        </p:txBody>
      </p:sp>
      <p:sp>
        <p:nvSpPr>
          <p:cNvPr id="568" name="Google Shape;568;p32"/>
          <p:cNvSpPr txBox="1"/>
          <p:nvPr/>
        </p:nvSpPr>
        <p:spPr>
          <a:xfrm>
            <a:off x="3186684" y="2425767"/>
            <a:ext cx="3749100" cy="329100"/>
          </a:xfrm>
          <a:prstGeom prst="rect">
            <a:avLst/>
          </a:prstGeom>
          <a:noFill/>
          <a:ln>
            <a:noFill/>
          </a:ln>
        </p:spPr>
        <p:txBody>
          <a:bodyPr anchorCtr="0" anchor="t" bIns="0" lIns="0" spcFirstLastPara="1" rIns="0" wrap="square" tIns="0">
            <a:noAutofit/>
          </a:bodyPr>
          <a:lstStyle/>
          <a:p>
            <a:pPr indent="-273050" lvl="0" marL="285750" marR="0" rtl="0" algn="l">
              <a:lnSpc>
                <a:spcPct val="115000"/>
              </a:lnSpc>
              <a:spcBef>
                <a:spcPts val="0"/>
              </a:spcBef>
              <a:spcAft>
                <a:spcPts val="0"/>
              </a:spcAft>
              <a:buClr>
                <a:schemeClr val="dk1"/>
              </a:buClr>
              <a:buSzPts val="700"/>
              <a:buFont typeface="Calibri"/>
              <a:buChar char="●"/>
            </a:pPr>
            <a:r>
              <a:rPr b="0" i="0" lang="en-US" sz="700" u="none" cap="none" strike="noStrike">
                <a:solidFill>
                  <a:srgbClr val="000033"/>
                </a:solidFill>
                <a:latin typeface="Montserrat"/>
                <a:ea typeface="Montserrat"/>
                <a:cs typeface="Montserrat"/>
                <a:sym typeface="Montserrat"/>
              </a:rPr>
              <a:t>xxxx</a:t>
            </a:r>
            <a:endParaRPr b="0" i="0" sz="700" u="none" cap="none" strike="noStrike">
              <a:solidFill>
                <a:srgbClr val="000033"/>
              </a:solidFill>
              <a:latin typeface="Montserrat"/>
              <a:ea typeface="Montserrat"/>
              <a:cs typeface="Montserrat"/>
              <a:sym typeface="Montserrat"/>
            </a:endParaRPr>
          </a:p>
        </p:txBody>
      </p:sp>
      <p:sp>
        <p:nvSpPr>
          <p:cNvPr id="569" name="Google Shape;569;p32"/>
          <p:cNvSpPr txBox="1"/>
          <p:nvPr/>
        </p:nvSpPr>
        <p:spPr>
          <a:xfrm>
            <a:off x="6914800" y="2595688"/>
            <a:ext cx="1463100" cy="2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75757"/>
              </a:buClr>
              <a:buSzPts val="800"/>
              <a:buFont typeface="Montserrat"/>
              <a:buNone/>
            </a:pPr>
            <a:r>
              <a:rPr b="0" i="0" lang="en-US" sz="800" u="none" cap="none" strike="noStrike">
                <a:solidFill>
                  <a:srgbClr val="000033"/>
                </a:solidFill>
                <a:latin typeface="Montserrat"/>
                <a:ea typeface="Montserrat"/>
                <a:cs typeface="Montserrat"/>
                <a:sym typeface="Montserrat"/>
              </a:rPr>
              <a:t>[a completar a mano]</a:t>
            </a:r>
            <a:endParaRPr b="0" i="0" sz="800" u="none" cap="none" strike="noStrike">
              <a:solidFill>
                <a:schemeClr val="dk1"/>
              </a:solidFill>
              <a:latin typeface="Calibri"/>
              <a:ea typeface="Calibri"/>
              <a:cs typeface="Calibri"/>
              <a:sym typeface="Calibri"/>
            </a:endParaRPr>
          </a:p>
        </p:txBody>
      </p:sp>
      <p:sp>
        <p:nvSpPr>
          <p:cNvPr id="570" name="Google Shape;570;p32"/>
          <p:cNvSpPr/>
          <p:nvPr/>
        </p:nvSpPr>
        <p:spPr>
          <a:xfrm>
            <a:off x="790950" y="2693446"/>
            <a:ext cx="6144900" cy="15600"/>
          </a:xfrm>
          <a:prstGeom prst="rect">
            <a:avLst/>
          </a:prstGeom>
          <a:solidFill>
            <a:srgbClr val="9AAF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p32"/>
          <p:cNvSpPr txBox="1"/>
          <p:nvPr/>
        </p:nvSpPr>
        <p:spPr>
          <a:xfrm>
            <a:off x="790950" y="2737035"/>
            <a:ext cx="2286000" cy="279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33"/>
              </a:buClr>
              <a:buSzPts val="800"/>
              <a:buFont typeface="Montserrat SemiBold"/>
              <a:buNone/>
            </a:pPr>
            <a:r>
              <a:rPr b="1" i="0" lang="en-US" sz="800" u="none" cap="none" strike="noStrike">
                <a:solidFill>
                  <a:srgbClr val="000033"/>
                </a:solidFill>
                <a:latin typeface="Montserrat SemiBold"/>
                <a:ea typeface="Montserrat SemiBold"/>
                <a:cs typeface="Montserrat SemiBold"/>
                <a:sym typeface="Montserrat SemiBold"/>
              </a:rPr>
              <a:t>Etapa 3: xxxxx</a:t>
            </a:r>
            <a:endParaRPr b="0" i="0" sz="800" u="none" cap="none" strike="noStrike">
              <a:solidFill>
                <a:schemeClr val="dk1"/>
              </a:solidFill>
              <a:latin typeface="Calibri"/>
              <a:ea typeface="Calibri"/>
              <a:cs typeface="Calibri"/>
              <a:sym typeface="Calibri"/>
            </a:endParaRPr>
          </a:p>
        </p:txBody>
      </p:sp>
      <p:sp>
        <p:nvSpPr>
          <p:cNvPr id="572" name="Google Shape;572;p32"/>
          <p:cNvSpPr txBox="1"/>
          <p:nvPr/>
        </p:nvSpPr>
        <p:spPr>
          <a:xfrm>
            <a:off x="3186684" y="2754951"/>
            <a:ext cx="3749100" cy="329100"/>
          </a:xfrm>
          <a:prstGeom prst="rect">
            <a:avLst/>
          </a:prstGeom>
          <a:noFill/>
          <a:ln>
            <a:noFill/>
          </a:ln>
        </p:spPr>
        <p:txBody>
          <a:bodyPr anchorCtr="0" anchor="t" bIns="0" lIns="0" spcFirstLastPara="1" rIns="0" wrap="square" tIns="0">
            <a:noAutofit/>
          </a:bodyPr>
          <a:lstStyle/>
          <a:p>
            <a:pPr indent="-273050" lvl="0" marL="285750" marR="0" rtl="0" algn="l">
              <a:lnSpc>
                <a:spcPct val="115000"/>
              </a:lnSpc>
              <a:spcBef>
                <a:spcPts val="0"/>
              </a:spcBef>
              <a:spcAft>
                <a:spcPts val="0"/>
              </a:spcAft>
              <a:buClr>
                <a:schemeClr val="dk1"/>
              </a:buClr>
              <a:buSzPts val="700"/>
              <a:buFont typeface="Calibri"/>
              <a:buChar char="●"/>
            </a:pPr>
            <a:r>
              <a:rPr b="0" i="0" lang="en-US" sz="700" u="none" cap="none" strike="noStrike">
                <a:solidFill>
                  <a:srgbClr val="000033"/>
                </a:solidFill>
                <a:latin typeface="Montserrat"/>
                <a:ea typeface="Montserrat"/>
                <a:cs typeface="Montserrat"/>
                <a:sym typeface="Montserrat"/>
              </a:rPr>
              <a:t>xxxx</a:t>
            </a:r>
            <a:endParaRPr b="0" i="0" sz="700" u="none" cap="none" strike="noStrike">
              <a:solidFill>
                <a:srgbClr val="000033"/>
              </a:solidFill>
              <a:latin typeface="Montserrat"/>
              <a:ea typeface="Montserrat"/>
              <a:cs typeface="Montserrat"/>
              <a:sym typeface="Montserrat"/>
            </a:endParaRPr>
          </a:p>
        </p:txBody>
      </p:sp>
      <p:sp>
        <p:nvSpPr>
          <p:cNvPr id="573" name="Google Shape;573;p32"/>
          <p:cNvSpPr/>
          <p:nvPr/>
        </p:nvSpPr>
        <p:spPr>
          <a:xfrm>
            <a:off x="790950" y="3022625"/>
            <a:ext cx="6144900" cy="15600"/>
          </a:xfrm>
          <a:prstGeom prst="rect">
            <a:avLst/>
          </a:prstGeom>
          <a:solidFill>
            <a:srgbClr val="9AAF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p32"/>
          <p:cNvSpPr txBox="1"/>
          <p:nvPr/>
        </p:nvSpPr>
        <p:spPr>
          <a:xfrm>
            <a:off x="790950" y="3066212"/>
            <a:ext cx="2286000" cy="2991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33"/>
              </a:buClr>
              <a:buSzPts val="800"/>
              <a:buFont typeface="Montserrat SemiBold"/>
              <a:buNone/>
            </a:pPr>
            <a:r>
              <a:rPr b="1" i="0" lang="en-US" sz="800" u="none" cap="none" strike="noStrike">
                <a:solidFill>
                  <a:srgbClr val="000033"/>
                </a:solidFill>
                <a:latin typeface="Montserrat SemiBold"/>
                <a:ea typeface="Montserrat SemiBold"/>
                <a:cs typeface="Montserrat SemiBold"/>
                <a:sym typeface="Montserrat SemiBold"/>
              </a:rPr>
              <a:t>Etapa 4: xxxx</a:t>
            </a:r>
            <a:endParaRPr b="0" i="0" sz="800" u="none" cap="none" strike="noStrike">
              <a:solidFill>
                <a:schemeClr val="dk1"/>
              </a:solidFill>
              <a:latin typeface="Calibri"/>
              <a:ea typeface="Calibri"/>
              <a:cs typeface="Calibri"/>
              <a:sym typeface="Calibri"/>
            </a:endParaRPr>
          </a:p>
        </p:txBody>
      </p:sp>
      <p:sp>
        <p:nvSpPr>
          <p:cNvPr id="575" name="Google Shape;575;p32"/>
          <p:cNvSpPr txBox="1"/>
          <p:nvPr/>
        </p:nvSpPr>
        <p:spPr>
          <a:xfrm>
            <a:off x="3186675" y="3084133"/>
            <a:ext cx="3749100" cy="299100"/>
          </a:xfrm>
          <a:prstGeom prst="rect">
            <a:avLst/>
          </a:prstGeom>
          <a:noFill/>
          <a:ln>
            <a:noFill/>
          </a:ln>
        </p:spPr>
        <p:txBody>
          <a:bodyPr anchorCtr="0" anchor="t" bIns="0" lIns="0" spcFirstLastPara="1" rIns="0" wrap="square" tIns="0">
            <a:noAutofit/>
          </a:bodyPr>
          <a:lstStyle/>
          <a:p>
            <a:pPr indent="-273050" lvl="0" marL="285750" marR="0" rtl="0" algn="l">
              <a:lnSpc>
                <a:spcPct val="115000"/>
              </a:lnSpc>
              <a:spcBef>
                <a:spcPts val="0"/>
              </a:spcBef>
              <a:spcAft>
                <a:spcPts val="0"/>
              </a:spcAft>
              <a:buClr>
                <a:schemeClr val="dk1"/>
              </a:buClr>
              <a:buSzPts val="700"/>
              <a:buFont typeface="Calibri"/>
              <a:buChar char="●"/>
            </a:pPr>
            <a:r>
              <a:rPr b="0" i="0" lang="en-US" sz="700" u="none" cap="none" strike="noStrike">
                <a:solidFill>
                  <a:srgbClr val="000033"/>
                </a:solidFill>
                <a:latin typeface="Montserrat"/>
                <a:ea typeface="Montserrat"/>
                <a:cs typeface="Montserrat"/>
                <a:sym typeface="Montserrat"/>
              </a:rPr>
              <a:t>xxxx</a:t>
            </a:r>
            <a:endParaRPr b="0" i="0" sz="700" u="none" cap="none" strike="noStrike">
              <a:solidFill>
                <a:srgbClr val="000033"/>
              </a:solidFill>
              <a:latin typeface="Montserrat"/>
              <a:ea typeface="Montserrat"/>
              <a:cs typeface="Montserrat"/>
              <a:sym typeface="Montserrat"/>
            </a:endParaRPr>
          </a:p>
        </p:txBody>
      </p:sp>
      <p:sp>
        <p:nvSpPr>
          <p:cNvPr id="576" name="Google Shape;576;p32"/>
          <p:cNvSpPr/>
          <p:nvPr/>
        </p:nvSpPr>
        <p:spPr>
          <a:xfrm>
            <a:off x="790950" y="3382718"/>
            <a:ext cx="7562100" cy="15600"/>
          </a:xfrm>
          <a:prstGeom prst="rect">
            <a:avLst/>
          </a:prstGeom>
          <a:solidFill>
            <a:srgbClr val="9AAF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p32"/>
          <p:cNvSpPr txBox="1"/>
          <p:nvPr/>
        </p:nvSpPr>
        <p:spPr>
          <a:xfrm>
            <a:off x="790956" y="3482988"/>
            <a:ext cx="2286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1000"/>
              <a:buFont typeface="Montserrat ExtraBold"/>
              <a:buNone/>
            </a:pPr>
            <a:r>
              <a:rPr b="1" i="0" lang="en-US" sz="1000" u="none" cap="none" strike="noStrike">
                <a:solidFill>
                  <a:srgbClr val="000033"/>
                </a:solidFill>
                <a:latin typeface="Montserrat ExtraBold"/>
                <a:ea typeface="Montserrat ExtraBold"/>
                <a:cs typeface="Montserrat ExtraBold"/>
                <a:sym typeface="Montserrat ExtraBold"/>
              </a:rPr>
              <a:t>Total</a:t>
            </a:r>
            <a:endParaRPr b="0" i="0" sz="1000" u="none" cap="none" strike="noStrike">
              <a:solidFill>
                <a:schemeClr val="dk1"/>
              </a:solidFill>
              <a:latin typeface="Calibri"/>
              <a:ea typeface="Calibri"/>
              <a:cs typeface="Calibri"/>
              <a:sym typeface="Calibri"/>
            </a:endParaRPr>
          </a:p>
        </p:txBody>
      </p:sp>
      <p:sp>
        <p:nvSpPr>
          <p:cNvPr id="578" name="Google Shape;578;p32"/>
          <p:cNvSpPr txBox="1"/>
          <p:nvPr/>
        </p:nvSpPr>
        <p:spPr>
          <a:xfrm>
            <a:off x="6914802" y="3483082"/>
            <a:ext cx="1463100" cy="1830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B5BFC"/>
              </a:buClr>
              <a:buSzPts val="900"/>
              <a:buFont typeface="Montserrat SemiBold"/>
              <a:buNone/>
            </a:pPr>
            <a:r>
              <a:rPr b="1" i="0" lang="en-US" sz="900" u="none" cap="none" strike="noStrike">
                <a:solidFill>
                  <a:srgbClr val="2B5BFC"/>
                </a:solidFill>
                <a:latin typeface="Montserrat SemiBold"/>
                <a:ea typeface="Montserrat SemiBold"/>
                <a:cs typeface="Montserrat SemiBold"/>
                <a:sym typeface="Montserrat SemiBold"/>
              </a:rPr>
              <a:t>[a completar a mano]</a:t>
            </a:r>
            <a:endParaRPr b="0" i="0" sz="900" u="none" cap="none" strike="noStrike">
              <a:solidFill>
                <a:schemeClr val="dk1"/>
              </a:solidFill>
              <a:latin typeface="Calibri"/>
              <a:ea typeface="Calibri"/>
              <a:cs typeface="Calibri"/>
              <a:sym typeface="Calibri"/>
            </a:endParaRPr>
          </a:p>
        </p:txBody>
      </p:sp>
      <p:sp>
        <p:nvSpPr>
          <p:cNvPr id="579" name="Google Shape;579;p32"/>
          <p:cNvSpPr txBox="1"/>
          <p:nvPr/>
        </p:nvSpPr>
        <p:spPr>
          <a:xfrm>
            <a:off x="571500" y="3938450"/>
            <a:ext cx="8001000" cy="510600"/>
          </a:xfrm>
          <a:prstGeom prst="rect">
            <a:avLst/>
          </a:prstGeom>
          <a:noFill/>
          <a:ln>
            <a:noFill/>
          </a:ln>
        </p:spPr>
        <p:txBody>
          <a:bodyPr anchorCtr="0" anchor="ctr" bIns="0" lIns="0" spcFirstLastPara="1" rIns="0" wrap="square" tIns="0">
            <a:noAutofit/>
          </a:bodyPr>
          <a:lstStyle/>
          <a:p>
            <a:pPr indent="-273050" lvl="0" marL="457200" marR="0" rtl="0" algn="l">
              <a:lnSpc>
                <a:spcPct val="118000"/>
              </a:lnSpc>
              <a:spcBef>
                <a:spcPts val="0"/>
              </a:spcBef>
              <a:spcAft>
                <a:spcPts val="0"/>
              </a:spcAft>
              <a:buClr>
                <a:srgbClr val="575757"/>
              </a:buClr>
              <a:buSzPts val="700"/>
              <a:buFont typeface="Montserrat"/>
              <a:buChar char="●"/>
            </a:pPr>
            <a:r>
              <a:rPr b="0" i="0" lang="en-US" sz="700" u="none" cap="none" strike="noStrike">
                <a:solidFill>
                  <a:srgbClr val="000033"/>
                </a:solidFill>
                <a:latin typeface="Montserrat"/>
                <a:ea typeface="Montserrat"/>
                <a:cs typeface="Montserrat"/>
                <a:sym typeface="Montserrat"/>
              </a:rPr>
              <a:t>Facturación: 50% al inicio del proyecto, 50% al terminar</a:t>
            </a:r>
            <a:endParaRPr b="0" i="0" sz="700" u="none" cap="none" strike="noStrike">
              <a:solidFill>
                <a:schemeClr val="dk1"/>
              </a:solidFill>
              <a:latin typeface="Calibri"/>
              <a:ea typeface="Calibri"/>
              <a:cs typeface="Calibri"/>
              <a:sym typeface="Calibri"/>
            </a:endParaRPr>
          </a:p>
          <a:p>
            <a:pPr indent="-273050" lvl="0" marL="457200" marR="0" rtl="0" algn="l">
              <a:lnSpc>
                <a:spcPct val="118000"/>
              </a:lnSpc>
              <a:spcBef>
                <a:spcPts val="0"/>
              </a:spcBef>
              <a:spcAft>
                <a:spcPts val="0"/>
              </a:spcAft>
              <a:buClr>
                <a:srgbClr val="575757"/>
              </a:buClr>
              <a:buSzPts val="700"/>
              <a:buFont typeface="Montserrat"/>
              <a:buChar char="●"/>
            </a:pPr>
            <a:r>
              <a:rPr b="0" i="0" lang="en-US" sz="700" u="none" cap="none" strike="noStrike">
                <a:solidFill>
                  <a:srgbClr val="000033"/>
                </a:solidFill>
                <a:latin typeface="Montserrat"/>
                <a:ea typeface="Montserrat"/>
                <a:cs typeface="Montserrat"/>
                <a:sym typeface="Montserrat"/>
              </a:rPr>
              <a:t>Los precios no incluyen impuestos (IGV).</a:t>
            </a:r>
            <a:endParaRPr b="0" i="0" sz="700" u="none" cap="none" strike="noStrike">
              <a:solidFill>
                <a:schemeClr val="dk1"/>
              </a:solidFill>
              <a:latin typeface="Calibri"/>
              <a:ea typeface="Calibri"/>
              <a:cs typeface="Calibri"/>
              <a:sym typeface="Calibri"/>
            </a:endParaRPr>
          </a:p>
          <a:p>
            <a:pPr indent="-273050" lvl="0" marL="457200" marR="0" rtl="0" algn="l">
              <a:lnSpc>
                <a:spcPct val="118000"/>
              </a:lnSpc>
              <a:spcBef>
                <a:spcPts val="0"/>
              </a:spcBef>
              <a:spcAft>
                <a:spcPts val="0"/>
              </a:spcAft>
              <a:buClr>
                <a:srgbClr val="575757"/>
              </a:buClr>
              <a:buSzPts val="700"/>
              <a:buFont typeface="Montserrat"/>
              <a:buChar char="●"/>
            </a:pPr>
            <a:r>
              <a:rPr b="0" i="0" lang="en-US" sz="700" u="none" cap="none" strike="noStrike">
                <a:solidFill>
                  <a:srgbClr val="000033"/>
                </a:solidFill>
                <a:latin typeface="Montserrat"/>
                <a:ea typeface="Montserrat"/>
                <a:cs typeface="Montserrat"/>
                <a:sym typeface="Montserrat"/>
              </a:rPr>
              <a:t>No incluye el dictado de capacitaciones</a:t>
            </a:r>
            <a:endParaRPr b="0" i="0" sz="700" u="none" cap="none" strike="noStrike">
              <a:solidFill>
                <a:schemeClr val="dk1"/>
              </a:solidFill>
              <a:latin typeface="Calibri"/>
              <a:ea typeface="Calibri"/>
              <a:cs typeface="Calibri"/>
              <a:sym typeface="Calibri"/>
            </a:endParaRPr>
          </a:p>
          <a:p>
            <a:pPr indent="-273050" lvl="0" marL="457200" marR="0" rtl="0" algn="l">
              <a:lnSpc>
                <a:spcPct val="118000"/>
              </a:lnSpc>
              <a:spcBef>
                <a:spcPts val="0"/>
              </a:spcBef>
              <a:spcAft>
                <a:spcPts val="0"/>
              </a:spcAft>
              <a:buClr>
                <a:srgbClr val="575757"/>
              </a:buClr>
              <a:buSzPts val="700"/>
              <a:buFont typeface="Montserrat"/>
              <a:buChar char="●"/>
            </a:pPr>
            <a:r>
              <a:rPr b="0" i="0" lang="en-US" sz="700" u="none" cap="none" strike="noStrike">
                <a:solidFill>
                  <a:srgbClr val="000033"/>
                </a:solidFill>
                <a:latin typeface="Montserrat"/>
                <a:ea typeface="Montserrat"/>
                <a:cs typeface="Montserrat"/>
                <a:sym typeface="Montserrat"/>
              </a:rPr>
              <a:t>No incluye el costo de licencias de IA ni de servicios de terceros.</a:t>
            </a:r>
            <a:endParaRPr b="0" i="0" sz="700" u="none" cap="none" strike="noStrike">
              <a:solidFill>
                <a:schemeClr val="dk1"/>
              </a:solidFill>
              <a:latin typeface="Calibri"/>
              <a:ea typeface="Calibri"/>
              <a:cs typeface="Calibri"/>
              <a:sym typeface="Calibri"/>
            </a:endParaRPr>
          </a:p>
          <a:p>
            <a:pPr indent="-273050" lvl="0" marL="457200" marR="0" rtl="0" algn="l">
              <a:lnSpc>
                <a:spcPct val="118000"/>
              </a:lnSpc>
              <a:spcBef>
                <a:spcPts val="0"/>
              </a:spcBef>
              <a:spcAft>
                <a:spcPts val="0"/>
              </a:spcAft>
              <a:buClr>
                <a:srgbClr val="575757"/>
              </a:buClr>
              <a:buSzPts val="700"/>
              <a:buFont typeface="Montserrat"/>
              <a:buChar char="●"/>
            </a:pPr>
            <a:r>
              <a:rPr b="0" i="0" lang="en-US" sz="700" u="none" cap="none" strike="noStrike">
                <a:solidFill>
                  <a:srgbClr val="000033"/>
                </a:solidFill>
                <a:latin typeface="Montserrat"/>
                <a:ea typeface="Montserrat"/>
                <a:cs typeface="Montserrat"/>
                <a:sym typeface="Montserrat"/>
              </a:rPr>
              <a:t>Nota adicional de alcance.</a:t>
            </a:r>
            <a:endParaRPr b="0" i="0" sz="700" u="none" cap="none" strike="noStrike">
              <a:solidFill>
                <a:schemeClr val="dk1"/>
              </a:solidFill>
              <a:latin typeface="Calibri"/>
              <a:ea typeface="Calibri"/>
              <a:cs typeface="Calibri"/>
              <a:sym typeface="Calibri"/>
            </a:endParaRPr>
          </a:p>
        </p:txBody>
      </p:sp>
      <p:sp>
        <p:nvSpPr>
          <p:cNvPr id="580" name="Google Shape;580;p32"/>
          <p:cNvSpPr txBox="1"/>
          <p:nvPr/>
        </p:nvSpPr>
        <p:spPr>
          <a:xfrm>
            <a:off x="571500" y="4590288"/>
            <a:ext cx="18288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neoconsulting.ai</a:t>
            </a:r>
            <a:endParaRPr b="0" i="0" sz="1100" u="none" cap="none" strike="noStrike">
              <a:solidFill>
                <a:schemeClr val="dk1"/>
              </a:solidFill>
              <a:latin typeface="Calibri"/>
              <a:ea typeface="Calibri"/>
              <a:cs typeface="Calibri"/>
              <a:sym typeface="Calibri"/>
            </a:endParaRPr>
          </a:p>
        </p:txBody>
      </p:sp>
      <p:cxnSp>
        <p:nvCxnSpPr>
          <p:cNvPr id="581" name="Google Shape;581;p32"/>
          <p:cNvCxnSpPr/>
          <p:nvPr/>
        </p:nvCxnSpPr>
        <p:spPr>
          <a:xfrm>
            <a:off x="6924803" y="1999800"/>
            <a:ext cx="13500" cy="1390500"/>
          </a:xfrm>
          <a:prstGeom prst="straightConnector1">
            <a:avLst/>
          </a:prstGeom>
          <a:noFill/>
          <a:ln cap="flat" cmpd="sng" w="9525">
            <a:solidFill>
              <a:srgbClr val="9AAFFE"/>
            </a:solidFill>
            <a:prstDash val="dash"/>
            <a:round/>
            <a:headEnd len="med" w="med" type="none"/>
            <a:tailEnd len="med" w="med" type="non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586" name="Shape 586"/>
        <p:cNvGrpSpPr/>
        <p:nvPr/>
      </p:nvGrpSpPr>
      <p:grpSpPr>
        <a:xfrm>
          <a:off x="0" y="0"/>
          <a:ext cx="0" cy="0"/>
          <a:chOff x="0" y="0"/>
          <a:chExt cx="0" cy="0"/>
        </a:xfrm>
      </p:grpSpPr>
      <p:pic>
        <p:nvPicPr>
          <p:cNvPr descr="preencoded.png" id="587" name="Google Shape;587;p33"/>
          <p:cNvPicPr preferRelativeResize="0"/>
          <p:nvPr/>
        </p:nvPicPr>
        <p:blipFill rotWithShape="1">
          <a:blip r:embed="rId3">
            <a:alphaModFix/>
          </a:blip>
          <a:srcRect b="0" l="0" r="0" t="0"/>
          <a:stretch/>
        </p:blipFill>
        <p:spPr>
          <a:xfrm>
            <a:off x="571500" y="1200150"/>
            <a:ext cx="8001000" cy="3057525"/>
          </a:xfrm>
          <a:prstGeom prst="rect">
            <a:avLst/>
          </a:prstGeom>
          <a:noFill/>
          <a:ln>
            <a:noFill/>
          </a:ln>
        </p:spPr>
      </p:pic>
      <p:sp>
        <p:nvSpPr>
          <p:cNvPr id="588" name="Google Shape;588;p33"/>
          <p:cNvSpPr/>
          <p:nvPr/>
        </p:nvSpPr>
        <p:spPr>
          <a:xfrm>
            <a:off x="571500" y="4591050"/>
            <a:ext cx="1362000" cy="1857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neoconsulting.ai </a:t>
            </a:r>
            <a:endParaRPr b="0" i="0" sz="1200" u="none" cap="none" strike="noStrike">
              <a:solidFill>
                <a:schemeClr val="dk1"/>
              </a:solidFill>
              <a:latin typeface="Calibri"/>
              <a:ea typeface="Calibri"/>
              <a:cs typeface="Calibri"/>
              <a:sym typeface="Calibri"/>
            </a:endParaRPr>
          </a:p>
        </p:txBody>
      </p:sp>
      <p:sp>
        <p:nvSpPr>
          <p:cNvPr id="589" name="Google Shape;589;p33"/>
          <p:cNvSpPr/>
          <p:nvPr/>
        </p:nvSpPr>
        <p:spPr>
          <a:xfrm>
            <a:off x="571500" y="871538"/>
            <a:ext cx="6048300" cy="261900"/>
          </a:xfrm>
          <a:prstGeom prst="rect">
            <a:avLst/>
          </a:prstGeom>
          <a:noFill/>
          <a:ln>
            <a:noFill/>
          </a:ln>
        </p:spPr>
        <p:txBody>
          <a:bodyPr anchorCtr="0" anchor="t" bIns="0" lIns="0" spcFirstLastPara="1" rIns="0" wrap="square" tIns="0">
            <a:noAutofit/>
          </a:bodyPr>
          <a:lstStyle/>
          <a:p>
            <a:pPr indent="0" lvl="0" marL="0" marR="0" rtl="0" algn="l">
              <a:lnSpc>
                <a:spcPct val="88181"/>
              </a:lnSpc>
              <a:spcBef>
                <a:spcPts val="0"/>
              </a:spcBef>
              <a:spcAft>
                <a:spcPts val="0"/>
              </a:spcAft>
              <a:buClr>
                <a:srgbClr val="0D1B3E"/>
              </a:buClr>
              <a:buSzPts val="1700"/>
              <a:buFont typeface="Montserrat ExtraBold"/>
              <a:buNone/>
            </a:pPr>
            <a:r>
              <a:rPr b="1" i="0" lang="en-US" sz="1700" u="none" cap="none" strike="noStrike">
                <a:solidFill>
                  <a:srgbClr val="000033"/>
                </a:solidFill>
                <a:latin typeface="Montserrat ExtraBold"/>
                <a:ea typeface="Montserrat ExtraBold"/>
                <a:cs typeface="Montserrat ExtraBold"/>
                <a:sym typeface="Montserrat ExtraBold"/>
              </a:rPr>
              <a:t>Facturación por </a:t>
            </a:r>
            <a:r>
              <a:rPr b="1" i="1" lang="en-US" sz="1700" u="none" cap="none" strike="noStrike">
                <a:solidFill>
                  <a:srgbClr val="2B5BFC"/>
                </a:solidFill>
                <a:latin typeface="Montserrat ExtraBold"/>
                <a:ea typeface="Montserrat ExtraBold"/>
                <a:cs typeface="Montserrat ExtraBold"/>
                <a:sym typeface="Montserrat ExtraBold"/>
              </a:rPr>
              <a:t>retrasos y pausas</a:t>
            </a:r>
            <a:r>
              <a:rPr b="1" i="0" lang="en-US" sz="1700" u="none" cap="none" strike="noStrike">
                <a:solidFill>
                  <a:srgbClr val="000033"/>
                </a:solidFill>
                <a:latin typeface="Montserrat ExtraBold"/>
                <a:ea typeface="Montserrat ExtraBold"/>
                <a:cs typeface="Montserrat ExtraBold"/>
                <a:sym typeface="Montserrat ExtraBold"/>
              </a:rPr>
              <a:t> </a:t>
            </a:r>
            <a:endParaRPr b="0" i="0" sz="1700" u="none" cap="none" strike="noStrike">
              <a:solidFill>
                <a:schemeClr val="dk1"/>
              </a:solidFill>
              <a:latin typeface="Calibri"/>
              <a:ea typeface="Calibri"/>
              <a:cs typeface="Calibri"/>
              <a:sym typeface="Calibri"/>
            </a:endParaRPr>
          </a:p>
        </p:txBody>
      </p:sp>
      <p:sp>
        <p:nvSpPr>
          <p:cNvPr id="590" name="Google Shape;590;p33"/>
          <p:cNvSpPr/>
          <p:nvPr/>
        </p:nvSpPr>
        <p:spPr>
          <a:xfrm>
            <a:off x="685800" y="1314450"/>
            <a:ext cx="3686100" cy="1857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000033"/>
              </a:buClr>
              <a:buSzPts val="1200"/>
              <a:buFont typeface="Montserrat"/>
              <a:buNone/>
            </a:pPr>
            <a:r>
              <a:rPr b="1" i="0" lang="en-US" sz="1200" u="none" cap="none" strike="noStrike">
                <a:solidFill>
                  <a:srgbClr val="000033"/>
                </a:solidFill>
                <a:latin typeface="Montserrat"/>
                <a:ea typeface="Montserrat"/>
                <a:cs typeface="Montserrat"/>
                <a:sym typeface="Montserrat"/>
              </a:rPr>
              <a:t>Retrasos y periodos de Stand By </a:t>
            </a:r>
            <a:endParaRPr b="0" i="0" sz="1200" u="none" cap="none" strike="noStrike">
              <a:solidFill>
                <a:schemeClr val="dk1"/>
              </a:solidFill>
              <a:latin typeface="Calibri"/>
              <a:ea typeface="Calibri"/>
              <a:cs typeface="Calibri"/>
              <a:sym typeface="Calibri"/>
            </a:endParaRPr>
          </a:p>
        </p:txBody>
      </p:sp>
      <p:sp>
        <p:nvSpPr>
          <p:cNvPr id="591" name="Google Shape;591;p33"/>
          <p:cNvSpPr/>
          <p:nvPr/>
        </p:nvSpPr>
        <p:spPr>
          <a:xfrm>
            <a:off x="685800" y="1557350"/>
            <a:ext cx="3778800" cy="557100"/>
          </a:xfrm>
          <a:prstGeom prst="rect">
            <a:avLst/>
          </a:prstGeom>
          <a:noFill/>
          <a:ln>
            <a:noFill/>
          </a:ln>
        </p:spPr>
        <p:txBody>
          <a:bodyPr anchorCtr="0" anchor="t" bIns="0" lIns="0" spcFirstLastPara="1" rIns="0" wrap="square" tIns="0">
            <a:noAutofit/>
          </a:bodyPr>
          <a:lstStyle/>
          <a:p>
            <a:pPr indent="0" lvl="0" marL="0" marR="0" rtl="0" algn="l">
              <a:lnSpc>
                <a:spcPct val="98761"/>
              </a:lnSpc>
              <a:spcBef>
                <a:spcPts val="0"/>
              </a:spcBef>
              <a:spcAft>
                <a:spcPts val="0"/>
              </a:spcAft>
              <a:buClr>
                <a:srgbClr val="000033"/>
              </a:buClr>
              <a:buSzPts val="1100"/>
              <a:buFont typeface="Montserrat"/>
              <a:buNone/>
            </a:pPr>
            <a:r>
              <a:rPr b="1" i="0" lang="en-US" sz="1000" u="none" cap="none" strike="noStrike">
                <a:solidFill>
                  <a:srgbClr val="000033"/>
                </a:solidFill>
                <a:latin typeface="Montserrat"/>
                <a:ea typeface="Montserrat"/>
                <a:cs typeface="Montserrat"/>
                <a:sym typeface="Montserrat"/>
              </a:rPr>
              <a:t>Retrasos de cliente:</a:t>
            </a:r>
            <a:r>
              <a:rPr b="0" i="0" lang="en-US" sz="1000" u="none" cap="none" strike="noStrike">
                <a:solidFill>
                  <a:srgbClr val="000033"/>
                </a:solidFill>
                <a:latin typeface="Montserrat"/>
                <a:ea typeface="Montserrat"/>
                <a:cs typeface="Montserrat"/>
                <a:sym typeface="Montserrat"/>
              </a:rPr>
              <a:t> Si el proyecto tiene facturación por hitos o entregables y el retraso del cliente supera los </a:t>
            </a:r>
            <a:r>
              <a:rPr b="1" i="0" lang="en-US" sz="1000" u="none" cap="none" strike="noStrike">
                <a:solidFill>
                  <a:srgbClr val="2B5BFC"/>
                </a:solidFill>
                <a:latin typeface="Montserrat"/>
                <a:ea typeface="Montserrat"/>
                <a:cs typeface="Montserrat"/>
                <a:sym typeface="Montserrat"/>
              </a:rPr>
              <a:t>15 días</a:t>
            </a:r>
            <a:r>
              <a:rPr b="0" i="0" lang="en-US" sz="1000" u="none" cap="none" strike="noStrike">
                <a:solidFill>
                  <a:srgbClr val="000033"/>
                </a:solidFill>
                <a:latin typeface="Montserrat"/>
                <a:ea typeface="Montserrat"/>
                <a:cs typeface="Montserrat"/>
                <a:sym typeface="Montserrat"/>
              </a:rPr>
              <a:t>, este no afectará la facturación programada.</a:t>
            </a:r>
            <a:r>
              <a:rPr b="1" i="0" lang="en-US" sz="1000" u="none" cap="none" strike="noStrike">
                <a:solidFill>
                  <a:srgbClr val="000033"/>
                </a:solidFill>
                <a:latin typeface="Montserrat"/>
                <a:ea typeface="Montserrat"/>
                <a:cs typeface="Montserrat"/>
                <a:sym typeface="Montserrat"/>
              </a:rPr>
              <a:t> </a:t>
            </a:r>
            <a:endParaRPr b="0" i="0" sz="1000" u="none" cap="none" strike="noStrike">
              <a:solidFill>
                <a:schemeClr val="dk1"/>
              </a:solidFill>
              <a:latin typeface="Calibri"/>
              <a:ea typeface="Calibri"/>
              <a:cs typeface="Calibri"/>
              <a:sym typeface="Calibri"/>
            </a:endParaRPr>
          </a:p>
        </p:txBody>
      </p:sp>
      <p:sp>
        <p:nvSpPr>
          <p:cNvPr id="592" name="Google Shape;592;p33"/>
          <p:cNvSpPr/>
          <p:nvPr/>
        </p:nvSpPr>
        <p:spPr>
          <a:xfrm>
            <a:off x="685800" y="2171700"/>
            <a:ext cx="3686100" cy="743100"/>
          </a:xfrm>
          <a:prstGeom prst="rect">
            <a:avLst/>
          </a:prstGeom>
          <a:noFill/>
          <a:ln>
            <a:noFill/>
          </a:ln>
        </p:spPr>
        <p:txBody>
          <a:bodyPr anchorCtr="0" anchor="t" bIns="0" lIns="0" spcFirstLastPara="1" rIns="0" wrap="square" tIns="0">
            <a:noAutofit/>
          </a:bodyPr>
          <a:lstStyle/>
          <a:p>
            <a:pPr indent="0" lvl="0" marL="0" marR="0" rtl="0" algn="l">
              <a:lnSpc>
                <a:spcPct val="98761"/>
              </a:lnSpc>
              <a:spcBef>
                <a:spcPts val="0"/>
              </a:spcBef>
              <a:spcAft>
                <a:spcPts val="0"/>
              </a:spcAft>
              <a:buClr>
                <a:srgbClr val="000033"/>
              </a:buClr>
              <a:buSzPts val="1100"/>
              <a:buFont typeface="Montserrat"/>
              <a:buNone/>
            </a:pPr>
            <a:r>
              <a:rPr b="1" i="0" lang="en-US" sz="1000" u="none" cap="none" strike="noStrike">
                <a:solidFill>
                  <a:srgbClr val="000033"/>
                </a:solidFill>
                <a:latin typeface="Montserrat"/>
                <a:ea typeface="Montserrat"/>
                <a:cs typeface="Montserrat"/>
                <a:sym typeface="Montserrat"/>
              </a:rPr>
              <a:t>Ingreso a Stand By:</a:t>
            </a:r>
            <a:r>
              <a:rPr b="0" i="0" lang="en-US" sz="1000" u="none" cap="none" strike="noStrike">
                <a:solidFill>
                  <a:srgbClr val="000033"/>
                </a:solidFill>
                <a:latin typeface="Montserrat"/>
                <a:ea typeface="Montserrat"/>
                <a:cs typeface="Montserrat"/>
                <a:sym typeface="Montserrat"/>
              </a:rPr>
              <a:t>  Si el proyecto presenta un retraso del lado del cliente mayor a </a:t>
            </a:r>
            <a:r>
              <a:rPr b="1" i="0" lang="en-US" sz="1000" u="none" cap="none" strike="noStrike">
                <a:solidFill>
                  <a:srgbClr val="2B5BFC"/>
                </a:solidFill>
                <a:latin typeface="Montserrat"/>
                <a:ea typeface="Montserrat"/>
                <a:cs typeface="Montserrat"/>
                <a:sym typeface="Montserrat"/>
              </a:rPr>
              <a:t>30 días</a:t>
            </a:r>
            <a:r>
              <a:rPr b="0" i="0" lang="en-US" sz="1000" u="none" cap="none" strike="noStrike">
                <a:solidFill>
                  <a:srgbClr val="000033"/>
                </a:solidFill>
                <a:latin typeface="Montserrat"/>
                <a:ea typeface="Montserrat"/>
                <a:cs typeface="Montserrat"/>
                <a:sym typeface="Montserrat"/>
              </a:rPr>
              <a:t>, ingresará automáticamente en stand by, periodo durante el cual no se realizarán avances en su ejecución.</a:t>
            </a:r>
            <a:r>
              <a:rPr b="1" i="0" lang="en-US" sz="1000" u="none" cap="none" strike="noStrike">
                <a:solidFill>
                  <a:srgbClr val="000033"/>
                </a:solidFill>
                <a:latin typeface="Montserrat"/>
                <a:ea typeface="Montserrat"/>
                <a:cs typeface="Montserrat"/>
                <a:sym typeface="Montserrat"/>
              </a:rPr>
              <a:t> </a:t>
            </a:r>
            <a:endParaRPr b="0" i="0" sz="1000" u="none" cap="none" strike="noStrike">
              <a:solidFill>
                <a:schemeClr val="dk1"/>
              </a:solidFill>
              <a:latin typeface="Calibri"/>
              <a:ea typeface="Calibri"/>
              <a:cs typeface="Calibri"/>
              <a:sym typeface="Calibri"/>
            </a:endParaRPr>
          </a:p>
        </p:txBody>
      </p:sp>
      <p:sp>
        <p:nvSpPr>
          <p:cNvPr id="593" name="Google Shape;593;p33"/>
          <p:cNvSpPr/>
          <p:nvPr/>
        </p:nvSpPr>
        <p:spPr>
          <a:xfrm>
            <a:off x="685800" y="2971800"/>
            <a:ext cx="3686100" cy="557100"/>
          </a:xfrm>
          <a:prstGeom prst="rect">
            <a:avLst/>
          </a:prstGeom>
          <a:noFill/>
          <a:ln>
            <a:noFill/>
          </a:ln>
        </p:spPr>
        <p:txBody>
          <a:bodyPr anchorCtr="0" anchor="t" bIns="0" lIns="0" spcFirstLastPara="1" rIns="0" wrap="square" tIns="0">
            <a:noAutofit/>
          </a:bodyPr>
          <a:lstStyle/>
          <a:p>
            <a:pPr indent="0" lvl="0" marL="0" marR="0" rtl="0" algn="l">
              <a:lnSpc>
                <a:spcPct val="98761"/>
              </a:lnSpc>
              <a:spcBef>
                <a:spcPts val="0"/>
              </a:spcBef>
              <a:spcAft>
                <a:spcPts val="0"/>
              </a:spcAft>
              <a:buClr>
                <a:srgbClr val="000033"/>
              </a:buClr>
              <a:buSzPts val="1100"/>
              <a:buFont typeface="Montserrat"/>
              <a:buNone/>
            </a:pPr>
            <a:r>
              <a:rPr b="1" i="0" lang="en-US" sz="1000" u="none" cap="none" strike="noStrike">
                <a:solidFill>
                  <a:srgbClr val="000033"/>
                </a:solidFill>
                <a:latin typeface="Montserrat"/>
                <a:ea typeface="Montserrat"/>
                <a:cs typeface="Montserrat"/>
                <a:sym typeface="Montserrat"/>
              </a:rPr>
              <a:t>Periodo Mínimo:</a:t>
            </a:r>
            <a:r>
              <a:rPr b="0" i="0" lang="en-US" sz="1000" u="none" cap="none" strike="noStrike">
                <a:solidFill>
                  <a:srgbClr val="000033"/>
                </a:solidFill>
                <a:latin typeface="Montserrat"/>
                <a:ea typeface="Montserrat"/>
                <a:cs typeface="Montserrat"/>
                <a:sym typeface="Montserrat"/>
              </a:rPr>
              <a:t> Una vez iniciado el proyecto, se establece un periodo mínimo de </a:t>
            </a:r>
            <a:r>
              <a:rPr b="1" i="0" lang="en-US" sz="1000" u="none" cap="none" strike="noStrike">
                <a:solidFill>
                  <a:srgbClr val="2B5BFC"/>
                </a:solidFill>
                <a:latin typeface="Montserrat"/>
                <a:ea typeface="Montserrat"/>
                <a:cs typeface="Montserrat"/>
                <a:sym typeface="Montserrat"/>
              </a:rPr>
              <a:t>20 días</a:t>
            </a:r>
            <a:r>
              <a:rPr b="0" i="0" lang="en-US" sz="1000" u="none" cap="none" strike="noStrike">
                <a:solidFill>
                  <a:srgbClr val="000033"/>
                </a:solidFill>
                <a:latin typeface="Montserrat"/>
                <a:ea typeface="Montserrat"/>
                <a:cs typeface="Montserrat"/>
                <a:sym typeface="Montserrat"/>
              </a:rPr>
              <a:t> de stand by, durante el cual no se realizarán avances significativos.</a:t>
            </a:r>
            <a:r>
              <a:rPr b="1" i="0" lang="en-US" sz="1000" u="none" cap="none" strike="noStrike">
                <a:solidFill>
                  <a:srgbClr val="000033"/>
                </a:solidFill>
                <a:latin typeface="Montserrat"/>
                <a:ea typeface="Montserrat"/>
                <a:cs typeface="Montserrat"/>
                <a:sym typeface="Montserrat"/>
              </a:rPr>
              <a:t> </a:t>
            </a:r>
            <a:endParaRPr b="0" i="0" sz="1000" u="none" cap="none" strike="noStrike">
              <a:solidFill>
                <a:schemeClr val="dk1"/>
              </a:solidFill>
              <a:latin typeface="Calibri"/>
              <a:ea typeface="Calibri"/>
              <a:cs typeface="Calibri"/>
              <a:sym typeface="Calibri"/>
            </a:endParaRPr>
          </a:p>
        </p:txBody>
      </p:sp>
      <p:sp>
        <p:nvSpPr>
          <p:cNvPr id="594" name="Google Shape;594;p33"/>
          <p:cNvSpPr/>
          <p:nvPr/>
        </p:nvSpPr>
        <p:spPr>
          <a:xfrm>
            <a:off x="685800" y="3586163"/>
            <a:ext cx="3686100" cy="557100"/>
          </a:xfrm>
          <a:prstGeom prst="rect">
            <a:avLst/>
          </a:prstGeom>
          <a:noFill/>
          <a:ln>
            <a:noFill/>
          </a:ln>
        </p:spPr>
        <p:txBody>
          <a:bodyPr anchorCtr="0" anchor="t" bIns="0" lIns="0" spcFirstLastPara="1" rIns="0" wrap="square" tIns="0">
            <a:noAutofit/>
          </a:bodyPr>
          <a:lstStyle/>
          <a:p>
            <a:pPr indent="0" lvl="0" marL="0" marR="0" rtl="0" algn="l">
              <a:lnSpc>
                <a:spcPct val="98761"/>
              </a:lnSpc>
              <a:spcBef>
                <a:spcPts val="0"/>
              </a:spcBef>
              <a:spcAft>
                <a:spcPts val="0"/>
              </a:spcAft>
              <a:buClr>
                <a:srgbClr val="000033"/>
              </a:buClr>
              <a:buSzPts val="1100"/>
              <a:buFont typeface="Montserrat"/>
              <a:buNone/>
            </a:pPr>
            <a:r>
              <a:rPr b="1" i="0" lang="en-US" sz="1000" u="none" cap="none" strike="noStrike">
                <a:solidFill>
                  <a:srgbClr val="000033"/>
                </a:solidFill>
                <a:latin typeface="Montserrat"/>
                <a:ea typeface="Montserrat"/>
                <a:cs typeface="Montserrat"/>
                <a:sym typeface="Montserrat"/>
              </a:rPr>
              <a:t>Periodo Máximo:</a:t>
            </a:r>
            <a:r>
              <a:rPr b="0" i="0" lang="en-US" sz="1000" u="none" cap="none" strike="noStrike">
                <a:solidFill>
                  <a:srgbClr val="000033"/>
                </a:solidFill>
                <a:latin typeface="Montserrat"/>
                <a:ea typeface="Montserrat"/>
                <a:cs typeface="Montserrat"/>
                <a:sym typeface="Montserrat"/>
              </a:rPr>
              <a:t>  El periodo máximo será acordado entre ambas partes al firmar el contrato y especificado en días o semanas, con un límite de</a:t>
            </a:r>
            <a:r>
              <a:rPr b="1" i="0" lang="en-US" sz="1000" u="none" cap="none" strike="noStrike">
                <a:solidFill>
                  <a:srgbClr val="2B5BFC"/>
                </a:solidFill>
                <a:latin typeface="Montserrat"/>
                <a:ea typeface="Montserrat"/>
                <a:cs typeface="Montserrat"/>
                <a:sym typeface="Montserrat"/>
              </a:rPr>
              <a:t> 3 meses</a:t>
            </a:r>
            <a:r>
              <a:rPr b="0" i="0" lang="en-US" sz="1000" u="none" cap="none" strike="noStrike">
                <a:solidFill>
                  <a:srgbClr val="000033"/>
                </a:solidFill>
                <a:latin typeface="Montserrat"/>
                <a:ea typeface="Montserrat"/>
                <a:cs typeface="Montserrat"/>
                <a:sym typeface="Montserrat"/>
              </a:rPr>
              <a:t>.</a:t>
            </a:r>
            <a:r>
              <a:rPr b="1" i="0" lang="en-US" sz="1000" u="none" cap="none" strike="noStrike">
                <a:solidFill>
                  <a:srgbClr val="000033"/>
                </a:solidFill>
                <a:latin typeface="Montserrat"/>
                <a:ea typeface="Montserrat"/>
                <a:cs typeface="Montserrat"/>
                <a:sym typeface="Montserrat"/>
              </a:rPr>
              <a:t> </a:t>
            </a:r>
            <a:endParaRPr b="0" i="0" sz="1000" u="none" cap="none" strike="noStrike">
              <a:solidFill>
                <a:schemeClr val="dk1"/>
              </a:solidFill>
              <a:latin typeface="Calibri"/>
              <a:ea typeface="Calibri"/>
              <a:cs typeface="Calibri"/>
              <a:sym typeface="Calibri"/>
            </a:endParaRPr>
          </a:p>
        </p:txBody>
      </p:sp>
      <p:sp>
        <p:nvSpPr>
          <p:cNvPr id="595" name="Google Shape;595;p33"/>
          <p:cNvSpPr/>
          <p:nvPr/>
        </p:nvSpPr>
        <p:spPr>
          <a:xfrm>
            <a:off x="4800600" y="1314450"/>
            <a:ext cx="3686100" cy="1857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2B5BFC"/>
              </a:buClr>
              <a:buSzPts val="1200"/>
              <a:buFont typeface="Montserrat"/>
              <a:buNone/>
            </a:pPr>
            <a:r>
              <a:rPr b="1" i="0" lang="en-US" sz="1200" u="none" cap="none" strike="noStrike">
                <a:solidFill>
                  <a:srgbClr val="2B5BFC"/>
                </a:solidFill>
                <a:latin typeface="Montserrat"/>
                <a:ea typeface="Montserrat"/>
                <a:cs typeface="Montserrat"/>
                <a:sym typeface="Montserrat"/>
              </a:rPr>
              <a:t>Gestión Financiera &amp; Retorno </a:t>
            </a:r>
            <a:endParaRPr b="0" i="0" sz="1200" u="none" cap="none" strike="noStrike">
              <a:solidFill>
                <a:schemeClr val="dk1"/>
              </a:solidFill>
              <a:latin typeface="Calibri"/>
              <a:ea typeface="Calibri"/>
              <a:cs typeface="Calibri"/>
              <a:sym typeface="Calibri"/>
            </a:endParaRPr>
          </a:p>
        </p:txBody>
      </p:sp>
      <p:sp>
        <p:nvSpPr>
          <p:cNvPr id="596" name="Google Shape;596;p33"/>
          <p:cNvSpPr/>
          <p:nvPr/>
        </p:nvSpPr>
        <p:spPr>
          <a:xfrm>
            <a:off x="4800600" y="1557350"/>
            <a:ext cx="3730500" cy="557100"/>
          </a:xfrm>
          <a:prstGeom prst="rect">
            <a:avLst/>
          </a:prstGeom>
          <a:noFill/>
          <a:ln>
            <a:noFill/>
          </a:ln>
        </p:spPr>
        <p:txBody>
          <a:bodyPr anchorCtr="0" anchor="t" bIns="0" lIns="0" spcFirstLastPara="1" rIns="0" wrap="square" tIns="0">
            <a:noAutofit/>
          </a:bodyPr>
          <a:lstStyle/>
          <a:p>
            <a:pPr indent="0" lvl="0" marL="0" marR="0" rtl="0" algn="l">
              <a:lnSpc>
                <a:spcPct val="98761"/>
              </a:lnSpc>
              <a:spcBef>
                <a:spcPts val="0"/>
              </a:spcBef>
              <a:spcAft>
                <a:spcPts val="0"/>
              </a:spcAft>
              <a:buClr>
                <a:srgbClr val="000033"/>
              </a:buClr>
              <a:buSzPts val="1100"/>
              <a:buFont typeface="Montserrat"/>
              <a:buNone/>
            </a:pPr>
            <a:r>
              <a:rPr b="1" i="0" lang="en-US" sz="1050" u="none" cap="none" strike="noStrike">
                <a:solidFill>
                  <a:srgbClr val="000033"/>
                </a:solidFill>
                <a:latin typeface="Montserrat"/>
                <a:ea typeface="Montserrat"/>
                <a:cs typeface="Montserrat"/>
                <a:sym typeface="Montserrat"/>
              </a:rPr>
              <a:t>Facturación:</a:t>
            </a:r>
            <a:r>
              <a:rPr b="0" i="0" lang="en-US" sz="1050" u="none" cap="none" strike="noStrike">
                <a:solidFill>
                  <a:srgbClr val="000033"/>
                </a:solidFill>
                <a:latin typeface="Montserrat"/>
                <a:ea typeface="Montserrat"/>
                <a:cs typeface="Montserrat"/>
                <a:sym typeface="Montserrat"/>
              </a:rPr>
              <a:t> Los pagos pendientes deberán realizarse antes del stand by o según el cronograma de facturación mensual.</a:t>
            </a:r>
            <a:r>
              <a:rPr b="1" i="0" lang="en-US" sz="1050" u="none" cap="none" strike="noStrike">
                <a:solidFill>
                  <a:srgbClr val="000033"/>
                </a:solidFill>
                <a:latin typeface="Montserrat"/>
                <a:ea typeface="Montserrat"/>
                <a:cs typeface="Montserrat"/>
                <a:sym typeface="Montserrat"/>
              </a:rPr>
              <a:t> </a:t>
            </a:r>
            <a:endParaRPr b="0" i="0" sz="1050" u="none" cap="none" strike="noStrike">
              <a:solidFill>
                <a:schemeClr val="dk1"/>
              </a:solidFill>
              <a:latin typeface="Calibri"/>
              <a:ea typeface="Calibri"/>
              <a:cs typeface="Calibri"/>
              <a:sym typeface="Calibri"/>
            </a:endParaRPr>
          </a:p>
        </p:txBody>
      </p:sp>
      <p:sp>
        <p:nvSpPr>
          <p:cNvPr id="597" name="Google Shape;597;p33"/>
          <p:cNvSpPr/>
          <p:nvPr/>
        </p:nvSpPr>
        <p:spPr>
          <a:xfrm>
            <a:off x="4800600" y="2171712"/>
            <a:ext cx="3778800" cy="557100"/>
          </a:xfrm>
          <a:prstGeom prst="rect">
            <a:avLst/>
          </a:prstGeom>
          <a:noFill/>
          <a:ln>
            <a:noFill/>
          </a:ln>
        </p:spPr>
        <p:txBody>
          <a:bodyPr anchorCtr="0" anchor="t" bIns="0" lIns="0" spcFirstLastPara="1" rIns="0" wrap="square" tIns="0">
            <a:noAutofit/>
          </a:bodyPr>
          <a:lstStyle/>
          <a:p>
            <a:pPr indent="0" lvl="0" marL="0" marR="0" rtl="0" algn="l">
              <a:lnSpc>
                <a:spcPct val="98761"/>
              </a:lnSpc>
              <a:spcBef>
                <a:spcPts val="0"/>
              </a:spcBef>
              <a:spcAft>
                <a:spcPts val="0"/>
              </a:spcAft>
              <a:buClr>
                <a:srgbClr val="000033"/>
              </a:buClr>
              <a:buSzPts val="1100"/>
              <a:buFont typeface="Montserrat"/>
              <a:buNone/>
            </a:pPr>
            <a:r>
              <a:rPr b="1" i="0" lang="en-US" sz="1050" u="none" cap="none" strike="noStrike">
                <a:solidFill>
                  <a:srgbClr val="000033"/>
                </a:solidFill>
                <a:latin typeface="Montserrat"/>
                <a:ea typeface="Montserrat"/>
                <a:cs typeface="Montserrat"/>
                <a:sym typeface="Montserrat"/>
              </a:rPr>
              <a:t>Revisión y renegociación:</a:t>
            </a:r>
            <a:r>
              <a:rPr b="0" i="0" lang="en-US" sz="1050" u="none" cap="none" strike="noStrike">
                <a:solidFill>
                  <a:srgbClr val="000033"/>
                </a:solidFill>
                <a:latin typeface="Montserrat"/>
                <a:ea typeface="Montserrat"/>
                <a:cs typeface="Montserrat"/>
                <a:sym typeface="Montserrat"/>
              </a:rPr>
              <a:t> Si el proyecto no se reanuda tras el periodo máximo de stand by, ambas partes revisarán y renegociarán los términos del contrato.</a:t>
            </a:r>
            <a:r>
              <a:rPr b="1" i="0" lang="en-US" sz="1050" u="none" cap="none" strike="noStrike">
                <a:solidFill>
                  <a:srgbClr val="000033"/>
                </a:solidFill>
                <a:latin typeface="Montserrat"/>
                <a:ea typeface="Montserrat"/>
                <a:cs typeface="Montserrat"/>
                <a:sym typeface="Montserrat"/>
              </a:rPr>
              <a:t> </a:t>
            </a:r>
            <a:endParaRPr b="0" i="0" sz="1050" u="none" cap="none" strike="noStrike">
              <a:solidFill>
                <a:schemeClr val="dk1"/>
              </a:solidFill>
              <a:latin typeface="Calibri"/>
              <a:ea typeface="Calibri"/>
              <a:cs typeface="Calibri"/>
              <a:sym typeface="Calibri"/>
            </a:endParaRPr>
          </a:p>
        </p:txBody>
      </p:sp>
      <p:sp>
        <p:nvSpPr>
          <p:cNvPr id="598" name="Google Shape;598;p33"/>
          <p:cNvSpPr/>
          <p:nvPr/>
        </p:nvSpPr>
        <p:spPr>
          <a:xfrm>
            <a:off x="4800600" y="2786074"/>
            <a:ext cx="3730500" cy="743100"/>
          </a:xfrm>
          <a:prstGeom prst="rect">
            <a:avLst/>
          </a:prstGeom>
          <a:noFill/>
          <a:ln>
            <a:noFill/>
          </a:ln>
        </p:spPr>
        <p:txBody>
          <a:bodyPr anchorCtr="0" anchor="t" bIns="0" lIns="0" spcFirstLastPara="1" rIns="0" wrap="square" tIns="0">
            <a:noAutofit/>
          </a:bodyPr>
          <a:lstStyle/>
          <a:p>
            <a:pPr indent="0" lvl="0" marL="0" marR="0" rtl="0" algn="l">
              <a:lnSpc>
                <a:spcPct val="98761"/>
              </a:lnSpc>
              <a:spcBef>
                <a:spcPts val="0"/>
              </a:spcBef>
              <a:spcAft>
                <a:spcPts val="0"/>
              </a:spcAft>
              <a:buClr>
                <a:srgbClr val="000033"/>
              </a:buClr>
              <a:buSzPts val="1100"/>
              <a:buFont typeface="Montserrat"/>
              <a:buNone/>
            </a:pPr>
            <a:r>
              <a:rPr b="1" i="0" lang="en-US" sz="1050" u="none" cap="none" strike="noStrike">
                <a:solidFill>
                  <a:srgbClr val="000033"/>
                </a:solidFill>
                <a:latin typeface="Montserrat"/>
                <a:ea typeface="Montserrat"/>
                <a:cs typeface="Montserrat"/>
                <a:sym typeface="Montserrat"/>
              </a:rPr>
              <a:t>Notificación y comunicación:</a:t>
            </a:r>
            <a:r>
              <a:rPr b="0" i="0" lang="en-US" sz="1050" u="none" cap="none" strike="noStrike">
                <a:solidFill>
                  <a:srgbClr val="000033"/>
                </a:solidFill>
                <a:latin typeface="Montserrat"/>
                <a:ea typeface="Montserrat"/>
                <a:cs typeface="Montserrat"/>
                <a:sym typeface="Montserrat"/>
              </a:rPr>
              <a:t> El stand by deberá notificarse por escrito con </a:t>
            </a:r>
            <a:r>
              <a:rPr b="1" i="0" lang="en-US" sz="1050" u="none" cap="none" strike="noStrike">
                <a:solidFill>
                  <a:srgbClr val="2B5BFC"/>
                </a:solidFill>
                <a:latin typeface="Montserrat"/>
                <a:ea typeface="Montserrat"/>
                <a:cs typeface="Montserrat"/>
                <a:sym typeface="Montserrat"/>
              </a:rPr>
              <a:t>15 días</a:t>
            </a:r>
            <a:r>
              <a:rPr b="0" i="0" lang="en-US" sz="1050" u="none" cap="none" strike="noStrike">
                <a:solidFill>
                  <a:srgbClr val="000033"/>
                </a:solidFill>
                <a:latin typeface="Montserrat"/>
                <a:ea typeface="Montserrat"/>
                <a:cs typeface="Montserrat"/>
                <a:sym typeface="Montserrat"/>
              </a:rPr>
              <a:t> de anticipación y mantenerse una comunicación regular durante el </a:t>
            </a:r>
            <a:r>
              <a:rPr b="0" i="0" lang="en-US" sz="1050" u="none" cap="none" strike="noStrike">
                <a:solidFill>
                  <a:srgbClr val="000000"/>
                </a:solidFill>
                <a:latin typeface="Montserrat"/>
                <a:ea typeface="Montserrat"/>
                <a:cs typeface="Montserrat"/>
                <a:sym typeface="Montserrat"/>
              </a:rPr>
              <a:t>dicho</a:t>
            </a:r>
            <a:r>
              <a:rPr b="0" i="0" lang="en-US" sz="1050" u="none" cap="none" strike="noStrike">
                <a:solidFill>
                  <a:srgbClr val="000033"/>
                </a:solidFill>
                <a:latin typeface="Montserrat"/>
                <a:ea typeface="Montserrat"/>
                <a:cs typeface="Montserrat"/>
                <a:sym typeface="Montserrat"/>
              </a:rPr>
              <a:t> periodo.</a:t>
            </a:r>
            <a:r>
              <a:rPr b="1" i="0" lang="en-US" sz="1050" u="none" cap="none" strike="noStrike">
                <a:solidFill>
                  <a:srgbClr val="000033"/>
                </a:solidFill>
                <a:latin typeface="Montserrat"/>
                <a:ea typeface="Montserrat"/>
                <a:cs typeface="Montserrat"/>
                <a:sym typeface="Montserrat"/>
              </a:rPr>
              <a:t> </a:t>
            </a:r>
            <a:endParaRPr b="0" i="0" sz="1050" u="none" cap="none" strike="noStrike">
              <a:solidFill>
                <a:schemeClr val="dk1"/>
              </a:solidFill>
              <a:latin typeface="Calibri"/>
              <a:ea typeface="Calibri"/>
              <a:cs typeface="Calibri"/>
              <a:sym typeface="Calibri"/>
            </a:endParaRPr>
          </a:p>
        </p:txBody>
      </p:sp>
      <p:sp>
        <p:nvSpPr>
          <p:cNvPr id="599" name="Google Shape;599;p33"/>
          <p:cNvSpPr/>
          <p:nvPr/>
        </p:nvSpPr>
        <p:spPr>
          <a:xfrm>
            <a:off x="4800600" y="3586173"/>
            <a:ext cx="3730500" cy="557100"/>
          </a:xfrm>
          <a:prstGeom prst="rect">
            <a:avLst/>
          </a:prstGeom>
          <a:noFill/>
          <a:ln>
            <a:noFill/>
          </a:ln>
        </p:spPr>
        <p:txBody>
          <a:bodyPr anchorCtr="0" anchor="t" bIns="0" lIns="0" spcFirstLastPara="1" rIns="0" wrap="square" tIns="0">
            <a:noAutofit/>
          </a:bodyPr>
          <a:lstStyle/>
          <a:p>
            <a:pPr indent="0" lvl="0" marL="0" marR="0" rtl="0" algn="l">
              <a:lnSpc>
                <a:spcPct val="98761"/>
              </a:lnSpc>
              <a:spcBef>
                <a:spcPts val="0"/>
              </a:spcBef>
              <a:spcAft>
                <a:spcPts val="0"/>
              </a:spcAft>
              <a:buClr>
                <a:srgbClr val="000033"/>
              </a:buClr>
              <a:buSzPts val="1100"/>
              <a:buFont typeface="Montserrat"/>
              <a:buNone/>
            </a:pPr>
            <a:r>
              <a:rPr b="1" i="0" lang="en-US" sz="1050" u="none" cap="none" strike="noStrike">
                <a:solidFill>
                  <a:srgbClr val="000033"/>
                </a:solidFill>
                <a:latin typeface="Montserrat"/>
                <a:ea typeface="Montserrat"/>
                <a:cs typeface="Montserrat"/>
                <a:sym typeface="Montserrat"/>
              </a:rPr>
              <a:t>Reanudación:</a:t>
            </a:r>
            <a:r>
              <a:rPr b="0" i="0" lang="en-US" sz="1050" u="none" cap="none" strike="noStrike">
                <a:solidFill>
                  <a:srgbClr val="000033"/>
                </a:solidFill>
                <a:latin typeface="Montserrat"/>
                <a:ea typeface="Montserrat"/>
                <a:cs typeface="Montserrat"/>
                <a:sym typeface="Montserrat"/>
              </a:rPr>
              <a:t> El cliente deberá solicitar la reanudación por correo. El proyecto se reanudará en un máximo de </a:t>
            </a:r>
            <a:r>
              <a:rPr b="1" i="0" lang="en-US" sz="1050" u="none" cap="none" strike="noStrike">
                <a:solidFill>
                  <a:srgbClr val="2B5BFC"/>
                </a:solidFill>
                <a:latin typeface="Montserrat"/>
                <a:ea typeface="Montserrat"/>
                <a:cs typeface="Montserrat"/>
                <a:sym typeface="Montserrat"/>
              </a:rPr>
              <a:t>15 días</a:t>
            </a:r>
            <a:r>
              <a:rPr b="0" i="0" lang="en-US" sz="1050" u="none" cap="none" strike="noStrike">
                <a:solidFill>
                  <a:srgbClr val="000033"/>
                </a:solidFill>
                <a:latin typeface="Montserrat"/>
                <a:ea typeface="Montserrat"/>
                <a:cs typeface="Montserrat"/>
                <a:sym typeface="Montserrat"/>
              </a:rPr>
              <a:t> hábiles.</a:t>
            </a:r>
            <a:r>
              <a:rPr b="1" i="0" lang="en-US" sz="1050" u="none" cap="none" strike="noStrike">
                <a:solidFill>
                  <a:srgbClr val="000033"/>
                </a:solidFill>
                <a:latin typeface="Montserrat"/>
                <a:ea typeface="Montserrat"/>
                <a:cs typeface="Montserrat"/>
                <a:sym typeface="Montserrat"/>
              </a:rPr>
              <a:t> </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604" name="Shape 604"/>
        <p:cNvGrpSpPr/>
        <p:nvPr/>
      </p:nvGrpSpPr>
      <p:grpSpPr>
        <a:xfrm>
          <a:off x="0" y="0"/>
          <a:ext cx="0" cy="0"/>
          <a:chOff x="0" y="0"/>
          <a:chExt cx="0" cy="0"/>
        </a:xfrm>
      </p:grpSpPr>
      <p:pic>
        <p:nvPicPr>
          <p:cNvPr descr="preencoded.png" id="605" name="Google Shape;605;p34"/>
          <p:cNvPicPr preferRelativeResize="0"/>
          <p:nvPr/>
        </p:nvPicPr>
        <p:blipFill rotWithShape="1">
          <a:blip r:embed="rId3">
            <a:alphaModFix/>
          </a:blip>
          <a:srcRect b="0" l="0" r="0" t="0"/>
          <a:stretch/>
        </p:blipFill>
        <p:spPr>
          <a:xfrm>
            <a:off x="556013" y="1209675"/>
            <a:ext cx="8016488" cy="3178646"/>
          </a:xfrm>
          <a:prstGeom prst="rect">
            <a:avLst/>
          </a:prstGeom>
          <a:noFill/>
          <a:ln>
            <a:noFill/>
          </a:ln>
        </p:spPr>
      </p:pic>
      <p:sp>
        <p:nvSpPr>
          <p:cNvPr id="606" name="Google Shape;606;p34"/>
          <p:cNvSpPr/>
          <p:nvPr/>
        </p:nvSpPr>
        <p:spPr>
          <a:xfrm>
            <a:off x="571500" y="4591050"/>
            <a:ext cx="1362000" cy="1857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neoconsulting.ai </a:t>
            </a:r>
            <a:endParaRPr b="0" i="0" sz="1200" u="none" cap="none" strike="noStrike">
              <a:solidFill>
                <a:schemeClr val="dk1"/>
              </a:solidFill>
              <a:latin typeface="Calibri"/>
              <a:ea typeface="Calibri"/>
              <a:cs typeface="Calibri"/>
              <a:sym typeface="Calibri"/>
            </a:endParaRPr>
          </a:p>
        </p:txBody>
      </p:sp>
      <p:sp>
        <p:nvSpPr>
          <p:cNvPr id="607" name="Google Shape;607;p34"/>
          <p:cNvSpPr/>
          <p:nvPr/>
        </p:nvSpPr>
        <p:spPr>
          <a:xfrm>
            <a:off x="571500" y="871538"/>
            <a:ext cx="6048300" cy="261900"/>
          </a:xfrm>
          <a:prstGeom prst="rect">
            <a:avLst/>
          </a:prstGeom>
          <a:noFill/>
          <a:ln>
            <a:noFill/>
          </a:ln>
        </p:spPr>
        <p:txBody>
          <a:bodyPr anchorCtr="0" anchor="t" bIns="0" lIns="0" spcFirstLastPara="1" rIns="0" wrap="square" tIns="0">
            <a:noAutofit/>
          </a:bodyPr>
          <a:lstStyle/>
          <a:p>
            <a:pPr indent="0" lvl="0" marL="0" marR="0" rtl="0" algn="l">
              <a:lnSpc>
                <a:spcPct val="88181"/>
              </a:lnSpc>
              <a:spcBef>
                <a:spcPts val="0"/>
              </a:spcBef>
              <a:spcAft>
                <a:spcPts val="0"/>
              </a:spcAft>
              <a:buClr>
                <a:srgbClr val="0D1B3E"/>
              </a:buClr>
              <a:buSzPts val="1700"/>
              <a:buFont typeface="Montserrat ExtraBold"/>
              <a:buNone/>
            </a:pPr>
            <a:r>
              <a:rPr b="1" lang="en-US" sz="1700">
                <a:solidFill>
                  <a:srgbClr val="000033"/>
                </a:solidFill>
                <a:latin typeface="Montserrat ExtraBold"/>
                <a:ea typeface="Montserrat ExtraBold"/>
                <a:cs typeface="Montserrat ExtraBold"/>
                <a:sym typeface="Montserrat ExtraBold"/>
              </a:rPr>
              <a:t>Términos y condiciones</a:t>
            </a:r>
            <a:r>
              <a:rPr b="1" i="0" lang="en-US" sz="1700" u="none" cap="none" strike="noStrike">
                <a:solidFill>
                  <a:srgbClr val="000033"/>
                </a:solidFill>
                <a:latin typeface="Montserrat ExtraBold"/>
                <a:ea typeface="Montserrat ExtraBold"/>
                <a:cs typeface="Montserrat ExtraBold"/>
                <a:sym typeface="Montserrat ExtraBold"/>
              </a:rPr>
              <a:t> </a:t>
            </a:r>
            <a:r>
              <a:rPr b="1" i="1" lang="en-US" sz="1700" u="none" cap="none" strike="noStrike">
                <a:solidFill>
                  <a:srgbClr val="2B5BFC"/>
                </a:solidFill>
                <a:latin typeface="Montserrat ExtraBold"/>
                <a:ea typeface="Montserrat ExtraBold"/>
                <a:cs typeface="Montserrat ExtraBold"/>
                <a:sym typeface="Montserrat ExtraBold"/>
              </a:rPr>
              <a:t>generales</a:t>
            </a:r>
            <a:r>
              <a:rPr b="1" i="0" lang="en-US" sz="1700" u="none" cap="none" strike="noStrike">
                <a:solidFill>
                  <a:srgbClr val="000033"/>
                </a:solidFill>
                <a:latin typeface="Montserrat ExtraBold"/>
                <a:ea typeface="Montserrat ExtraBold"/>
                <a:cs typeface="Montserrat ExtraBold"/>
                <a:sym typeface="Montserrat ExtraBold"/>
              </a:rPr>
              <a:t> </a:t>
            </a:r>
            <a:endParaRPr b="0" i="0" sz="1700" u="none" cap="none" strike="noStrike">
              <a:solidFill>
                <a:schemeClr val="dk1"/>
              </a:solidFill>
              <a:latin typeface="Calibri"/>
              <a:ea typeface="Calibri"/>
              <a:cs typeface="Calibri"/>
              <a:sym typeface="Calibri"/>
            </a:endParaRPr>
          </a:p>
        </p:txBody>
      </p:sp>
      <p:sp>
        <p:nvSpPr>
          <p:cNvPr id="608" name="Google Shape;608;p34"/>
          <p:cNvSpPr/>
          <p:nvPr/>
        </p:nvSpPr>
        <p:spPr>
          <a:xfrm>
            <a:off x="571500" y="1209675"/>
            <a:ext cx="3524400" cy="1857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2B5BFC"/>
              </a:buClr>
              <a:buSzPts val="1200"/>
              <a:buFont typeface="Montserrat"/>
              <a:buNone/>
            </a:pPr>
            <a:r>
              <a:rPr b="1" i="0" lang="en-US" sz="1200" u="none" cap="none" strike="noStrike">
                <a:solidFill>
                  <a:srgbClr val="2B5BFC"/>
                </a:solidFill>
                <a:latin typeface="Montserrat"/>
                <a:ea typeface="Montserrat"/>
                <a:cs typeface="Montserrat"/>
                <a:sym typeface="Montserrat"/>
              </a:rPr>
              <a:t>Sobre los alcances y tiempos del proyecto: </a:t>
            </a:r>
            <a:endParaRPr b="0" i="0" sz="1200" u="none" cap="none" strike="noStrike">
              <a:solidFill>
                <a:schemeClr val="dk1"/>
              </a:solidFill>
              <a:latin typeface="Calibri"/>
              <a:ea typeface="Calibri"/>
              <a:cs typeface="Calibri"/>
              <a:sym typeface="Calibri"/>
            </a:endParaRPr>
          </a:p>
        </p:txBody>
      </p:sp>
      <p:sp>
        <p:nvSpPr>
          <p:cNvPr id="609" name="Google Shape;609;p34"/>
          <p:cNvSpPr/>
          <p:nvPr/>
        </p:nvSpPr>
        <p:spPr>
          <a:xfrm>
            <a:off x="557213" y="1471613"/>
            <a:ext cx="4353000" cy="514500"/>
          </a:xfrm>
          <a:prstGeom prst="rect">
            <a:avLst/>
          </a:prstGeom>
          <a:noFill/>
          <a:ln>
            <a:noFill/>
          </a:ln>
        </p:spPr>
        <p:txBody>
          <a:bodyPr anchorCtr="0" anchor="t" bIns="0" lIns="0" spcFirstLastPara="1" rIns="0" wrap="square" tIns="0">
            <a:noAutofit/>
          </a:bodyPr>
          <a:lstStyle/>
          <a:p>
            <a:pPr indent="0" lvl="0" marL="0" marR="0" rtl="0" algn="l">
              <a:lnSpc>
                <a:spcPct val="91714"/>
              </a:lnSpc>
              <a:spcBef>
                <a:spcPts val="0"/>
              </a:spcBef>
              <a:spcAft>
                <a:spcPts val="0"/>
              </a:spcAft>
              <a:buClr>
                <a:srgbClr val="000033"/>
              </a:buClr>
              <a:buSzPts val="1100"/>
              <a:buFont typeface="Montserrat"/>
              <a:buNone/>
            </a:pPr>
            <a:r>
              <a:rPr b="1" i="0" lang="en-US" sz="1000" u="none" cap="none" strike="noStrike">
                <a:solidFill>
                  <a:srgbClr val="000033"/>
                </a:solidFill>
                <a:latin typeface="Montserrat"/>
                <a:ea typeface="Montserrat"/>
                <a:cs typeface="Montserrat"/>
                <a:sym typeface="Montserrat"/>
              </a:rPr>
              <a:t>Tiempos de aceptación:</a:t>
            </a:r>
            <a:r>
              <a:rPr b="0" i="0" lang="en-US" sz="1000" u="none" cap="none" strike="noStrike">
                <a:solidFill>
                  <a:srgbClr val="000033"/>
                </a:solidFill>
                <a:latin typeface="Montserrat"/>
                <a:ea typeface="Montserrat"/>
                <a:cs typeface="Montserrat"/>
                <a:sym typeface="Montserrat"/>
              </a:rPr>
              <a:t> El cliente tendrá hasta 5 días útiles para solicitar ajustes justificados a los entregables. Pasado este plazo, se considerará la etapa finalizada.</a:t>
            </a:r>
            <a:r>
              <a:rPr b="1" i="0" lang="en-US" sz="1000" u="none" cap="none" strike="noStrike">
                <a:solidFill>
                  <a:srgbClr val="000033"/>
                </a:solidFill>
                <a:latin typeface="Montserrat"/>
                <a:ea typeface="Montserrat"/>
                <a:cs typeface="Montserrat"/>
                <a:sym typeface="Montserrat"/>
              </a:rPr>
              <a:t> </a:t>
            </a:r>
            <a:endParaRPr b="0" i="0" sz="1000" u="none" cap="none" strike="noStrike">
              <a:solidFill>
                <a:schemeClr val="dk1"/>
              </a:solidFill>
              <a:latin typeface="Calibri"/>
              <a:ea typeface="Calibri"/>
              <a:cs typeface="Calibri"/>
              <a:sym typeface="Calibri"/>
            </a:endParaRPr>
          </a:p>
        </p:txBody>
      </p:sp>
      <p:sp>
        <p:nvSpPr>
          <p:cNvPr id="610" name="Google Shape;610;p34"/>
          <p:cNvSpPr/>
          <p:nvPr/>
        </p:nvSpPr>
        <p:spPr>
          <a:xfrm>
            <a:off x="557213" y="2057400"/>
            <a:ext cx="4481400" cy="514500"/>
          </a:xfrm>
          <a:prstGeom prst="rect">
            <a:avLst/>
          </a:prstGeom>
          <a:noFill/>
          <a:ln>
            <a:noFill/>
          </a:ln>
        </p:spPr>
        <p:txBody>
          <a:bodyPr anchorCtr="0" anchor="t" bIns="0" lIns="0" spcFirstLastPara="1" rIns="0" wrap="square" tIns="0">
            <a:noAutofit/>
          </a:bodyPr>
          <a:lstStyle/>
          <a:p>
            <a:pPr indent="0" lvl="0" marL="0" marR="0" rtl="0" algn="l">
              <a:lnSpc>
                <a:spcPct val="91714"/>
              </a:lnSpc>
              <a:spcBef>
                <a:spcPts val="0"/>
              </a:spcBef>
              <a:spcAft>
                <a:spcPts val="0"/>
              </a:spcAft>
              <a:buClr>
                <a:srgbClr val="000033"/>
              </a:buClr>
              <a:buSzPts val="1100"/>
              <a:buFont typeface="Montserrat"/>
              <a:buNone/>
            </a:pPr>
            <a:r>
              <a:rPr b="1" i="0" lang="en-US" sz="1000" u="none" cap="none" strike="noStrike">
                <a:solidFill>
                  <a:srgbClr val="000033"/>
                </a:solidFill>
                <a:latin typeface="Montserrat"/>
                <a:ea typeface="Montserrat"/>
                <a:cs typeface="Montserrat"/>
                <a:sym typeface="Montserrat"/>
              </a:rPr>
              <a:t>Conformidad de cierre:</a:t>
            </a:r>
            <a:r>
              <a:rPr b="0" i="0" lang="en-US" sz="1000" u="none" cap="none" strike="noStrike">
                <a:solidFill>
                  <a:srgbClr val="000033"/>
                </a:solidFill>
                <a:latin typeface="Montserrat"/>
                <a:ea typeface="Montserrat"/>
                <a:cs typeface="Montserrat"/>
                <a:sym typeface="Montserrat"/>
              </a:rPr>
              <a:t> Al finalizar, se enviará un acta de conformidad para revisión y aceptación. Si no hay respuesta en 5 días útiles, el proyecto se considerará finalizado.</a:t>
            </a:r>
            <a:r>
              <a:rPr b="1" i="0" lang="en-US" sz="1000" u="none" cap="none" strike="noStrike">
                <a:solidFill>
                  <a:srgbClr val="000033"/>
                </a:solidFill>
                <a:latin typeface="Montserrat"/>
                <a:ea typeface="Montserrat"/>
                <a:cs typeface="Montserrat"/>
                <a:sym typeface="Montserrat"/>
              </a:rPr>
              <a:t> </a:t>
            </a:r>
            <a:endParaRPr b="0" i="0" sz="1000" u="none" cap="none" strike="noStrike">
              <a:solidFill>
                <a:schemeClr val="dk1"/>
              </a:solidFill>
              <a:latin typeface="Calibri"/>
              <a:ea typeface="Calibri"/>
              <a:cs typeface="Calibri"/>
              <a:sym typeface="Calibri"/>
            </a:endParaRPr>
          </a:p>
        </p:txBody>
      </p:sp>
      <p:sp>
        <p:nvSpPr>
          <p:cNvPr id="611" name="Google Shape;611;p34"/>
          <p:cNvSpPr/>
          <p:nvPr/>
        </p:nvSpPr>
        <p:spPr>
          <a:xfrm>
            <a:off x="557224" y="2643200"/>
            <a:ext cx="4481400" cy="342900"/>
          </a:xfrm>
          <a:prstGeom prst="rect">
            <a:avLst/>
          </a:prstGeom>
          <a:noFill/>
          <a:ln>
            <a:noFill/>
          </a:ln>
        </p:spPr>
        <p:txBody>
          <a:bodyPr anchorCtr="0" anchor="t" bIns="0" lIns="0" spcFirstLastPara="1" rIns="0" wrap="square" tIns="0">
            <a:noAutofit/>
          </a:bodyPr>
          <a:lstStyle/>
          <a:p>
            <a:pPr indent="0" lvl="0" marL="0" marR="0" rtl="0" algn="l">
              <a:lnSpc>
                <a:spcPct val="91714"/>
              </a:lnSpc>
              <a:spcBef>
                <a:spcPts val="0"/>
              </a:spcBef>
              <a:spcAft>
                <a:spcPts val="0"/>
              </a:spcAft>
              <a:buClr>
                <a:srgbClr val="000033"/>
              </a:buClr>
              <a:buSzPts val="1100"/>
              <a:buFont typeface="Montserrat"/>
              <a:buNone/>
            </a:pPr>
            <a:r>
              <a:rPr b="1" i="0" lang="en-US" sz="1000" u="none" cap="none" strike="noStrike">
                <a:solidFill>
                  <a:srgbClr val="000033"/>
                </a:solidFill>
                <a:latin typeface="Montserrat"/>
                <a:ea typeface="Montserrat"/>
                <a:cs typeface="Montserrat"/>
                <a:sym typeface="Montserrat"/>
              </a:rPr>
              <a:t>Alcance adicional:</a:t>
            </a:r>
            <a:r>
              <a:rPr b="0" i="0" lang="en-US" sz="1000" u="none" cap="none" strike="noStrike">
                <a:solidFill>
                  <a:srgbClr val="000033"/>
                </a:solidFill>
                <a:latin typeface="Montserrat"/>
                <a:ea typeface="Montserrat"/>
                <a:cs typeface="Montserrat"/>
                <a:sym typeface="Montserrat"/>
              </a:rPr>
              <a:t> Requerimientos fuera del alcance generarán un cobro adicional basado en la tarifa por hora promedio del proyecto.</a:t>
            </a:r>
            <a:r>
              <a:rPr b="1" i="0" lang="en-US" sz="1000" u="none" cap="none" strike="noStrike">
                <a:solidFill>
                  <a:srgbClr val="000033"/>
                </a:solidFill>
                <a:latin typeface="Montserrat"/>
                <a:ea typeface="Montserrat"/>
                <a:cs typeface="Montserrat"/>
                <a:sym typeface="Montserrat"/>
              </a:rPr>
              <a:t> </a:t>
            </a:r>
            <a:endParaRPr b="0" i="0" sz="1000" u="none" cap="none" strike="noStrike">
              <a:solidFill>
                <a:schemeClr val="dk1"/>
              </a:solidFill>
              <a:latin typeface="Calibri"/>
              <a:ea typeface="Calibri"/>
              <a:cs typeface="Calibri"/>
              <a:sym typeface="Calibri"/>
            </a:endParaRPr>
          </a:p>
        </p:txBody>
      </p:sp>
      <p:sp>
        <p:nvSpPr>
          <p:cNvPr id="612" name="Google Shape;612;p34"/>
          <p:cNvSpPr/>
          <p:nvPr/>
        </p:nvSpPr>
        <p:spPr>
          <a:xfrm>
            <a:off x="557213" y="3057525"/>
            <a:ext cx="4481400" cy="514500"/>
          </a:xfrm>
          <a:prstGeom prst="rect">
            <a:avLst/>
          </a:prstGeom>
          <a:noFill/>
          <a:ln>
            <a:noFill/>
          </a:ln>
        </p:spPr>
        <p:txBody>
          <a:bodyPr anchorCtr="0" anchor="t" bIns="0" lIns="0" spcFirstLastPara="1" rIns="0" wrap="square" tIns="0">
            <a:noAutofit/>
          </a:bodyPr>
          <a:lstStyle/>
          <a:p>
            <a:pPr indent="0" lvl="0" marL="0" marR="0" rtl="0" algn="l">
              <a:lnSpc>
                <a:spcPct val="91714"/>
              </a:lnSpc>
              <a:spcBef>
                <a:spcPts val="0"/>
              </a:spcBef>
              <a:spcAft>
                <a:spcPts val="0"/>
              </a:spcAft>
              <a:buClr>
                <a:srgbClr val="000033"/>
              </a:buClr>
              <a:buSzPts val="1100"/>
              <a:buFont typeface="Montserrat"/>
              <a:buNone/>
            </a:pPr>
            <a:r>
              <a:rPr b="1" i="0" lang="en-US" sz="1000" u="none" cap="none" strike="noStrike">
                <a:solidFill>
                  <a:srgbClr val="000033"/>
                </a:solidFill>
                <a:latin typeface="Montserrat"/>
                <a:ea typeface="Montserrat"/>
                <a:cs typeface="Montserrat"/>
                <a:sym typeface="Montserrat"/>
              </a:rPr>
              <a:t>Implementaciones:</a:t>
            </a:r>
            <a:r>
              <a:rPr b="0" i="0" lang="en-US" sz="1000" u="none" cap="none" strike="noStrike">
                <a:solidFill>
                  <a:srgbClr val="000033"/>
                </a:solidFill>
                <a:latin typeface="Montserrat"/>
                <a:ea typeface="Montserrat"/>
                <a:cs typeface="Montserrat"/>
                <a:sym typeface="Montserrat"/>
              </a:rPr>
              <a:t> Serán responsabilidad del equipo del cliente. Cualquier retraso por no ejecutar las mejoras en el tiempo estimado será responsabilidad del cliente.</a:t>
            </a:r>
            <a:r>
              <a:rPr b="1" i="0" lang="en-US" sz="1000" u="none" cap="none" strike="noStrike">
                <a:solidFill>
                  <a:srgbClr val="000033"/>
                </a:solidFill>
                <a:latin typeface="Montserrat"/>
                <a:ea typeface="Montserrat"/>
                <a:cs typeface="Montserrat"/>
                <a:sym typeface="Montserrat"/>
              </a:rPr>
              <a:t> </a:t>
            </a:r>
            <a:endParaRPr b="0" i="0" sz="1000" u="none" cap="none" strike="noStrike">
              <a:solidFill>
                <a:schemeClr val="dk1"/>
              </a:solidFill>
              <a:latin typeface="Calibri"/>
              <a:ea typeface="Calibri"/>
              <a:cs typeface="Calibri"/>
              <a:sym typeface="Calibri"/>
            </a:endParaRPr>
          </a:p>
        </p:txBody>
      </p:sp>
      <p:sp>
        <p:nvSpPr>
          <p:cNvPr id="613" name="Google Shape;613;p34"/>
          <p:cNvSpPr/>
          <p:nvPr/>
        </p:nvSpPr>
        <p:spPr>
          <a:xfrm>
            <a:off x="557213" y="3643313"/>
            <a:ext cx="4481400" cy="342900"/>
          </a:xfrm>
          <a:prstGeom prst="rect">
            <a:avLst/>
          </a:prstGeom>
          <a:noFill/>
          <a:ln>
            <a:noFill/>
          </a:ln>
        </p:spPr>
        <p:txBody>
          <a:bodyPr anchorCtr="0" anchor="t" bIns="0" lIns="0" spcFirstLastPara="1" rIns="0" wrap="square" tIns="0">
            <a:noAutofit/>
          </a:bodyPr>
          <a:lstStyle/>
          <a:p>
            <a:pPr indent="0" lvl="0" marL="0" marR="0" rtl="0" algn="l">
              <a:lnSpc>
                <a:spcPct val="91714"/>
              </a:lnSpc>
              <a:spcBef>
                <a:spcPts val="0"/>
              </a:spcBef>
              <a:spcAft>
                <a:spcPts val="0"/>
              </a:spcAft>
              <a:buClr>
                <a:srgbClr val="000033"/>
              </a:buClr>
              <a:buSzPts val="1100"/>
              <a:buFont typeface="Montserrat"/>
              <a:buNone/>
            </a:pPr>
            <a:r>
              <a:rPr b="1" i="0" lang="en-US" sz="1000" u="none" cap="none" strike="noStrike">
                <a:solidFill>
                  <a:srgbClr val="000033"/>
                </a:solidFill>
                <a:latin typeface="Montserrat"/>
                <a:ea typeface="Montserrat"/>
                <a:cs typeface="Montserrat"/>
                <a:sym typeface="Montserrat"/>
              </a:rPr>
              <a:t>Retrasos del cliente: </a:t>
            </a:r>
            <a:r>
              <a:rPr b="0" i="0" lang="en-US" sz="1000" u="none" cap="none" strike="noStrike">
                <a:solidFill>
                  <a:srgbClr val="000033"/>
                </a:solidFill>
                <a:latin typeface="Montserrat"/>
                <a:ea typeface="Montserrat"/>
                <a:cs typeface="Montserrat"/>
                <a:sym typeface="Montserrat"/>
              </a:rPr>
              <a:t>Si el retraso es atribuible al cliente, las fechas de facturación se mantienen según contrato.</a:t>
            </a:r>
            <a:r>
              <a:rPr b="1" i="0" lang="en-US" sz="1000" u="none" cap="none" strike="noStrike">
                <a:solidFill>
                  <a:srgbClr val="000033"/>
                </a:solidFill>
                <a:latin typeface="Montserrat"/>
                <a:ea typeface="Montserrat"/>
                <a:cs typeface="Montserrat"/>
                <a:sym typeface="Montserrat"/>
              </a:rPr>
              <a:t> </a:t>
            </a:r>
            <a:endParaRPr b="0" i="0" sz="1000" u="none" cap="none" strike="noStrike">
              <a:solidFill>
                <a:schemeClr val="dk1"/>
              </a:solidFill>
              <a:latin typeface="Calibri"/>
              <a:ea typeface="Calibri"/>
              <a:cs typeface="Calibri"/>
              <a:sym typeface="Calibri"/>
            </a:endParaRPr>
          </a:p>
        </p:txBody>
      </p:sp>
      <p:sp>
        <p:nvSpPr>
          <p:cNvPr id="614" name="Google Shape;614;p34"/>
          <p:cNvSpPr/>
          <p:nvPr/>
        </p:nvSpPr>
        <p:spPr>
          <a:xfrm>
            <a:off x="557213" y="4057650"/>
            <a:ext cx="4476900" cy="342900"/>
          </a:xfrm>
          <a:prstGeom prst="rect">
            <a:avLst/>
          </a:prstGeom>
          <a:noFill/>
          <a:ln>
            <a:noFill/>
          </a:ln>
        </p:spPr>
        <p:txBody>
          <a:bodyPr anchorCtr="0" anchor="t" bIns="0" lIns="0" spcFirstLastPara="1" rIns="0" wrap="square" tIns="0">
            <a:noAutofit/>
          </a:bodyPr>
          <a:lstStyle/>
          <a:p>
            <a:pPr indent="0" lvl="0" marL="0" marR="0" rtl="0" algn="l">
              <a:lnSpc>
                <a:spcPct val="91714"/>
              </a:lnSpc>
              <a:spcBef>
                <a:spcPts val="0"/>
              </a:spcBef>
              <a:spcAft>
                <a:spcPts val="0"/>
              </a:spcAft>
              <a:buClr>
                <a:srgbClr val="000033"/>
              </a:buClr>
              <a:buSzPts val="1100"/>
              <a:buFont typeface="Montserrat"/>
              <a:buNone/>
            </a:pPr>
            <a:r>
              <a:rPr b="1" i="0" lang="en-US" sz="1000" u="none" cap="none" strike="noStrike">
                <a:solidFill>
                  <a:srgbClr val="000033"/>
                </a:solidFill>
                <a:latin typeface="Montserrat"/>
                <a:ea typeface="Montserrat"/>
                <a:cs typeface="Montserrat"/>
                <a:sym typeface="Montserrat"/>
              </a:rPr>
              <a:t>Inicio de proyecto:</a:t>
            </a:r>
            <a:r>
              <a:rPr b="0" i="0" lang="en-US" sz="1000" u="none" cap="none" strike="noStrike">
                <a:solidFill>
                  <a:srgbClr val="000033"/>
                </a:solidFill>
                <a:latin typeface="Montserrat"/>
                <a:ea typeface="Montserrat"/>
                <a:cs typeface="Montserrat"/>
                <a:sym typeface="Montserrat"/>
              </a:rPr>
              <a:t> El proyecto se dará inicio una vez se tenga la firma formal del contrato correspondiente.</a:t>
            </a:r>
            <a:r>
              <a:rPr b="1" i="0" lang="en-US" sz="1000" u="none" cap="none" strike="noStrike">
                <a:solidFill>
                  <a:srgbClr val="000033"/>
                </a:solidFill>
                <a:latin typeface="Montserrat"/>
                <a:ea typeface="Montserrat"/>
                <a:cs typeface="Montserrat"/>
                <a:sym typeface="Montserrat"/>
              </a:rPr>
              <a:t> </a:t>
            </a:r>
            <a:endParaRPr b="0" i="0" sz="1000" u="none" cap="none" strike="noStrike">
              <a:solidFill>
                <a:schemeClr val="dk1"/>
              </a:solidFill>
              <a:latin typeface="Calibri"/>
              <a:ea typeface="Calibri"/>
              <a:cs typeface="Calibri"/>
              <a:sym typeface="Calibri"/>
            </a:endParaRPr>
          </a:p>
        </p:txBody>
      </p:sp>
      <p:sp>
        <p:nvSpPr>
          <p:cNvPr id="615" name="Google Shape;615;p34"/>
          <p:cNvSpPr/>
          <p:nvPr/>
        </p:nvSpPr>
        <p:spPr>
          <a:xfrm>
            <a:off x="5414963" y="1323975"/>
            <a:ext cx="18288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000033"/>
              </a:buClr>
              <a:buSzPts val="1100"/>
              <a:buFont typeface="Montserrat"/>
              <a:buNone/>
            </a:pPr>
            <a:r>
              <a:rPr b="1" i="0" lang="en-US" sz="1100" u="none" cap="none" strike="noStrike">
                <a:solidFill>
                  <a:srgbClr val="000033"/>
                </a:solidFill>
                <a:latin typeface="Montserrat"/>
                <a:ea typeface="Montserrat"/>
                <a:cs typeface="Montserrat"/>
                <a:sym typeface="Montserrat"/>
              </a:rPr>
              <a:t>Horario &amp; Colaboración: </a:t>
            </a:r>
            <a:endParaRPr b="0" i="0" sz="1100" u="none" cap="none" strike="noStrike">
              <a:solidFill>
                <a:schemeClr val="dk1"/>
              </a:solidFill>
              <a:latin typeface="Calibri"/>
              <a:ea typeface="Calibri"/>
              <a:cs typeface="Calibri"/>
              <a:sym typeface="Calibri"/>
            </a:endParaRPr>
          </a:p>
        </p:txBody>
      </p:sp>
      <p:sp>
        <p:nvSpPr>
          <p:cNvPr id="616" name="Google Shape;616;p34"/>
          <p:cNvSpPr/>
          <p:nvPr/>
        </p:nvSpPr>
        <p:spPr>
          <a:xfrm>
            <a:off x="5414963" y="1576388"/>
            <a:ext cx="2766900" cy="371400"/>
          </a:xfrm>
          <a:prstGeom prst="rect">
            <a:avLst/>
          </a:prstGeom>
          <a:noFill/>
          <a:ln>
            <a:noFill/>
          </a:ln>
        </p:spPr>
        <p:txBody>
          <a:bodyPr anchorCtr="0" anchor="t" bIns="0" lIns="0" spcFirstLastPara="1" rIns="0" wrap="square" tIns="0">
            <a:noAutofit/>
          </a:bodyPr>
          <a:lstStyle/>
          <a:p>
            <a:pPr indent="0" lvl="0" marL="0" marR="0" rtl="0" algn="l">
              <a:lnSpc>
                <a:spcPct val="91733"/>
              </a:lnSpc>
              <a:spcBef>
                <a:spcPts val="0"/>
              </a:spcBef>
              <a:spcAft>
                <a:spcPts val="0"/>
              </a:spcAft>
              <a:buClr>
                <a:srgbClr val="000000"/>
              </a:buClr>
              <a:buSzPts val="1100"/>
              <a:buFont typeface="Montserrat"/>
              <a:buNone/>
            </a:pPr>
            <a:r>
              <a:rPr b="0" i="0" lang="en-US" sz="1100" u="none" cap="none" strike="noStrike">
                <a:solidFill>
                  <a:srgbClr val="000033"/>
                </a:solidFill>
                <a:latin typeface="Montserrat"/>
                <a:ea typeface="Montserrat"/>
                <a:cs typeface="Montserrat"/>
                <a:sym typeface="Montserrat"/>
              </a:rPr>
              <a:t>• Horario de atención: Lunes a Viernes de 9:00 am a 6:00 pm. </a:t>
            </a:r>
            <a:endParaRPr b="0" i="0" sz="1100" u="none" cap="none" strike="noStrike">
              <a:solidFill>
                <a:schemeClr val="dk1"/>
              </a:solidFill>
              <a:latin typeface="Calibri"/>
              <a:ea typeface="Calibri"/>
              <a:cs typeface="Calibri"/>
              <a:sym typeface="Calibri"/>
            </a:endParaRPr>
          </a:p>
        </p:txBody>
      </p:sp>
      <p:sp>
        <p:nvSpPr>
          <p:cNvPr id="617" name="Google Shape;617;p34"/>
          <p:cNvSpPr/>
          <p:nvPr/>
        </p:nvSpPr>
        <p:spPr>
          <a:xfrm>
            <a:off x="5414963" y="2024063"/>
            <a:ext cx="2766900" cy="557100"/>
          </a:xfrm>
          <a:prstGeom prst="rect">
            <a:avLst/>
          </a:prstGeom>
          <a:noFill/>
          <a:ln>
            <a:noFill/>
          </a:ln>
        </p:spPr>
        <p:txBody>
          <a:bodyPr anchorCtr="0" anchor="t" bIns="0" lIns="0" spcFirstLastPara="1" rIns="0" wrap="square" tIns="0">
            <a:noAutofit/>
          </a:bodyPr>
          <a:lstStyle/>
          <a:p>
            <a:pPr indent="0" lvl="0" marL="0" marR="0" rtl="0" algn="l">
              <a:lnSpc>
                <a:spcPct val="91733"/>
              </a:lnSpc>
              <a:spcBef>
                <a:spcPts val="0"/>
              </a:spcBef>
              <a:spcAft>
                <a:spcPts val="0"/>
              </a:spcAft>
              <a:buClr>
                <a:srgbClr val="000000"/>
              </a:buClr>
              <a:buSzPts val="1100"/>
              <a:buFont typeface="Montserrat"/>
              <a:buNone/>
            </a:pPr>
            <a:r>
              <a:rPr b="0" i="0" lang="en-US" sz="1100" u="none" cap="none" strike="noStrike">
                <a:solidFill>
                  <a:srgbClr val="000033"/>
                </a:solidFill>
                <a:latin typeface="Montserrat"/>
                <a:ea typeface="Montserrat"/>
                <a:cs typeface="Montserrat"/>
                <a:sym typeface="Montserrat"/>
              </a:rPr>
              <a:t>• Cláusula de no contratación de personal del equipo asignado durante el proyecto y hasta 6 meses después. </a:t>
            </a:r>
            <a:endParaRPr b="0" i="0" sz="1100" u="none" cap="none" strike="noStrike">
              <a:solidFill>
                <a:schemeClr val="dk1"/>
              </a:solidFill>
              <a:latin typeface="Calibri"/>
              <a:ea typeface="Calibri"/>
              <a:cs typeface="Calibri"/>
              <a:sym typeface="Calibri"/>
            </a:endParaRPr>
          </a:p>
        </p:txBody>
      </p:sp>
      <p:sp>
        <p:nvSpPr>
          <p:cNvPr id="618" name="Google Shape;618;p34"/>
          <p:cNvSpPr/>
          <p:nvPr/>
        </p:nvSpPr>
        <p:spPr>
          <a:xfrm>
            <a:off x="5414963" y="2924175"/>
            <a:ext cx="2148000" cy="1857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2B5BFC"/>
              </a:buClr>
              <a:buSzPts val="1200"/>
              <a:buFont typeface="Montserrat"/>
              <a:buNone/>
            </a:pPr>
            <a:r>
              <a:rPr b="1" i="0" lang="en-US" sz="1200" u="none" cap="none" strike="noStrike">
                <a:solidFill>
                  <a:srgbClr val="2B5BFC"/>
                </a:solidFill>
                <a:latin typeface="Montserrat"/>
                <a:ea typeface="Montserrat"/>
                <a:cs typeface="Montserrat"/>
                <a:sym typeface="Montserrat"/>
              </a:rPr>
              <a:t>Sobre las formas de pago: </a:t>
            </a:r>
            <a:endParaRPr b="0" i="0" sz="1200" u="none" cap="none" strike="noStrike">
              <a:solidFill>
                <a:schemeClr val="dk1"/>
              </a:solidFill>
              <a:latin typeface="Calibri"/>
              <a:ea typeface="Calibri"/>
              <a:cs typeface="Calibri"/>
              <a:sym typeface="Calibri"/>
            </a:endParaRPr>
          </a:p>
        </p:txBody>
      </p:sp>
      <p:sp>
        <p:nvSpPr>
          <p:cNvPr id="619" name="Google Shape;619;p34"/>
          <p:cNvSpPr/>
          <p:nvPr/>
        </p:nvSpPr>
        <p:spPr>
          <a:xfrm>
            <a:off x="5414963" y="3186113"/>
            <a:ext cx="2209800" cy="185700"/>
          </a:xfrm>
          <a:prstGeom prst="rect">
            <a:avLst/>
          </a:prstGeom>
          <a:noFill/>
          <a:ln>
            <a:noFill/>
          </a:ln>
        </p:spPr>
        <p:txBody>
          <a:bodyPr anchorCtr="0" anchor="t" bIns="0" lIns="0" spcFirstLastPara="1" rIns="0" wrap="square" tIns="0">
            <a:noAutofit/>
          </a:bodyPr>
          <a:lstStyle/>
          <a:p>
            <a:pPr indent="0" lvl="0" marL="0" marR="0" rtl="0" algn="l">
              <a:lnSpc>
                <a:spcPct val="91733"/>
              </a:lnSpc>
              <a:spcBef>
                <a:spcPts val="0"/>
              </a:spcBef>
              <a:spcAft>
                <a:spcPts val="0"/>
              </a:spcAft>
              <a:buClr>
                <a:srgbClr val="575757"/>
              </a:buClr>
              <a:buSzPts val="1100"/>
              <a:buFont typeface="Montserrat"/>
              <a:buNone/>
            </a:pPr>
            <a:r>
              <a:rPr b="0" i="0" lang="en-US" sz="1100" u="none" cap="none" strike="noStrike">
                <a:solidFill>
                  <a:srgbClr val="000033"/>
                </a:solidFill>
                <a:latin typeface="Montserrat"/>
                <a:ea typeface="Montserrat"/>
                <a:cs typeface="Montserrat"/>
                <a:sym typeface="Montserrat"/>
              </a:rPr>
              <a:t>• Los precios </a:t>
            </a:r>
            <a:r>
              <a:rPr b="1" i="0" lang="en-US" sz="1100" u="none" cap="none" strike="noStrike">
                <a:solidFill>
                  <a:srgbClr val="000033"/>
                </a:solidFill>
                <a:latin typeface="Montserrat"/>
                <a:ea typeface="Montserrat"/>
                <a:cs typeface="Montserrat"/>
                <a:sym typeface="Montserrat"/>
              </a:rPr>
              <a:t>no incluyen IGV</a:t>
            </a:r>
            <a:r>
              <a:rPr b="0" i="0" lang="en-US" sz="1100" u="none" cap="none" strike="noStrike">
                <a:solidFill>
                  <a:srgbClr val="000033"/>
                </a:solidFill>
                <a:latin typeface="Montserrat"/>
                <a:ea typeface="Montserrat"/>
                <a:cs typeface="Montserrat"/>
                <a:sym typeface="Montserrat"/>
              </a:rPr>
              <a:t>. </a:t>
            </a:r>
            <a:endParaRPr b="0" i="0" sz="1100" u="none" cap="none" strike="noStrike">
              <a:solidFill>
                <a:schemeClr val="dk1"/>
              </a:solidFill>
              <a:latin typeface="Calibri"/>
              <a:ea typeface="Calibri"/>
              <a:cs typeface="Calibri"/>
              <a:sym typeface="Calibri"/>
            </a:endParaRPr>
          </a:p>
        </p:txBody>
      </p:sp>
      <p:sp>
        <p:nvSpPr>
          <p:cNvPr id="620" name="Google Shape;620;p34"/>
          <p:cNvSpPr/>
          <p:nvPr/>
        </p:nvSpPr>
        <p:spPr>
          <a:xfrm>
            <a:off x="5414963" y="3448050"/>
            <a:ext cx="2766900" cy="371400"/>
          </a:xfrm>
          <a:prstGeom prst="rect">
            <a:avLst/>
          </a:prstGeom>
          <a:noFill/>
          <a:ln>
            <a:noFill/>
          </a:ln>
        </p:spPr>
        <p:txBody>
          <a:bodyPr anchorCtr="0" anchor="t" bIns="0" lIns="0" spcFirstLastPara="1" rIns="0" wrap="square" tIns="0">
            <a:noAutofit/>
          </a:bodyPr>
          <a:lstStyle/>
          <a:p>
            <a:pPr indent="0" lvl="0" marL="0" marR="0" rtl="0" algn="l">
              <a:lnSpc>
                <a:spcPct val="91733"/>
              </a:lnSpc>
              <a:spcBef>
                <a:spcPts val="0"/>
              </a:spcBef>
              <a:spcAft>
                <a:spcPts val="0"/>
              </a:spcAft>
              <a:buClr>
                <a:srgbClr val="575757"/>
              </a:buClr>
              <a:buSzPts val="1100"/>
              <a:buFont typeface="Montserrat"/>
              <a:buNone/>
            </a:pPr>
            <a:r>
              <a:rPr b="0" i="0" lang="en-US" sz="1100" u="none" cap="none" strike="noStrike">
                <a:solidFill>
                  <a:srgbClr val="000033"/>
                </a:solidFill>
                <a:latin typeface="Montserrat"/>
                <a:ea typeface="Montserrat"/>
                <a:cs typeface="Montserrat"/>
                <a:sym typeface="Montserrat"/>
              </a:rPr>
              <a:t>• Vigencia de propuesta: 30 días calendario. </a:t>
            </a:r>
            <a:endParaRPr b="0" i="0" sz="1100" u="none" cap="none" strike="noStrike">
              <a:solidFill>
                <a:schemeClr val="dk1"/>
              </a:solidFill>
              <a:latin typeface="Calibri"/>
              <a:ea typeface="Calibri"/>
              <a:cs typeface="Calibri"/>
              <a:sym typeface="Calibri"/>
            </a:endParaRPr>
          </a:p>
        </p:txBody>
      </p:sp>
      <p:sp>
        <p:nvSpPr>
          <p:cNvPr id="621" name="Google Shape;621;p34"/>
          <p:cNvSpPr/>
          <p:nvPr/>
        </p:nvSpPr>
        <p:spPr>
          <a:xfrm>
            <a:off x="5414963" y="3895725"/>
            <a:ext cx="2700300" cy="371400"/>
          </a:xfrm>
          <a:prstGeom prst="rect">
            <a:avLst/>
          </a:prstGeom>
          <a:noFill/>
          <a:ln>
            <a:noFill/>
          </a:ln>
        </p:spPr>
        <p:txBody>
          <a:bodyPr anchorCtr="0" anchor="t" bIns="0" lIns="0" spcFirstLastPara="1" rIns="0" wrap="square" tIns="0">
            <a:noAutofit/>
          </a:bodyPr>
          <a:lstStyle/>
          <a:p>
            <a:pPr indent="0" lvl="0" marL="0" marR="0" rtl="0" algn="l">
              <a:lnSpc>
                <a:spcPct val="91733"/>
              </a:lnSpc>
              <a:spcBef>
                <a:spcPts val="0"/>
              </a:spcBef>
              <a:spcAft>
                <a:spcPts val="0"/>
              </a:spcAft>
              <a:buClr>
                <a:srgbClr val="2B5BFC"/>
              </a:buClr>
              <a:buSzPts val="1100"/>
              <a:buFont typeface="Montserrat"/>
              <a:buNone/>
            </a:pPr>
            <a:r>
              <a:rPr b="1" i="0" lang="en-US" sz="1100" u="none" cap="none" strike="noStrike">
                <a:solidFill>
                  <a:srgbClr val="2B5BFC"/>
                </a:solidFill>
                <a:latin typeface="Montserrat"/>
                <a:ea typeface="Montserrat"/>
                <a:cs typeface="Montserrat"/>
                <a:sym typeface="Montserrat"/>
              </a:rPr>
              <a:t>Facturación del Proyecto: 100% al inicio del proyecto. </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33"/>
        </a:solidFill>
      </p:bgPr>
    </p:bg>
    <p:spTree>
      <p:nvGrpSpPr>
        <p:cNvPr id="626" name="Shape 626"/>
        <p:cNvGrpSpPr/>
        <p:nvPr/>
      </p:nvGrpSpPr>
      <p:grpSpPr>
        <a:xfrm>
          <a:off x="0" y="0"/>
          <a:ext cx="0" cy="0"/>
          <a:chOff x="0" y="0"/>
          <a:chExt cx="0" cy="0"/>
        </a:xfrm>
      </p:grpSpPr>
      <p:pic>
        <p:nvPicPr>
          <p:cNvPr descr="bg-dark-glow.png" id="627" name="Google Shape;627;p35"/>
          <p:cNvPicPr preferRelativeResize="0"/>
          <p:nvPr/>
        </p:nvPicPr>
        <p:blipFill rotWithShape="1">
          <a:blip r:embed="rId3">
            <a:alphaModFix/>
          </a:blip>
          <a:srcRect b="13585" l="0" r="13585" t="0"/>
          <a:stretch/>
        </p:blipFill>
        <p:spPr>
          <a:xfrm>
            <a:off x="0" y="0"/>
            <a:ext cx="9144005" cy="5143500"/>
          </a:xfrm>
          <a:prstGeom prst="rect">
            <a:avLst/>
          </a:prstGeom>
          <a:noFill/>
          <a:ln>
            <a:noFill/>
          </a:ln>
        </p:spPr>
      </p:pic>
      <p:pic>
        <p:nvPicPr>
          <p:cNvPr descr="neo-logo-25-white.png" id="628" name="Google Shape;628;p35"/>
          <p:cNvPicPr preferRelativeResize="0"/>
          <p:nvPr/>
        </p:nvPicPr>
        <p:blipFill rotWithShape="1">
          <a:blip r:embed="rId4">
            <a:alphaModFix/>
          </a:blip>
          <a:srcRect b="0" l="0" r="0" t="0"/>
          <a:stretch/>
        </p:blipFill>
        <p:spPr>
          <a:xfrm>
            <a:off x="571500" y="398780"/>
            <a:ext cx="1228090" cy="245110"/>
          </a:xfrm>
          <a:prstGeom prst="rect">
            <a:avLst/>
          </a:prstGeom>
          <a:noFill/>
          <a:ln>
            <a:noFill/>
          </a:ln>
        </p:spPr>
      </p:pic>
      <p:sp>
        <p:nvSpPr>
          <p:cNvPr id="629" name="Google Shape;629;p35"/>
          <p:cNvSpPr txBox="1"/>
          <p:nvPr/>
        </p:nvSpPr>
        <p:spPr>
          <a:xfrm>
            <a:off x="571500" y="4577080"/>
            <a:ext cx="2032000" cy="1854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a:ea typeface="Montserrat"/>
                <a:cs typeface="Montserrat"/>
                <a:sym typeface="Montserrat"/>
              </a:rPr>
              <a:t>neoconsulting.ai</a:t>
            </a:r>
            <a:endParaRPr b="0" i="0" sz="1400" u="none" cap="none" strike="noStrike">
              <a:solidFill>
                <a:srgbClr val="000000"/>
              </a:solidFill>
              <a:latin typeface="Arial"/>
              <a:ea typeface="Arial"/>
              <a:cs typeface="Arial"/>
              <a:sym typeface="Arial"/>
            </a:endParaRPr>
          </a:p>
        </p:txBody>
      </p:sp>
      <p:sp>
        <p:nvSpPr>
          <p:cNvPr id="630" name="Google Shape;630;p35"/>
          <p:cNvSpPr txBox="1"/>
          <p:nvPr/>
        </p:nvSpPr>
        <p:spPr>
          <a:xfrm>
            <a:off x="571500" y="2430775"/>
            <a:ext cx="8001000" cy="6426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4500"/>
              <a:buFont typeface="Arial"/>
              <a:buNone/>
            </a:pPr>
            <a:r>
              <a:rPr b="0" i="0" lang="en-US" sz="4500" u="none" cap="none" strike="noStrike">
                <a:solidFill>
                  <a:srgbClr val="FFFFFF"/>
                </a:solidFill>
                <a:latin typeface="Montserrat ExtraBold"/>
                <a:ea typeface="Montserrat ExtraBold"/>
                <a:cs typeface="Montserrat ExtraBold"/>
                <a:sym typeface="Montserrat ExtraBold"/>
              </a:rPr>
              <a:t>Estimación de </a:t>
            </a:r>
            <a:r>
              <a:rPr b="0" i="1" lang="en-US" sz="4500" u="none" cap="none" strike="noStrike">
                <a:solidFill>
                  <a:srgbClr val="9AAFFE"/>
                </a:solidFill>
                <a:latin typeface="Montserrat Black"/>
                <a:ea typeface="Montserrat Black"/>
                <a:cs typeface="Montserrat Black"/>
                <a:sym typeface="Montserrat Black"/>
              </a:rPr>
              <a:t>impacto</a:t>
            </a:r>
            <a:endParaRPr b="0" i="0" sz="1400" u="none" cap="none" strike="noStrike">
              <a:solidFill>
                <a:srgbClr val="9AAFFE"/>
              </a:solidFill>
              <a:latin typeface="Arial"/>
              <a:ea typeface="Arial"/>
              <a:cs typeface="Arial"/>
              <a:sym typeface="Arial"/>
            </a:endParaRPr>
          </a:p>
        </p:txBody>
      </p:sp>
      <p:sp>
        <p:nvSpPr>
          <p:cNvPr id="631" name="Google Shape;631;p35"/>
          <p:cNvSpPr txBox="1"/>
          <p:nvPr/>
        </p:nvSpPr>
        <p:spPr>
          <a:xfrm>
            <a:off x="571500" y="2070095"/>
            <a:ext cx="8001000" cy="20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SemiBold"/>
                <a:ea typeface="Montserrat SemiBold"/>
                <a:cs typeface="Montserrat SemiBold"/>
                <a:sym typeface="Montserrat SemiBold"/>
              </a:rPr>
              <a:t>SECCIÓN 09</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636" name="Shape 636"/>
        <p:cNvGrpSpPr/>
        <p:nvPr/>
      </p:nvGrpSpPr>
      <p:grpSpPr>
        <a:xfrm>
          <a:off x="0" y="0"/>
          <a:ext cx="0" cy="0"/>
          <a:chOff x="0" y="0"/>
          <a:chExt cx="0" cy="0"/>
        </a:xfrm>
      </p:grpSpPr>
      <p:sp>
        <p:nvSpPr>
          <p:cNvPr id="637" name="Google Shape;637;p36"/>
          <p:cNvSpPr txBox="1"/>
          <p:nvPr/>
        </p:nvSpPr>
        <p:spPr>
          <a:xfrm>
            <a:off x="571500" y="890626"/>
            <a:ext cx="8001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ESTIMACIÓN DE IMPACTO</a:t>
            </a:r>
            <a:endParaRPr b="0" i="0" sz="1100" u="none" cap="none" strike="noStrike">
              <a:solidFill>
                <a:schemeClr val="dk1"/>
              </a:solidFill>
              <a:latin typeface="Calibri"/>
              <a:ea typeface="Calibri"/>
              <a:cs typeface="Calibri"/>
              <a:sym typeface="Calibri"/>
            </a:endParaRPr>
          </a:p>
        </p:txBody>
      </p:sp>
      <p:sp>
        <p:nvSpPr>
          <p:cNvPr id="638" name="Google Shape;638;p36"/>
          <p:cNvSpPr txBox="1"/>
          <p:nvPr/>
        </p:nvSpPr>
        <p:spPr>
          <a:xfrm>
            <a:off x="571500" y="1174090"/>
            <a:ext cx="8001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Título de la sección</a:t>
            </a:r>
            <a:endParaRPr b="1" i="0" sz="2100" u="none" cap="none" strike="noStrike">
              <a:solidFill>
                <a:srgbClr val="000033"/>
              </a:solidFill>
              <a:latin typeface="Montserrat ExtraBold"/>
              <a:ea typeface="Montserrat ExtraBold"/>
              <a:cs typeface="Montserrat ExtraBold"/>
              <a:sym typeface="Montserrat ExtraBold"/>
            </a:endParaRPr>
          </a:p>
        </p:txBody>
      </p:sp>
      <p:sp>
        <p:nvSpPr>
          <p:cNvPr id="639" name="Google Shape;639;p36"/>
          <p:cNvSpPr/>
          <p:nvPr/>
        </p:nvSpPr>
        <p:spPr>
          <a:xfrm>
            <a:off x="571500" y="1909384"/>
            <a:ext cx="2479200" cy="2056500"/>
          </a:xfrm>
          <a:prstGeom prst="roundRect">
            <a:avLst>
              <a:gd fmla="val 1052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36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p36"/>
          <p:cNvSpPr/>
          <p:nvPr/>
        </p:nvSpPr>
        <p:spPr>
          <a:xfrm>
            <a:off x="3332400" y="1909384"/>
            <a:ext cx="2479200" cy="2056500"/>
          </a:xfrm>
          <a:prstGeom prst="roundRect">
            <a:avLst>
              <a:gd fmla="val 1052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36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36"/>
          <p:cNvSpPr txBox="1"/>
          <p:nvPr/>
        </p:nvSpPr>
        <p:spPr>
          <a:xfrm>
            <a:off x="571500" y="4590288"/>
            <a:ext cx="18288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neoconsulting.ai</a:t>
            </a:r>
            <a:endParaRPr b="0" i="0" sz="1100" u="none" cap="none" strike="noStrike">
              <a:solidFill>
                <a:schemeClr val="dk1"/>
              </a:solidFill>
              <a:latin typeface="Calibri"/>
              <a:ea typeface="Calibri"/>
              <a:cs typeface="Calibri"/>
              <a:sym typeface="Calibri"/>
            </a:endParaRPr>
          </a:p>
        </p:txBody>
      </p:sp>
      <p:sp>
        <p:nvSpPr>
          <p:cNvPr id="642" name="Google Shape;642;p36"/>
          <p:cNvSpPr/>
          <p:nvPr/>
        </p:nvSpPr>
        <p:spPr>
          <a:xfrm>
            <a:off x="6093300" y="1909384"/>
            <a:ext cx="2479200" cy="2056500"/>
          </a:xfrm>
          <a:prstGeom prst="roundRect">
            <a:avLst>
              <a:gd fmla="val 1052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36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3" name="Google Shape;643;p36"/>
          <p:cNvSpPr/>
          <p:nvPr/>
        </p:nvSpPr>
        <p:spPr>
          <a:xfrm>
            <a:off x="731804" y="1987572"/>
            <a:ext cx="2429100" cy="500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60A2E"/>
              </a:buClr>
              <a:buSzPts val="2774"/>
              <a:buFont typeface="Calibri"/>
              <a:buNone/>
            </a:pPr>
            <a:r>
              <a:rPr b="1" i="0" lang="en-US" sz="2544" u="none" cap="none" strike="noStrike">
                <a:solidFill>
                  <a:srgbClr val="2B5BFC"/>
                </a:solidFill>
                <a:latin typeface="Montserrat"/>
                <a:ea typeface="Montserrat"/>
                <a:cs typeface="Montserrat"/>
                <a:sym typeface="Montserrat"/>
              </a:rPr>
              <a:t>#</a:t>
            </a:r>
            <a:endParaRPr b="0" i="0" sz="2544" u="none" cap="none" strike="noStrike">
              <a:solidFill>
                <a:srgbClr val="2B5BFC"/>
              </a:solidFill>
              <a:latin typeface="Montserrat"/>
              <a:ea typeface="Montserrat"/>
              <a:cs typeface="Montserrat"/>
              <a:sym typeface="Montserrat"/>
            </a:endParaRPr>
          </a:p>
        </p:txBody>
      </p:sp>
      <p:sp>
        <p:nvSpPr>
          <p:cNvPr id="644" name="Google Shape;644;p36"/>
          <p:cNvSpPr/>
          <p:nvPr/>
        </p:nvSpPr>
        <p:spPr>
          <a:xfrm>
            <a:off x="731812" y="2472469"/>
            <a:ext cx="2148900" cy="294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60A2E"/>
              </a:buClr>
              <a:buSzPts val="867"/>
              <a:buFont typeface="Calibri"/>
              <a:buNone/>
            </a:pPr>
            <a:r>
              <a:rPr b="1" i="0" lang="en-US" sz="1200" u="none" cap="none" strike="noStrike">
                <a:solidFill>
                  <a:srgbClr val="060A2E"/>
                </a:solidFill>
                <a:latin typeface="Montserrat"/>
                <a:ea typeface="Montserrat"/>
                <a:cs typeface="Montserrat"/>
                <a:sym typeface="Montserrat"/>
              </a:rPr>
              <a:t>Subtítulo de tarjeta</a:t>
            </a:r>
            <a:endParaRPr b="1" i="0" sz="1200" u="none" cap="none" strike="noStrike">
              <a:solidFill>
                <a:srgbClr val="060A2E"/>
              </a:solidFill>
              <a:latin typeface="Montserrat"/>
              <a:ea typeface="Montserrat"/>
              <a:cs typeface="Montserrat"/>
              <a:sym typeface="Montserrat"/>
            </a:endParaRPr>
          </a:p>
          <a:p>
            <a:pPr indent="0" lvl="0" marL="0" marR="0" rtl="0" algn="l">
              <a:lnSpc>
                <a:spcPct val="105000"/>
              </a:lnSpc>
              <a:spcBef>
                <a:spcPts val="0"/>
              </a:spcBef>
              <a:spcAft>
                <a:spcPts val="0"/>
              </a:spcAft>
              <a:buClr>
                <a:srgbClr val="060A2E"/>
              </a:buClr>
              <a:buSzPts val="867"/>
              <a:buFont typeface="Calibri"/>
              <a:buNone/>
            </a:pPr>
            <a:r>
              <a:t/>
            </a:r>
            <a:endParaRPr b="1" i="0" sz="1200" u="none" cap="none" strike="noStrike">
              <a:solidFill>
                <a:srgbClr val="060A2E"/>
              </a:solidFill>
              <a:latin typeface="Montserrat"/>
              <a:ea typeface="Montserrat"/>
              <a:cs typeface="Montserrat"/>
              <a:sym typeface="Montserrat"/>
            </a:endParaRPr>
          </a:p>
        </p:txBody>
      </p:sp>
      <p:sp>
        <p:nvSpPr>
          <p:cNvPr id="645" name="Google Shape;645;p36"/>
          <p:cNvSpPr/>
          <p:nvPr/>
        </p:nvSpPr>
        <p:spPr>
          <a:xfrm>
            <a:off x="731824" y="2930410"/>
            <a:ext cx="2148900" cy="76500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4A4A5F"/>
              </a:buClr>
              <a:buSzPts val="728"/>
              <a:buFont typeface="Calibri"/>
              <a:buNone/>
            </a:pPr>
            <a:r>
              <a:rPr b="0" i="0" lang="en-US" sz="1000" u="none" cap="none" strike="noStrike">
                <a:solidFill>
                  <a:srgbClr val="4A4A5F"/>
                </a:solidFill>
                <a:latin typeface="Montserrat"/>
                <a:ea typeface="Montserrat"/>
                <a:cs typeface="Montserrat"/>
                <a:sym typeface="Montserrat"/>
              </a:rPr>
              <a:t>xxxxx</a:t>
            </a:r>
            <a:endParaRPr b="0" i="0" sz="1000" u="none" cap="none" strike="noStrike">
              <a:solidFill>
                <a:srgbClr val="000000"/>
              </a:solidFill>
              <a:latin typeface="Montserrat"/>
              <a:ea typeface="Montserrat"/>
              <a:cs typeface="Montserrat"/>
              <a:sym typeface="Montserrat"/>
            </a:endParaRPr>
          </a:p>
        </p:txBody>
      </p:sp>
      <p:sp>
        <p:nvSpPr>
          <p:cNvPr id="646" name="Google Shape;646;p36"/>
          <p:cNvSpPr/>
          <p:nvPr/>
        </p:nvSpPr>
        <p:spPr>
          <a:xfrm>
            <a:off x="3491238" y="1987574"/>
            <a:ext cx="2295300" cy="500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60A2E"/>
              </a:buClr>
              <a:buSzPts val="2774"/>
              <a:buFont typeface="Calibri"/>
              <a:buNone/>
            </a:pPr>
            <a:r>
              <a:rPr b="1" i="0" lang="en-US" sz="2544" u="none" cap="none" strike="noStrike">
                <a:solidFill>
                  <a:srgbClr val="2B5BFC"/>
                </a:solidFill>
                <a:latin typeface="Montserrat"/>
                <a:ea typeface="Montserrat"/>
                <a:cs typeface="Montserrat"/>
                <a:sym typeface="Montserrat"/>
              </a:rPr>
              <a:t>#</a:t>
            </a:r>
            <a:endParaRPr b="0" i="0" sz="2544" u="none" cap="none" strike="noStrike">
              <a:solidFill>
                <a:srgbClr val="2B5BFC"/>
              </a:solidFill>
              <a:latin typeface="Montserrat"/>
              <a:ea typeface="Montserrat"/>
              <a:cs typeface="Montserrat"/>
              <a:sym typeface="Montserrat"/>
            </a:endParaRPr>
          </a:p>
        </p:txBody>
      </p:sp>
      <p:sp>
        <p:nvSpPr>
          <p:cNvPr id="647" name="Google Shape;647;p36"/>
          <p:cNvSpPr/>
          <p:nvPr/>
        </p:nvSpPr>
        <p:spPr>
          <a:xfrm>
            <a:off x="3424338" y="2472469"/>
            <a:ext cx="2295300" cy="294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60A2E"/>
              </a:buClr>
              <a:buSzPts val="867"/>
              <a:buFont typeface="Calibri"/>
              <a:buNone/>
            </a:pPr>
            <a:r>
              <a:rPr b="1" i="0" lang="en-US" sz="1200" u="none" cap="none" strike="noStrike">
                <a:solidFill>
                  <a:srgbClr val="060A2E"/>
                </a:solidFill>
                <a:latin typeface="Montserrat"/>
                <a:ea typeface="Montserrat"/>
                <a:cs typeface="Montserrat"/>
                <a:sym typeface="Montserrat"/>
              </a:rPr>
              <a:t>Subtítulo de tarjeta</a:t>
            </a:r>
            <a:endParaRPr b="1" i="0" sz="1200" u="none" cap="none" strike="noStrike">
              <a:solidFill>
                <a:srgbClr val="060A2E"/>
              </a:solidFill>
              <a:latin typeface="Montserrat"/>
              <a:ea typeface="Montserrat"/>
              <a:cs typeface="Montserrat"/>
              <a:sym typeface="Montserrat"/>
            </a:endParaRPr>
          </a:p>
          <a:p>
            <a:pPr indent="0" lvl="0" marL="0" marR="0" rtl="0" algn="l">
              <a:lnSpc>
                <a:spcPct val="105000"/>
              </a:lnSpc>
              <a:spcBef>
                <a:spcPts val="0"/>
              </a:spcBef>
              <a:spcAft>
                <a:spcPts val="0"/>
              </a:spcAft>
              <a:buClr>
                <a:srgbClr val="060A2E"/>
              </a:buClr>
              <a:buSzPts val="867"/>
              <a:buFont typeface="Calibri"/>
              <a:buNone/>
            </a:pPr>
            <a:r>
              <a:t/>
            </a:r>
            <a:endParaRPr b="1" i="0" sz="1200" u="none" cap="none" strike="noStrike">
              <a:solidFill>
                <a:srgbClr val="060A2E"/>
              </a:solidFill>
              <a:latin typeface="Montserrat"/>
              <a:ea typeface="Montserrat"/>
              <a:cs typeface="Montserrat"/>
              <a:sym typeface="Montserrat"/>
            </a:endParaRPr>
          </a:p>
        </p:txBody>
      </p:sp>
      <p:sp>
        <p:nvSpPr>
          <p:cNvPr id="648" name="Google Shape;648;p36"/>
          <p:cNvSpPr/>
          <p:nvPr/>
        </p:nvSpPr>
        <p:spPr>
          <a:xfrm>
            <a:off x="3424350" y="2930410"/>
            <a:ext cx="2295300" cy="76500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4A4A5F"/>
              </a:buClr>
              <a:buSzPts val="728"/>
              <a:buFont typeface="Calibri"/>
              <a:buNone/>
            </a:pPr>
            <a:r>
              <a:rPr b="0" i="0" lang="en-US" sz="1000" u="none" cap="none" strike="noStrike">
                <a:solidFill>
                  <a:srgbClr val="4A4A5F"/>
                </a:solidFill>
                <a:latin typeface="Montserrat"/>
                <a:ea typeface="Montserrat"/>
                <a:cs typeface="Montserrat"/>
                <a:sym typeface="Montserrat"/>
              </a:rPr>
              <a:t>xxxxx</a:t>
            </a:r>
            <a:endParaRPr b="0" i="0" sz="1000" u="none" cap="none" strike="noStrike">
              <a:solidFill>
                <a:srgbClr val="000000"/>
              </a:solidFill>
              <a:latin typeface="Montserrat"/>
              <a:ea typeface="Montserrat"/>
              <a:cs typeface="Montserrat"/>
              <a:sym typeface="Montserrat"/>
            </a:endParaRPr>
          </a:p>
        </p:txBody>
      </p:sp>
      <p:sp>
        <p:nvSpPr>
          <p:cNvPr id="649" name="Google Shape;649;p36"/>
          <p:cNvSpPr/>
          <p:nvPr/>
        </p:nvSpPr>
        <p:spPr>
          <a:xfrm>
            <a:off x="6263287" y="1987574"/>
            <a:ext cx="2148900" cy="500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60A2E"/>
              </a:buClr>
              <a:buSzPts val="2774"/>
              <a:buFont typeface="Calibri"/>
              <a:buNone/>
            </a:pPr>
            <a:r>
              <a:rPr b="1" i="0" lang="en-US" sz="2544" u="none" cap="none" strike="noStrike">
                <a:solidFill>
                  <a:srgbClr val="2B5BFC"/>
                </a:solidFill>
                <a:latin typeface="Montserrat"/>
                <a:ea typeface="Montserrat"/>
                <a:cs typeface="Montserrat"/>
                <a:sym typeface="Montserrat"/>
              </a:rPr>
              <a:t>#</a:t>
            </a:r>
            <a:endParaRPr b="0" i="0" sz="2544" u="none" cap="none" strike="noStrike">
              <a:solidFill>
                <a:srgbClr val="2B5BFC"/>
              </a:solidFill>
              <a:latin typeface="Montserrat"/>
              <a:ea typeface="Montserrat"/>
              <a:cs typeface="Montserrat"/>
              <a:sym typeface="Montserrat"/>
            </a:endParaRPr>
          </a:p>
        </p:txBody>
      </p:sp>
      <p:sp>
        <p:nvSpPr>
          <p:cNvPr id="650" name="Google Shape;650;p36"/>
          <p:cNvSpPr/>
          <p:nvPr/>
        </p:nvSpPr>
        <p:spPr>
          <a:xfrm>
            <a:off x="6263287" y="2472476"/>
            <a:ext cx="2148900" cy="294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60A2E"/>
              </a:buClr>
              <a:buSzPts val="867"/>
              <a:buFont typeface="Calibri"/>
              <a:buNone/>
            </a:pPr>
            <a:r>
              <a:rPr b="1" i="0" lang="en-US" sz="1200" u="none" cap="none" strike="noStrike">
                <a:solidFill>
                  <a:srgbClr val="060A2E"/>
                </a:solidFill>
                <a:latin typeface="Montserrat"/>
                <a:ea typeface="Montserrat"/>
                <a:cs typeface="Montserrat"/>
                <a:sym typeface="Montserrat"/>
              </a:rPr>
              <a:t>Subtítulo de tarjeta</a:t>
            </a:r>
            <a:endParaRPr b="1" i="0" sz="1200" u="none" cap="none" strike="noStrike">
              <a:solidFill>
                <a:srgbClr val="060A2E"/>
              </a:solidFill>
              <a:latin typeface="Montserrat"/>
              <a:ea typeface="Montserrat"/>
              <a:cs typeface="Montserrat"/>
              <a:sym typeface="Montserrat"/>
            </a:endParaRPr>
          </a:p>
          <a:p>
            <a:pPr indent="0" lvl="0" marL="0" marR="0" rtl="0" algn="l">
              <a:lnSpc>
                <a:spcPct val="105000"/>
              </a:lnSpc>
              <a:spcBef>
                <a:spcPts val="0"/>
              </a:spcBef>
              <a:spcAft>
                <a:spcPts val="0"/>
              </a:spcAft>
              <a:buClr>
                <a:srgbClr val="060A2E"/>
              </a:buClr>
              <a:buSzPts val="867"/>
              <a:buFont typeface="Calibri"/>
              <a:buNone/>
            </a:pPr>
            <a:r>
              <a:t/>
            </a:r>
            <a:endParaRPr b="1" i="0" sz="1200" u="none" cap="none" strike="noStrike">
              <a:solidFill>
                <a:srgbClr val="060A2E"/>
              </a:solidFill>
              <a:latin typeface="Montserrat"/>
              <a:ea typeface="Montserrat"/>
              <a:cs typeface="Montserrat"/>
              <a:sym typeface="Montserrat"/>
            </a:endParaRPr>
          </a:p>
        </p:txBody>
      </p:sp>
      <p:sp>
        <p:nvSpPr>
          <p:cNvPr id="651" name="Google Shape;651;p36"/>
          <p:cNvSpPr/>
          <p:nvPr/>
        </p:nvSpPr>
        <p:spPr>
          <a:xfrm>
            <a:off x="6263299" y="2930412"/>
            <a:ext cx="2148900" cy="76500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4A4A5F"/>
              </a:buClr>
              <a:buSzPts val="728"/>
              <a:buFont typeface="Calibri"/>
              <a:buNone/>
            </a:pPr>
            <a:r>
              <a:rPr b="0" i="0" lang="en-US" sz="1000" u="none" cap="none" strike="noStrike">
                <a:solidFill>
                  <a:srgbClr val="4A4A5F"/>
                </a:solidFill>
                <a:latin typeface="Montserrat"/>
                <a:ea typeface="Montserrat"/>
                <a:cs typeface="Montserrat"/>
                <a:sym typeface="Montserrat"/>
              </a:rPr>
              <a:t>xxxxx</a:t>
            </a:r>
            <a:endParaRPr b="0" i="0" sz="1000" u="none" cap="none" strike="noStrike">
              <a:solidFill>
                <a:srgbClr val="000000"/>
              </a:solidFill>
              <a:latin typeface="Montserrat"/>
              <a:ea typeface="Montserrat"/>
              <a:cs typeface="Montserrat"/>
              <a:sym typeface="Montserrat"/>
            </a:endParaRPr>
          </a:p>
        </p:txBody>
      </p:sp>
      <p:sp>
        <p:nvSpPr>
          <p:cNvPr id="652" name="Google Shape;652;p36"/>
          <p:cNvSpPr/>
          <p:nvPr/>
        </p:nvSpPr>
        <p:spPr>
          <a:xfrm>
            <a:off x="571500" y="1600327"/>
            <a:ext cx="8001000" cy="3291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A4A5F"/>
              </a:buClr>
              <a:buSzPts val="1150"/>
              <a:buFont typeface="Calibri"/>
              <a:buNone/>
            </a:pPr>
            <a:r>
              <a:rPr b="0" i="0" lang="en-US" sz="1000" u="none" cap="none" strike="noStrike">
                <a:solidFill>
                  <a:srgbClr val="4A4A5F"/>
                </a:solidFill>
                <a:latin typeface="Montserrat"/>
                <a:ea typeface="Montserrat"/>
                <a:cs typeface="Montserrat"/>
                <a:sym typeface="Montserrat"/>
              </a:rPr>
              <a:t>xxxxxxx</a:t>
            </a:r>
            <a:endParaRPr b="0" i="0" sz="1000" u="none" cap="none" strike="noStrike">
              <a:solidFill>
                <a:srgbClr val="000000"/>
              </a:solidFill>
              <a:latin typeface="Montserrat"/>
              <a:ea typeface="Montserrat"/>
              <a:cs typeface="Montserrat"/>
              <a:sym typeface="Montserrat"/>
            </a:endParaRPr>
          </a:p>
        </p:txBody>
      </p:sp>
      <p:sp>
        <p:nvSpPr>
          <p:cNvPr id="653" name="Google Shape;653;p36"/>
          <p:cNvSpPr/>
          <p:nvPr/>
        </p:nvSpPr>
        <p:spPr>
          <a:xfrm>
            <a:off x="645400" y="4061850"/>
            <a:ext cx="7838700" cy="5391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6E6BBF"/>
              </a:buClr>
              <a:buSzPts val="950"/>
              <a:buFont typeface="Calibri"/>
              <a:buNone/>
            </a:pPr>
            <a:r>
              <a:rPr b="1" i="1" lang="en-US" sz="700" u="none" cap="none" strike="noStrike">
                <a:solidFill>
                  <a:srgbClr val="2B5BFC"/>
                </a:solidFill>
                <a:latin typeface="Montserrat"/>
                <a:ea typeface="Montserrat"/>
                <a:cs typeface="Montserrat"/>
                <a:sym typeface="Montserrat"/>
              </a:rPr>
              <a:t>Nota:</a:t>
            </a:r>
            <a:r>
              <a:rPr b="1" i="1" lang="en-US" sz="650" u="none" cap="none" strike="noStrike">
                <a:solidFill>
                  <a:srgbClr val="6E6BBF"/>
                </a:solidFill>
                <a:latin typeface="Montserrat"/>
                <a:ea typeface="Montserrat"/>
                <a:cs typeface="Montserrat"/>
                <a:sym typeface="Montserrat"/>
              </a:rPr>
              <a:t>   </a:t>
            </a:r>
            <a:r>
              <a:rPr b="0" i="1" lang="en-US" sz="700" u="none" cap="none" strike="noStrike">
                <a:solidFill>
                  <a:srgbClr val="4A4A5F"/>
                </a:solidFill>
                <a:latin typeface="Montserrat"/>
                <a:ea typeface="Montserrat"/>
                <a:cs typeface="Montserrat"/>
                <a:sym typeface="Montserrat"/>
              </a:rPr>
              <a:t>No existe todavía una cifra de impacto verificada para “nombre del cliente”. Las cifras de arriba corresponden a otros clientes y no son una proyección de resultados. Las metas de “el nombre del cliente” se fijan en la Etapa 1 contra la línea base medida.</a:t>
            </a:r>
            <a:endParaRPr b="0" i="1" sz="65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33"/>
        </a:solidFill>
      </p:bgPr>
    </p:bg>
    <p:spTree>
      <p:nvGrpSpPr>
        <p:cNvPr id="658" name="Shape 658"/>
        <p:cNvGrpSpPr/>
        <p:nvPr/>
      </p:nvGrpSpPr>
      <p:grpSpPr>
        <a:xfrm>
          <a:off x="0" y="0"/>
          <a:ext cx="0" cy="0"/>
          <a:chOff x="0" y="0"/>
          <a:chExt cx="0" cy="0"/>
        </a:xfrm>
      </p:grpSpPr>
      <p:pic>
        <p:nvPicPr>
          <p:cNvPr descr="bg-dark-glow.png" id="659" name="Google Shape;659;p37"/>
          <p:cNvPicPr preferRelativeResize="0"/>
          <p:nvPr/>
        </p:nvPicPr>
        <p:blipFill rotWithShape="1">
          <a:blip r:embed="rId3">
            <a:alphaModFix/>
          </a:blip>
          <a:srcRect b="13585" l="0" r="13585" t="0"/>
          <a:stretch/>
        </p:blipFill>
        <p:spPr>
          <a:xfrm>
            <a:off x="0" y="0"/>
            <a:ext cx="9144005" cy="5143500"/>
          </a:xfrm>
          <a:prstGeom prst="rect">
            <a:avLst/>
          </a:prstGeom>
          <a:noFill/>
          <a:ln>
            <a:noFill/>
          </a:ln>
        </p:spPr>
      </p:pic>
      <p:pic>
        <p:nvPicPr>
          <p:cNvPr descr="neo-logo-25-white.png" id="660" name="Google Shape;660;p37"/>
          <p:cNvPicPr preferRelativeResize="0"/>
          <p:nvPr/>
        </p:nvPicPr>
        <p:blipFill rotWithShape="1">
          <a:blip r:embed="rId4">
            <a:alphaModFix/>
          </a:blip>
          <a:srcRect b="0" l="0" r="0" t="0"/>
          <a:stretch/>
        </p:blipFill>
        <p:spPr>
          <a:xfrm>
            <a:off x="571500" y="398780"/>
            <a:ext cx="1228090" cy="245110"/>
          </a:xfrm>
          <a:prstGeom prst="rect">
            <a:avLst/>
          </a:prstGeom>
          <a:noFill/>
          <a:ln>
            <a:noFill/>
          </a:ln>
        </p:spPr>
      </p:pic>
      <p:sp>
        <p:nvSpPr>
          <p:cNvPr id="661" name="Google Shape;661;p37"/>
          <p:cNvSpPr txBox="1"/>
          <p:nvPr/>
        </p:nvSpPr>
        <p:spPr>
          <a:xfrm>
            <a:off x="571500" y="4577080"/>
            <a:ext cx="2032000" cy="1854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a:ea typeface="Montserrat"/>
                <a:cs typeface="Montserrat"/>
                <a:sym typeface="Montserrat"/>
              </a:rPr>
              <a:t>neoconsulting.ai</a:t>
            </a:r>
            <a:endParaRPr b="0" i="0" sz="1400" u="none" cap="none" strike="noStrike">
              <a:solidFill>
                <a:srgbClr val="000000"/>
              </a:solidFill>
              <a:latin typeface="Arial"/>
              <a:ea typeface="Arial"/>
              <a:cs typeface="Arial"/>
              <a:sym typeface="Arial"/>
            </a:endParaRPr>
          </a:p>
        </p:txBody>
      </p:sp>
      <p:sp>
        <p:nvSpPr>
          <p:cNvPr id="662" name="Google Shape;662;p37"/>
          <p:cNvSpPr txBox="1"/>
          <p:nvPr/>
        </p:nvSpPr>
        <p:spPr>
          <a:xfrm>
            <a:off x="571500" y="2430775"/>
            <a:ext cx="8001000" cy="6426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4500"/>
              <a:buFont typeface="Arial"/>
              <a:buNone/>
            </a:pPr>
            <a:r>
              <a:rPr b="0" i="0" lang="en-US" sz="4500" u="none" cap="none" strike="noStrike">
                <a:solidFill>
                  <a:srgbClr val="FFFFFF"/>
                </a:solidFill>
                <a:latin typeface="Montserrat ExtraBold"/>
                <a:ea typeface="Montserrat ExtraBold"/>
                <a:cs typeface="Montserrat ExtraBold"/>
                <a:sym typeface="Montserrat ExtraBold"/>
              </a:rPr>
              <a:t>Consideraciones</a:t>
            </a:r>
            <a:endParaRPr b="0" i="0" sz="1400" u="none" cap="none" strike="noStrike">
              <a:solidFill>
                <a:srgbClr val="000000"/>
              </a:solidFill>
              <a:latin typeface="Arial"/>
              <a:ea typeface="Arial"/>
              <a:cs typeface="Arial"/>
              <a:sym typeface="Arial"/>
            </a:endParaRPr>
          </a:p>
        </p:txBody>
      </p:sp>
      <p:sp>
        <p:nvSpPr>
          <p:cNvPr id="663" name="Google Shape;663;p37"/>
          <p:cNvSpPr txBox="1"/>
          <p:nvPr/>
        </p:nvSpPr>
        <p:spPr>
          <a:xfrm>
            <a:off x="571500" y="2070095"/>
            <a:ext cx="8001000" cy="20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SemiBold"/>
                <a:ea typeface="Montserrat SemiBold"/>
                <a:cs typeface="Montserrat SemiBold"/>
                <a:sym typeface="Montserrat SemiBold"/>
              </a:rPr>
              <a:t>SECCIÓN 10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668" name="Shape 668"/>
        <p:cNvGrpSpPr/>
        <p:nvPr/>
      </p:nvGrpSpPr>
      <p:grpSpPr>
        <a:xfrm>
          <a:off x="0" y="0"/>
          <a:ext cx="0" cy="0"/>
          <a:chOff x="0" y="0"/>
          <a:chExt cx="0" cy="0"/>
        </a:xfrm>
      </p:grpSpPr>
      <p:sp>
        <p:nvSpPr>
          <p:cNvPr id="669" name="Google Shape;669;p38"/>
          <p:cNvSpPr txBox="1"/>
          <p:nvPr/>
        </p:nvSpPr>
        <p:spPr>
          <a:xfrm>
            <a:off x="571500" y="890626"/>
            <a:ext cx="8001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CONSIDERACIONES</a:t>
            </a:r>
            <a:endParaRPr b="0" i="0" sz="1100" u="none" cap="none" strike="noStrike">
              <a:solidFill>
                <a:schemeClr val="dk1"/>
              </a:solidFill>
              <a:latin typeface="Calibri"/>
              <a:ea typeface="Calibri"/>
              <a:cs typeface="Calibri"/>
              <a:sym typeface="Calibri"/>
            </a:endParaRPr>
          </a:p>
        </p:txBody>
      </p:sp>
      <p:sp>
        <p:nvSpPr>
          <p:cNvPr id="670" name="Google Shape;670;p38"/>
          <p:cNvSpPr txBox="1"/>
          <p:nvPr/>
        </p:nvSpPr>
        <p:spPr>
          <a:xfrm>
            <a:off x="571500" y="1174090"/>
            <a:ext cx="8001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Qué entrega cada</a:t>
            </a:r>
            <a:r>
              <a:rPr b="1" i="1" lang="en-US" sz="2100" u="none" cap="none" strike="noStrike">
                <a:solidFill>
                  <a:srgbClr val="2B5BFC"/>
                </a:solidFill>
                <a:latin typeface="Montserrat Black"/>
                <a:ea typeface="Montserrat Black"/>
                <a:cs typeface="Montserrat Black"/>
                <a:sym typeface="Montserrat Black"/>
              </a:rPr>
              <a:t> parte</a:t>
            </a:r>
            <a:endParaRPr b="0" i="0" sz="2100" u="none" cap="none" strike="noStrike">
              <a:solidFill>
                <a:schemeClr val="dk1"/>
              </a:solidFill>
              <a:latin typeface="Calibri"/>
              <a:ea typeface="Calibri"/>
              <a:cs typeface="Calibri"/>
              <a:sym typeface="Calibri"/>
            </a:endParaRPr>
          </a:p>
        </p:txBody>
      </p:sp>
      <p:sp>
        <p:nvSpPr>
          <p:cNvPr id="671" name="Google Shape;671;p38"/>
          <p:cNvSpPr/>
          <p:nvPr/>
        </p:nvSpPr>
        <p:spPr>
          <a:xfrm>
            <a:off x="5756181" y="1749550"/>
            <a:ext cx="3122400" cy="3081000"/>
          </a:xfrm>
          <a:prstGeom prst="roundRect">
            <a:avLst>
              <a:gd fmla="val 2941"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2" name="Google Shape;672;p38"/>
          <p:cNvSpPr/>
          <p:nvPr/>
        </p:nvSpPr>
        <p:spPr>
          <a:xfrm>
            <a:off x="5936681" y="1869823"/>
            <a:ext cx="1678800" cy="216300"/>
          </a:xfrm>
          <a:prstGeom prst="roundRect">
            <a:avLst>
              <a:gd fmla="val 50000" name="adj"/>
            </a:avLst>
          </a:prstGeom>
          <a:solidFill>
            <a:srgbClr val="2B5B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3" name="Google Shape;673;p38"/>
          <p:cNvSpPr txBox="1"/>
          <p:nvPr/>
        </p:nvSpPr>
        <p:spPr>
          <a:xfrm>
            <a:off x="5936677" y="1884643"/>
            <a:ext cx="1551900" cy="18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Montserrat SemiBold"/>
              <a:buNone/>
            </a:pPr>
            <a:r>
              <a:rPr b="1" i="0" lang="en-US" sz="900" u="none" cap="none" strike="noStrike">
                <a:solidFill>
                  <a:srgbClr val="FFFFFF"/>
                </a:solidFill>
                <a:latin typeface="Montserrat SemiBold"/>
                <a:ea typeface="Montserrat SemiBold"/>
                <a:cs typeface="Montserrat SemiBold"/>
                <a:sym typeface="Montserrat SemiBold"/>
              </a:rPr>
              <a:t>NEO ENTREGA</a:t>
            </a:r>
            <a:endParaRPr b="0" i="0" sz="900" u="none" cap="none" strike="noStrike">
              <a:solidFill>
                <a:schemeClr val="dk1"/>
              </a:solidFill>
              <a:latin typeface="Calibri"/>
              <a:ea typeface="Calibri"/>
              <a:cs typeface="Calibri"/>
              <a:sym typeface="Calibri"/>
            </a:endParaRPr>
          </a:p>
        </p:txBody>
      </p:sp>
      <p:sp>
        <p:nvSpPr>
          <p:cNvPr id="674" name="Google Shape;674;p38"/>
          <p:cNvSpPr/>
          <p:nvPr/>
        </p:nvSpPr>
        <p:spPr>
          <a:xfrm>
            <a:off x="588558" y="1726000"/>
            <a:ext cx="4969500" cy="3128100"/>
          </a:xfrm>
          <a:prstGeom prst="roundRect">
            <a:avLst>
              <a:gd fmla="val 2941"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5" name="Google Shape;675;p38"/>
          <p:cNvSpPr/>
          <p:nvPr/>
        </p:nvSpPr>
        <p:spPr>
          <a:xfrm>
            <a:off x="816848" y="1846275"/>
            <a:ext cx="1636800" cy="216300"/>
          </a:xfrm>
          <a:prstGeom prst="roundRect">
            <a:avLst>
              <a:gd fmla="val 50000" name="adj"/>
            </a:avLst>
          </a:prstGeom>
          <a:solidFill>
            <a:srgbClr val="EEF3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p38"/>
          <p:cNvSpPr txBox="1"/>
          <p:nvPr/>
        </p:nvSpPr>
        <p:spPr>
          <a:xfrm>
            <a:off x="571500" y="1861075"/>
            <a:ext cx="1962900" cy="18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B5BFC"/>
              </a:buClr>
              <a:buSzPts val="900"/>
              <a:buFont typeface="Montserrat SemiBold"/>
              <a:buNone/>
            </a:pPr>
            <a:r>
              <a:rPr b="1" i="0" lang="en-US" sz="900" u="none" cap="none" strike="noStrike">
                <a:solidFill>
                  <a:srgbClr val="2B5BFC"/>
                </a:solidFill>
                <a:latin typeface="Montserrat SemiBold"/>
                <a:ea typeface="Montserrat SemiBold"/>
                <a:cs typeface="Montserrat SemiBold"/>
                <a:sym typeface="Montserrat SemiBold"/>
              </a:rPr>
              <a:t>EL CLIENTE </a:t>
            </a:r>
            <a:endParaRPr b="0" i="0" sz="900" u="none" cap="none" strike="noStrike">
              <a:solidFill>
                <a:schemeClr val="dk1"/>
              </a:solidFill>
              <a:latin typeface="Calibri"/>
              <a:ea typeface="Calibri"/>
              <a:cs typeface="Calibri"/>
              <a:sym typeface="Calibri"/>
            </a:endParaRPr>
          </a:p>
        </p:txBody>
      </p:sp>
      <p:sp>
        <p:nvSpPr>
          <p:cNvPr id="677" name="Google Shape;677;p38"/>
          <p:cNvSpPr txBox="1"/>
          <p:nvPr/>
        </p:nvSpPr>
        <p:spPr>
          <a:xfrm>
            <a:off x="816848" y="2169275"/>
            <a:ext cx="4641000" cy="2613900"/>
          </a:xfrm>
          <a:prstGeom prst="rect">
            <a:avLst/>
          </a:prstGeom>
          <a:noFill/>
          <a:ln>
            <a:noFill/>
          </a:ln>
        </p:spPr>
        <p:txBody>
          <a:bodyPr anchorCtr="0" anchor="t" bIns="47075" lIns="47075" spcFirstLastPara="1" rIns="47075" wrap="square" tIns="47075">
            <a:spAutoFit/>
          </a:bodyPr>
          <a:lstStyle/>
          <a:p>
            <a:pPr indent="0" lvl="0" marL="0" marR="0" rtl="0" algn="l">
              <a:lnSpc>
                <a:spcPct val="115000"/>
              </a:lnSpc>
              <a:spcBef>
                <a:spcPts val="618"/>
              </a:spcBef>
              <a:spcAft>
                <a:spcPts val="0"/>
              </a:spcAft>
              <a:buClr>
                <a:srgbClr val="000000"/>
              </a:buClr>
              <a:buSzPts val="927"/>
              <a:buFont typeface="Arial"/>
              <a:buNone/>
            </a:pPr>
            <a:r>
              <a:rPr b="1" i="0" lang="en-US" sz="827" u="none" cap="none" strike="noStrike">
                <a:solidFill>
                  <a:srgbClr val="000000"/>
                </a:solidFill>
                <a:latin typeface="Montserrat"/>
                <a:ea typeface="Montserrat"/>
                <a:cs typeface="Montserrat"/>
                <a:sym typeface="Montserrat"/>
              </a:rPr>
              <a:t>Lo que aporta </a:t>
            </a:r>
            <a:r>
              <a:rPr b="1" lang="en-US" sz="827">
                <a:latin typeface="Montserrat"/>
                <a:ea typeface="Montserrat"/>
                <a:cs typeface="Montserrat"/>
                <a:sym typeface="Montserrat"/>
              </a:rPr>
              <a:t>*nombre del cliente*</a:t>
            </a:r>
            <a:r>
              <a:rPr b="1" i="0" lang="en-US" sz="827" u="none" cap="none" strike="noStrike">
                <a:solidFill>
                  <a:srgbClr val="000000"/>
                </a:solidFill>
                <a:latin typeface="Montserrat"/>
                <a:ea typeface="Montserrat"/>
                <a:cs typeface="Montserrat"/>
                <a:sym typeface="Montserrat"/>
              </a:rPr>
              <a:t>:</a:t>
            </a:r>
            <a:endParaRPr b="1" i="0" sz="827" u="none" cap="none" strike="noStrike">
              <a:solidFill>
                <a:srgbClr val="000000"/>
              </a:solidFill>
              <a:latin typeface="Montserrat"/>
              <a:ea typeface="Montserrat"/>
              <a:cs typeface="Montserrat"/>
              <a:sym typeface="Montserrat"/>
            </a:endParaRPr>
          </a:p>
          <a:p>
            <a:pPr indent="0" lvl="0" marL="0" marR="0" rtl="0" algn="l">
              <a:lnSpc>
                <a:spcPct val="115000"/>
              </a:lnSpc>
              <a:spcBef>
                <a:spcPts val="618"/>
              </a:spcBef>
              <a:spcAft>
                <a:spcPts val="0"/>
              </a:spcAft>
              <a:buClr>
                <a:srgbClr val="000000"/>
              </a:buClr>
              <a:buSzPts val="927"/>
              <a:buFont typeface="Arial"/>
              <a:buNone/>
            </a:pPr>
            <a:r>
              <a:rPr b="1" i="0" lang="en-US" sz="827" u="none" cap="none" strike="noStrike">
                <a:solidFill>
                  <a:srgbClr val="000000"/>
                </a:solidFill>
                <a:latin typeface="Montserrat"/>
                <a:ea typeface="Montserrat"/>
                <a:cs typeface="Montserrat"/>
                <a:sym typeface="Montserrat"/>
              </a:rPr>
              <a:t>Licencias y accesos</a:t>
            </a:r>
            <a:endParaRPr b="0" i="0" sz="827" u="none" cap="none" strike="noStrike">
              <a:solidFill>
                <a:srgbClr val="000000"/>
              </a:solidFill>
              <a:latin typeface="Montserrat"/>
              <a:ea typeface="Montserrat"/>
              <a:cs typeface="Montserrat"/>
              <a:sym typeface="Montserrat"/>
            </a:endParaRPr>
          </a:p>
          <a:p>
            <a:pPr indent="-170280" lvl="0" marL="235508" marR="0" rtl="0" algn="l">
              <a:lnSpc>
                <a:spcPct val="115000"/>
              </a:lnSpc>
              <a:spcBef>
                <a:spcPts val="618"/>
              </a:spcBef>
              <a:spcAft>
                <a:spcPts val="0"/>
              </a:spcAft>
              <a:buClr>
                <a:srgbClr val="000000"/>
              </a:buClr>
              <a:buSzPts val="827"/>
              <a:buFont typeface="Arial"/>
              <a:buChar char="●"/>
            </a:pPr>
            <a:r>
              <a:rPr b="0" i="0" lang="en-US" sz="827" u="none" cap="none" strike="noStrike">
                <a:solidFill>
                  <a:srgbClr val="000000"/>
                </a:solidFill>
                <a:latin typeface="Montserrat"/>
                <a:ea typeface="Montserrat"/>
                <a:cs typeface="Montserrat"/>
                <a:sym typeface="Montserrat"/>
              </a:rPr>
              <a:t> Licencias activas de </a:t>
            </a:r>
            <a:r>
              <a:rPr lang="en-US" sz="827">
                <a:latin typeface="Montserrat"/>
                <a:ea typeface="Montserrat"/>
                <a:cs typeface="Montserrat"/>
                <a:sym typeface="Montserrat"/>
              </a:rPr>
              <a:t>la herramienta de IA seleccionada</a:t>
            </a:r>
            <a:r>
              <a:rPr b="0" i="0" lang="en-US" sz="827" u="none" cap="none" strike="noStrike">
                <a:solidFill>
                  <a:srgbClr val="000000"/>
                </a:solidFill>
                <a:latin typeface="Montserrat"/>
                <a:ea typeface="Montserrat"/>
                <a:cs typeface="Montserrat"/>
                <a:sym typeface="Montserrat"/>
              </a:rPr>
              <a:t>, y accesos habilitados a las plataformas correspondientes.</a:t>
            </a:r>
            <a:endParaRPr b="0" i="0" sz="827" u="none" cap="none" strike="noStrike">
              <a:solidFill>
                <a:srgbClr val="000000"/>
              </a:solidFill>
              <a:latin typeface="Montserrat"/>
              <a:ea typeface="Montserrat"/>
              <a:cs typeface="Montserrat"/>
              <a:sym typeface="Montserrat"/>
            </a:endParaRPr>
          </a:p>
          <a:p>
            <a:pPr indent="0" lvl="0" marL="0" marR="0" rtl="0" algn="l">
              <a:lnSpc>
                <a:spcPct val="115000"/>
              </a:lnSpc>
              <a:spcBef>
                <a:spcPts val="618"/>
              </a:spcBef>
              <a:spcAft>
                <a:spcPts val="0"/>
              </a:spcAft>
              <a:buClr>
                <a:srgbClr val="000000"/>
              </a:buClr>
              <a:buSzPts val="927"/>
              <a:buFont typeface="Arial"/>
              <a:buNone/>
            </a:pPr>
            <a:r>
              <a:rPr b="1" i="0" lang="en-US" sz="827" u="none" cap="none" strike="noStrike">
                <a:solidFill>
                  <a:srgbClr val="000000"/>
                </a:solidFill>
                <a:latin typeface="Montserrat"/>
                <a:ea typeface="Montserrat"/>
                <a:cs typeface="Montserrat"/>
                <a:sym typeface="Montserrat"/>
              </a:rPr>
              <a:t>Perfiles y logística</a:t>
            </a:r>
            <a:endParaRPr b="0" i="0" sz="827" u="none" cap="none" strike="noStrike">
              <a:solidFill>
                <a:srgbClr val="000000"/>
              </a:solidFill>
              <a:latin typeface="Montserrat"/>
              <a:ea typeface="Montserrat"/>
              <a:cs typeface="Montserrat"/>
              <a:sym typeface="Montserrat"/>
            </a:endParaRPr>
          </a:p>
          <a:p>
            <a:pPr indent="-170280" lvl="0" marL="235508" marR="0" rtl="0" algn="l">
              <a:lnSpc>
                <a:spcPct val="115000"/>
              </a:lnSpc>
              <a:spcBef>
                <a:spcPts val="618"/>
              </a:spcBef>
              <a:spcAft>
                <a:spcPts val="0"/>
              </a:spcAft>
              <a:buClr>
                <a:srgbClr val="000000"/>
              </a:buClr>
              <a:buSzPts val="827"/>
              <a:buFont typeface="Arial"/>
              <a:buChar char="●"/>
            </a:pPr>
            <a:r>
              <a:rPr b="0" i="0" lang="en-US" sz="827" u="none" cap="none" strike="noStrike">
                <a:solidFill>
                  <a:srgbClr val="000000"/>
                </a:solidFill>
                <a:latin typeface="Montserrat"/>
                <a:ea typeface="Montserrat"/>
                <a:cs typeface="Montserrat"/>
                <a:sym typeface="Montserrat"/>
              </a:rPr>
              <a:t>Detalle de perfiles por grupo (área, rol, nivel de madurez), convocatoria interna de los colaboradores y disponibilidad de horarios/sala para las sesiones presenciales.</a:t>
            </a:r>
            <a:endParaRPr b="0" i="0" sz="827" u="none" cap="none" strike="noStrike">
              <a:solidFill>
                <a:srgbClr val="000000"/>
              </a:solidFill>
              <a:latin typeface="Montserrat"/>
              <a:ea typeface="Montserrat"/>
              <a:cs typeface="Montserrat"/>
              <a:sym typeface="Montserrat"/>
            </a:endParaRPr>
          </a:p>
          <a:p>
            <a:pPr indent="0" lvl="0" marL="0" marR="0" rtl="0" algn="l">
              <a:lnSpc>
                <a:spcPct val="115000"/>
              </a:lnSpc>
              <a:spcBef>
                <a:spcPts val="618"/>
              </a:spcBef>
              <a:spcAft>
                <a:spcPts val="0"/>
              </a:spcAft>
              <a:buClr>
                <a:srgbClr val="000000"/>
              </a:buClr>
              <a:buSzPts val="927"/>
              <a:buFont typeface="Arial"/>
              <a:buNone/>
            </a:pPr>
            <a:r>
              <a:rPr b="1" i="0" lang="en-US" sz="827" u="none" cap="none" strike="noStrike">
                <a:solidFill>
                  <a:srgbClr val="000000"/>
                </a:solidFill>
                <a:latin typeface="Montserrat"/>
                <a:ea typeface="Montserrat"/>
                <a:cs typeface="Montserrat"/>
                <a:sym typeface="Montserrat"/>
              </a:rPr>
              <a:t>Equipos de los participantes</a:t>
            </a:r>
            <a:endParaRPr b="0" i="0" sz="827" u="none" cap="none" strike="noStrike">
              <a:solidFill>
                <a:srgbClr val="000000"/>
              </a:solidFill>
              <a:latin typeface="Montserrat"/>
              <a:ea typeface="Montserrat"/>
              <a:cs typeface="Montserrat"/>
              <a:sym typeface="Montserrat"/>
            </a:endParaRPr>
          </a:p>
          <a:p>
            <a:pPr indent="-170280" lvl="0" marL="235508" marR="0" rtl="0" algn="l">
              <a:lnSpc>
                <a:spcPct val="115000"/>
              </a:lnSpc>
              <a:spcBef>
                <a:spcPts val="618"/>
              </a:spcBef>
              <a:spcAft>
                <a:spcPts val="0"/>
              </a:spcAft>
              <a:buClr>
                <a:srgbClr val="000000"/>
              </a:buClr>
              <a:buSzPts val="827"/>
              <a:buFont typeface="Montserrat"/>
              <a:buChar char="●"/>
            </a:pPr>
            <a:r>
              <a:rPr b="0" i="0" lang="en-US" sz="827" u="none" cap="none" strike="noStrike">
                <a:solidFill>
                  <a:srgbClr val="000000"/>
                </a:solidFill>
                <a:latin typeface="Montserrat"/>
                <a:ea typeface="Montserrat"/>
                <a:cs typeface="Montserrat"/>
                <a:sym typeface="Montserrat"/>
              </a:rPr>
              <a:t>Laptops u otros dispositivos necesarios para que cada colaborador participe en las sesiones prácticas.</a:t>
            </a:r>
            <a:endParaRPr b="0" i="0" sz="827" u="none" cap="none" strike="noStrike">
              <a:solidFill>
                <a:srgbClr val="000000"/>
              </a:solidFill>
              <a:latin typeface="Montserrat"/>
              <a:ea typeface="Montserrat"/>
              <a:cs typeface="Montserrat"/>
              <a:sym typeface="Montserrat"/>
            </a:endParaRPr>
          </a:p>
          <a:p>
            <a:pPr indent="0" lvl="0" marL="0" marR="0" rtl="0" algn="l">
              <a:lnSpc>
                <a:spcPct val="115000"/>
              </a:lnSpc>
              <a:spcBef>
                <a:spcPts val="618"/>
              </a:spcBef>
              <a:spcAft>
                <a:spcPts val="0"/>
              </a:spcAft>
              <a:buClr>
                <a:srgbClr val="000000"/>
              </a:buClr>
              <a:buSzPts val="927"/>
              <a:buFont typeface="Arial"/>
              <a:buNone/>
            </a:pPr>
            <a:r>
              <a:rPr b="1" i="0" lang="en-US" sz="827" u="none" cap="none" strike="noStrike">
                <a:solidFill>
                  <a:srgbClr val="000000"/>
                </a:solidFill>
                <a:latin typeface="Montserrat"/>
                <a:ea typeface="Montserrat"/>
                <a:cs typeface="Montserrat"/>
                <a:sym typeface="Montserrat"/>
              </a:rPr>
              <a:t>Logística adicional</a:t>
            </a:r>
            <a:endParaRPr b="0" i="0" sz="827" u="none" cap="none" strike="noStrike">
              <a:solidFill>
                <a:srgbClr val="000000"/>
              </a:solidFill>
              <a:latin typeface="Montserrat"/>
              <a:ea typeface="Montserrat"/>
              <a:cs typeface="Montserrat"/>
              <a:sym typeface="Montserrat"/>
            </a:endParaRPr>
          </a:p>
          <a:p>
            <a:pPr indent="-170280" lvl="0" marL="235508" marR="0" rtl="0" algn="l">
              <a:lnSpc>
                <a:spcPct val="115000"/>
              </a:lnSpc>
              <a:spcBef>
                <a:spcPts val="618"/>
              </a:spcBef>
              <a:spcAft>
                <a:spcPts val="0"/>
              </a:spcAft>
              <a:buClr>
                <a:srgbClr val="000000"/>
              </a:buClr>
              <a:buSzPts val="827"/>
              <a:buFont typeface="Arial"/>
              <a:buChar char="●"/>
            </a:pPr>
            <a:r>
              <a:rPr b="0" i="0" lang="en-US" sz="827" u="none" cap="none" strike="noStrike">
                <a:solidFill>
                  <a:srgbClr val="000000"/>
                </a:solidFill>
                <a:latin typeface="Montserrat"/>
                <a:ea typeface="Montserrat"/>
                <a:cs typeface="Montserrat"/>
                <a:sym typeface="Montserrat"/>
              </a:rPr>
              <a:t>Cualquier gasto extra de la sesión presencial (coffee break, alimentos, bebidas u otros) queda a cargo de </a:t>
            </a:r>
            <a:r>
              <a:rPr lang="en-US" sz="827">
                <a:latin typeface="Montserrat"/>
                <a:ea typeface="Montserrat"/>
                <a:cs typeface="Montserrat"/>
                <a:sym typeface="Montserrat"/>
              </a:rPr>
              <a:t>*nombre del cliente*</a:t>
            </a:r>
            <a:r>
              <a:rPr b="0" i="0" lang="en-US" sz="827" u="none" cap="none" strike="noStrike">
                <a:solidFill>
                  <a:srgbClr val="000000"/>
                </a:solidFill>
                <a:latin typeface="Montserrat"/>
                <a:ea typeface="Montserrat"/>
                <a:cs typeface="Montserrat"/>
                <a:sym typeface="Montserrat"/>
              </a:rPr>
              <a:t>.</a:t>
            </a:r>
            <a:endParaRPr b="0" i="0" sz="827" u="none" cap="none" strike="noStrike">
              <a:solidFill>
                <a:srgbClr val="000000"/>
              </a:solidFill>
              <a:latin typeface="Arial"/>
              <a:ea typeface="Arial"/>
              <a:cs typeface="Arial"/>
              <a:sym typeface="Arial"/>
            </a:endParaRPr>
          </a:p>
        </p:txBody>
      </p:sp>
      <p:sp>
        <p:nvSpPr>
          <p:cNvPr id="678" name="Google Shape;678;p38"/>
          <p:cNvSpPr txBox="1"/>
          <p:nvPr/>
        </p:nvSpPr>
        <p:spPr>
          <a:xfrm>
            <a:off x="5936676" y="2192814"/>
            <a:ext cx="2941800" cy="2360400"/>
          </a:xfrm>
          <a:prstGeom prst="rect">
            <a:avLst/>
          </a:prstGeom>
          <a:noFill/>
          <a:ln>
            <a:noFill/>
          </a:ln>
        </p:spPr>
        <p:txBody>
          <a:bodyPr anchorCtr="0" anchor="t" bIns="47075" lIns="47075" spcFirstLastPara="1" rIns="47075" wrap="square" tIns="47075">
            <a:spAutoFit/>
          </a:bodyPr>
          <a:lstStyle/>
          <a:p>
            <a:pPr indent="0" lvl="0" marL="0" marR="0" rtl="0" algn="l">
              <a:lnSpc>
                <a:spcPct val="115000"/>
              </a:lnSpc>
              <a:spcBef>
                <a:spcPts val="618"/>
              </a:spcBef>
              <a:spcAft>
                <a:spcPts val="0"/>
              </a:spcAft>
              <a:buClr>
                <a:srgbClr val="000000"/>
              </a:buClr>
              <a:buSzPts val="927"/>
              <a:buFont typeface="Arial"/>
              <a:buNone/>
            </a:pPr>
            <a:r>
              <a:rPr b="1" i="0" lang="en-US" sz="927" u="none" cap="none" strike="noStrike">
                <a:solidFill>
                  <a:srgbClr val="000000"/>
                </a:solidFill>
                <a:latin typeface="Montserrat"/>
                <a:ea typeface="Montserrat"/>
                <a:cs typeface="Montserrat"/>
                <a:sym typeface="Montserrat"/>
              </a:rPr>
              <a:t>Lo que aporta Neo:</a:t>
            </a:r>
            <a:endParaRPr b="1" i="0" sz="927" u="none" cap="none" strike="noStrike">
              <a:solidFill>
                <a:srgbClr val="000000"/>
              </a:solidFill>
              <a:latin typeface="Montserrat"/>
              <a:ea typeface="Montserrat"/>
              <a:cs typeface="Montserrat"/>
              <a:sym typeface="Montserrat"/>
            </a:endParaRPr>
          </a:p>
          <a:p>
            <a:pPr indent="0" lvl="0" marL="0" marR="0" rtl="0" algn="l">
              <a:lnSpc>
                <a:spcPct val="115000"/>
              </a:lnSpc>
              <a:spcBef>
                <a:spcPts val="618"/>
              </a:spcBef>
              <a:spcAft>
                <a:spcPts val="0"/>
              </a:spcAft>
              <a:buClr>
                <a:srgbClr val="000000"/>
              </a:buClr>
              <a:buSzPts val="927"/>
              <a:buFont typeface="Arial"/>
              <a:buNone/>
            </a:pPr>
            <a:r>
              <a:rPr b="1" i="0" lang="en-US" sz="927" u="none" cap="none" strike="noStrike">
                <a:solidFill>
                  <a:srgbClr val="000000"/>
                </a:solidFill>
                <a:latin typeface="Montserrat"/>
                <a:ea typeface="Montserrat"/>
                <a:cs typeface="Montserrat"/>
                <a:sym typeface="Montserrat"/>
              </a:rPr>
              <a:t>Material y capacitadores</a:t>
            </a:r>
            <a:r>
              <a:rPr b="0" i="0" lang="en-US" sz="927" u="none" cap="none" strike="noStrike">
                <a:solidFill>
                  <a:srgbClr val="000000"/>
                </a:solidFill>
                <a:latin typeface="Montserrat"/>
                <a:ea typeface="Montserrat"/>
                <a:cs typeface="Montserrat"/>
                <a:sym typeface="Montserrat"/>
              </a:rPr>
              <a:t> </a:t>
            </a:r>
            <a:endParaRPr b="0" i="0" sz="927" u="none" cap="none" strike="noStrike">
              <a:solidFill>
                <a:srgbClr val="000000"/>
              </a:solidFill>
              <a:latin typeface="Montserrat"/>
              <a:ea typeface="Montserrat"/>
              <a:cs typeface="Montserrat"/>
              <a:sym typeface="Montserrat"/>
            </a:endParaRPr>
          </a:p>
          <a:p>
            <a:pPr indent="-176630" lvl="0" marL="235508" marR="0" rtl="0" algn="l">
              <a:lnSpc>
                <a:spcPct val="115000"/>
              </a:lnSpc>
              <a:spcBef>
                <a:spcPts val="618"/>
              </a:spcBef>
              <a:spcAft>
                <a:spcPts val="0"/>
              </a:spcAft>
              <a:buClr>
                <a:srgbClr val="000000"/>
              </a:buClr>
              <a:buSzPts val="927"/>
              <a:buFont typeface="Arial"/>
              <a:buChar char="●"/>
            </a:pPr>
            <a:r>
              <a:rPr b="0" i="0" lang="en-US" sz="927" u="none" cap="none" strike="noStrike">
                <a:solidFill>
                  <a:srgbClr val="000000"/>
                </a:solidFill>
                <a:latin typeface="Montserrat"/>
                <a:ea typeface="Montserrat"/>
                <a:cs typeface="Montserrat"/>
                <a:sym typeface="Montserrat"/>
              </a:rPr>
              <a:t>Contenido, plantillas, datasets de práctica y facilitadores especializados para cada sesión, adaptados al caso ad-hoc de cada grupo.</a:t>
            </a:r>
            <a:endParaRPr b="0" i="0" sz="927" u="none" cap="none" strike="noStrike">
              <a:solidFill>
                <a:srgbClr val="000000"/>
              </a:solidFill>
              <a:latin typeface="Montserrat"/>
              <a:ea typeface="Montserrat"/>
              <a:cs typeface="Montserrat"/>
              <a:sym typeface="Montserrat"/>
            </a:endParaRPr>
          </a:p>
          <a:p>
            <a:pPr indent="0" lvl="0" marL="0" marR="0" rtl="0" algn="l">
              <a:lnSpc>
                <a:spcPct val="115000"/>
              </a:lnSpc>
              <a:spcBef>
                <a:spcPts val="618"/>
              </a:spcBef>
              <a:spcAft>
                <a:spcPts val="0"/>
              </a:spcAft>
              <a:buClr>
                <a:srgbClr val="000000"/>
              </a:buClr>
              <a:buSzPts val="927"/>
              <a:buFont typeface="Arial"/>
              <a:buNone/>
            </a:pPr>
            <a:r>
              <a:rPr b="1" i="0" lang="en-US" sz="927" u="none" cap="none" strike="noStrike">
                <a:solidFill>
                  <a:srgbClr val="000000"/>
                </a:solidFill>
                <a:latin typeface="Montserrat"/>
                <a:ea typeface="Montserrat"/>
                <a:cs typeface="Montserrat"/>
                <a:sym typeface="Montserrat"/>
              </a:rPr>
              <a:t>Espacio IA Lab</a:t>
            </a:r>
            <a:r>
              <a:rPr b="0" i="0" lang="en-US" sz="927" u="none" cap="none" strike="noStrike">
                <a:solidFill>
                  <a:srgbClr val="000000"/>
                </a:solidFill>
                <a:latin typeface="Montserrat"/>
                <a:ea typeface="Montserrat"/>
                <a:cs typeface="Montserrat"/>
                <a:sym typeface="Montserrat"/>
              </a:rPr>
              <a:t> </a:t>
            </a:r>
            <a:r>
              <a:rPr lang="en-US" sz="927">
                <a:solidFill>
                  <a:srgbClr val="000000"/>
                </a:solidFill>
                <a:latin typeface="Montserrat"/>
                <a:ea typeface="Montserrat"/>
                <a:cs typeface="Montserrat"/>
                <a:sym typeface="Montserrat"/>
              </a:rPr>
              <a:t>(24 personas)</a:t>
            </a:r>
            <a:endParaRPr b="0" i="0" sz="927" u="none" cap="none" strike="noStrike">
              <a:solidFill>
                <a:srgbClr val="000000"/>
              </a:solidFill>
              <a:latin typeface="Montserrat"/>
              <a:ea typeface="Montserrat"/>
              <a:cs typeface="Montserrat"/>
              <a:sym typeface="Montserrat"/>
            </a:endParaRPr>
          </a:p>
          <a:p>
            <a:pPr indent="-176630" lvl="0" marL="235508" marR="0" rtl="0" algn="l">
              <a:lnSpc>
                <a:spcPct val="115000"/>
              </a:lnSpc>
              <a:spcBef>
                <a:spcPts val="618"/>
              </a:spcBef>
              <a:spcAft>
                <a:spcPts val="0"/>
              </a:spcAft>
              <a:buClr>
                <a:srgbClr val="000000"/>
              </a:buClr>
              <a:buSzPts val="927"/>
              <a:buFont typeface="Arial"/>
              <a:buChar char="●"/>
            </a:pPr>
            <a:r>
              <a:rPr b="0" i="0" lang="en-US" sz="927" u="none" cap="none" strike="noStrike">
                <a:solidFill>
                  <a:srgbClr val="000000"/>
                </a:solidFill>
                <a:latin typeface="Montserrat"/>
                <a:ea typeface="Montserrat"/>
                <a:cs typeface="Montserrat"/>
                <a:sym typeface="Montserrat"/>
              </a:rPr>
              <a:t>Uso de nuestro IA Lab como sede física opcional para el desarrollo de las capacitaciones presenciales, en caso </a:t>
            </a:r>
            <a:r>
              <a:rPr lang="en-US" sz="927">
                <a:latin typeface="Montserrat"/>
                <a:ea typeface="Montserrat"/>
                <a:cs typeface="Montserrat"/>
                <a:sym typeface="Montserrat"/>
              </a:rPr>
              <a:t>*nombre del cliente* </a:t>
            </a:r>
            <a:r>
              <a:rPr b="0" i="0" lang="en-US" sz="927" u="none" cap="none" strike="noStrike">
                <a:solidFill>
                  <a:srgbClr val="000000"/>
                </a:solidFill>
                <a:latin typeface="Montserrat"/>
                <a:ea typeface="Montserrat"/>
                <a:cs typeface="Montserrat"/>
                <a:sym typeface="Montserrat"/>
              </a:rPr>
              <a:t> lo prefiera en vez de sus propias instalaciones.</a:t>
            </a:r>
            <a:endParaRPr b="0" i="0" sz="927"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33"/>
        </a:solidFill>
      </p:bgPr>
    </p:bg>
    <p:spTree>
      <p:nvGrpSpPr>
        <p:cNvPr id="683" name="Shape 683"/>
        <p:cNvGrpSpPr/>
        <p:nvPr/>
      </p:nvGrpSpPr>
      <p:grpSpPr>
        <a:xfrm>
          <a:off x="0" y="0"/>
          <a:ext cx="0" cy="0"/>
          <a:chOff x="0" y="0"/>
          <a:chExt cx="0" cy="0"/>
        </a:xfrm>
      </p:grpSpPr>
      <p:pic>
        <p:nvPicPr>
          <p:cNvPr descr="bg-dark-glow.png" id="684" name="Google Shape;684;p39"/>
          <p:cNvPicPr preferRelativeResize="0"/>
          <p:nvPr/>
        </p:nvPicPr>
        <p:blipFill rotWithShape="1">
          <a:blip r:embed="rId3">
            <a:alphaModFix/>
          </a:blip>
          <a:srcRect b="13585" l="0" r="13585" t="0"/>
          <a:stretch/>
        </p:blipFill>
        <p:spPr>
          <a:xfrm>
            <a:off x="0" y="0"/>
            <a:ext cx="9144005" cy="5143500"/>
          </a:xfrm>
          <a:prstGeom prst="rect">
            <a:avLst/>
          </a:prstGeom>
          <a:noFill/>
          <a:ln>
            <a:noFill/>
          </a:ln>
        </p:spPr>
      </p:pic>
      <p:pic>
        <p:nvPicPr>
          <p:cNvPr descr="neo-logo-25-white.png" id="685" name="Google Shape;685;p39"/>
          <p:cNvPicPr preferRelativeResize="0"/>
          <p:nvPr/>
        </p:nvPicPr>
        <p:blipFill rotWithShape="1">
          <a:blip r:embed="rId4">
            <a:alphaModFix/>
          </a:blip>
          <a:srcRect b="0" l="0" r="0" t="0"/>
          <a:stretch/>
        </p:blipFill>
        <p:spPr>
          <a:xfrm>
            <a:off x="571500" y="398780"/>
            <a:ext cx="1228090" cy="245110"/>
          </a:xfrm>
          <a:prstGeom prst="rect">
            <a:avLst/>
          </a:prstGeom>
          <a:noFill/>
          <a:ln>
            <a:noFill/>
          </a:ln>
        </p:spPr>
      </p:pic>
      <p:sp>
        <p:nvSpPr>
          <p:cNvPr id="686" name="Google Shape;686;p39"/>
          <p:cNvSpPr txBox="1"/>
          <p:nvPr/>
        </p:nvSpPr>
        <p:spPr>
          <a:xfrm>
            <a:off x="571500" y="4577080"/>
            <a:ext cx="2032000" cy="1854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a:ea typeface="Montserrat"/>
                <a:cs typeface="Montserrat"/>
                <a:sym typeface="Montserrat"/>
              </a:rPr>
              <a:t>neoconsulting.ai</a:t>
            </a:r>
            <a:endParaRPr b="0" i="0" sz="1400" u="none" cap="none" strike="noStrike">
              <a:solidFill>
                <a:srgbClr val="000000"/>
              </a:solidFill>
              <a:latin typeface="Arial"/>
              <a:ea typeface="Arial"/>
              <a:cs typeface="Arial"/>
              <a:sym typeface="Arial"/>
            </a:endParaRPr>
          </a:p>
        </p:txBody>
      </p:sp>
      <p:sp>
        <p:nvSpPr>
          <p:cNvPr id="687" name="Google Shape;687;p39"/>
          <p:cNvSpPr txBox="1"/>
          <p:nvPr/>
        </p:nvSpPr>
        <p:spPr>
          <a:xfrm>
            <a:off x="571500" y="2469525"/>
            <a:ext cx="8001000" cy="6426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4500"/>
              <a:buFont typeface="Arial"/>
              <a:buNone/>
            </a:pPr>
            <a:r>
              <a:rPr b="0" i="0" lang="en-US" sz="4500" u="none" cap="none" strike="noStrike">
                <a:solidFill>
                  <a:srgbClr val="FFFFFF"/>
                </a:solidFill>
                <a:latin typeface="Montserrat ExtraBold"/>
                <a:ea typeface="Montserrat ExtraBold"/>
                <a:cs typeface="Montserrat ExtraBold"/>
                <a:sym typeface="Montserrat ExtraBold"/>
              </a:rPr>
              <a:t>El equipo </a:t>
            </a:r>
            <a:r>
              <a:rPr b="0" i="1" lang="en-US" sz="4500" u="none" cap="none" strike="noStrike">
                <a:solidFill>
                  <a:srgbClr val="9AAFFE"/>
                </a:solidFill>
                <a:latin typeface="Montserrat Black"/>
                <a:ea typeface="Montserrat Black"/>
                <a:cs typeface="Montserrat Black"/>
                <a:sym typeface="Montserrat Black"/>
              </a:rPr>
              <a:t>asignado</a:t>
            </a:r>
            <a:endParaRPr b="0" i="0" sz="1400" u="none" cap="none" strike="noStrike">
              <a:solidFill>
                <a:srgbClr val="9AAFFE"/>
              </a:solidFill>
              <a:latin typeface="Arial"/>
              <a:ea typeface="Arial"/>
              <a:cs typeface="Arial"/>
              <a:sym typeface="Arial"/>
            </a:endParaRPr>
          </a:p>
        </p:txBody>
      </p:sp>
      <p:sp>
        <p:nvSpPr>
          <p:cNvPr id="688" name="Google Shape;688;p39"/>
          <p:cNvSpPr txBox="1"/>
          <p:nvPr/>
        </p:nvSpPr>
        <p:spPr>
          <a:xfrm>
            <a:off x="571500" y="2108845"/>
            <a:ext cx="8001000" cy="20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SemiBold"/>
                <a:ea typeface="Montserrat SemiBold"/>
                <a:cs typeface="Montserrat SemiBold"/>
                <a:sym typeface="Montserrat SemiBold"/>
              </a:rPr>
              <a:t>SECCIÓN 11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693" name="Shape 693"/>
        <p:cNvGrpSpPr/>
        <p:nvPr/>
      </p:nvGrpSpPr>
      <p:grpSpPr>
        <a:xfrm>
          <a:off x="0" y="0"/>
          <a:ext cx="0" cy="0"/>
          <a:chOff x="0" y="0"/>
          <a:chExt cx="0" cy="0"/>
        </a:xfrm>
      </p:grpSpPr>
      <p:sp>
        <p:nvSpPr>
          <p:cNvPr id="694" name="Google Shape;694;p40"/>
          <p:cNvSpPr txBox="1"/>
          <p:nvPr/>
        </p:nvSpPr>
        <p:spPr>
          <a:xfrm>
            <a:off x="571500" y="890626"/>
            <a:ext cx="8001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EQUIPO NEO</a:t>
            </a:r>
            <a:endParaRPr b="0" i="0" sz="1100" u="none" cap="none" strike="noStrike">
              <a:solidFill>
                <a:schemeClr val="dk1"/>
              </a:solidFill>
              <a:latin typeface="Calibri"/>
              <a:ea typeface="Calibri"/>
              <a:cs typeface="Calibri"/>
              <a:sym typeface="Calibri"/>
            </a:endParaRPr>
          </a:p>
        </p:txBody>
      </p:sp>
      <p:sp>
        <p:nvSpPr>
          <p:cNvPr id="695" name="Google Shape;695;p40"/>
          <p:cNvSpPr txBox="1"/>
          <p:nvPr/>
        </p:nvSpPr>
        <p:spPr>
          <a:xfrm>
            <a:off x="571500" y="1174090"/>
            <a:ext cx="8001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El equipo</a:t>
            </a:r>
            <a:r>
              <a:rPr b="1" i="1" lang="en-US" sz="2100" u="none" cap="none" strike="noStrike">
                <a:solidFill>
                  <a:srgbClr val="2B5BFC"/>
                </a:solidFill>
                <a:latin typeface="Montserrat Black"/>
                <a:ea typeface="Montserrat Black"/>
                <a:cs typeface="Montserrat Black"/>
                <a:sym typeface="Montserrat Black"/>
              </a:rPr>
              <a:t> asignado</a:t>
            </a:r>
            <a:endParaRPr b="0" i="0" sz="2100" u="none" cap="none" strike="noStrike">
              <a:solidFill>
                <a:schemeClr val="dk1"/>
              </a:solidFill>
              <a:latin typeface="Calibri"/>
              <a:ea typeface="Calibri"/>
              <a:cs typeface="Calibri"/>
              <a:sym typeface="Calibri"/>
            </a:endParaRPr>
          </a:p>
        </p:txBody>
      </p:sp>
      <p:sp>
        <p:nvSpPr>
          <p:cNvPr id="696" name="Google Shape;696;p40"/>
          <p:cNvSpPr txBox="1"/>
          <p:nvPr/>
        </p:nvSpPr>
        <p:spPr>
          <a:xfrm>
            <a:off x="571500" y="1539850"/>
            <a:ext cx="7943700" cy="2742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75757"/>
              </a:buClr>
              <a:buSzPts val="1100"/>
              <a:buFont typeface="Montserrat"/>
              <a:buNone/>
            </a:pPr>
            <a:r>
              <a:rPr b="0" i="0" lang="en-US" sz="1100" u="none" cap="none" strike="noStrike">
                <a:solidFill>
                  <a:srgbClr val="000033"/>
                </a:solidFill>
                <a:latin typeface="Montserrat"/>
                <a:ea typeface="Montserrat"/>
                <a:cs typeface="Montserrat"/>
                <a:sym typeface="Montserrat"/>
              </a:rPr>
              <a:t>Un equipo dedicado que combina liderazgo de cuenta, arquitectura de IA, adopción y gestión.</a:t>
            </a:r>
            <a:endParaRPr b="0" i="0" sz="1100" u="none" cap="none" strike="noStrike">
              <a:solidFill>
                <a:schemeClr val="dk1"/>
              </a:solidFill>
              <a:latin typeface="Calibri"/>
              <a:ea typeface="Calibri"/>
              <a:cs typeface="Calibri"/>
              <a:sym typeface="Calibri"/>
            </a:endParaRPr>
          </a:p>
        </p:txBody>
      </p:sp>
      <p:sp>
        <p:nvSpPr>
          <p:cNvPr id="697" name="Google Shape;697;p40"/>
          <p:cNvSpPr txBox="1"/>
          <p:nvPr/>
        </p:nvSpPr>
        <p:spPr>
          <a:xfrm>
            <a:off x="571500" y="4590288"/>
            <a:ext cx="18288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neoconsulting.ai</a:t>
            </a:r>
            <a:endParaRPr b="0" i="0" sz="1100" u="none" cap="none" strike="noStrike">
              <a:solidFill>
                <a:schemeClr val="dk1"/>
              </a:solidFill>
              <a:latin typeface="Calibri"/>
              <a:ea typeface="Calibri"/>
              <a:cs typeface="Calibri"/>
              <a:sym typeface="Calibri"/>
            </a:endParaRPr>
          </a:p>
        </p:txBody>
      </p:sp>
      <p:sp>
        <p:nvSpPr>
          <p:cNvPr id="698" name="Google Shape;698;p40"/>
          <p:cNvSpPr/>
          <p:nvPr/>
        </p:nvSpPr>
        <p:spPr>
          <a:xfrm>
            <a:off x="609125" y="1943696"/>
            <a:ext cx="3612900" cy="2499000"/>
          </a:xfrm>
          <a:prstGeom prst="roundRect">
            <a:avLst>
              <a:gd fmla="val 5956" name="adj"/>
            </a:avLst>
          </a:prstGeom>
          <a:solidFill>
            <a:srgbClr val="EEF3FF"/>
          </a:solidFill>
          <a:ln cap="flat" cmpd="sng" w="9525">
            <a:solidFill>
              <a:srgbClr val="2D5BFF"/>
            </a:solidFill>
            <a:prstDash val="solid"/>
            <a:round/>
            <a:headEnd len="sm" w="sm" type="none"/>
            <a:tailEnd len="sm" w="sm" type="none"/>
          </a:ln>
        </p:spPr>
        <p:txBody>
          <a:bodyPr anchorCtr="0" anchor="ctr" bIns="65450" lIns="65450" spcFirstLastPara="1" rIns="65450" wrap="square" tIns="65450">
            <a:noAutofit/>
          </a:bodyPr>
          <a:lstStyle/>
          <a:p>
            <a:pPr indent="0" lvl="0" marL="0" marR="0" rtl="0" algn="l">
              <a:lnSpc>
                <a:spcPct val="100000"/>
              </a:lnSpc>
              <a:spcBef>
                <a:spcPts val="0"/>
              </a:spcBef>
              <a:spcAft>
                <a:spcPts val="0"/>
              </a:spcAft>
              <a:buClr>
                <a:srgbClr val="000000"/>
              </a:buClr>
              <a:buSzPts val="501"/>
              <a:buFont typeface="Arial"/>
              <a:buNone/>
            </a:pPr>
            <a:r>
              <a:t/>
            </a:r>
            <a:endParaRPr b="0" i="0" sz="501" u="none" cap="none" strike="noStrike">
              <a:solidFill>
                <a:srgbClr val="000000"/>
              </a:solidFill>
              <a:latin typeface="Arial"/>
              <a:ea typeface="Arial"/>
              <a:cs typeface="Arial"/>
              <a:sym typeface="Arial"/>
            </a:endParaRPr>
          </a:p>
        </p:txBody>
      </p:sp>
      <p:sp>
        <p:nvSpPr>
          <p:cNvPr id="699" name="Google Shape;699;p40"/>
          <p:cNvSpPr/>
          <p:nvPr/>
        </p:nvSpPr>
        <p:spPr>
          <a:xfrm>
            <a:off x="867474" y="2106233"/>
            <a:ext cx="2526000" cy="193200"/>
          </a:xfrm>
          <a:prstGeom prst="rect">
            <a:avLst/>
          </a:prstGeom>
          <a:noFill/>
          <a:ln>
            <a:noFill/>
          </a:ln>
        </p:spPr>
        <p:txBody>
          <a:bodyPr anchorCtr="0" anchor="t" bIns="0" lIns="0" spcFirstLastPara="1" rIns="0" wrap="square" tIns="0">
            <a:noAutofit/>
          </a:bodyPr>
          <a:lstStyle/>
          <a:p>
            <a:pPr indent="0" lvl="0" marL="0" marR="0" rtl="0" algn="l">
              <a:lnSpc>
                <a:spcPct val="91703"/>
              </a:lnSpc>
              <a:spcBef>
                <a:spcPts val="0"/>
              </a:spcBef>
              <a:spcAft>
                <a:spcPts val="0"/>
              </a:spcAft>
              <a:buClr>
                <a:srgbClr val="000033"/>
              </a:buClr>
              <a:buSzPts val="1360"/>
              <a:buFont typeface="Montserrat"/>
              <a:buNone/>
            </a:pPr>
            <a:r>
              <a:rPr b="1" i="0" lang="en-US" sz="1360" u="none" cap="none" strike="noStrike">
                <a:solidFill>
                  <a:srgbClr val="000033"/>
                </a:solidFill>
                <a:latin typeface="Montserrat"/>
                <a:ea typeface="Montserrat"/>
                <a:cs typeface="Montserrat"/>
                <a:sym typeface="Montserrat"/>
              </a:rPr>
              <a:t>Acompañamiento Tentativo </a:t>
            </a:r>
            <a:endParaRPr b="0" i="0" sz="1360" u="none" cap="none" strike="noStrike">
              <a:solidFill>
                <a:srgbClr val="000033"/>
              </a:solidFill>
              <a:latin typeface="Calibri"/>
              <a:ea typeface="Calibri"/>
              <a:cs typeface="Calibri"/>
              <a:sym typeface="Calibri"/>
            </a:endParaRPr>
          </a:p>
        </p:txBody>
      </p:sp>
      <p:sp>
        <p:nvSpPr>
          <p:cNvPr id="700" name="Google Shape;700;p40"/>
          <p:cNvSpPr/>
          <p:nvPr/>
        </p:nvSpPr>
        <p:spPr>
          <a:xfrm>
            <a:off x="4864675" y="1943700"/>
            <a:ext cx="3612900" cy="2499000"/>
          </a:xfrm>
          <a:prstGeom prst="roundRect">
            <a:avLst>
              <a:gd fmla="val 5941" name="adj"/>
            </a:avLst>
          </a:prstGeom>
          <a:solidFill>
            <a:srgbClr val="FFFFFF"/>
          </a:solidFill>
          <a:ln cap="flat" cmpd="sng" w="9525">
            <a:solidFill>
              <a:srgbClr val="2D5BFF"/>
            </a:solidFill>
            <a:prstDash val="solid"/>
            <a:round/>
            <a:headEnd len="sm" w="sm" type="none"/>
            <a:tailEnd len="sm" w="sm" type="none"/>
          </a:ln>
        </p:spPr>
        <p:txBody>
          <a:bodyPr anchorCtr="0" anchor="ctr" bIns="65450" lIns="65450" spcFirstLastPara="1" rIns="65450" wrap="square" tIns="65450">
            <a:noAutofit/>
          </a:bodyPr>
          <a:lstStyle/>
          <a:p>
            <a:pPr indent="0" lvl="0" marL="0" marR="0" rtl="0" algn="l">
              <a:lnSpc>
                <a:spcPct val="100000"/>
              </a:lnSpc>
              <a:spcBef>
                <a:spcPts val="0"/>
              </a:spcBef>
              <a:spcAft>
                <a:spcPts val="0"/>
              </a:spcAft>
              <a:buClr>
                <a:srgbClr val="000000"/>
              </a:buClr>
              <a:buSzPts val="501"/>
              <a:buFont typeface="Arial"/>
              <a:buNone/>
            </a:pPr>
            <a:r>
              <a:t/>
            </a:r>
            <a:endParaRPr b="0" i="0" sz="501" u="none" cap="none" strike="noStrike">
              <a:solidFill>
                <a:srgbClr val="000000"/>
              </a:solidFill>
              <a:latin typeface="Arial"/>
              <a:ea typeface="Arial"/>
              <a:cs typeface="Arial"/>
              <a:sym typeface="Arial"/>
            </a:endParaRPr>
          </a:p>
        </p:txBody>
      </p:sp>
      <p:sp>
        <p:nvSpPr>
          <p:cNvPr id="701" name="Google Shape;701;p40"/>
          <p:cNvSpPr/>
          <p:nvPr/>
        </p:nvSpPr>
        <p:spPr>
          <a:xfrm>
            <a:off x="5142550" y="3307442"/>
            <a:ext cx="3080400" cy="655200"/>
          </a:xfrm>
          <a:prstGeom prst="roundRect">
            <a:avLst>
              <a:gd fmla="val 16667" name="adj"/>
            </a:avLst>
          </a:prstGeom>
          <a:solidFill>
            <a:srgbClr val="EEF3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2" name="Google Shape;702;p40"/>
          <p:cNvSpPr/>
          <p:nvPr/>
        </p:nvSpPr>
        <p:spPr>
          <a:xfrm>
            <a:off x="5119300" y="2435120"/>
            <a:ext cx="3080400" cy="655200"/>
          </a:xfrm>
          <a:prstGeom prst="roundRect">
            <a:avLst>
              <a:gd fmla="val 16667" name="adj"/>
            </a:avLst>
          </a:prstGeom>
          <a:solidFill>
            <a:srgbClr val="EEF3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3" name="Google Shape;703;p40"/>
          <p:cNvSpPr/>
          <p:nvPr/>
        </p:nvSpPr>
        <p:spPr>
          <a:xfrm>
            <a:off x="5083575" y="2118750"/>
            <a:ext cx="2970300" cy="193200"/>
          </a:xfrm>
          <a:prstGeom prst="rect">
            <a:avLst/>
          </a:prstGeom>
          <a:noFill/>
          <a:ln>
            <a:noFill/>
          </a:ln>
        </p:spPr>
        <p:txBody>
          <a:bodyPr anchorCtr="0" anchor="t" bIns="0" lIns="0" spcFirstLastPara="1" rIns="0" wrap="square" tIns="0">
            <a:noAutofit/>
          </a:bodyPr>
          <a:lstStyle/>
          <a:p>
            <a:pPr indent="0" lvl="0" marL="0" marR="0" rtl="0" algn="l">
              <a:lnSpc>
                <a:spcPct val="91703"/>
              </a:lnSpc>
              <a:spcBef>
                <a:spcPts val="0"/>
              </a:spcBef>
              <a:spcAft>
                <a:spcPts val="0"/>
              </a:spcAft>
              <a:buClr>
                <a:srgbClr val="000033"/>
              </a:buClr>
              <a:buSzPts val="1360"/>
              <a:buFont typeface="Montserrat"/>
              <a:buNone/>
            </a:pPr>
            <a:r>
              <a:rPr b="1" i="0" lang="en-US" sz="1360" u="none" cap="none" strike="noStrike">
                <a:solidFill>
                  <a:srgbClr val="000033"/>
                </a:solidFill>
                <a:latin typeface="Montserrat"/>
                <a:ea typeface="Montserrat"/>
                <a:cs typeface="Montserrat"/>
                <a:sym typeface="Montserrat"/>
              </a:rPr>
              <a:t>Acompañamiento Corporativo </a:t>
            </a:r>
            <a:endParaRPr b="0" i="0" sz="1360" u="none" cap="none" strike="noStrike">
              <a:solidFill>
                <a:srgbClr val="000033"/>
              </a:solidFill>
              <a:latin typeface="Calibri"/>
              <a:ea typeface="Calibri"/>
              <a:cs typeface="Calibri"/>
              <a:sym typeface="Calibri"/>
            </a:endParaRPr>
          </a:p>
        </p:txBody>
      </p:sp>
      <p:sp>
        <p:nvSpPr>
          <p:cNvPr id="704" name="Google Shape;704;p40"/>
          <p:cNvSpPr/>
          <p:nvPr/>
        </p:nvSpPr>
        <p:spPr>
          <a:xfrm>
            <a:off x="5238925" y="2512750"/>
            <a:ext cx="533100" cy="511500"/>
          </a:xfrm>
          <a:prstGeom prst="ellipse">
            <a:avLst/>
          </a:prstGeom>
          <a:solidFill>
            <a:srgbClr val="FFFFFF"/>
          </a:solidFill>
          <a:ln cap="flat" cmpd="sng" w="9525">
            <a:solidFill>
              <a:srgbClr val="2B5B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5" name="Google Shape;705;p40"/>
          <p:cNvSpPr/>
          <p:nvPr/>
        </p:nvSpPr>
        <p:spPr>
          <a:xfrm>
            <a:off x="5238925" y="3379307"/>
            <a:ext cx="533100" cy="511500"/>
          </a:xfrm>
          <a:prstGeom prst="ellipse">
            <a:avLst/>
          </a:prstGeom>
          <a:solidFill>
            <a:srgbClr val="FFFFFF"/>
          </a:solidFill>
          <a:ln cap="flat" cmpd="sng" w="9525">
            <a:solidFill>
              <a:srgbClr val="2B5B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6" name="Google Shape;706;p40"/>
          <p:cNvSpPr/>
          <p:nvPr/>
        </p:nvSpPr>
        <p:spPr>
          <a:xfrm>
            <a:off x="880450" y="2464125"/>
            <a:ext cx="603300" cy="559800"/>
          </a:xfrm>
          <a:prstGeom prst="ellipse">
            <a:avLst/>
          </a:prstGeom>
          <a:solidFill>
            <a:srgbClr val="FFFFFF"/>
          </a:solidFill>
          <a:ln cap="flat" cmpd="sng" w="9525">
            <a:solidFill>
              <a:srgbClr val="2B5B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707" name="Google Shape;707;p40"/>
          <p:cNvGrpSpPr/>
          <p:nvPr/>
        </p:nvGrpSpPr>
        <p:grpSpPr>
          <a:xfrm>
            <a:off x="1634674" y="2464118"/>
            <a:ext cx="2526000" cy="671142"/>
            <a:chOff x="1729599" y="1846000"/>
            <a:chExt cx="2526000" cy="755026"/>
          </a:xfrm>
        </p:grpSpPr>
        <p:sp>
          <p:nvSpPr>
            <p:cNvPr id="708" name="Google Shape;708;p40"/>
            <p:cNvSpPr/>
            <p:nvPr/>
          </p:nvSpPr>
          <p:spPr>
            <a:xfrm>
              <a:off x="1729601" y="1846000"/>
              <a:ext cx="2407500" cy="162600"/>
            </a:xfrm>
            <a:prstGeom prst="rect">
              <a:avLst/>
            </a:prstGeom>
            <a:noFill/>
            <a:ln>
              <a:noFill/>
            </a:ln>
          </p:spPr>
          <p:txBody>
            <a:bodyPr anchorCtr="0" anchor="t" bIns="0" lIns="0" spcFirstLastPara="1" rIns="0" wrap="square" tIns="0">
              <a:noAutofit/>
            </a:bodyPr>
            <a:lstStyle/>
            <a:p>
              <a:pPr indent="0" lvl="0" marL="0" marR="0" rtl="0" algn="l">
                <a:lnSpc>
                  <a:spcPct val="91733"/>
                </a:lnSpc>
                <a:spcBef>
                  <a:spcPts val="0"/>
                </a:spcBef>
                <a:spcAft>
                  <a:spcPts val="0"/>
                </a:spcAft>
                <a:buClr>
                  <a:srgbClr val="000033"/>
                </a:buClr>
                <a:buSzPts val="963"/>
                <a:buFont typeface="Montserrat"/>
                <a:buNone/>
              </a:pPr>
              <a:r>
                <a:rPr b="1" lang="en-US" sz="963">
                  <a:solidFill>
                    <a:srgbClr val="000033"/>
                  </a:solidFill>
                  <a:latin typeface="Montserrat"/>
                  <a:ea typeface="Montserrat"/>
                  <a:cs typeface="Montserrat"/>
                  <a:sym typeface="Montserrat"/>
                </a:rPr>
                <a:t>xxxxxxx</a:t>
              </a:r>
              <a:endParaRPr b="0" i="0" sz="963" u="none" cap="none" strike="noStrike">
                <a:solidFill>
                  <a:srgbClr val="000033"/>
                </a:solidFill>
                <a:latin typeface="Calibri"/>
                <a:ea typeface="Calibri"/>
                <a:cs typeface="Calibri"/>
                <a:sym typeface="Calibri"/>
              </a:endParaRPr>
            </a:p>
          </p:txBody>
        </p:sp>
        <p:sp>
          <p:nvSpPr>
            <p:cNvPr id="709" name="Google Shape;709;p40"/>
            <p:cNvSpPr/>
            <p:nvPr/>
          </p:nvSpPr>
          <p:spPr>
            <a:xfrm>
              <a:off x="1729603" y="2042050"/>
              <a:ext cx="2407500" cy="175200"/>
            </a:xfrm>
            <a:prstGeom prst="rect">
              <a:avLst/>
            </a:prstGeom>
            <a:noFill/>
            <a:ln>
              <a:noFill/>
            </a:ln>
          </p:spPr>
          <p:txBody>
            <a:bodyPr anchorCtr="0" anchor="t" bIns="0" lIns="0" spcFirstLastPara="1" rIns="0" wrap="square" tIns="0">
              <a:noAutofit/>
            </a:bodyPr>
            <a:lstStyle/>
            <a:p>
              <a:pPr indent="0" lvl="0" marL="0" marR="0" rtl="0" algn="l">
                <a:lnSpc>
                  <a:spcPct val="98755"/>
                </a:lnSpc>
                <a:spcBef>
                  <a:spcPts val="0"/>
                </a:spcBef>
                <a:spcAft>
                  <a:spcPts val="0"/>
                </a:spcAft>
                <a:buClr>
                  <a:srgbClr val="2B5BFC"/>
                </a:buClr>
                <a:buSzPts val="963"/>
                <a:buFont typeface="Montserrat SemiBold"/>
                <a:buNone/>
              </a:pPr>
              <a:r>
                <a:rPr b="1" i="0" lang="en-US" sz="963" u="none" cap="none" strike="noStrike">
                  <a:solidFill>
                    <a:srgbClr val="2B5BFC"/>
                  </a:solidFill>
                  <a:latin typeface="Montserrat SemiBold"/>
                  <a:ea typeface="Montserrat SemiBold"/>
                  <a:cs typeface="Montserrat SemiBold"/>
                  <a:sym typeface="Montserrat SemiBold"/>
                </a:rPr>
                <a:t>Consultor </a:t>
              </a:r>
              <a:endParaRPr b="0" i="0" sz="963" u="none" cap="none" strike="noStrike">
                <a:solidFill>
                  <a:srgbClr val="000033"/>
                </a:solidFill>
                <a:latin typeface="Calibri"/>
                <a:ea typeface="Calibri"/>
                <a:cs typeface="Calibri"/>
                <a:sym typeface="Calibri"/>
              </a:endParaRPr>
            </a:p>
          </p:txBody>
        </p:sp>
        <p:sp>
          <p:nvSpPr>
            <p:cNvPr id="710" name="Google Shape;710;p40"/>
            <p:cNvSpPr/>
            <p:nvPr/>
          </p:nvSpPr>
          <p:spPr>
            <a:xfrm>
              <a:off x="1729599" y="2250626"/>
              <a:ext cx="2526000" cy="350400"/>
            </a:xfrm>
            <a:prstGeom prst="rect">
              <a:avLst/>
            </a:prstGeom>
            <a:noFill/>
            <a:ln>
              <a:noFill/>
            </a:ln>
          </p:spPr>
          <p:txBody>
            <a:bodyPr anchorCtr="0" anchor="t" bIns="0" lIns="0" spcFirstLastPara="1" rIns="0" wrap="square" tIns="0">
              <a:noAutofit/>
            </a:bodyPr>
            <a:lstStyle/>
            <a:p>
              <a:pPr indent="0" lvl="0" marL="0" marR="0" rtl="0" algn="l">
                <a:lnSpc>
                  <a:spcPct val="98755"/>
                </a:lnSpc>
                <a:spcBef>
                  <a:spcPts val="0"/>
                </a:spcBef>
                <a:spcAft>
                  <a:spcPts val="0"/>
                </a:spcAft>
                <a:buClr>
                  <a:srgbClr val="000000"/>
                </a:buClr>
                <a:buSzPts val="963"/>
                <a:buFont typeface="Montserrat Medium"/>
                <a:buNone/>
              </a:pPr>
              <a:r>
                <a:rPr lang="en-US" sz="963">
                  <a:solidFill>
                    <a:srgbClr val="000033"/>
                  </a:solidFill>
                  <a:latin typeface="Montserrat Medium"/>
                  <a:ea typeface="Montserrat Medium"/>
                  <a:cs typeface="Montserrat Medium"/>
                  <a:sym typeface="Montserrat Medium"/>
                </a:rPr>
                <a:t>xxxxxxxxx</a:t>
              </a:r>
              <a:endParaRPr b="0" i="0" sz="963" u="none" cap="none" strike="noStrike">
                <a:solidFill>
                  <a:srgbClr val="000033"/>
                </a:solidFill>
                <a:latin typeface="Calibri"/>
                <a:ea typeface="Calibri"/>
                <a:cs typeface="Calibri"/>
                <a:sym typeface="Calibri"/>
              </a:endParaRPr>
            </a:p>
          </p:txBody>
        </p:sp>
      </p:grpSp>
      <p:sp>
        <p:nvSpPr>
          <p:cNvPr id="711" name="Google Shape;711;p40"/>
          <p:cNvSpPr/>
          <p:nvPr/>
        </p:nvSpPr>
        <p:spPr>
          <a:xfrm>
            <a:off x="6006762" y="2587422"/>
            <a:ext cx="1118100" cy="144300"/>
          </a:xfrm>
          <a:prstGeom prst="rect">
            <a:avLst/>
          </a:prstGeom>
          <a:noFill/>
          <a:ln>
            <a:noFill/>
          </a:ln>
        </p:spPr>
        <p:txBody>
          <a:bodyPr anchorCtr="0" anchor="t" bIns="0" lIns="0" spcFirstLastPara="1" rIns="0" wrap="square" tIns="0">
            <a:noAutofit/>
          </a:bodyPr>
          <a:lstStyle/>
          <a:p>
            <a:pPr indent="0" lvl="0" marL="0" marR="0" rtl="0" algn="l">
              <a:lnSpc>
                <a:spcPct val="91733"/>
              </a:lnSpc>
              <a:spcBef>
                <a:spcPts val="0"/>
              </a:spcBef>
              <a:spcAft>
                <a:spcPts val="0"/>
              </a:spcAft>
              <a:buClr>
                <a:srgbClr val="000033"/>
              </a:buClr>
              <a:buSzPts val="963"/>
              <a:buFont typeface="Montserrat"/>
              <a:buNone/>
            </a:pPr>
            <a:r>
              <a:rPr b="1" lang="en-US" sz="963">
                <a:solidFill>
                  <a:srgbClr val="000033"/>
                </a:solidFill>
                <a:latin typeface="Montserrat"/>
                <a:ea typeface="Montserrat"/>
                <a:cs typeface="Montserrat"/>
                <a:sym typeface="Montserrat"/>
              </a:rPr>
              <a:t>xxxxx</a:t>
            </a:r>
            <a:endParaRPr b="0" i="0" sz="963" u="none" cap="none" strike="noStrike">
              <a:solidFill>
                <a:srgbClr val="000033"/>
              </a:solidFill>
              <a:latin typeface="Calibri"/>
              <a:ea typeface="Calibri"/>
              <a:cs typeface="Calibri"/>
              <a:sym typeface="Calibri"/>
            </a:endParaRPr>
          </a:p>
        </p:txBody>
      </p:sp>
      <p:sp>
        <p:nvSpPr>
          <p:cNvPr id="712" name="Google Shape;712;p40"/>
          <p:cNvSpPr/>
          <p:nvPr/>
        </p:nvSpPr>
        <p:spPr>
          <a:xfrm>
            <a:off x="6006762" y="2746866"/>
            <a:ext cx="1147200" cy="155700"/>
          </a:xfrm>
          <a:prstGeom prst="rect">
            <a:avLst/>
          </a:prstGeom>
          <a:noFill/>
          <a:ln>
            <a:noFill/>
          </a:ln>
        </p:spPr>
        <p:txBody>
          <a:bodyPr anchorCtr="0" anchor="t" bIns="0" lIns="0" spcFirstLastPara="1" rIns="0" wrap="square" tIns="0">
            <a:noAutofit/>
          </a:bodyPr>
          <a:lstStyle/>
          <a:p>
            <a:pPr indent="0" lvl="0" marL="0" marR="0" rtl="0" algn="l">
              <a:lnSpc>
                <a:spcPct val="98755"/>
              </a:lnSpc>
              <a:spcBef>
                <a:spcPts val="0"/>
              </a:spcBef>
              <a:spcAft>
                <a:spcPts val="0"/>
              </a:spcAft>
              <a:buClr>
                <a:srgbClr val="2D5BFF"/>
              </a:buClr>
              <a:buSzPts val="963"/>
              <a:buFont typeface="Montserrat"/>
              <a:buNone/>
            </a:pPr>
            <a:r>
              <a:rPr b="1" i="0" lang="en-US" sz="963" u="none" cap="none" strike="noStrike">
                <a:solidFill>
                  <a:srgbClr val="2B5BFC"/>
                </a:solidFill>
                <a:latin typeface="Montserrat"/>
                <a:ea typeface="Montserrat"/>
                <a:cs typeface="Montserrat"/>
                <a:sym typeface="Montserrat"/>
              </a:rPr>
              <a:t>Líder</a:t>
            </a:r>
            <a:endParaRPr b="0" i="0" sz="963" u="none" cap="none" strike="noStrike">
              <a:solidFill>
                <a:srgbClr val="000033"/>
              </a:solidFill>
              <a:latin typeface="Calibri"/>
              <a:ea typeface="Calibri"/>
              <a:cs typeface="Calibri"/>
              <a:sym typeface="Calibri"/>
            </a:endParaRPr>
          </a:p>
        </p:txBody>
      </p:sp>
      <p:sp>
        <p:nvSpPr>
          <p:cNvPr id="713" name="Google Shape;713;p40"/>
          <p:cNvSpPr/>
          <p:nvPr/>
        </p:nvSpPr>
        <p:spPr>
          <a:xfrm>
            <a:off x="6017262" y="3458151"/>
            <a:ext cx="1097100" cy="155700"/>
          </a:xfrm>
          <a:prstGeom prst="rect">
            <a:avLst/>
          </a:prstGeom>
          <a:noFill/>
          <a:ln>
            <a:noFill/>
          </a:ln>
        </p:spPr>
        <p:txBody>
          <a:bodyPr anchorCtr="0" anchor="t" bIns="0" lIns="0" spcFirstLastPara="1" rIns="0" wrap="square" tIns="0">
            <a:noAutofit/>
          </a:bodyPr>
          <a:lstStyle/>
          <a:p>
            <a:pPr indent="0" lvl="0" marL="0" marR="0" rtl="0" algn="l">
              <a:lnSpc>
                <a:spcPct val="91733"/>
              </a:lnSpc>
              <a:spcBef>
                <a:spcPts val="0"/>
              </a:spcBef>
              <a:spcAft>
                <a:spcPts val="0"/>
              </a:spcAft>
              <a:buClr>
                <a:srgbClr val="000033"/>
              </a:buClr>
              <a:buSzPts val="963"/>
              <a:buFont typeface="Montserrat"/>
              <a:buNone/>
            </a:pPr>
            <a:r>
              <a:rPr b="1" lang="en-US" sz="963">
                <a:solidFill>
                  <a:srgbClr val="000033"/>
                </a:solidFill>
                <a:latin typeface="Montserrat"/>
                <a:ea typeface="Montserrat"/>
                <a:cs typeface="Montserrat"/>
                <a:sym typeface="Montserrat"/>
              </a:rPr>
              <a:t>xxxxxx</a:t>
            </a:r>
            <a:endParaRPr b="0" i="0" sz="963" u="none" cap="none" strike="noStrike">
              <a:solidFill>
                <a:srgbClr val="000033"/>
              </a:solidFill>
              <a:latin typeface="Calibri"/>
              <a:ea typeface="Calibri"/>
              <a:cs typeface="Calibri"/>
              <a:sym typeface="Calibri"/>
            </a:endParaRPr>
          </a:p>
        </p:txBody>
      </p:sp>
      <p:sp>
        <p:nvSpPr>
          <p:cNvPr id="714" name="Google Shape;714;p40"/>
          <p:cNvSpPr/>
          <p:nvPr/>
        </p:nvSpPr>
        <p:spPr>
          <a:xfrm>
            <a:off x="6017262" y="3630062"/>
            <a:ext cx="713400" cy="168000"/>
          </a:xfrm>
          <a:prstGeom prst="rect">
            <a:avLst/>
          </a:prstGeom>
          <a:noFill/>
          <a:ln>
            <a:noFill/>
          </a:ln>
        </p:spPr>
        <p:txBody>
          <a:bodyPr anchorCtr="0" anchor="t" bIns="0" lIns="0" spcFirstLastPara="1" rIns="0" wrap="square" tIns="0">
            <a:noAutofit/>
          </a:bodyPr>
          <a:lstStyle/>
          <a:p>
            <a:pPr indent="0" lvl="0" marL="0" marR="0" rtl="0" algn="l">
              <a:lnSpc>
                <a:spcPct val="98755"/>
              </a:lnSpc>
              <a:spcBef>
                <a:spcPts val="0"/>
              </a:spcBef>
              <a:spcAft>
                <a:spcPts val="0"/>
              </a:spcAft>
              <a:buClr>
                <a:srgbClr val="2D5BFF"/>
              </a:buClr>
              <a:buSzPts val="963"/>
              <a:buFont typeface="Montserrat"/>
              <a:buNone/>
            </a:pPr>
            <a:r>
              <a:rPr b="1" lang="en-US" sz="963">
                <a:solidFill>
                  <a:srgbClr val="2B5BFC"/>
                </a:solidFill>
                <a:latin typeface="Montserrat"/>
                <a:ea typeface="Montserrat"/>
                <a:cs typeface="Montserrat"/>
                <a:sym typeface="Montserrat"/>
              </a:rPr>
              <a:t>Consultor</a:t>
            </a:r>
            <a:endParaRPr b="0" i="0" sz="963" u="none" cap="none" strike="noStrike">
              <a:solidFill>
                <a:srgbClr val="000033"/>
              </a:solidFill>
              <a:latin typeface="Calibri"/>
              <a:ea typeface="Calibri"/>
              <a:cs typeface="Calibri"/>
              <a:sym typeface="Calibri"/>
            </a:endParaRPr>
          </a:p>
        </p:txBody>
      </p:sp>
      <p:sp>
        <p:nvSpPr>
          <p:cNvPr id="715" name="Google Shape;715;p40"/>
          <p:cNvSpPr/>
          <p:nvPr/>
        </p:nvSpPr>
        <p:spPr>
          <a:xfrm>
            <a:off x="5159375" y="4055749"/>
            <a:ext cx="3032700" cy="329100"/>
          </a:xfrm>
          <a:prstGeom prst="rect">
            <a:avLst/>
          </a:prstGeom>
          <a:noFill/>
          <a:ln>
            <a:noFill/>
          </a:ln>
        </p:spPr>
        <p:txBody>
          <a:bodyPr anchorCtr="0" anchor="t" bIns="0" lIns="0" spcFirstLastPara="1" rIns="0" wrap="square" tIns="0">
            <a:noAutofit/>
          </a:bodyPr>
          <a:lstStyle/>
          <a:p>
            <a:pPr indent="0" lvl="0" marL="0" marR="0" rtl="0" algn="l">
              <a:lnSpc>
                <a:spcPct val="98755"/>
              </a:lnSpc>
              <a:spcBef>
                <a:spcPts val="0"/>
              </a:spcBef>
              <a:spcAft>
                <a:spcPts val="0"/>
              </a:spcAft>
              <a:buClr>
                <a:srgbClr val="000000"/>
              </a:buClr>
              <a:buSzPts val="963"/>
              <a:buFont typeface="Montserrat Medium"/>
              <a:buNone/>
            </a:pPr>
            <a:r>
              <a:rPr b="0" i="0" lang="en-US" sz="863" u="none" cap="none" strike="noStrike">
                <a:solidFill>
                  <a:srgbClr val="000033"/>
                </a:solidFill>
                <a:latin typeface="Montserrat Medium"/>
                <a:ea typeface="Montserrat Medium"/>
                <a:cs typeface="Montserrat Medium"/>
                <a:sym typeface="Montserrat Medium"/>
              </a:rPr>
              <a:t>Acompañamos en el desarrollo del proyecto del lado más corporativo y comunicacional. </a:t>
            </a:r>
            <a:endParaRPr b="0" i="0" sz="863" u="none" cap="none" strike="noStrike">
              <a:solidFill>
                <a:srgbClr val="000033"/>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200038" scaled="0"/>
        </a:gradFill>
      </p:bgPr>
    </p:bg>
    <p:spTree>
      <p:nvGrpSpPr>
        <p:cNvPr id="719" name="Shape 719"/>
        <p:cNvGrpSpPr/>
        <p:nvPr/>
      </p:nvGrpSpPr>
      <p:grpSpPr>
        <a:xfrm>
          <a:off x="0" y="0"/>
          <a:ext cx="0" cy="0"/>
          <a:chOff x="0" y="0"/>
          <a:chExt cx="0" cy="0"/>
        </a:xfrm>
      </p:grpSpPr>
      <p:pic>
        <p:nvPicPr>
          <p:cNvPr descr="preencoded.png" id="720" name="Google Shape;720;p41"/>
          <p:cNvPicPr preferRelativeResize="0"/>
          <p:nvPr/>
        </p:nvPicPr>
        <p:blipFill rotWithShape="1">
          <a:blip r:embed="rId3">
            <a:alphaModFix/>
          </a:blip>
          <a:srcRect b="0" l="0" r="0" t="0"/>
          <a:stretch/>
        </p:blipFill>
        <p:spPr>
          <a:xfrm>
            <a:off x="571500" y="1643988"/>
            <a:ext cx="8001000" cy="3100387"/>
          </a:xfrm>
          <a:prstGeom prst="rect">
            <a:avLst/>
          </a:prstGeom>
          <a:noFill/>
          <a:ln>
            <a:noFill/>
          </a:ln>
        </p:spPr>
      </p:pic>
      <p:sp>
        <p:nvSpPr>
          <p:cNvPr id="721" name="Google Shape;721;p41"/>
          <p:cNvSpPr/>
          <p:nvPr/>
        </p:nvSpPr>
        <p:spPr>
          <a:xfrm>
            <a:off x="571500" y="836200"/>
            <a:ext cx="10878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EQUIPO NEO </a:t>
            </a:r>
            <a:endParaRPr b="0" i="0" sz="1100" u="none" cap="none" strike="noStrike">
              <a:solidFill>
                <a:srgbClr val="000033"/>
              </a:solidFill>
              <a:latin typeface="Calibri"/>
              <a:ea typeface="Calibri"/>
              <a:cs typeface="Calibri"/>
              <a:sym typeface="Calibri"/>
            </a:endParaRPr>
          </a:p>
        </p:txBody>
      </p:sp>
      <p:sp>
        <p:nvSpPr>
          <p:cNvPr id="722" name="Google Shape;722;p41"/>
          <p:cNvSpPr/>
          <p:nvPr/>
        </p:nvSpPr>
        <p:spPr>
          <a:xfrm>
            <a:off x="571500" y="1069557"/>
            <a:ext cx="7972800" cy="324000"/>
          </a:xfrm>
          <a:prstGeom prst="rect">
            <a:avLst/>
          </a:prstGeom>
          <a:noFill/>
          <a:ln>
            <a:noFill/>
          </a:ln>
        </p:spPr>
        <p:txBody>
          <a:bodyPr anchorCtr="0" anchor="t" bIns="0" lIns="0" spcFirstLastPara="1" rIns="0" wrap="square" tIns="0">
            <a:noAutofit/>
          </a:bodyPr>
          <a:lstStyle/>
          <a:p>
            <a:pPr indent="0" lvl="0" marL="0" marR="0" rtl="0" algn="l">
              <a:lnSpc>
                <a:spcPct val="8819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Nuestro equipo de </a:t>
            </a:r>
            <a:r>
              <a:rPr b="1" i="1" lang="en-US" sz="2100" u="none" cap="none" strike="noStrike">
                <a:solidFill>
                  <a:srgbClr val="2B5BFC"/>
                </a:solidFill>
                <a:latin typeface="Montserrat ExtraBold"/>
                <a:ea typeface="Montserrat ExtraBold"/>
                <a:cs typeface="Montserrat ExtraBold"/>
                <a:sym typeface="Montserrat ExtraBold"/>
              </a:rPr>
              <a:t>expertos</a:t>
            </a:r>
            <a:r>
              <a:rPr b="1" i="0" lang="en-US" sz="2100" u="none" cap="none" strike="noStrike">
                <a:solidFill>
                  <a:srgbClr val="000033"/>
                </a:solidFill>
                <a:latin typeface="Montserrat ExtraBold"/>
                <a:ea typeface="Montserrat ExtraBold"/>
                <a:cs typeface="Montserrat ExtraBold"/>
                <a:sym typeface="Montserrat ExtraBold"/>
              </a:rPr>
              <a:t> </a:t>
            </a:r>
            <a:endParaRPr b="0" i="0" sz="2100" u="none" cap="none" strike="noStrike">
              <a:solidFill>
                <a:srgbClr val="000033"/>
              </a:solidFill>
              <a:latin typeface="Calibri"/>
              <a:ea typeface="Calibri"/>
              <a:cs typeface="Calibri"/>
              <a:sym typeface="Calibri"/>
            </a:endParaRPr>
          </a:p>
        </p:txBody>
      </p:sp>
      <p:sp>
        <p:nvSpPr>
          <p:cNvPr id="723" name="Google Shape;723;p41"/>
          <p:cNvSpPr/>
          <p:nvPr/>
        </p:nvSpPr>
        <p:spPr>
          <a:xfrm>
            <a:off x="688886" y="2386608"/>
            <a:ext cx="1395600" cy="1761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000033"/>
              </a:buClr>
              <a:buSzPts val="1100"/>
              <a:buFont typeface="Montserrat ExtraBold"/>
              <a:buNone/>
            </a:pPr>
            <a:r>
              <a:rPr b="1" i="0" lang="en-US" sz="1100" u="none" cap="none" strike="noStrike">
                <a:solidFill>
                  <a:srgbClr val="000033"/>
                </a:solidFill>
                <a:latin typeface="Montserrat ExtraBold"/>
                <a:ea typeface="Montserrat ExtraBold"/>
                <a:cs typeface="Montserrat ExtraBold"/>
                <a:sym typeface="Montserrat ExtraBold"/>
              </a:rPr>
              <a:t>Daniel Falcón </a:t>
            </a:r>
            <a:endParaRPr b="0" i="0" sz="1100" u="none" cap="none" strike="noStrike">
              <a:solidFill>
                <a:srgbClr val="000033"/>
              </a:solidFill>
              <a:latin typeface="Calibri"/>
              <a:ea typeface="Calibri"/>
              <a:cs typeface="Calibri"/>
              <a:sym typeface="Calibri"/>
            </a:endParaRPr>
          </a:p>
        </p:txBody>
      </p:sp>
      <p:sp>
        <p:nvSpPr>
          <p:cNvPr id="724" name="Google Shape;724;p41"/>
          <p:cNvSpPr/>
          <p:nvPr/>
        </p:nvSpPr>
        <p:spPr>
          <a:xfrm>
            <a:off x="660713" y="2526460"/>
            <a:ext cx="1452000" cy="1761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CEO </a:t>
            </a:r>
            <a:endParaRPr b="0" i="0" sz="1100" u="none" cap="none" strike="noStrike">
              <a:solidFill>
                <a:srgbClr val="000033"/>
              </a:solidFill>
              <a:latin typeface="Calibri"/>
              <a:ea typeface="Calibri"/>
              <a:cs typeface="Calibri"/>
              <a:sym typeface="Calibri"/>
            </a:endParaRPr>
          </a:p>
        </p:txBody>
      </p:sp>
      <p:sp>
        <p:nvSpPr>
          <p:cNvPr id="725" name="Google Shape;725;p41"/>
          <p:cNvSpPr/>
          <p:nvPr/>
        </p:nvSpPr>
        <p:spPr>
          <a:xfrm>
            <a:off x="693581" y="2722737"/>
            <a:ext cx="1390800" cy="2883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b="0" i="0" lang="en-US" sz="900" u="none" cap="none" strike="noStrike">
                <a:solidFill>
                  <a:srgbClr val="000033"/>
                </a:solidFill>
                <a:latin typeface="Montserrat"/>
                <a:ea typeface="Montserrat"/>
                <a:cs typeface="Montserrat"/>
                <a:sym typeface="Montserrat"/>
              </a:rPr>
              <a:t>+25 años de experiencia en consultoría digital</a:t>
            </a:r>
            <a:endParaRPr b="0" i="0" sz="900" u="none" cap="none" strike="noStrike">
              <a:solidFill>
                <a:srgbClr val="000033"/>
              </a:solidFill>
              <a:latin typeface="Montserrat"/>
              <a:ea typeface="Montserrat"/>
              <a:cs typeface="Montserrat"/>
              <a:sym typeface="Montserrat"/>
            </a:endParaRPr>
          </a:p>
          <a:p>
            <a:pPr indent="0" lvl="0" marL="0" marR="0" rtl="0" algn="ctr">
              <a:lnSpc>
                <a:spcPct val="89377"/>
              </a:lnSpc>
              <a:spcBef>
                <a:spcPts val="0"/>
              </a:spcBef>
              <a:spcAft>
                <a:spcPts val="0"/>
              </a:spcAft>
              <a:buClr>
                <a:srgbClr val="575757"/>
              </a:buClr>
              <a:buSzPts val="1100"/>
              <a:buFont typeface="Montserrat Medium"/>
              <a:buNone/>
            </a:pPr>
            <a:r>
              <a:t/>
            </a:r>
            <a:endParaRPr b="0" i="0" sz="900" u="none" cap="none" strike="noStrike">
              <a:solidFill>
                <a:srgbClr val="000033"/>
              </a:solidFill>
              <a:latin typeface="Montserrat Medium"/>
              <a:ea typeface="Montserrat Medium"/>
              <a:cs typeface="Montserrat Medium"/>
              <a:sym typeface="Montserrat Medium"/>
            </a:endParaRPr>
          </a:p>
          <a:p>
            <a:pPr indent="0" lvl="0" marL="0" marR="0" rtl="0" algn="ctr">
              <a:lnSpc>
                <a:spcPct val="89377"/>
              </a:lnSpc>
              <a:spcBef>
                <a:spcPts val="0"/>
              </a:spcBef>
              <a:spcAft>
                <a:spcPts val="0"/>
              </a:spcAft>
              <a:buClr>
                <a:srgbClr val="575757"/>
              </a:buClr>
              <a:buSzPts val="1100"/>
              <a:buFont typeface="Montserrat Medium"/>
              <a:buNone/>
            </a:pPr>
            <a:r>
              <a:rPr b="0" i="0" lang="en-US" sz="900" u="none" cap="none" strike="noStrike">
                <a:solidFill>
                  <a:srgbClr val="000033"/>
                </a:solidFill>
                <a:latin typeface="Montserrat Medium"/>
                <a:ea typeface="Montserrat Medium"/>
                <a:cs typeface="Montserrat Medium"/>
                <a:sym typeface="Montserrat Medium"/>
              </a:rPr>
              <a:t> </a:t>
            </a:r>
            <a:endParaRPr b="0" i="0" sz="900" u="none" cap="none" strike="noStrike">
              <a:solidFill>
                <a:srgbClr val="000033"/>
              </a:solidFill>
              <a:latin typeface="Calibri"/>
              <a:ea typeface="Calibri"/>
              <a:cs typeface="Calibri"/>
              <a:sym typeface="Calibri"/>
            </a:endParaRPr>
          </a:p>
        </p:txBody>
      </p:sp>
      <p:sp>
        <p:nvSpPr>
          <p:cNvPr id="726" name="Google Shape;726;p41"/>
          <p:cNvSpPr/>
          <p:nvPr/>
        </p:nvSpPr>
        <p:spPr>
          <a:xfrm>
            <a:off x="2266551" y="2386600"/>
            <a:ext cx="18645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000033"/>
              </a:buClr>
              <a:buSzPts val="1100"/>
              <a:buFont typeface="Montserrat ExtraBold"/>
              <a:buNone/>
            </a:pPr>
            <a:r>
              <a:rPr b="1" i="0" lang="en-US" sz="1100" u="none" cap="none" strike="noStrike">
                <a:solidFill>
                  <a:srgbClr val="000033"/>
                </a:solidFill>
                <a:latin typeface="Montserrat ExtraBold"/>
                <a:ea typeface="Montserrat ExtraBold"/>
                <a:cs typeface="Montserrat ExtraBold"/>
                <a:sym typeface="Montserrat ExtraBold"/>
              </a:rPr>
              <a:t>Jurgita Sarkovaite </a:t>
            </a:r>
            <a:endParaRPr b="0" i="0" sz="1100" u="none" cap="none" strike="noStrike">
              <a:solidFill>
                <a:srgbClr val="000033"/>
              </a:solidFill>
              <a:latin typeface="Calibri"/>
              <a:ea typeface="Calibri"/>
              <a:cs typeface="Calibri"/>
              <a:sym typeface="Calibri"/>
            </a:endParaRPr>
          </a:p>
        </p:txBody>
      </p:sp>
      <p:sp>
        <p:nvSpPr>
          <p:cNvPr id="727" name="Google Shape;727;p41"/>
          <p:cNvSpPr/>
          <p:nvPr/>
        </p:nvSpPr>
        <p:spPr>
          <a:xfrm>
            <a:off x="2280634" y="2526460"/>
            <a:ext cx="1395600" cy="1761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Directora </a:t>
            </a:r>
            <a:endParaRPr b="0" i="0" sz="1100" u="none" cap="none" strike="noStrike">
              <a:solidFill>
                <a:srgbClr val="000033"/>
              </a:solidFill>
              <a:latin typeface="Calibri"/>
              <a:ea typeface="Calibri"/>
              <a:cs typeface="Calibri"/>
              <a:sym typeface="Calibri"/>
            </a:endParaRPr>
          </a:p>
        </p:txBody>
      </p:sp>
      <p:sp>
        <p:nvSpPr>
          <p:cNvPr id="728" name="Google Shape;728;p41"/>
          <p:cNvSpPr/>
          <p:nvPr/>
        </p:nvSpPr>
        <p:spPr>
          <a:xfrm>
            <a:off x="2266067" y="2740187"/>
            <a:ext cx="1423500" cy="2448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b="0" i="0" lang="en-US" sz="800" u="none" cap="none" strike="noStrike">
                <a:solidFill>
                  <a:srgbClr val="000033"/>
                </a:solidFill>
                <a:latin typeface="Montserrat"/>
                <a:ea typeface="Montserrat"/>
                <a:cs typeface="Montserrat"/>
                <a:sym typeface="Montserrat"/>
              </a:rPr>
              <a:t>+15 años de experiencia internacional en consultoría </a:t>
            </a:r>
            <a:endParaRPr b="0" i="0" sz="800" u="none" cap="none" strike="noStrike">
              <a:solidFill>
                <a:srgbClr val="000033"/>
              </a:solidFill>
              <a:latin typeface="Calibri"/>
              <a:ea typeface="Calibri"/>
              <a:cs typeface="Calibri"/>
              <a:sym typeface="Calibri"/>
            </a:endParaRPr>
          </a:p>
          <a:p>
            <a:pPr indent="0" lvl="0" marL="0" marR="0" rtl="0" algn="l">
              <a:lnSpc>
                <a:spcPct val="89377"/>
              </a:lnSpc>
              <a:spcBef>
                <a:spcPts val="0"/>
              </a:spcBef>
              <a:spcAft>
                <a:spcPts val="0"/>
              </a:spcAft>
              <a:buClr>
                <a:srgbClr val="575757"/>
              </a:buClr>
              <a:buSzPts val="1100"/>
              <a:buFont typeface="Montserrat Medium"/>
              <a:buNone/>
            </a:pPr>
            <a:r>
              <a:t/>
            </a:r>
            <a:endParaRPr b="0" i="0" sz="800" u="none" cap="none" strike="noStrike">
              <a:solidFill>
                <a:srgbClr val="000033"/>
              </a:solidFill>
              <a:latin typeface="Montserrat Medium"/>
              <a:ea typeface="Montserrat Medium"/>
              <a:cs typeface="Montserrat Medium"/>
              <a:sym typeface="Montserrat Medium"/>
            </a:endParaRPr>
          </a:p>
        </p:txBody>
      </p:sp>
      <p:sp>
        <p:nvSpPr>
          <p:cNvPr id="729" name="Google Shape;729;p41"/>
          <p:cNvSpPr/>
          <p:nvPr/>
        </p:nvSpPr>
        <p:spPr>
          <a:xfrm>
            <a:off x="5497082" y="2390583"/>
            <a:ext cx="1395600" cy="1761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000033"/>
              </a:buClr>
              <a:buSzPts val="1100"/>
              <a:buFont typeface="Montserrat ExtraBold"/>
              <a:buNone/>
            </a:pPr>
            <a:r>
              <a:rPr b="1" i="0" lang="en-US" sz="1100" u="none" cap="none" strike="noStrike">
                <a:solidFill>
                  <a:srgbClr val="000033"/>
                </a:solidFill>
                <a:latin typeface="Montserrat ExtraBold"/>
                <a:ea typeface="Montserrat ExtraBold"/>
                <a:cs typeface="Montserrat ExtraBold"/>
                <a:sym typeface="Montserrat ExtraBold"/>
              </a:rPr>
              <a:t>Manuel Falcón </a:t>
            </a:r>
            <a:endParaRPr b="0" i="0" sz="1100" u="none" cap="none" strike="noStrike">
              <a:solidFill>
                <a:srgbClr val="000033"/>
              </a:solidFill>
              <a:latin typeface="Calibri"/>
              <a:ea typeface="Calibri"/>
              <a:cs typeface="Calibri"/>
              <a:sym typeface="Calibri"/>
            </a:endParaRPr>
          </a:p>
        </p:txBody>
      </p:sp>
      <p:sp>
        <p:nvSpPr>
          <p:cNvPr id="730" name="Google Shape;730;p41"/>
          <p:cNvSpPr/>
          <p:nvPr/>
        </p:nvSpPr>
        <p:spPr>
          <a:xfrm>
            <a:off x="5497082" y="2530435"/>
            <a:ext cx="1395600" cy="1761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Gerente </a:t>
            </a:r>
            <a:endParaRPr b="0" i="0" sz="1100" u="none" cap="none" strike="noStrike">
              <a:solidFill>
                <a:srgbClr val="000033"/>
              </a:solidFill>
              <a:latin typeface="Calibri"/>
              <a:ea typeface="Calibri"/>
              <a:cs typeface="Calibri"/>
              <a:sym typeface="Calibri"/>
            </a:endParaRPr>
          </a:p>
        </p:txBody>
      </p:sp>
      <p:sp>
        <p:nvSpPr>
          <p:cNvPr id="731" name="Google Shape;731;p41"/>
          <p:cNvSpPr/>
          <p:nvPr/>
        </p:nvSpPr>
        <p:spPr>
          <a:xfrm>
            <a:off x="5471228" y="2735503"/>
            <a:ext cx="1390800" cy="2448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b="0" i="0" lang="en-US" sz="800" u="none" cap="none" strike="noStrike">
                <a:solidFill>
                  <a:srgbClr val="000033"/>
                </a:solidFill>
                <a:latin typeface="Montserrat"/>
                <a:ea typeface="Montserrat"/>
                <a:cs typeface="Montserrat"/>
                <a:sym typeface="Montserrat"/>
              </a:rPr>
              <a:t>+20 años de experiencia en finanzas y operaciones</a:t>
            </a:r>
            <a:endParaRPr b="0" i="0" sz="800" u="none" cap="none" strike="noStrike">
              <a:solidFill>
                <a:srgbClr val="000033"/>
              </a:solidFill>
              <a:latin typeface="Montserrat Medium"/>
              <a:ea typeface="Montserrat Medium"/>
              <a:cs typeface="Montserrat Medium"/>
              <a:sym typeface="Montserrat Medium"/>
            </a:endParaRPr>
          </a:p>
        </p:txBody>
      </p:sp>
      <p:sp>
        <p:nvSpPr>
          <p:cNvPr id="732" name="Google Shape;732;p41"/>
          <p:cNvSpPr/>
          <p:nvPr/>
        </p:nvSpPr>
        <p:spPr>
          <a:xfrm>
            <a:off x="3888851" y="2386108"/>
            <a:ext cx="1395600" cy="1761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000033"/>
              </a:buClr>
              <a:buSzPts val="1100"/>
              <a:buFont typeface="Montserrat ExtraBold"/>
              <a:buNone/>
            </a:pPr>
            <a:r>
              <a:rPr b="1" i="0" lang="en-US" sz="1100" u="none" cap="none" strike="noStrike">
                <a:solidFill>
                  <a:srgbClr val="000033"/>
                </a:solidFill>
                <a:latin typeface="Montserrat ExtraBold"/>
                <a:ea typeface="Montserrat ExtraBold"/>
                <a:cs typeface="Montserrat ExtraBold"/>
                <a:sym typeface="Montserrat ExtraBold"/>
              </a:rPr>
              <a:t>Carlos Ramos </a:t>
            </a:r>
            <a:endParaRPr b="0" i="0" sz="1100" u="none" cap="none" strike="noStrike">
              <a:solidFill>
                <a:srgbClr val="000033"/>
              </a:solidFill>
              <a:latin typeface="Calibri"/>
              <a:ea typeface="Calibri"/>
              <a:cs typeface="Calibri"/>
              <a:sym typeface="Calibri"/>
            </a:endParaRPr>
          </a:p>
        </p:txBody>
      </p:sp>
      <p:sp>
        <p:nvSpPr>
          <p:cNvPr id="733" name="Google Shape;733;p41"/>
          <p:cNvSpPr/>
          <p:nvPr/>
        </p:nvSpPr>
        <p:spPr>
          <a:xfrm>
            <a:off x="3888851" y="2525960"/>
            <a:ext cx="1395600" cy="1761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Director. </a:t>
            </a:r>
            <a:endParaRPr b="0" i="0" sz="1100" u="none" cap="none" strike="noStrike">
              <a:solidFill>
                <a:srgbClr val="000033"/>
              </a:solidFill>
              <a:latin typeface="Calibri"/>
              <a:ea typeface="Calibri"/>
              <a:cs typeface="Calibri"/>
              <a:sym typeface="Calibri"/>
            </a:endParaRPr>
          </a:p>
        </p:txBody>
      </p:sp>
      <p:sp>
        <p:nvSpPr>
          <p:cNvPr id="734" name="Google Shape;734;p41"/>
          <p:cNvSpPr/>
          <p:nvPr/>
        </p:nvSpPr>
        <p:spPr>
          <a:xfrm>
            <a:off x="3884988" y="2732202"/>
            <a:ext cx="1390800" cy="2406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b="0" i="0" lang="en-US" sz="900" u="none" cap="none" strike="noStrike">
                <a:solidFill>
                  <a:srgbClr val="000033"/>
                </a:solidFill>
                <a:latin typeface="Montserrat"/>
                <a:ea typeface="Montserrat"/>
                <a:cs typeface="Montserrat"/>
                <a:sym typeface="Montserrat"/>
              </a:rPr>
              <a:t>+15 años de experiencia en consultoría digital</a:t>
            </a:r>
            <a:endParaRPr b="0" i="0" sz="900" u="none" cap="none" strike="noStrike">
              <a:solidFill>
                <a:srgbClr val="000033"/>
              </a:solidFill>
              <a:latin typeface="Montserrat Medium"/>
              <a:ea typeface="Montserrat Medium"/>
              <a:cs typeface="Montserrat Medium"/>
              <a:sym typeface="Montserrat Medium"/>
            </a:endParaRPr>
          </a:p>
        </p:txBody>
      </p:sp>
      <p:sp>
        <p:nvSpPr>
          <p:cNvPr id="735" name="Google Shape;735;p41"/>
          <p:cNvSpPr/>
          <p:nvPr/>
        </p:nvSpPr>
        <p:spPr>
          <a:xfrm>
            <a:off x="7060574" y="2386608"/>
            <a:ext cx="1395600" cy="1761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000033"/>
              </a:buClr>
              <a:buSzPts val="1100"/>
              <a:buFont typeface="Montserrat ExtraBold"/>
              <a:buNone/>
            </a:pPr>
            <a:r>
              <a:rPr b="1" i="0" lang="en-US" sz="1100" u="none" cap="none" strike="noStrike">
                <a:solidFill>
                  <a:srgbClr val="000033"/>
                </a:solidFill>
                <a:latin typeface="Montserrat ExtraBold"/>
                <a:ea typeface="Montserrat ExtraBold"/>
                <a:cs typeface="Montserrat ExtraBold"/>
                <a:sym typeface="Montserrat ExtraBold"/>
              </a:rPr>
              <a:t>Ricardo Caballero </a:t>
            </a:r>
            <a:endParaRPr b="0" i="0" sz="1100" u="none" cap="none" strike="noStrike">
              <a:solidFill>
                <a:srgbClr val="000033"/>
              </a:solidFill>
              <a:latin typeface="Calibri"/>
              <a:ea typeface="Calibri"/>
              <a:cs typeface="Calibri"/>
              <a:sym typeface="Calibri"/>
            </a:endParaRPr>
          </a:p>
        </p:txBody>
      </p:sp>
      <p:sp>
        <p:nvSpPr>
          <p:cNvPr id="736" name="Google Shape;736;p41"/>
          <p:cNvSpPr/>
          <p:nvPr/>
        </p:nvSpPr>
        <p:spPr>
          <a:xfrm>
            <a:off x="7060574" y="2526460"/>
            <a:ext cx="1395600" cy="1761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Gerente</a:t>
            </a:r>
            <a:endParaRPr b="0" i="0" sz="1100" u="none" cap="none" strike="noStrike">
              <a:solidFill>
                <a:srgbClr val="000033"/>
              </a:solidFill>
              <a:latin typeface="Calibri"/>
              <a:ea typeface="Calibri"/>
              <a:cs typeface="Calibri"/>
              <a:sym typeface="Calibri"/>
            </a:endParaRPr>
          </a:p>
        </p:txBody>
      </p:sp>
      <p:sp>
        <p:nvSpPr>
          <p:cNvPr id="737" name="Google Shape;737;p41"/>
          <p:cNvSpPr/>
          <p:nvPr/>
        </p:nvSpPr>
        <p:spPr>
          <a:xfrm>
            <a:off x="7060574" y="2734926"/>
            <a:ext cx="1390800" cy="2448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b="0" i="0" lang="en-US" sz="750" u="none" cap="none" strike="noStrike">
                <a:solidFill>
                  <a:srgbClr val="000033"/>
                </a:solidFill>
                <a:latin typeface="Montserrat"/>
                <a:ea typeface="Montserrat"/>
                <a:cs typeface="Montserrat"/>
                <a:sym typeface="Montserrat"/>
              </a:rPr>
              <a:t>+9 años de exp. en proyectos de growth, UX &amp; paid media</a:t>
            </a:r>
            <a:endParaRPr b="0" i="0" sz="750" u="none" cap="none" strike="noStrike">
              <a:solidFill>
                <a:srgbClr val="000033"/>
              </a:solidFill>
              <a:latin typeface="Montserrat Medium"/>
              <a:ea typeface="Montserrat Medium"/>
              <a:cs typeface="Montserrat Medium"/>
              <a:sym typeface="Montserrat Medium"/>
            </a:endParaRPr>
          </a:p>
        </p:txBody>
      </p:sp>
      <p:sp>
        <p:nvSpPr>
          <p:cNvPr id="738" name="Google Shape;738;p41"/>
          <p:cNvSpPr/>
          <p:nvPr/>
        </p:nvSpPr>
        <p:spPr>
          <a:xfrm>
            <a:off x="688886" y="3986808"/>
            <a:ext cx="1395600" cy="1761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000033"/>
              </a:buClr>
              <a:buSzPts val="1100"/>
              <a:buFont typeface="Montserrat ExtraBold"/>
              <a:buNone/>
            </a:pPr>
            <a:r>
              <a:rPr b="1" i="0" lang="en-US" sz="1100" u="none" cap="none" strike="noStrike">
                <a:solidFill>
                  <a:srgbClr val="000033"/>
                </a:solidFill>
                <a:latin typeface="Montserrat ExtraBold"/>
                <a:ea typeface="Montserrat ExtraBold"/>
                <a:cs typeface="Montserrat ExtraBold"/>
                <a:sym typeface="Montserrat ExtraBold"/>
              </a:rPr>
              <a:t>Carlos Bachmann </a:t>
            </a:r>
            <a:endParaRPr b="0" i="0" sz="1100" u="none" cap="none" strike="noStrike">
              <a:solidFill>
                <a:srgbClr val="000033"/>
              </a:solidFill>
              <a:latin typeface="Calibri"/>
              <a:ea typeface="Calibri"/>
              <a:cs typeface="Calibri"/>
              <a:sym typeface="Calibri"/>
            </a:endParaRPr>
          </a:p>
        </p:txBody>
      </p:sp>
      <p:sp>
        <p:nvSpPr>
          <p:cNvPr id="739" name="Google Shape;739;p41"/>
          <p:cNvSpPr/>
          <p:nvPr/>
        </p:nvSpPr>
        <p:spPr>
          <a:xfrm>
            <a:off x="688886" y="4126660"/>
            <a:ext cx="1395600" cy="1761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Sub Gerente </a:t>
            </a:r>
            <a:endParaRPr b="0" i="0" sz="1100" u="none" cap="none" strike="noStrike">
              <a:solidFill>
                <a:srgbClr val="000033"/>
              </a:solidFill>
              <a:latin typeface="Calibri"/>
              <a:ea typeface="Calibri"/>
              <a:cs typeface="Calibri"/>
              <a:sym typeface="Calibri"/>
            </a:endParaRPr>
          </a:p>
        </p:txBody>
      </p:sp>
      <p:sp>
        <p:nvSpPr>
          <p:cNvPr id="740" name="Google Shape;740;p41"/>
          <p:cNvSpPr/>
          <p:nvPr/>
        </p:nvSpPr>
        <p:spPr>
          <a:xfrm>
            <a:off x="693581" y="4329853"/>
            <a:ext cx="1390800" cy="1761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b="0" i="0" lang="en-US" sz="900" u="none" cap="none" strike="noStrike">
                <a:solidFill>
                  <a:srgbClr val="000033"/>
                </a:solidFill>
                <a:latin typeface="Montserrat"/>
                <a:ea typeface="Montserrat"/>
                <a:cs typeface="Montserrat"/>
                <a:sym typeface="Montserrat"/>
              </a:rPr>
              <a:t>+10 años de experiencia en analítica digital</a:t>
            </a:r>
            <a:endParaRPr b="0" i="0" sz="900" u="none" cap="none" strike="noStrike">
              <a:solidFill>
                <a:srgbClr val="000033"/>
              </a:solidFill>
              <a:latin typeface="Montserrat Medium"/>
              <a:ea typeface="Montserrat Medium"/>
              <a:cs typeface="Montserrat Medium"/>
              <a:sym typeface="Montserrat Medium"/>
            </a:endParaRPr>
          </a:p>
          <a:p>
            <a:pPr indent="0" lvl="0" marL="0" marR="0" rtl="0" algn="ctr">
              <a:lnSpc>
                <a:spcPct val="89377"/>
              </a:lnSpc>
              <a:spcBef>
                <a:spcPts val="0"/>
              </a:spcBef>
              <a:spcAft>
                <a:spcPts val="0"/>
              </a:spcAft>
              <a:buClr>
                <a:srgbClr val="575757"/>
              </a:buClr>
              <a:buSzPts val="1100"/>
              <a:buFont typeface="Montserrat Medium"/>
              <a:buNone/>
            </a:pPr>
            <a:r>
              <a:t/>
            </a:r>
            <a:endParaRPr b="0" i="0" sz="900" u="none" cap="none" strike="noStrike">
              <a:solidFill>
                <a:srgbClr val="000033"/>
              </a:solidFill>
              <a:latin typeface="Montserrat Medium"/>
              <a:ea typeface="Montserrat Medium"/>
              <a:cs typeface="Montserrat Medium"/>
              <a:sym typeface="Montserrat Medium"/>
            </a:endParaRPr>
          </a:p>
        </p:txBody>
      </p:sp>
      <p:sp>
        <p:nvSpPr>
          <p:cNvPr id="741" name="Google Shape;741;p41"/>
          <p:cNvSpPr/>
          <p:nvPr/>
        </p:nvSpPr>
        <p:spPr>
          <a:xfrm>
            <a:off x="2280634" y="3986808"/>
            <a:ext cx="1395600" cy="1761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000033"/>
              </a:buClr>
              <a:buSzPts val="1100"/>
              <a:buFont typeface="Montserrat ExtraBold"/>
              <a:buNone/>
            </a:pPr>
            <a:r>
              <a:rPr b="1" i="0" lang="en-US" sz="1100" u="none" cap="none" strike="noStrike">
                <a:solidFill>
                  <a:srgbClr val="000033"/>
                </a:solidFill>
                <a:latin typeface="Montserrat ExtraBold"/>
                <a:ea typeface="Montserrat ExtraBold"/>
                <a:cs typeface="Montserrat ExtraBold"/>
                <a:sym typeface="Montserrat ExtraBold"/>
              </a:rPr>
              <a:t>Daniel Vicente </a:t>
            </a:r>
            <a:endParaRPr b="0" i="0" sz="1100" u="none" cap="none" strike="noStrike">
              <a:solidFill>
                <a:srgbClr val="000033"/>
              </a:solidFill>
              <a:latin typeface="Calibri"/>
              <a:ea typeface="Calibri"/>
              <a:cs typeface="Calibri"/>
              <a:sym typeface="Calibri"/>
            </a:endParaRPr>
          </a:p>
        </p:txBody>
      </p:sp>
      <p:sp>
        <p:nvSpPr>
          <p:cNvPr id="742" name="Google Shape;742;p41"/>
          <p:cNvSpPr/>
          <p:nvPr/>
        </p:nvSpPr>
        <p:spPr>
          <a:xfrm>
            <a:off x="2280634" y="4126660"/>
            <a:ext cx="1395600" cy="1761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Consultor</a:t>
            </a:r>
            <a:endParaRPr b="0" i="0" sz="1100" u="none" cap="none" strike="noStrike">
              <a:solidFill>
                <a:srgbClr val="000033"/>
              </a:solidFill>
              <a:latin typeface="Calibri"/>
              <a:ea typeface="Calibri"/>
              <a:cs typeface="Calibri"/>
              <a:sym typeface="Calibri"/>
            </a:endParaRPr>
          </a:p>
        </p:txBody>
      </p:sp>
      <p:sp>
        <p:nvSpPr>
          <p:cNvPr id="743" name="Google Shape;743;p41"/>
          <p:cNvSpPr/>
          <p:nvPr/>
        </p:nvSpPr>
        <p:spPr>
          <a:xfrm>
            <a:off x="2285342" y="4329865"/>
            <a:ext cx="1390800" cy="2448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b="0" i="0" lang="en-US" sz="900" u="none" cap="none" strike="noStrike">
                <a:solidFill>
                  <a:srgbClr val="000033"/>
                </a:solidFill>
                <a:latin typeface="Montserrat"/>
                <a:ea typeface="Montserrat"/>
                <a:cs typeface="Montserrat"/>
                <a:sym typeface="Montserrat"/>
              </a:rPr>
              <a:t>+8 años de experiencia en digital, ML &amp; AI</a:t>
            </a:r>
            <a:endParaRPr b="0" i="0" sz="900" u="none" cap="none" strike="noStrike">
              <a:solidFill>
                <a:srgbClr val="000033"/>
              </a:solidFill>
              <a:latin typeface="Montserrat Medium"/>
              <a:ea typeface="Montserrat Medium"/>
              <a:cs typeface="Montserrat Medium"/>
              <a:sym typeface="Montserrat Medium"/>
            </a:endParaRPr>
          </a:p>
        </p:txBody>
      </p:sp>
      <p:sp>
        <p:nvSpPr>
          <p:cNvPr id="744" name="Google Shape;744;p41"/>
          <p:cNvSpPr/>
          <p:nvPr/>
        </p:nvSpPr>
        <p:spPr>
          <a:xfrm>
            <a:off x="3872382" y="3986808"/>
            <a:ext cx="1395600" cy="1761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000033"/>
              </a:buClr>
              <a:buSzPts val="1100"/>
              <a:buFont typeface="Montserrat ExtraBold"/>
              <a:buNone/>
            </a:pPr>
            <a:r>
              <a:rPr b="1" i="0" lang="en-US" sz="1100" u="none" cap="none" strike="noStrike">
                <a:solidFill>
                  <a:srgbClr val="000033"/>
                </a:solidFill>
                <a:latin typeface="Montserrat ExtraBold"/>
                <a:ea typeface="Montserrat ExtraBold"/>
                <a:cs typeface="Montserrat ExtraBold"/>
                <a:sym typeface="Montserrat ExtraBold"/>
              </a:rPr>
              <a:t>Jean P. Merino </a:t>
            </a:r>
            <a:endParaRPr b="0" i="0" sz="1100" u="none" cap="none" strike="noStrike">
              <a:solidFill>
                <a:srgbClr val="000033"/>
              </a:solidFill>
              <a:latin typeface="Calibri"/>
              <a:ea typeface="Calibri"/>
              <a:cs typeface="Calibri"/>
              <a:sym typeface="Calibri"/>
            </a:endParaRPr>
          </a:p>
        </p:txBody>
      </p:sp>
      <p:sp>
        <p:nvSpPr>
          <p:cNvPr id="745" name="Google Shape;745;p41"/>
          <p:cNvSpPr/>
          <p:nvPr/>
        </p:nvSpPr>
        <p:spPr>
          <a:xfrm>
            <a:off x="3872382" y="4126660"/>
            <a:ext cx="1395600" cy="1761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Consultor</a:t>
            </a:r>
            <a:endParaRPr b="0" i="0" sz="1100" u="none" cap="none" strike="noStrike">
              <a:solidFill>
                <a:srgbClr val="000033"/>
              </a:solidFill>
              <a:latin typeface="Calibri"/>
              <a:ea typeface="Calibri"/>
              <a:cs typeface="Calibri"/>
              <a:sym typeface="Calibri"/>
            </a:endParaRPr>
          </a:p>
        </p:txBody>
      </p:sp>
      <p:sp>
        <p:nvSpPr>
          <p:cNvPr id="746" name="Google Shape;746;p41"/>
          <p:cNvSpPr/>
          <p:nvPr/>
        </p:nvSpPr>
        <p:spPr>
          <a:xfrm>
            <a:off x="3877078" y="4329864"/>
            <a:ext cx="1390800" cy="2406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b="0" i="0" lang="en-US" sz="750" u="none" cap="none" strike="noStrike">
                <a:solidFill>
                  <a:srgbClr val="000033"/>
                </a:solidFill>
                <a:latin typeface="Montserrat"/>
                <a:ea typeface="Montserrat"/>
                <a:cs typeface="Montserrat"/>
                <a:sym typeface="Montserrat"/>
              </a:rPr>
              <a:t>+10 años de experiencia en data, analítica digital, ML &amp; AI</a:t>
            </a:r>
            <a:endParaRPr b="0" i="0" sz="750" u="none" cap="none" strike="noStrike">
              <a:solidFill>
                <a:srgbClr val="000033"/>
              </a:solidFill>
              <a:latin typeface="Montserrat Medium"/>
              <a:ea typeface="Montserrat Medium"/>
              <a:cs typeface="Montserrat Medium"/>
              <a:sym typeface="Montserrat Medium"/>
            </a:endParaRPr>
          </a:p>
        </p:txBody>
      </p:sp>
      <p:sp>
        <p:nvSpPr>
          <p:cNvPr id="747" name="Google Shape;747;p41"/>
          <p:cNvSpPr/>
          <p:nvPr/>
        </p:nvSpPr>
        <p:spPr>
          <a:xfrm>
            <a:off x="5468826" y="3986808"/>
            <a:ext cx="1395600" cy="1761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000033"/>
              </a:buClr>
              <a:buSzPts val="1100"/>
              <a:buFont typeface="Montserrat ExtraBold"/>
              <a:buNone/>
            </a:pPr>
            <a:r>
              <a:rPr b="1" i="0" lang="en-US" sz="1100" u="none" cap="none" strike="noStrike">
                <a:solidFill>
                  <a:srgbClr val="000033"/>
                </a:solidFill>
                <a:latin typeface="Montserrat ExtraBold"/>
                <a:ea typeface="Montserrat ExtraBold"/>
                <a:cs typeface="Montserrat ExtraBold"/>
                <a:sym typeface="Montserrat ExtraBold"/>
              </a:rPr>
              <a:t>Paola Camarena </a:t>
            </a:r>
            <a:endParaRPr b="0" i="0" sz="1100" u="none" cap="none" strike="noStrike">
              <a:solidFill>
                <a:srgbClr val="000033"/>
              </a:solidFill>
              <a:latin typeface="Calibri"/>
              <a:ea typeface="Calibri"/>
              <a:cs typeface="Calibri"/>
              <a:sym typeface="Calibri"/>
            </a:endParaRPr>
          </a:p>
        </p:txBody>
      </p:sp>
      <p:sp>
        <p:nvSpPr>
          <p:cNvPr id="748" name="Google Shape;748;p41"/>
          <p:cNvSpPr/>
          <p:nvPr/>
        </p:nvSpPr>
        <p:spPr>
          <a:xfrm>
            <a:off x="5468826" y="4126660"/>
            <a:ext cx="1395600" cy="1761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Consultor</a:t>
            </a:r>
            <a:endParaRPr b="0" i="0" sz="1100" u="none" cap="none" strike="noStrike">
              <a:solidFill>
                <a:srgbClr val="000033"/>
              </a:solidFill>
              <a:latin typeface="Calibri"/>
              <a:ea typeface="Calibri"/>
              <a:cs typeface="Calibri"/>
              <a:sym typeface="Calibri"/>
            </a:endParaRPr>
          </a:p>
        </p:txBody>
      </p:sp>
      <p:sp>
        <p:nvSpPr>
          <p:cNvPr id="749" name="Google Shape;749;p41"/>
          <p:cNvSpPr/>
          <p:nvPr/>
        </p:nvSpPr>
        <p:spPr>
          <a:xfrm>
            <a:off x="5468838" y="4329862"/>
            <a:ext cx="1390800" cy="2448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b="0" i="0" lang="en-US" sz="750" u="none" cap="none" strike="noStrike">
                <a:solidFill>
                  <a:srgbClr val="000033"/>
                </a:solidFill>
                <a:latin typeface="Montserrat"/>
                <a:ea typeface="Montserrat"/>
                <a:cs typeface="Montserrat"/>
                <a:sym typeface="Montserrat"/>
              </a:rPr>
              <a:t>+8 años de experiencia en CPG y consultoría digital</a:t>
            </a:r>
            <a:endParaRPr b="0" i="0" sz="750" u="none" cap="none" strike="noStrike">
              <a:solidFill>
                <a:srgbClr val="000033"/>
              </a:solidFill>
              <a:latin typeface="Montserrat Medium"/>
              <a:ea typeface="Montserrat Medium"/>
              <a:cs typeface="Montserrat Medium"/>
              <a:sym typeface="Montserrat Medium"/>
            </a:endParaRPr>
          </a:p>
        </p:txBody>
      </p:sp>
      <p:sp>
        <p:nvSpPr>
          <p:cNvPr id="750" name="Google Shape;750;p41"/>
          <p:cNvSpPr/>
          <p:nvPr/>
        </p:nvSpPr>
        <p:spPr>
          <a:xfrm>
            <a:off x="7060574" y="3986808"/>
            <a:ext cx="1395600" cy="1761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000033"/>
              </a:buClr>
              <a:buSzPts val="1100"/>
              <a:buFont typeface="Montserrat ExtraBold"/>
              <a:buNone/>
            </a:pPr>
            <a:r>
              <a:rPr b="1" i="0" lang="en-US" sz="1100" u="none" cap="none" strike="noStrike">
                <a:solidFill>
                  <a:srgbClr val="000033"/>
                </a:solidFill>
                <a:latin typeface="Montserrat ExtraBold"/>
                <a:ea typeface="Montserrat ExtraBold"/>
                <a:cs typeface="Montserrat ExtraBold"/>
                <a:sym typeface="Montserrat ExtraBold"/>
              </a:rPr>
              <a:t>Paola Patrón </a:t>
            </a:r>
            <a:endParaRPr b="0" i="0" sz="1100" u="none" cap="none" strike="noStrike">
              <a:solidFill>
                <a:srgbClr val="000033"/>
              </a:solidFill>
              <a:latin typeface="Calibri"/>
              <a:ea typeface="Calibri"/>
              <a:cs typeface="Calibri"/>
              <a:sym typeface="Calibri"/>
            </a:endParaRPr>
          </a:p>
        </p:txBody>
      </p:sp>
      <p:sp>
        <p:nvSpPr>
          <p:cNvPr id="751" name="Google Shape;751;p41"/>
          <p:cNvSpPr/>
          <p:nvPr/>
        </p:nvSpPr>
        <p:spPr>
          <a:xfrm>
            <a:off x="7060574" y="4126660"/>
            <a:ext cx="1395600" cy="1761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Consultor</a:t>
            </a:r>
            <a:endParaRPr b="0" i="0" sz="1100" u="none" cap="none" strike="noStrike">
              <a:solidFill>
                <a:srgbClr val="000033"/>
              </a:solidFill>
              <a:latin typeface="Calibri"/>
              <a:ea typeface="Calibri"/>
              <a:cs typeface="Calibri"/>
              <a:sym typeface="Calibri"/>
            </a:endParaRPr>
          </a:p>
        </p:txBody>
      </p:sp>
      <p:sp>
        <p:nvSpPr>
          <p:cNvPr id="752" name="Google Shape;752;p41"/>
          <p:cNvSpPr/>
          <p:nvPr/>
        </p:nvSpPr>
        <p:spPr>
          <a:xfrm>
            <a:off x="7060574" y="4329864"/>
            <a:ext cx="1390800" cy="2406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b="0" i="0" lang="en-US" sz="750" u="none" cap="none" strike="noStrike">
                <a:solidFill>
                  <a:srgbClr val="000033"/>
                </a:solidFill>
                <a:latin typeface="Montserrat"/>
                <a:ea typeface="Montserrat"/>
                <a:cs typeface="Montserrat"/>
                <a:sym typeface="Montserrat"/>
              </a:rPr>
              <a:t>+8 años de exp. en canales digitales y growth hacking</a:t>
            </a:r>
            <a:endParaRPr b="0" i="0" sz="750" u="none" cap="none" strike="noStrike">
              <a:solidFill>
                <a:srgbClr val="000033"/>
              </a:solidFill>
              <a:latin typeface="Montserrat Medium"/>
              <a:ea typeface="Montserrat Medium"/>
              <a:cs typeface="Montserrat Medium"/>
              <a:sym typeface="Montserrat Medium"/>
            </a:endParaRPr>
          </a:p>
        </p:txBody>
      </p:sp>
      <p:pic>
        <p:nvPicPr>
          <p:cNvPr id="753" name="Google Shape;753;p41"/>
          <p:cNvPicPr preferRelativeResize="0"/>
          <p:nvPr/>
        </p:nvPicPr>
        <p:blipFill rotWithShape="1">
          <a:blip r:embed="rId4">
            <a:alphaModFix/>
          </a:blip>
          <a:srcRect b="48622" l="8799" r="8815" t="-619"/>
          <a:stretch/>
        </p:blipFill>
        <p:spPr>
          <a:xfrm>
            <a:off x="1099162" y="1752548"/>
            <a:ext cx="591600" cy="593400"/>
          </a:xfrm>
          <a:prstGeom prst="ellipse">
            <a:avLst/>
          </a:prstGeom>
          <a:noFill/>
          <a:ln>
            <a:noFill/>
          </a:ln>
        </p:spPr>
      </p:pic>
      <p:pic>
        <p:nvPicPr>
          <p:cNvPr id="754" name="Google Shape;754;p41"/>
          <p:cNvPicPr preferRelativeResize="0"/>
          <p:nvPr/>
        </p:nvPicPr>
        <p:blipFill rotWithShape="1">
          <a:blip r:embed="rId5">
            <a:alphaModFix/>
          </a:blip>
          <a:srcRect b="19818" l="21667" r="27828" t="8115"/>
          <a:stretch/>
        </p:blipFill>
        <p:spPr>
          <a:xfrm>
            <a:off x="2682602" y="1752918"/>
            <a:ext cx="591600" cy="593700"/>
          </a:xfrm>
          <a:prstGeom prst="ellipse">
            <a:avLst/>
          </a:prstGeom>
          <a:noFill/>
          <a:ln>
            <a:noFill/>
          </a:ln>
        </p:spPr>
      </p:pic>
      <p:pic>
        <p:nvPicPr>
          <p:cNvPr id="755" name="Google Shape;755;p41"/>
          <p:cNvPicPr preferRelativeResize="0"/>
          <p:nvPr/>
        </p:nvPicPr>
        <p:blipFill rotWithShape="1">
          <a:blip r:embed="rId6">
            <a:alphaModFix/>
          </a:blip>
          <a:srcRect b="0" l="0" r="0" t="0"/>
          <a:stretch/>
        </p:blipFill>
        <p:spPr>
          <a:xfrm>
            <a:off x="4266047" y="1764772"/>
            <a:ext cx="591600" cy="593700"/>
          </a:xfrm>
          <a:prstGeom prst="ellipse">
            <a:avLst/>
          </a:prstGeom>
          <a:noFill/>
          <a:ln>
            <a:noFill/>
          </a:ln>
        </p:spPr>
      </p:pic>
      <p:pic>
        <p:nvPicPr>
          <p:cNvPr id="756" name="Google Shape;756;p41"/>
          <p:cNvPicPr preferRelativeResize="0"/>
          <p:nvPr/>
        </p:nvPicPr>
        <p:blipFill rotWithShape="1">
          <a:blip r:embed="rId7">
            <a:alphaModFix/>
          </a:blip>
          <a:srcRect b="25060" l="0" r="0" t="8291"/>
          <a:stretch/>
        </p:blipFill>
        <p:spPr>
          <a:xfrm>
            <a:off x="5870826" y="1761606"/>
            <a:ext cx="591600" cy="600000"/>
          </a:xfrm>
          <a:prstGeom prst="ellipse">
            <a:avLst/>
          </a:prstGeom>
          <a:noFill/>
          <a:ln>
            <a:noFill/>
          </a:ln>
        </p:spPr>
      </p:pic>
      <p:pic>
        <p:nvPicPr>
          <p:cNvPr id="757" name="Google Shape;757;p41"/>
          <p:cNvPicPr preferRelativeResize="0"/>
          <p:nvPr/>
        </p:nvPicPr>
        <p:blipFill rotWithShape="1">
          <a:blip r:embed="rId8">
            <a:alphaModFix/>
          </a:blip>
          <a:srcRect b="12503" l="0" r="0" t="20848"/>
          <a:stretch/>
        </p:blipFill>
        <p:spPr>
          <a:xfrm>
            <a:off x="2695615" y="3333106"/>
            <a:ext cx="565500" cy="600000"/>
          </a:xfrm>
          <a:prstGeom prst="ellipse">
            <a:avLst/>
          </a:prstGeom>
          <a:noFill/>
          <a:ln>
            <a:noFill/>
          </a:ln>
        </p:spPr>
      </p:pic>
      <p:pic>
        <p:nvPicPr>
          <p:cNvPr id="758" name="Google Shape;758;p41"/>
          <p:cNvPicPr preferRelativeResize="0"/>
          <p:nvPr/>
        </p:nvPicPr>
        <p:blipFill rotWithShape="1">
          <a:blip r:embed="rId9">
            <a:alphaModFix/>
          </a:blip>
          <a:srcRect b="0" l="0" r="0" t="0"/>
          <a:stretch/>
        </p:blipFill>
        <p:spPr>
          <a:xfrm>
            <a:off x="1099137" y="3338618"/>
            <a:ext cx="565500" cy="573600"/>
          </a:xfrm>
          <a:prstGeom prst="ellipse">
            <a:avLst/>
          </a:prstGeom>
          <a:noFill/>
          <a:ln>
            <a:noFill/>
          </a:ln>
        </p:spPr>
      </p:pic>
      <p:pic>
        <p:nvPicPr>
          <p:cNvPr id="759" name="Google Shape;759;p41"/>
          <p:cNvPicPr preferRelativeResize="0"/>
          <p:nvPr/>
        </p:nvPicPr>
        <p:blipFill rotWithShape="1">
          <a:blip r:embed="rId10">
            <a:alphaModFix/>
          </a:blip>
          <a:srcRect b="24560" l="0" r="0" t="8791"/>
          <a:stretch/>
        </p:blipFill>
        <p:spPr>
          <a:xfrm>
            <a:off x="4292074" y="3346557"/>
            <a:ext cx="565500" cy="573600"/>
          </a:xfrm>
          <a:prstGeom prst="ellipse">
            <a:avLst/>
          </a:prstGeom>
          <a:noFill/>
          <a:ln>
            <a:noFill/>
          </a:ln>
        </p:spPr>
      </p:pic>
      <p:pic>
        <p:nvPicPr>
          <p:cNvPr id="760" name="Google Shape;760;p41"/>
          <p:cNvPicPr preferRelativeResize="0"/>
          <p:nvPr/>
        </p:nvPicPr>
        <p:blipFill rotWithShape="1">
          <a:blip r:embed="rId11">
            <a:alphaModFix/>
          </a:blip>
          <a:srcRect b="0" l="0" r="0" t="0"/>
          <a:stretch/>
        </p:blipFill>
        <p:spPr>
          <a:xfrm>
            <a:off x="5883799" y="3354198"/>
            <a:ext cx="565500" cy="573600"/>
          </a:xfrm>
          <a:prstGeom prst="ellipse">
            <a:avLst/>
          </a:prstGeom>
          <a:noFill/>
          <a:ln>
            <a:noFill/>
          </a:ln>
        </p:spPr>
      </p:pic>
      <p:pic>
        <p:nvPicPr>
          <p:cNvPr id="761" name="Google Shape;761;p41"/>
          <p:cNvPicPr preferRelativeResize="0"/>
          <p:nvPr/>
        </p:nvPicPr>
        <p:blipFill rotWithShape="1">
          <a:blip r:embed="rId12">
            <a:alphaModFix/>
          </a:blip>
          <a:srcRect b="0" l="0" r="0" t="0"/>
          <a:stretch/>
        </p:blipFill>
        <p:spPr>
          <a:xfrm>
            <a:off x="7475551" y="3341835"/>
            <a:ext cx="565500" cy="573600"/>
          </a:xfrm>
          <a:prstGeom prst="ellipse">
            <a:avLst/>
          </a:prstGeom>
          <a:noFill/>
          <a:ln>
            <a:noFill/>
          </a:ln>
        </p:spPr>
      </p:pic>
      <p:pic>
        <p:nvPicPr>
          <p:cNvPr id="762" name="Google Shape;762;p41" title="IMG_1142.JPG"/>
          <p:cNvPicPr preferRelativeResize="0"/>
          <p:nvPr/>
        </p:nvPicPr>
        <p:blipFill rotWithShape="1">
          <a:blip r:embed="rId13">
            <a:alphaModFix/>
          </a:blip>
          <a:srcRect b="42862" l="25939" r="6493" t="4164"/>
          <a:stretch/>
        </p:blipFill>
        <p:spPr>
          <a:xfrm>
            <a:off x="7452328" y="1737400"/>
            <a:ext cx="612000" cy="623700"/>
          </a:xfrm>
          <a:prstGeom prst="ellipse">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7" name="Shape 767"/>
        <p:cNvGrpSpPr/>
        <p:nvPr/>
      </p:nvGrpSpPr>
      <p:grpSpPr>
        <a:xfrm>
          <a:off x="0" y="0"/>
          <a:ext cx="0" cy="0"/>
          <a:chOff x="0" y="0"/>
          <a:chExt cx="0" cy="0"/>
        </a:xfrm>
      </p:grpSpPr>
      <p:pic>
        <p:nvPicPr>
          <p:cNvPr descr="bg-dark-glow.png" id="768" name="Google Shape;768;p42"/>
          <p:cNvPicPr preferRelativeResize="0"/>
          <p:nvPr/>
        </p:nvPicPr>
        <p:blipFill rotWithShape="1">
          <a:blip r:embed="rId3">
            <a:alphaModFix/>
          </a:blip>
          <a:srcRect b="13585" l="0" r="13585" t="0"/>
          <a:stretch/>
        </p:blipFill>
        <p:spPr>
          <a:xfrm>
            <a:off x="0" y="0"/>
            <a:ext cx="9144005" cy="5143500"/>
          </a:xfrm>
          <a:prstGeom prst="rect">
            <a:avLst/>
          </a:prstGeom>
          <a:noFill/>
          <a:ln>
            <a:noFill/>
          </a:ln>
        </p:spPr>
      </p:pic>
      <p:pic>
        <p:nvPicPr>
          <p:cNvPr descr="neo-logo-25-white.png" id="769" name="Google Shape;769;p42"/>
          <p:cNvPicPr preferRelativeResize="0"/>
          <p:nvPr/>
        </p:nvPicPr>
        <p:blipFill rotWithShape="1">
          <a:blip r:embed="rId4">
            <a:alphaModFix/>
          </a:blip>
          <a:srcRect b="0" l="0" r="0" t="0"/>
          <a:stretch/>
        </p:blipFill>
        <p:spPr>
          <a:xfrm>
            <a:off x="571500" y="398780"/>
            <a:ext cx="1228090" cy="245110"/>
          </a:xfrm>
          <a:prstGeom prst="rect">
            <a:avLst/>
          </a:prstGeom>
          <a:noFill/>
          <a:ln>
            <a:noFill/>
          </a:ln>
        </p:spPr>
      </p:pic>
      <p:sp>
        <p:nvSpPr>
          <p:cNvPr id="770" name="Google Shape;770;p42"/>
          <p:cNvSpPr txBox="1"/>
          <p:nvPr/>
        </p:nvSpPr>
        <p:spPr>
          <a:xfrm>
            <a:off x="571500" y="4577080"/>
            <a:ext cx="2032000" cy="1854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a:ea typeface="Montserrat"/>
                <a:cs typeface="Montserrat"/>
                <a:sym typeface="Montserrat"/>
              </a:rPr>
              <a:t>neoconsulting.ai</a:t>
            </a:r>
            <a:endParaRPr b="0" i="0" sz="1400" u="none" cap="none" strike="noStrike">
              <a:solidFill>
                <a:srgbClr val="000000"/>
              </a:solidFill>
              <a:latin typeface="Arial"/>
              <a:ea typeface="Arial"/>
              <a:cs typeface="Arial"/>
              <a:sym typeface="Arial"/>
            </a:endParaRPr>
          </a:p>
        </p:txBody>
      </p:sp>
      <p:sp>
        <p:nvSpPr>
          <p:cNvPr id="771" name="Google Shape;771;p42"/>
          <p:cNvSpPr txBox="1"/>
          <p:nvPr/>
        </p:nvSpPr>
        <p:spPr>
          <a:xfrm>
            <a:off x="571500" y="2430775"/>
            <a:ext cx="8001000" cy="6426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4500"/>
              <a:buFont typeface="Arial"/>
              <a:buNone/>
            </a:pPr>
            <a:r>
              <a:rPr b="0" i="0" lang="en-US" sz="4500" u="none" cap="none" strike="noStrike">
                <a:solidFill>
                  <a:srgbClr val="FFFFFF"/>
                </a:solidFill>
                <a:latin typeface="Montserrat ExtraBold"/>
                <a:ea typeface="Montserrat ExtraBold"/>
                <a:cs typeface="Montserrat ExtraBold"/>
                <a:sym typeface="Montserrat ExtraBold"/>
              </a:rPr>
              <a:t>Casos </a:t>
            </a:r>
            <a:r>
              <a:rPr b="0" i="1" lang="en-US" sz="4500" u="none" cap="none" strike="noStrike">
                <a:solidFill>
                  <a:srgbClr val="9AAFFE"/>
                </a:solidFill>
                <a:latin typeface="Montserrat Black"/>
                <a:ea typeface="Montserrat Black"/>
                <a:cs typeface="Montserrat Black"/>
                <a:sym typeface="Montserrat Black"/>
              </a:rPr>
              <a:t>similares</a:t>
            </a:r>
            <a:endParaRPr b="0" i="0" sz="1400" u="none" cap="none" strike="noStrike">
              <a:solidFill>
                <a:srgbClr val="9AAFFE"/>
              </a:solidFill>
              <a:latin typeface="Arial"/>
              <a:ea typeface="Arial"/>
              <a:cs typeface="Arial"/>
              <a:sym typeface="Arial"/>
            </a:endParaRPr>
          </a:p>
        </p:txBody>
      </p:sp>
      <p:sp>
        <p:nvSpPr>
          <p:cNvPr id="772" name="Google Shape;772;p42"/>
          <p:cNvSpPr txBox="1"/>
          <p:nvPr/>
        </p:nvSpPr>
        <p:spPr>
          <a:xfrm>
            <a:off x="571500" y="2070095"/>
            <a:ext cx="8001000" cy="20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SemiBold"/>
                <a:ea typeface="Montserrat SemiBold"/>
                <a:cs typeface="Montserrat SemiBold"/>
                <a:sym typeface="Montserrat SemiBold"/>
              </a:rPr>
              <a:t>SECCIÓN 12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777" name="Shape 777"/>
        <p:cNvGrpSpPr/>
        <p:nvPr/>
      </p:nvGrpSpPr>
      <p:grpSpPr>
        <a:xfrm>
          <a:off x="0" y="0"/>
          <a:ext cx="0" cy="0"/>
          <a:chOff x="0" y="0"/>
          <a:chExt cx="0" cy="0"/>
        </a:xfrm>
      </p:grpSpPr>
      <p:pic>
        <p:nvPicPr>
          <p:cNvPr descr="preencoded.png" id="778" name="Google Shape;778;p43"/>
          <p:cNvPicPr preferRelativeResize="0"/>
          <p:nvPr/>
        </p:nvPicPr>
        <p:blipFill rotWithShape="1">
          <a:blip r:embed="rId3">
            <a:alphaModFix/>
          </a:blip>
          <a:srcRect b="0" l="0" r="0" t="0"/>
          <a:stretch/>
        </p:blipFill>
        <p:spPr>
          <a:xfrm>
            <a:off x="571500" y="877313"/>
            <a:ext cx="8001000" cy="871537"/>
          </a:xfrm>
          <a:prstGeom prst="rect">
            <a:avLst/>
          </a:prstGeom>
          <a:noFill/>
          <a:ln>
            <a:noFill/>
          </a:ln>
        </p:spPr>
      </p:pic>
      <p:pic>
        <p:nvPicPr>
          <p:cNvPr descr="preencoded.png" id="779" name="Google Shape;779;p43"/>
          <p:cNvPicPr preferRelativeResize="0"/>
          <p:nvPr/>
        </p:nvPicPr>
        <p:blipFill rotWithShape="1">
          <a:blip r:embed="rId4">
            <a:alphaModFix/>
          </a:blip>
          <a:srcRect b="0" l="0" r="0" t="0"/>
          <a:stretch/>
        </p:blipFill>
        <p:spPr>
          <a:xfrm>
            <a:off x="382982" y="1769917"/>
            <a:ext cx="8189517" cy="2501112"/>
          </a:xfrm>
          <a:prstGeom prst="rect">
            <a:avLst/>
          </a:prstGeom>
          <a:noFill/>
          <a:ln>
            <a:noFill/>
          </a:ln>
        </p:spPr>
      </p:pic>
      <p:pic>
        <p:nvPicPr>
          <p:cNvPr descr="preencoded.png" id="780" name="Google Shape;780;p43"/>
          <p:cNvPicPr preferRelativeResize="0"/>
          <p:nvPr/>
        </p:nvPicPr>
        <p:blipFill rotWithShape="1">
          <a:blip r:embed="rId5">
            <a:alphaModFix/>
          </a:blip>
          <a:srcRect b="0" l="0" r="0" t="0"/>
          <a:stretch/>
        </p:blipFill>
        <p:spPr>
          <a:xfrm>
            <a:off x="571500" y="4357163"/>
            <a:ext cx="8001000" cy="514350"/>
          </a:xfrm>
          <a:prstGeom prst="rect">
            <a:avLst/>
          </a:prstGeom>
          <a:noFill/>
          <a:ln>
            <a:noFill/>
          </a:ln>
        </p:spPr>
      </p:pic>
      <p:sp>
        <p:nvSpPr>
          <p:cNvPr id="781" name="Google Shape;781;p43"/>
          <p:cNvSpPr/>
          <p:nvPr/>
        </p:nvSpPr>
        <p:spPr>
          <a:xfrm>
            <a:off x="4191000" y="1928275"/>
            <a:ext cx="1451700" cy="1857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2B5BFC"/>
              </a:buClr>
              <a:buSzPts val="1200"/>
              <a:buFont typeface="Montserrat ExtraBold"/>
              <a:buNone/>
            </a:pPr>
            <a:r>
              <a:rPr b="1" i="0" lang="en-US" sz="1200" u="none" cap="none" strike="noStrike">
                <a:solidFill>
                  <a:srgbClr val="2B5BFC"/>
                </a:solidFill>
                <a:latin typeface="Montserrat ExtraBold"/>
                <a:ea typeface="Montserrat ExtraBold"/>
                <a:cs typeface="Montserrat ExtraBold"/>
                <a:sym typeface="Montserrat ExtraBold"/>
              </a:rPr>
              <a:t>RETO</a:t>
            </a:r>
            <a:endParaRPr b="0" i="0" sz="1200" u="none" cap="none" strike="noStrike">
              <a:solidFill>
                <a:schemeClr val="dk1"/>
              </a:solidFill>
              <a:latin typeface="Calibri"/>
              <a:ea typeface="Calibri"/>
              <a:cs typeface="Calibri"/>
              <a:sym typeface="Calibri"/>
            </a:endParaRPr>
          </a:p>
        </p:txBody>
      </p:sp>
      <p:sp>
        <p:nvSpPr>
          <p:cNvPr id="782" name="Google Shape;782;p43"/>
          <p:cNvSpPr/>
          <p:nvPr/>
        </p:nvSpPr>
        <p:spPr>
          <a:xfrm>
            <a:off x="4191000" y="2171175"/>
            <a:ext cx="4106400" cy="800100"/>
          </a:xfrm>
          <a:prstGeom prst="rect">
            <a:avLst/>
          </a:prstGeom>
          <a:noFill/>
          <a:ln>
            <a:noFill/>
          </a:ln>
        </p:spPr>
        <p:txBody>
          <a:bodyPr anchorCtr="0" anchor="t" bIns="0" lIns="0" spcFirstLastPara="1" rIns="0" wrap="square" tIns="0">
            <a:noAutofit/>
          </a:bodyPr>
          <a:lstStyle/>
          <a:p>
            <a:pPr indent="0" lvl="0" marL="0" marR="0" rtl="0" algn="l">
              <a:lnSpc>
                <a:spcPct val="98755"/>
              </a:lnSpc>
              <a:spcBef>
                <a:spcPts val="0"/>
              </a:spcBef>
              <a:spcAft>
                <a:spcPts val="0"/>
              </a:spcAft>
              <a:buClr>
                <a:srgbClr val="000033"/>
              </a:buClr>
              <a:buSzPts val="1100"/>
              <a:buFont typeface="Montserrat"/>
              <a:buNone/>
            </a:pPr>
            <a:r>
              <a:rPr b="0" i="0" lang="en-US" sz="1100" u="none" cap="none" strike="noStrike">
                <a:solidFill>
                  <a:srgbClr val="000033"/>
                </a:solidFill>
                <a:latin typeface="Montserrat"/>
                <a:ea typeface="Montserrat"/>
                <a:cs typeface="Montserrat"/>
                <a:sym typeface="Montserrat"/>
              </a:rPr>
              <a:t>Lorem ipsum dolor sit amet, consectetur adipiscing elit, sed do eiusmod tempor incididunt ut labore et dolore magna aliqua. Lorem ipsum dolor sit amet, consectetur adipiscing elit, sed do eiusmod tempor incididunt ut labore et dolore magna aliqua. </a:t>
            </a:r>
            <a:endParaRPr b="0" i="0" sz="1100" u="none" cap="none" strike="noStrike">
              <a:solidFill>
                <a:srgbClr val="000033"/>
              </a:solidFill>
              <a:latin typeface="Montserrat"/>
              <a:ea typeface="Montserrat"/>
              <a:cs typeface="Montserrat"/>
              <a:sym typeface="Montserrat"/>
            </a:endParaRPr>
          </a:p>
        </p:txBody>
      </p:sp>
      <p:sp>
        <p:nvSpPr>
          <p:cNvPr id="783" name="Google Shape;783;p43"/>
          <p:cNvSpPr/>
          <p:nvPr/>
        </p:nvSpPr>
        <p:spPr>
          <a:xfrm>
            <a:off x="4191000" y="3142715"/>
            <a:ext cx="2252700" cy="1857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2B5BFC"/>
              </a:buClr>
              <a:buSzPts val="1200"/>
              <a:buFont typeface="Montserrat ExtraBold"/>
              <a:buNone/>
            </a:pPr>
            <a:r>
              <a:rPr b="1" i="0" lang="en-US" sz="1200" u="none" cap="none" strike="noStrike">
                <a:solidFill>
                  <a:srgbClr val="2B5BFC"/>
                </a:solidFill>
                <a:latin typeface="Montserrat ExtraBold"/>
                <a:ea typeface="Montserrat ExtraBold"/>
                <a:cs typeface="Montserrat ExtraBold"/>
                <a:sym typeface="Montserrat ExtraBold"/>
              </a:rPr>
              <a:t>SOLUCIÓN</a:t>
            </a:r>
            <a:endParaRPr b="1" i="0" sz="1200" u="none" cap="none" strike="noStrike">
              <a:solidFill>
                <a:srgbClr val="2B5BFC"/>
              </a:solidFill>
              <a:latin typeface="Montserrat ExtraBold"/>
              <a:ea typeface="Montserrat ExtraBold"/>
              <a:cs typeface="Montserrat ExtraBold"/>
              <a:sym typeface="Montserrat ExtraBold"/>
            </a:endParaRPr>
          </a:p>
        </p:txBody>
      </p:sp>
      <p:sp>
        <p:nvSpPr>
          <p:cNvPr id="784" name="Google Shape;784;p43"/>
          <p:cNvSpPr/>
          <p:nvPr/>
        </p:nvSpPr>
        <p:spPr>
          <a:xfrm>
            <a:off x="4191000" y="3418940"/>
            <a:ext cx="3952800" cy="600000"/>
          </a:xfrm>
          <a:prstGeom prst="rect">
            <a:avLst/>
          </a:prstGeom>
          <a:noFill/>
          <a:ln>
            <a:noFill/>
          </a:ln>
        </p:spPr>
        <p:txBody>
          <a:bodyPr anchorCtr="0" anchor="t" bIns="0" lIns="0" spcFirstLastPara="1" rIns="0" wrap="square" tIns="0">
            <a:noAutofit/>
          </a:bodyPr>
          <a:lstStyle/>
          <a:p>
            <a:pPr indent="0" lvl="0" marL="0" marR="0" rtl="0" algn="l">
              <a:lnSpc>
                <a:spcPct val="98755"/>
              </a:lnSpc>
              <a:spcBef>
                <a:spcPts val="0"/>
              </a:spcBef>
              <a:spcAft>
                <a:spcPts val="0"/>
              </a:spcAft>
              <a:buClr>
                <a:srgbClr val="000033"/>
              </a:buClr>
              <a:buSzPts val="1100"/>
              <a:buFont typeface="Montserrat"/>
              <a:buNone/>
            </a:pPr>
            <a:r>
              <a:rPr b="0" i="0" lang="en-US" sz="1100" u="none" cap="none" strike="noStrike">
                <a:solidFill>
                  <a:srgbClr val="000033"/>
                </a:solidFill>
                <a:latin typeface="Montserrat"/>
                <a:ea typeface="Montserrat"/>
                <a:cs typeface="Montserrat"/>
                <a:sym typeface="Montserrat"/>
              </a:rPr>
              <a:t>Lorem ipsum dolor sit amet, consectetur adipiscing elit, sed do eiusmod tempor incididunt ut labore et dolore magna aliqua. </a:t>
            </a:r>
            <a:endParaRPr b="0" i="0" sz="1100" u="none" cap="none" strike="noStrike">
              <a:solidFill>
                <a:srgbClr val="000033"/>
              </a:solidFill>
              <a:latin typeface="Montserrat"/>
              <a:ea typeface="Montserrat"/>
              <a:cs typeface="Montserrat"/>
              <a:sym typeface="Montserrat"/>
            </a:endParaRPr>
          </a:p>
        </p:txBody>
      </p:sp>
      <p:sp>
        <p:nvSpPr>
          <p:cNvPr id="785" name="Google Shape;785;p43"/>
          <p:cNvSpPr/>
          <p:nvPr/>
        </p:nvSpPr>
        <p:spPr>
          <a:xfrm>
            <a:off x="670012" y="4455679"/>
            <a:ext cx="4428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2B5BFC"/>
              </a:buClr>
              <a:buSzPts val="1100"/>
              <a:buFont typeface="Montserrat Black"/>
              <a:buNone/>
            </a:pPr>
            <a:r>
              <a:rPr b="1" i="0" lang="en-US" sz="1100" u="none" cap="none" strike="noStrike">
                <a:solidFill>
                  <a:srgbClr val="2B5BFC"/>
                </a:solidFill>
                <a:latin typeface="Montserrat Black"/>
                <a:ea typeface="Montserrat Black"/>
                <a:cs typeface="Montserrat Black"/>
                <a:sym typeface="Montserrat Black"/>
              </a:rPr>
              <a:t>XX</a:t>
            </a:r>
            <a:endParaRPr b="0" i="0" sz="1100" u="none" cap="none" strike="noStrike">
              <a:solidFill>
                <a:schemeClr val="dk1"/>
              </a:solidFill>
              <a:latin typeface="Calibri"/>
              <a:ea typeface="Calibri"/>
              <a:cs typeface="Calibri"/>
              <a:sym typeface="Calibri"/>
            </a:endParaRPr>
          </a:p>
        </p:txBody>
      </p:sp>
      <p:sp>
        <p:nvSpPr>
          <p:cNvPr id="786" name="Google Shape;786;p43"/>
          <p:cNvSpPr/>
          <p:nvPr/>
        </p:nvSpPr>
        <p:spPr>
          <a:xfrm>
            <a:off x="1095375" y="4466700"/>
            <a:ext cx="1048800" cy="304800"/>
          </a:xfrm>
          <a:prstGeom prst="rect">
            <a:avLst/>
          </a:prstGeom>
          <a:noFill/>
          <a:ln>
            <a:noFill/>
          </a:ln>
        </p:spPr>
        <p:txBody>
          <a:bodyPr anchorCtr="0" anchor="t" bIns="0" lIns="0" spcFirstLastPara="1" rIns="0" wrap="square" tIns="0">
            <a:noAutofit/>
          </a:bodyPr>
          <a:lstStyle/>
          <a:p>
            <a:pPr indent="0" lvl="0" marL="0" marR="0" rtl="0" algn="l">
              <a:lnSpc>
                <a:spcPct val="87313"/>
              </a:lnSpc>
              <a:spcBef>
                <a:spcPts val="0"/>
              </a:spcBef>
              <a:spcAft>
                <a:spcPts val="0"/>
              </a:spcAft>
              <a:buClr>
                <a:srgbClr val="000033"/>
              </a:buClr>
              <a:buSzPts val="1000"/>
              <a:buFont typeface="Montserrat SemiBold"/>
              <a:buNone/>
            </a:pPr>
            <a:r>
              <a:rPr b="1" i="0" lang="en-US" sz="1000" u="none" cap="none" strike="noStrike">
                <a:solidFill>
                  <a:srgbClr val="000033"/>
                </a:solidFill>
                <a:latin typeface="Montserrat SemiBold"/>
                <a:ea typeface="Montserrat SemiBold"/>
                <a:cs typeface="Montserrat SemiBold"/>
                <a:sym typeface="Montserrat SemiBold"/>
              </a:rPr>
              <a:t>Lorem ipsum dolor sit amet</a:t>
            </a:r>
            <a:endParaRPr b="0" i="0" sz="1000" u="none" cap="none" strike="noStrike">
              <a:solidFill>
                <a:schemeClr val="dk1"/>
              </a:solidFill>
              <a:latin typeface="Calibri"/>
              <a:ea typeface="Calibri"/>
              <a:cs typeface="Calibri"/>
              <a:sym typeface="Calibri"/>
            </a:endParaRPr>
          </a:p>
        </p:txBody>
      </p:sp>
      <p:sp>
        <p:nvSpPr>
          <p:cNvPr id="787" name="Google Shape;787;p43"/>
          <p:cNvSpPr/>
          <p:nvPr/>
        </p:nvSpPr>
        <p:spPr>
          <a:xfrm>
            <a:off x="4696621" y="4455679"/>
            <a:ext cx="3906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2B5BFC"/>
              </a:buClr>
              <a:buSzPts val="1100"/>
              <a:buFont typeface="Montserrat Black"/>
              <a:buNone/>
            </a:pPr>
            <a:r>
              <a:rPr b="1" i="0" lang="en-US" sz="1100" u="none" cap="none" strike="noStrike">
                <a:solidFill>
                  <a:srgbClr val="2B5BFC"/>
                </a:solidFill>
                <a:latin typeface="Montserrat Black"/>
                <a:ea typeface="Montserrat Black"/>
                <a:cs typeface="Montserrat Black"/>
                <a:sym typeface="Montserrat Black"/>
              </a:rPr>
              <a:t>XX</a:t>
            </a:r>
            <a:endParaRPr b="0" i="0" sz="1100" u="none" cap="none" strike="noStrike">
              <a:solidFill>
                <a:schemeClr val="dk1"/>
              </a:solidFill>
              <a:latin typeface="Calibri"/>
              <a:ea typeface="Calibri"/>
              <a:cs typeface="Calibri"/>
              <a:sym typeface="Calibri"/>
            </a:endParaRPr>
          </a:p>
        </p:txBody>
      </p:sp>
      <p:sp>
        <p:nvSpPr>
          <p:cNvPr id="788" name="Google Shape;788;p43"/>
          <p:cNvSpPr/>
          <p:nvPr/>
        </p:nvSpPr>
        <p:spPr>
          <a:xfrm>
            <a:off x="5121974" y="4466700"/>
            <a:ext cx="1124700" cy="304800"/>
          </a:xfrm>
          <a:prstGeom prst="rect">
            <a:avLst/>
          </a:prstGeom>
          <a:noFill/>
          <a:ln>
            <a:noFill/>
          </a:ln>
        </p:spPr>
        <p:txBody>
          <a:bodyPr anchorCtr="0" anchor="t" bIns="0" lIns="0" spcFirstLastPara="1" rIns="0" wrap="square" tIns="0">
            <a:noAutofit/>
          </a:bodyPr>
          <a:lstStyle/>
          <a:p>
            <a:pPr indent="0" lvl="0" marL="0" marR="0" rtl="0" algn="l">
              <a:lnSpc>
                <a:spcPct val="87313"/>
              </a:lnSpc>
              <a:spcBef>
                <a:spcPts val="0"/>
              </a:spcBef>
              <a:spcAft>
                <a:spcPts val="0"/>
              </a:spcAft>
              <a:buClr>
                <a:srgbClr val="000033"/>
              </a:buClr>
              <a:buSzPts val="1000"/>
              <a:buFont typeface="Montserrat SemiBold"/>
              <a:buNone/>
            </a:pPr>
            <a:r>
              <a:rPr b="1" i="0" lang="en-US" sz="1000" u="none" cap="none" strike="noStrike">
                <a:solidFill>
                  <a:srgbClr val="000033"/>
                </a:solidFill>
                <a:latin typeface="Montserrat SemiBold"/>
                <a:ea typeface="Montserrat SemiBold"/>
                <a:cs typeface="Montserrat SemiBold"/>
                <a:sym typeface="Montserrat SemiBold"/>
              </a:rPr>
              <a:t>Lorem ipsum dolor sit amet</a:t>
            </a:r>
            <a:endParaRPr b="1" i="0" sz="1000" u="none" cap="none" strike="noStrike">
              <a:solidFill>
                <a:srgbClr val="000033"/>
              </a:solidFill>
              <a:latin typeface="Montserrat SemiBold"/>
              <a:ea typeface="Montserrat SemiBold"/>
              <a:cs typeface="Montserrat SemiBold"/>
              <a:sym typeface="Montserrat SemiBold"/>
            </a:endParaRPr>
          </a:p>
        </p:txBody>
      </p:sp>
      <p:sp>
        <p:nvSpPr>
          <p:cNvPr id="789" name="Google Shape;789;p43"/>
          <p:cNvSpPr/>
          <p:nvPr/>
        </p:nvSpPr>
        <p:spPr>
          <a:xfrm>
            <a:off x="6611291" y="4455679"/>
            <a:ext cx="4383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2B5BFC"/>
              </a:buClr>
              <a:buSzPts val="1100"/>
              <a:buFont typeface="Montserrat Black"/>
              <a:buNone/>
            </a:pPr>
            <a:r>
              <a:rPr b="1" i="0" lang="en-US" sz="1100" u="none" cap="none" strike="noStrike">
                <a:solidFill>
                  <a:srgbClr val="2B5BFC"/>
                </a:solidFill>
                <a:latin typeface="Montserrat Black"/>
                <a:ea typeface="Montserrat Black"/>
                <a:cs typeface="Montserrat Black"/>
                <a:sym typeface="Montserrat Black"/>
              </a:rPr>
              <a:t>XX</a:t>
            </a:r>
            <a:endParaRPr b="0" i="0" sz="1100" u="none" cap="none" strike="noStrike">
              <a:solidFill>
                <a:schemeClr val="dk1"/>
              </a:solidFill>
              <a:latin typeface="Calibri"/>
              <a:ea typeface="Calibri"/>
              <a:cs typeface="Calibri"/>
              <a:sym typeface="Calibri"/>
            </a:endParaRPr>
          </a:p>
        </p:txBody>
      </p:sp>
      <p:sp>
        <p:nvSpPr>
          <p:cNvPr id="790" name="Google Shape;790;p43"/>
          <p:cNvSpPr/>
          <p:nvPr/>
        </p:nvSpPr>
        <p:spPr>
          <a:xfrm>
            <a:off x="7036649" y="4466700"/>
            <a:ext cx="1124700" cy="304800"/>
          </a:xfrm>
          <a:prstGeom prst="rect">
            <a:avLst/>
          </a:prstGeom>
          <a:noFill/>
          <a:ln>
            <a:noFill/>
          </a:ln>
        </p:spPr>
        <p:txBody>
          <a:bodyPr anchorCtr="0" anchor="t" bIns="0" lIns="0" spcFirstLastPara="1" rIns="0" wrap="square" tIns="0">
            <a:noAutofit/>
          </a:bodyPr>
          <a:lstStyle/>
          <a:p>
            <a:pPr indent="0" lvl="0" marL="0" marR="0" rtl="0" algn="l">
              <a:lnSpc>
                <a:spcPct val="87313"/>
              </a:lnSpc>
              <a:spcBef>
                <a:spcPts val="0"/>
              </a:spcBef>
              <a:spcAft>
                <a:spcPts val="0"/>
              </a:spcAft>
              <a:buClr>
                <a:srgbClr val="000033"/>
              </a:buClr>
              <a:buSzPts val="1000"/>
              <a:buFont typeface="Montserrat SemiBold"/>
              <a:buNone/>
            </a:pPr>
            <a:r>
              <a:rPr b="1" i="0" lang="en-US" sz="1000" u="none" cap="none" strike="noStrike">
                <a:solidFill>
                  <a:srgbClr val="000033"/>
                </a:solidFill>
                <a:latin typeface="Montserrat SemiBold"/>
                <a:ea typeface="Montserrat SemiBold"/>
                <a:cs typeface="Montserrat SemiBold"/>
                <a:sym typeface="Montserrat SemiBold"/>
              </a:rPr>
              <a:t>Lorem ipsum dolor sit amet</a:t>
            </a:r>
            <a:endParaRPr b="1" i="0" sz="1000" u="none" cap="none" strike="noStrike">
              <a:solidFill>
                <a:srgbClr val="000033"/>
              </a:solidFill>
              <a:latin typeface="Montserrat SemiBold"/>
              <a:ea typeface="Montserrat SemiBold"/>
              <a:cs typeface="Montserrat SemiBold"/>
              <a:sym typeface="Montserrat SemiBold"/>
            </a:endParaRPr>
          </a:p>
        </p:txBody>
      </p:sp>
      <p:sp>
        <p:nvSpPr>
          <p:cNvPr id="791" name="Google Shape;791;p43"/>
          <p:cNvSpPr/>
          <p:nvPr/>
        </p:nvSpPr>
        <p:spPr>
          <a:xfrm>
            <a:off x="2584682" y="4455679"/>
            <a:ext cx="4383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2B5BFC"/>
              </a:buClr>
              <a:buSzPts val="1100"/>
              <a:buFont typeface="Montserrat Black"/>
              <a:buNone/>
            </a:pPr>
            <a:r>
              <a:rPr b="1" i="0" lang="en-US" sz="1100" u="none" cap="none" strike="noStrike">
                <a:solidFill>
                  <a:srgbClr val="2B5BFC"/>
                </a:solidFill>
                <a:latin typeface="Montserrat Black"/>
                <a:ea typeface="Montserrat Black"/>
                <a:cs typeface="Montserrat Black"/>
                <a:sym typeface="Montserrat Black"/>
              </a:rPr>
              <a:t>XX</a:t>
            </a:r>
            <a:endParaRPr b="0" i="0" sz="1100" u="none" cap="none" strike="noStrike">
              <a:solidFill>
                <a:schemeClr val="dk1"/>
              </a:solidFill>
              <a:latin typeface="Calibri"/>
              <a:ea typeface="Calibri"/>
              <a:cs typeface="Calibri"/>
              <a:sym typeface="Calibri"/>
            </a:endParaRPr>
          </a:p>
        </p:txBody>
      </p:sp>
      <p:sp>
        <p:nvSpPr>
          <p:cNvPr id="792" name="Google Shape;792;p43"/>
          <p:cNvSpPr/>
          <p:nvPr/>
        </p:nvSpPr>
        <p:spPr>
          <a:xfrm>
            <a:off x="3010051" y="4466700"/>
            <a:ext cx="1451700" cy="304800"/>
          </a:xfrm>
          <a:prstGeom prst="rect">
            <a:avLst/>
          </a:prstGeom>
          <a:noFill/>
          <a:ln>
            <a:noFill/>
          </a:ln>
        </p:spPr>
        <p:txBody>
          <a:bodyPr anchorCtr="0" anchor="t" bIns="0" lIns="0" spcFirstLastPara="1" rIns="0" wrap="square" tIns="0">
            <a:noAutofit/>
          </a:bodyPr>
          <a:lstStyle/>
          <a:p>
            <a:pPr indent="0" lvl="0" marL="0" marR="0" rtl="0" algn="l">
              <a:lnSpc>
                <a:spcPct val="87313"/>
              </a:lnSpc>
              <a:spcBef>
                <a:spcPts val="0"/>
              </a:spcBef>
              <a:spcAft>
                <a:spcPts val="0"/>
              </a:spcAft>
              <a:buClr>
                <a:srgbClr val="000033"/>
              </a:buClr>
              <a:buSzPts val="1000"/>
              <a:buFont typeface="Montserrat SemiBold"/>
              <a:buNone/>
            </a:pPr>
            <a:r>
              <a:rPr b="1" i="0" lang="en-US" sz="1000" u="none" cap="none" strike="noStrike">
                <a:solidFill>
                  <a:srgbClr val="000033"/>
                </a:solidFill>
                <a:latin typeface="Montserrat SemiBold"/>
                <a:ea typeface="Montserrat SemiBold"/>
                <a:cs typeface="Montserrat SemiBold"/>
                <a:sym typeface="Montserrat SemiBold"/>
              </a:rPr>
              <a:t>Lorem ipsum dolor sit amet</a:t>
            </a:r>
            <a:endParaRPr b="1" i="0" sz="1000" u="none" cap="none" strike="noStrike">
              <a:solidFill>
                <a:srgbClr val="000033"/>
              </a:solidFill>
              <a:latin typeface="Montserrat SemiBold"/>
              <a:ea typeface="Montserrat SemiBold"/>
              <a:cs typeface="Montserrat SemiBold"/>
              <a:sym typeface="Montserrat SemiBold"/>
            </a:endParaRPr>
          </a:p>
        </p:txBody>
      </p:sp>
      <p:sp>
        <p:nvSpPr>
          <p:cNvPr id="793" name="Google Shape;793;p43"/>
          <p:cNvSpPr/>
          <p:nvPr/>
        </p:nvSpPr>
        <p:spPr>
          <a:xfrm>
            <a:off x="745300" y="2146725"/>
            <a:ext cx="2888700" cy="1748400"/>
          </a:xfrm>
          <a:prstGeom prst="roundRect">
            <a:avLst>
              <a:gd fmla="val 7346" name="adj"/>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Imagen </a:t>
            </a:r>
            <a:endParaRPr b="0" i="0" sz="1400" u="none" cap="none" strike="noStrike">
              <a:solidFill>
                <a:srgbClr val="000000"/>
              </a:solidFill>
              <a:latin typeface="Arial"/>
              <a:ea typeface="Arial"/>
              <a:cs typeface="Arial"/>
              <a:sym typeface="Arial"/>
            </a:endParaRPr>
          </a:p>
        </p:txBody>
      </p:sp>
      <p:sp>
        <p:nvSpPr>
          <p:cNvPr id="794" name="Google Shape;794;p43"/>
          <p:cNvSpPr/>
          <p:nvPr/>
        </p:nvSpPr>
        <p:spPr>
          <a:xfrm>
            <a:off x="571500" y="4131470"/>
            <a:ext cx="18906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0D1B3E"/>
              </a:buClr>
              <a:buSzPts val="1100"/>
              <a:buFont typeface="Montserrat"/>
              <a:buNone/>
            </a:pPr>
            <a:r>
              <a:rPr b="0" i="0" lang="en-US" sz="1100" u="none" cap="none" strike="noStrike">
                <a:solidFill>
                  <a:srgbClr val="000033"/>
                </a:solidFill>
                <a:latin typeface="Montserrat Black"/>
                <a:ea typeface="Montserrat Black"/>
                <a:cs typeface="Montserrat Black"/>
                <a:sym typeface="Montserrat Black"/>
              </a:rPr>
              <a:t>LOGROS DESTACADOS: </a:t>
            </a:r>
            <a:endParaRPr b="0" i="0" sz="1100" u="none" cap="none" strike="noStrike">
              <a:solidFill>
                <a:srgbClr val="000033"/>
              </a:solidFill>
              <a:latin typeface="Montserrat Black"/>
              <a:ea typeface="Montserrat Black"/>
              <a:cs typeface="Montserrat Black"/>
              <a:sym typeface="Montserrat Black"/>
            </a:endParaRPr>
          </a:p>
        </p:txBody>
      </p:sp>
      <p:sp>
        <p:nvSpPr>
          <p:cNvPr id="795" name="Google Shape;795;p43"/>
          <p:cNvSpPr txBox="1"/>
          <p:nvPr/>
        </p:nvSpPr>
        <p:spPr>
          <a:xfrm>
            <a:off x="571500" y="890626"/>
            <a:ext cx="8001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CASOS SIMILARES</a:t>
            </a:r>
            <a:endParaRPr b="0" i="0" sz="1100" u="none" cap="none" strike="noStrike">
              <a:solidFill>
                <a:schemeClr val="dk1"/>
              </a:solidFill>
              <a:latin typeface="Calibri"/>
              <a:ea typeface="Calibri"/>
              <a:cs typeface="Calibri"/>
              <a:sym typeface="Calibri"/>
            </a:endParaRPr>
          </a:p>
        </p:txBody>
      </p:sp>
      <p:sp>
        <p:nvSpPr>
          <p:cNvPr id="796" name="Google Shape;796;p43"/>
          <p:cNvSpPr txBox="1"/>
          <p:nvPr/>
        </p:nvSpPr>
        <p:spPr>
          <a:xfrm>
            <a:off x="571500" y="1174090"/>
            <a:ext cx="8001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Titular del</a:t>
            </a:r>
            <a:r>
              <a:rPr b="1" i="1" lang="en-US" sz="2100" u="none" cap="none" strike="noStrike">
                <a:solidFill>
                  <a:srgbClr val="2B5BFC"/>
                </a:solidFill>
                <a:latin typeface="Montserrat Black"/>
                <a:ea typeface="Montserrat Black"/>
                <a:cs typeface="Montserrat Black"/>
                <a:sym typeface="Montserrat Black"/>
              </a:rPr>
              <a:t> caso</a:t>
            </a:r>
            <a:endParaRPr b="0" i="0" sz="2100" u="none" cap="none" strike="noStrike">
              <a:solidFill>
                <a:schemeClr val="dk1"/>
              </a:solidFill>
              <a:latin typeface="Calibri"/>
              <a:ea typeface="Calibri"/>
              <a:cs typeface="Calibri"/>
              <a:sym typeface="Calibri"/>
            </a:endParaRPr>
          </a:p>
        </p:txBody>
      </p:sp>
      <p:sp>
        <p:nvSpPr>
          <p:cNvPr id="797" name="Google Shape;797;p43"/>
          <p:cNvSpPr txBox="1"/>
          <p:nvPr/>
        </p:nvSpPr>
        <p:spPr>
          <a:xfrm>
            <a:off x="571500" y="1572768"/>
            <a:ext cx="54864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75757"/>
              </a:buClr>
              <a:buSzPts val="950"/>
              <a:buFont typeface="Montserrat"/>
              <a:buNone/>
            </a:pPr>
            <a:r>
              <a:rPr b="0" i="0" lang="en-US" sz="950" u="none" cap="none" strike="noStrike">
                <a:solidFill>
                  <a:srgbClr val="000033"/>
                </a:solidFill>
                <a:latin typeface="Montserrat"/>
                <a:ea typeface="Montserrat"/>
                <a:cs typeface="Montserrat"/>
                <a:sym typeface="Montserrat"/>
              </a:rPr>
              <a:t>Industria: XXXX  ·  Área: XXXX  ·  Tecnología: XXXX</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802" name="Shape 802"/>
        <p:cNvGrpSpPr/>
        <p:nvPr/>
      </p:nvGrpSpPr>
      <p:grpSpPr>
        <a:xfrm>
          <a:off x="0" y="0"/>
          <a:ext cx="0" cy="0"/>
          <a:chOff x="0" y="0"/>
          <a:chExt cx="0" cy="0"/>
        </a:xfrm>
      </p:grpSpPr>
      <p:pic>
        <p:nvPicPr>
          <p:cNvPr descr="preencoded.png" id="803" name="Google Shape;803;p44"/>
          <p:cNvPicPr preferRelativeResize="0"/>
          <p:nvPr/>
        </p:nvPicPr>
        <p:blipFill rotWithShape="1">
          <a:blip r:embed="rId3">
            <a:alphaModFix/>
          </a:blip>
          <a:srcRect b="0" l="0" r="0" t="0"/>
          <a:stretch/>
        </p:blipFill>
        <p:spPr>
          <a:xfrm>
            <a:off x="570786" y="1004813"/>
            <a:ext cx="8001714" cy="614363"/>
          </a:xfrm>
          <a:prstGeom prst="rect">
            <a:avLst/>
          </a:prstGeom>
          <a:noFill/>
          <a:ln>
            <a:noFill/>
          </a:ln>
        </p:spPr>
      </p:pic>
      <p:pic>
        <p:nvPicPr>
          <p:cNvPr descr="preencoded.png" id="804" name="Google Shape;804;p44"/>
          <p:cNvPicPr preferRelativeResize="0"/>
          <p:nvPr/>
        </p:nvPicPr>
        <p:blipFill rotWithShape="1">
          <a:blip r:embed="rId4">
            <a:alphaModFix/>
          </a:blip>
          <a:srcRect b="0" l="49741" r="0" t="0"/>
          <a:stretch/>
        </p:blipFill>
        <p:spPr>
          <a:xfrm>
            <a:off x="4579675" y="1941325"/>
            <a:ext cx="4049976" cy="2200275"/>
          </a:xfrm>
          <a:prstGeom prst="rect">
            <a:avLst/>
          </a:prstGeom>
          <a:noFill/>
          <a:ln>
            <a:noFill/>
          </a:ln>
        </p:spPr>
      </p:pic>
      <p:sp>
        <p:nvSpPr>
          <p:cNvPr id="805" name="Google Shape;805;p44"/>
          <p:cNvSpPr/>
          <p:nvPr/>
        </p:nvSpPr>
        <p:spPr>
          <a:xfrm>
            <a:off x="571500" y="1004813"/>
            <a:ext cx="20049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AGENDA UNA REUNIÓN </a:t>
            </a:r>
            <a:endParaRPr b="0" i="0" sz="1100" u="none" cap="none" strike="noStrike">
              <a:solidFill>
                <a:schemeClr val="dk1"/>
              </a:solidFill>
              <a:latin typeface="Calibri"/>
              <a:ea typeface="Calibri"/>
              <a:cs typeface="Calibri"/>
              <a:sym typeface="Calibri"/>
            </a:endParaRPr>
          </a:p>
        </p:txBody>
      </p:sp>
      <p:sp>
        <p:nvSpPr>
          <p:cNvPr id="806" name="Google Shape;806;p44"/>
          <p:cNvSpPr/>
          <p:nvPr/>
        </p:nvSpPr>
        <p:spPr>
          <a:xfrm>
            <a:off x="571500" y="1238175"/>
            <a:ext cx="8029500" cy="324000"/>
          </a:xfrm>
          <a:prstGeom prst="rect">
            <a:avLst/>
          </a:prstGeom>
          <a:noFill/>
          <a:ln>
            <a:noFill/>
          </a:ln>
        </p:spPr>
        <p:txBody>
          <a:bodyPr anchorCtr="0" anchor="t" bIns="0" lIns="0" spcFirstLastPara="1" rIns="0" wrap="square" tIns="0">
            <a:noAutofit/>
          </a:bodyPr>
          <a:lstStyle/>
          <a:p>
            <a:pPr indent="0" lvl="0" marL="0" marR="0" rtl="0" algn="l">
              <a:lnSpc>
                <a:spcPct val="8819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Contáctanos </a:t>
            </a:r>
            <a:endParaRPr b="0" i="0" sz="2100" u="none" cap="none" strike="noStrike">
              <a:solidFill>
                <a:schemeClr val="dk1"/>
              </a:solidFill>
              <a:latin typeface="Calibri"/>
              <a:ea typeface="Calibri"/>
              <a:cs typeface="Calibri"/>
              <a:sym typeface="Calibri"/>
            </a:endParaRPr>
          </a:p>
        </p:txBody>
      </p:sp>
      <p:sp>
        <p:nvSpPr>
          <p:cNvPr id="807" name="Google Shape;807;p44"/>
          <p:cNvSpPr/>
          <p:nvPr/>
        </p:nvSpPr>
        <p:spPr>
          <a:xfrm>
            <a:off x="571500" y="2092630"/>
            <a:ext cx="3838500" cy="957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Llevemos su empresa al siguiente nivel con </a:t>
            </a:r>
            <a:r>
              <a:rPr b="1" i="0" lang="en-US" sz="2100" u="none" cap="none" strike="noStrike">
                <a:solidFill>
                  <a:srgbClr val="2B5BFC"/>
                </a:solidFill>
                <a:latin typeface="Montserrat ExtraBold"/>
                <a:ea typeface="Montserrat ExtraBold"/>
                <a:cs typeface="Montserrat ExtraBold"/>
                <a:sym typeface="Montserrat ExtraBold"/>
              </a:rPr>
              <a:t>Datos e IA</a:t>
            </a:r>
            <a:r>
              <a:rPr b="1" i="0" lang="en-US" sz="2100" u="none" cap="none" strike="noStrike">
                <a:solidFill>
                  <a:srgbClr val="000033"/>
                </a:solidFill>
                <a:latin typeface="Montserrat ExtraBold"/>
                <a:ea typeface="Montserrat ExtraBold"/>
                <a:cs typeface="Montserrat ExtraBold"/>
                <a:sym typeface="Montserrat ExtraBold"/>
              </a:rPr>
              <a:t> </a:t>
            </a:r>
            <a:endParaRPr b="0" i="0" sz="2100" u="none" cap="none" strike="noStrike">
              <a:solidFill>
                <a:schemeClr val="dk1"/>
              </a:solidFill>
              <a:latin typeface="Calibri"/>
              <a:ea typeface="Calibri"/>
              <a:cs typeface="Calibri"/>
              <a:sym typeface="Calibri"/>
            </a:endParaRPr>
          </a:p>
        </p:txBody>
      </p:sp>
      <p:sp>
        <p:nvSpPr>
          <p:cNvPr id="808" name="Google Shape;808;p44"/>
          <p:cNvSpPr/>
          <p:nvPr/>
        </p:nvSpPr>
        <p:spPr>
          <a:xfrm>
            <a:off x="5276850" y="2084187"/>
            <a:ext cx="8382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575757"/>
              </a:buClr>
              <a:buSzPts val="1100"/>
              <a:buFont typeface="Montserrat SemiBold"/>
              <a:buNone/>
            </a:pPr>
            <a:r>
              <a:rPr b="1" i="0" lang="en-US" sz="1100" u="none" cap="none" strike="noStrike">
                <a:solidFill>
                  <a:srgbClr val="575757"/>
                </a:solidFill>
                <a:latin typeface="Montserrat SemiBold"/>
                <a:ea typeface="Montserrat SemiBold"/>
                <a:cs typeface="Montserrat SemiBold"/>
                <a:sym typeface="Montserrat SemiBold"/>
              </a:rPr>
              <a:t>Escríbenos </a:t>
            </a:r>
            <a:endParaRPr b="0" i="0" sz="1100" u="none" cap="none" strike="noStrike">
              <a:solidFill>
                <a:schemeClr val="dk1"/>
              </a:solidFill>
              <a:latin typeface="Calibri"/>
              <a:ea typeface="Calibri"/>
              <a:cs typeface="Calibri"/>
              <a:sym typeface="Calibri"/>
            </a:endParaRPr>
          </a:p>
        </p:txBody>
      </p:sp>
      <p:sp>
        <p:nvSpPr>
          <p:cNvPr id="809" name="Google Shape;809;p44"/>
          <p:cNvSpPr/>
          <p:nvPr/>
        </p:nvSpPr>
        <p:spPr>
          <a:xfrm>
            <a:off x="5276850" y="2279450"/>
            <a:ext cx="3295500" cy="195300"/>
          </a:xfrm>
          <a:prstGeom prst="rect">
            <a:avLst/>
          </a:prstGeom>
          <a:noFill/>
          <a:ln>
            <a:noFill/>
          </a:ln>
        </p:spPr>
        <p:txBody>
          <a:bodyPr anchorCtr="0" anchor="t" bIns="0" lIns="0" spcFirstLastPara="1" rIns="0" wrap="square" tIns="0">
            <a:noAutofit/>
          </a:bodyPr>
          <a:lstStyle/>
          <a:p>
            <a:pPr indent="0" lvl="0" marL="0" marR="0" rtl="0" algn="l">
              <a:lnSpc>
                <a:spcPct val="89215"/>
              </a:lnSpc>
              <a:spcBef>
                <a:spcPts val="0"/>
              </a:spcBef>
              <a:spcAft>
                <a:spcPts val="0"/>
              </a:spcAft>
              <a:buClr>
                <a:srgbClr val="000033"/>
              </a:buClr>
              <a:buSzPts val="1300"/>
              <a:buFont typeface="Montserrat ExtraBold"/>
              <a:buNone/>
            </a:pPr>
            <a:r>
              <a:rPr b="1" i="0" lang="en-US" sz="1300" u="none" cap="none" strike="noStrike">
                <a:solidFill>
                  <a:srgbClr val="000033"/>
                </a:solidFill>
                <a:latin typeface="Montserrat ExtraBold"/>
                <a:ea typeface="Montserrat ExtraBold"/>
                <a:cs typeface="Montserrat ExtraBold"/>
                <a:sym typeface="Montserrat ExtraBold"/>
              </a:rPr>
              <a:t>informes@neoconsulting.ai </a:t>
            </a:r>
            <a:endParaRPr b="0" i="0" sz="1300" u="none" cap="none" strike="noStrike">
              <a:solidFill>
                <a:schemeClr val="dk1"/>
              </a:solidFill>
              <a:latin typeface="Calibri"/>
              <a:ea typeface="Calibri"/>
              <a:cs typeface="Calibri"/>
              <a:sym typeface="Calibri"/>
            </a:endParaRPr>
          </a:p>
        </p:txBody>
      </p:sp>
      <p:sp>
        <p:nvSpPr>
          <p:cNvPr id="810" name="Google Shape;810;p44"/>
          <p:cNvSpPr/>
          <p:nvPr/>
        </p:nvSpPr>
        <p:spPr>
          <a:xfrm>
            <a:off x="5276850" y="2817612"/>
            <a:ext cx="7002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575757"/>
              </a:buClr>
              <a:buSzPts val="1100"/>
              <a:buFont typeface="Montserrat SemiBold"/>
              <a:buNone/>
            </a:pPr>
            <a:r>
              <a:rPr b="1" i="0" lang="en-US" sz="1100" u="none" cap="none" strike="noStrike">
                <a:solidFill>
                  <a:srgbClr val="575757"/>
                </a:solidFill>
                <a:latin typeface="Montserrat SemiBold"/>
                <a:ea typeface="Montserrat SemiBold"/>
                <a:cs typeface="Montserrat SemiBold"/>
                <a:sym typeface="Montserrat SemiBold"/>
              </a:rPr>
              <a:t>Visítanos </a:t>
            </a:r>
            <a:endParaRPr b="0" i="0" sz="1100" u="none" cap="none" strike="noStrike">
              <a:solidFill>
                <a:schemeClr val="dk1"/>
              </a:solidFill>
              <a:latin typeface="Calibri"/>
              <a:ea typeface="Calibri"/>
              <a:cs typeface="Calibri"/>
              <a:sym typeface="Calibri"/>
            </a:endParaRPr>
          </a:p>
        </p:txBody>
      </p:sp>
      <p:sp>
        <p:nvSpPr>
          <p:cNvPr id="811" name="Google Shape;811;p44"/>
          <p:cNvSpPr/>
          <p:nvPr/>
        </p:nvSpPr>
        <p:spPr>
          <a:xfrm>
            <a:off x="5276850" y="3012875"/>
            <a:ext cx="2790600" cy="195300"/>
          </a:xfrm>
          <a:prstGeom prst="rect">
            <a:avLst/>
          </a:prstGeom>
          <a:noFill/>
          <a:ln>
            <a:noFill/>
          </a:ln>
        </p:spPr>
        <p:txBody>
          <a:bodyPr anchorCtr="0" anchor="t" bIns="0" lIns="0" spcFirstLastPara="1" rIns="0" wrap="square" tIns="0">
            <a:noAutofit/>
          </a:bodyPr>
          <a:lstStyle/>
          <a:p>
            <a:pPr indent="0" lvl="0" marL="0" marR="0" rtl="0" algn="l">
              <a:lnSpc>
                <a:spcPct val="89215"/>
              </a:lnSpc>
              <a:spcBef>
                <a:spcPts val="0"/>
              </a:spcBef>
              <a:spcAft>
                <a:spcPts val="0"/>
              </a:spcAft>
              <a:buClr>
                <a:srgbClr val="000033"/>
              </a:buClr>
              <a:buSzPts val="1300"/>
              <a:buFont typeface="Montserrat ExtraBold"/>
              <a:buNone/>
            </a:pPr>
            <a:r>
              <a:rPr b="1" i="0" lang="en-US" sz="1300" u="none" cap="none" strike="noStrike">
                <a:solidFill>
                  <a:srgbClr val="000033"/>
                </a:solidFill>
                <a:latin typeface="Montserrat ExtraBold"/>
                <a:ea typeface="Montserrat ExtraBold"/>
                <a:cs typeface="Montserrat ExtraBold"/>
                <a:sym typeface="Montserrat ExtraBold"/>
              </a:rPr>
              <a:t>www.neoconsulting.ai </a:t>
            </a:r>
            <a:endParaRPr b="0" i="0" sz="1300" u="none" cap="none" strike="noStrike">
              <a:solidFill>
                <a:schemeClr val="dk1"/>
              </a:solidFill>
              <a:latin typeface="Calibri"/>
              <a:ea typeface="Calibri"/>
              <a:cs typeface="Calibri"/>
              <a:sym typeface="Calibri"/>
            </a:endParaRPr>
          </a:p>
        </p:txBody>
      </p:sp>
      <p:sp>
        <p:nvSpPr>
          <p:cNvPr id="812" name="Google Shape;812;p44"/>
          <p:cNvSpPr/>
          <p:nvPr/>
        </p:nvSpPr>
        <p:spPr>
          <a:xfrm>
            <a:off x="5276850" y="3551037"/>
            <a:ext cx="7431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575757"/>
              </a:buClr>
              <a:buSzPts val="1100"/>
              <a:buFont typeface="Montserrat SemiBold"/>
              <a:buNone/>
            </a:pPr>
            <a:r>
              <a:rPr b="1" i="0" lang="en-US" sz="1100" u="none" cap="none" strike="noStrike">
                <a:solidFill>
                  <a:srgbClr val="575757"/>
                </a:solidFill>
                <a:latin typeface="Montserrat SemiBold"/>
                <a:ea typeface="Montserrat SemiBold"/>
                <a:cs typeface="Montserrat SemiBold"/>
                <a:sym typeface="Montserrat SemiBold"/>
              </a:rPr>
              <a:t>Llámanos </a:t>
            </a:r>
            <a:endParaRPr b="0" i="0" sz="1100" u="none" cap="none" strike="noStrike">
              <a:solidFill>
                <a:schemeClr val="dk1"/>
              </a:solidFill>
              <a:latin typeface="Calibri"/>
              <a:ea typeface="Calibri"/>
              <a:cs typeface="Calibri"/>
              <a:sym typeface="Calibri"/>
            </a:endParaRPr>
          </a:p>
        </p:txBody>
      </p:sp>
      <p:sp>
        <p:nvSpPr>
          <p:cNvPr id="813" name="Google Shape;813;p44"/>
          <p:cNvSpPr/>
          <p:nvPr/>
        </p:nvSpPr>
        <p:spPr>
          <a:xfrm>
            <a:off x="5276850" y="3746300"/>
            <a:ext cx="2492100" cy="195300"/>
          </a:xfrm>
          <a:prstGeom prst="rect">
            <a:avLst/>
          </a:prstGeom>
          <a:noFill/>
          <a:ln>
            <a:noFill/>
          </a:ln>
        </p:spPr>
        <p:txBody>
          <a:bodyPr anchorCtr="0" anchor="t" bIns="0" lIns="0" spcFirstLastPara="1" rIns="0" wrap="square" tIns="0">
            <a:noAutofit/>
          </a:bodyPr>
          <a:lstStyle/>
          <a:p>
            <a:pPr indent="0" lvl="0" marL="0" marR="0" rtl="0" algn="l">
              <a:lnSpc>
                <a:spcPct val="89215"/>
              </a:lnSpc>
              <a:spcBef>
                <a:spcPts val="0"/>
              </a:spcBef>
              <a:spcAft>
                <a:spcPts val="0"/>
              </a:spcAft>
              <a:buClr>
                <a:srgbClr val="000033"/>
              </a:buClr>
              <a:buSzPts val="1300"/>
              <a:buFont typeface="Montserrat ExtraBold"/>
              <a:buNone/>
            </a:pPr>
            <a:r>
              <a:rPr b="1" i="0" lang="en-US" sz="1300" u="none" cap="none" strike="noStrike">
                <a:solidFill>
                  <a:srgbClr val="000033"/>
                </a:solidFill>
                <a:latin typeface="Montserrat ExtraBold"/>
                <a:ea typeface="Montserrat ExtraBold"/>
                <a:cs typeface="Montserrat ExtraBold"/>
                <a:sym typeface="Montserrat ExtraBold"/>
              </a:rPr>
              <a:t>+51 924 273 801 </a:t>
            </a:r>
            <a:endParaRPr b="0" i="0" sz="1300" u="none" cap="none" strike="noStrike">
              <a:solidFill>
                <a:schemeClr val="dk1"/>
              </a:solidFill>
              <a:latin typeface="Calibri"/>
              <a:ea typeface="Calibri"/>
              <a:cs typeface="Calibri"/>
              <a:sym typeface="Calibri"/>
            </a:endParaRPr>
          </a:p>
        </p:txBody>
      </p:sp>
      <p:pic>
        <p:nvPicPr>
          <p:cNvPr descr="preencoded.png" id="814" name="Google Shape;814;p44"/>
          <p:cNvPicPr preferRelativeResize="0"/>
          <p:nvPr/>
        </p:nvPicPr>
        <p:blipFill rotWithShape="1">
          <a:blip r:embed="rId4">
            <a:alphaModFix/>
          </a:blip>
          <a:srcRect b="24471" l="0" r="49741" t="72079"/>
          <a:stretch/>
        </p:blipFill>
        <p:spPr>
          <a:xfrm>
            <a:off x="571500" y="3180886"/>
            <a:ext cx="4049976" cy="75925"/>
          </a:xfrm>
          <a:prstGeom prst="rect">
            <a:avLst/>
          </a:prstGeom>
          <a:noFill/>
          <a:ln>
            <a:noFill/>
          </a:ln>
        </p:spPr>
      </p:pic>
      <p:sp>
        <p:nvSpPr>
          <p:cNvPr id="815" name="Google Shape;815;p44"/>
          <p:cNvSpPr txBox="1"/>
          <p:nvPr/>
        </p:nvSpPr>
        <p:spPr>
          <a:xfrm>
            <a:off x="1188425" y="3474364"/>
            <a:ext cx="2962800" cy="387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b="1" lang="en-US" sz="1200">
                <a:solidFill>
                  <a:srgbClr val="000033"/>
                </a:solidFill>
                <a:latin typeface="Montserrat"/>
                <a:ea typeface="Montserrat"/>
                <a:cs typeface="Montserrat"/>
                <a:sym typeface="Montserrat"/>
              </a:rPr>
              <a:t>Agenda una</a:t>
            </a:r>
            <a:r>
              <a:rPr b="1" lang="en-US" sz="1200">
                <a:solidFill>
                  <a:srgbClr val="FFFFFF"/>
                </a:solidFill>
                <a:latin typeface="Montserrat"/>
                <a:ea typeface="Montserrat"/>
                <a:cs typeface="Montserrat"/>
                <a:sym typeface="Montserrat"/>
              </a:rPr>
              <a:t> </a:t>
            </a:r>
            <a:r>
              <a:rPr b="1" lang="en-US" sz="1200" u="sng">
                <a:solidFill>
                  <a:srgbClr val="2B5BFC"/>
                </a:solidFill>
                <a:latin typeface="Montserrat"/>
                <a:ea typeface="Montserrat"/>
                <a:cs typeface="Montserrat"/>
                <a:sym typeface="Montserrat"/>
                <a:hlinkClick r:id="rId5">
                  <a:extLst>
                    <a:ext uri="{A12FA001-AC4F-418D-AE19-62706E023703}">
                      <ahyp:hlinkClr val="tx"/>
                    </a:ext>
                  </a:extLst>
                </a:hlinkClick>
              </a:rPr>
              <a:t>reunión</a:t>
            </a:r>
            <a:r>
              <a:rPr b="1" lang="en-US" sz="1200">
                <a:solidFill>
                  <a:srgbClr val="FFFFFF"/>
                </a:solidFill>
                <a:latin typeface="Montserrat"/>
                <a:ea typeface="Montserrat"/>
                <a:cs typeface="Montserrat"/>
                <a:sym typeface="Montserrat"/>
              </a:rPr>
              <a:t> </a:t>
            </a:r>
            <a:r>
              <a:rPr b="1" lang="en-US" sz="1200">
                <a:solidFill>
                  <a:srgbClr val="000033"/>
                </a:solidFill>
                <a:latin typeface="Montserrat"/>
                <a:ea typeface="Montserrat"/>
                <a:cs typeface="Montserrat"/>
                <a:sym typeface="Montserrat"/>
              </a:rPr>
              <a:t>con nosotros</a:t>
            </a:r>
            <a:endParaRPr b="1" sz="1200">
              <a:solidFill>
                <a:srgbClr val="000033"/>
              </a:solidFill>
              <a:latin typeface="Montserrat"/>
              <a:ea typeface="Montserrat"/>
              <a:cs typeface="Montserrat"/>
              <a:sym typeface="Montserrat"/>
            </a:endParaRPr>
          </a:p>
        </p:txBody>
      </p:sp>
      <p:pic>
        <p:nvPicPr>
          <p:cNvPr id="816" name="Google Shape;816;p44" title="Screenshot 2025-10-27 at 12.16.38 PM.png"/>
          <p:cNvPicPr preferRelativeResize="0"/>
          <p:nvPr/>
        </p:nvPicPr>
        <p:blipFill>
          <a:blip r:embed="rId6">
            <a:alphaModFix/>
          </a:blip>
          <a:stretch>
            <a:fillRect/>
          </a:stretch>
        </p:blipFill>
        <p:spPr>
          <a:xfrm>
            <a:off x="571507" y="3368826"/>
            <a:ext cx="616919" cy="5983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2D5BFF"/>
      </a:hlink>
      <a:folHlink>
        <a:srgbClr val="2D5B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2D5BFF"/>
      </a:hlink>
      <a:folHlink>
        <a:srgbClr val="2D5B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