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y="5143500" cx="9144000"/>
  <p:notesSz cx="5143500" cy="9144000"/>
  <p:embeddedFontLst>
    <p:embeddedFont>
      <p:font typeface="Montserrat SemiBold"/>
      <p:regular r:id="rId40"/>
      <p:bold r:id="rId41"/>
      <p:italic r:id="rId42"/>
      <p:boldItalic r:id="rId43"/>
    </p:embeddedFont>
    <p:embeddedFont>
      <p:font typeface="Montserrat"/>
      <p:regular r:id="rId44"/>
      <p:bold r:id="rId45"/>
      <p:italic r:id="rId46"/>
      <p:boldItalic r:id="rId47"/>
    </p:embeddedFont>
    <p:embeddedFont>
      <p:font typeface="Montserrat Black"/>
      <p:bold r:id="rId48"/>
      <p:boldItalic r:id="rId49"/>
    </p:embeddedFont>
    <p:embeddedFont>
      <p:font typeface="Montserrat Medium"/>
      <p:regular r:id="rId50"/>
      <p:bold r:id="rId51"/>
      <p:italic r:id="rId52"/>
      <p:boldItalic r:id="rId53"/>
    </p:embeddedFont>
    <p:embeddedFont>
      <p:font typeface="Montserrat ExtraBold"/>
      <p:bold r:id="rId54"/>
      <p:boldItalic r:id="rId5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MontserratSemiBold-regular.fntdata"/><Relationship Id="rId42" Type="http://schemas.openxmlformats.org/officeDocument/2006/relationships/font" Target="fonts/MontserratSemiBold-italic.fntdata"/><Relationship Id="rId41" Type="http://schemas.openxmlformats.org/officeDocument/2006/relationships/font" Target="fonts/MontserratSemiBold-bold.fntdata"/><Relationship Id="rId44" Type="http://schemas.openxmlformats.org/officeDocument/2006/relationships/font" Target="fonts/Montserrat-regular.fntdata"/><Relationship Id="rId43" Type="http://schemas.openxmlformats.org/officeDocument/2006/relationships/font" Target="fonts/MontserratSemiBold-boldItalic.fntdata"/><Relationship Id="rId46" Type="http://schemas.openxmlformats.org/officeDocument/2006/relationships/font" Target="fonts/Montserrat-italic.fntdata"/><Relationship Id="rId45" Type="http://schemas.openxmlformats.org/officeDocument/2006/relationships/font" Target="fonts/Montserrat-bold.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font" Target="fonts/MontserratBlack-bold.fntdata"/><Relationship Id="rId47" Type="http://schemas.openxmlformats.org/officeDocument/2006/relationships/font" Target="fonts/Montserrat-boldItalic.fntdata"/><Relationship Id="rId49" Type="http://schemas.openxmlformats.org/officeDocument/2006/relationships/font" Target="fonts/MontserratBlack-boldItalic.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font" Target="fonts/MontserratMedium-bold.fntdata"/><Relationship Id="rId50" Type="http://schemas.openxmlformats.org/officeDocument/2006/relationships/font" Target="fonts/MontserratMedium-regular.fntdata"/><Relationship Id="rId53" Type="http://schemas.openxmlformats.org/officeDocument/2006/relationships/font" Target="fonts/MontserratMedium-boldItalic.fntdata"/><Relationship Id="rId52" Type="http://schemas.openxmlformats.org/officeDocument/2006/relationships/font" Target="fonts/MontserratMedium-italic.fntdata"/><Relationship Id="rId11" Type="http://schemas.openxmlformats.org/officeDocument/2006/relationships/slide" Target="slides/slide7.xml"/><Relationship Id="rId55" Type="http://schemas.openxmlformats.org/officeDocument/2006/relationships/font" Target="fonts/MontserratExtraBold-boldItalic.fntdata"/><Relationship Id="rId10" Type="http://schemas.openxmlformats.org/officeDocument/2006/relationships/slide" Target="slides/slide6.xml"/><Relationship Id="rId54" Type="http://schemas.openxmlformats.org/officeDocument/2006/relationships/font" Target="fonts/MontserratExtraBold-bold.fntdata"/><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h5a873ddbba0cf038_2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h5a873ddbba0cf038_2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16" name="Google Shape;16;h5a873ddbba0cf038_2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h5a873ddbba0cf038_2_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h5a873ddbba0cf038_2_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26" name="Google Shape;26;h5a873ddbba0cf038_2_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h5a873ddbba0cf038_2_10: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h5a873ddbba0cf038_2_10: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37" name="Google Shape;37;h5a873ddbba0cf038_2_10: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h5a873ddbba0cf038_2_2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h5a873ddbba0cf038_2_2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4" name="Google Shape;54;h5a873ddbba0cf038_2_2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h5a873ddbba0cf038_2_42: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 name="Google Shape;70;h5a873ddbba0cf038_2_42: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1" name="Google Shape;71;h5a873ddbba0cf038_2_42: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h5a873ddbba0cf038_2_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h5a873ddbba0cf038_2_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h5a873ddbba0cf038_2_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h5696575953dbcafd_0_3:notes"/>
          <p:cNvSpPr/>
          <p:nvPr>
            <p:ph idx="2" type="sldImg"/>
          </p:nvPr>
        </p:nvSpPr>
        <p:spPr>
          <a:xfrm>
            <a:off x="51435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8" name="Google Shape;178;h5696575953dbcafd_0_3:notes"/>
          <p:cNvSpPr txBox="1"/>
          <p:nvPr>
            <p:ph idx="1" type="body"/>
          </p:nvPr>
        </p:nvSpPr>
        <p:spPr>
          <a:xfrm>
            <a:off x="514350" y="3300413"/>
            <a:ext cx="4114800" cy="2700600"/>
          </a:xfrm>
          <a:prstGeom prst="rect">
            <a:avLst/>
          </a:prstGeom>
          <a:noFill/>
          <a:ln>
            <a:noFill/>
          </a:ln>
        </p:spPr>
        <p:txBody>
          <a:bodyPr anchorCtr="0" anchor="t" bIns="34275" lIns="68575" spcFirstLastPara="1" rIns="68575" wrap="square" tIns="34275">
            <a:noAutofit/>
          </a:bodyPr>
          <a:lstStyle/>
          <a:p>
            <a:pPr indent="0" lvl="0" marL="0" rtl="0" algn="l">
              <a:lnSpc>
                <a:spcPct val="100000"/>
              </a:lnSpc>
              <a:spcBef>
                <a:spcPts val="0"/>
              </a:spcBef>
              <a:spcAft>
                <a:spcPts val="0"/>
              </a:spcAft>
              <a:buSzPts val="1400"/>
              <a:buNone/>
            </a:pPr>
            <a:r>
              <a:t/>
            </a:r>
            <a:endParaRPr/>
          </a:p>
        </p:txBody>
      </p:sp>
      <p:sp>
        <p:nvSpPr>
          <p:cNvPr id="179" name="Google Shape;179;h5696575953dbcafd_0_3:notes"/>
          <p:cNvSpPr txBox="1"/>
          <p:nvPr>
            <p:ph idx="12" type="sldNum"/>
          </p:nvPr>
        </p:nvSpPr>
        <p:spPr>
          <a:xfrm>
            <a:off x="2913460" y="6513910"/>
            <a:ext cx="2229000" cy="344100"/>
          </a:xfrm>
          <a:prstGeom prst="rect">
            <a:avLst/>
          </a:prstGeom>
          <a:noFill/>
          <a:ln>
            <a:noFill/>
          </a:ln>
        </p:spPr>
        <p:txBody>
          <a:bodyPr anchorCtr="0" anchor="b" bIns="34275" lIns="68575" spcFirstLastPara="1" rIns="68575" wrap="square" tIns="34275">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h5696575953dbcafd_0_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h5696575953dbcafd_0_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9" name="Google Shape;209;h5696575953dbcafd_0_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h5a873ddbba0cf038_2_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 name="Google Shape;218;h5a873ddbba0cf038_2_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9" name="Google Shape;219;h5a873ddbba0cf038_2_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h5a873ddbba0cf038_2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h5a873ddbba0cf038_2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h5a873ddbba0cf038_2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5a873ddbba0cf038_2_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h5a873ddbba0cf038_2_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h5a873ddbba0cf038_2_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h5a873ddbba0cf038_2_2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h5a873ddbba0cf038_2_2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9" name="Google Shape;279;h5a873ddbba0cf038_2_2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8" name="Google Shape;28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h5a873ddbba0cf038_2_2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h5a873ddbba0cf038_2_2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h5a873ddbba0cf038_2_2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h5a873ddbba0cf038_2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0" name="Google Shape;340;h5a873ddbba0cf038_2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341" name="Google Shape;341;h5a873ddbba0cf038_2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h5a873ddbba0cf038_2_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 name="Google Shape;358;h5a873ddbba0cf038_2_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359" name="Google Shape;359;h5a873ddbba0cf038_2_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h5a873ddbba0cf038_2_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h5a873ddbba0cf038_2_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377" name="Google Shape;377;h5a873ddbba0cf038_2_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h5a873ddbba0cf038_2_3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h5a873ddbba0cf038_2_3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395" name="Google Shape;395;h5a873ddbba0cf038_2_3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h5a873ddbba0cf038_2_3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2" name="Google Shape;412;h5a873ddbba0cf038_2_3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13" name="Google Shape;413;h5a873ddbba0cf038_2_3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h5a873ddbba0cf038_2_3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h5a873ddbba0cf038_2_3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h5a873ddbba0cf038_2_3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0" name="Google Shape;44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h5a873ddbba0cf038_2_4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0" name="Google Shape;460;h5a873ddbba0cf038_2_4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h5a873ddbba0cf038_2_5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 name="Google Shape;470;h5a873ddbba0cf038_2_5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h5a873ddbba0cf038_2_5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h5a873ddbba0cf038_2_4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0" name="Google Shape;480;h5a873ddbba0cf038_2_4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L11 · COMPARATIVA — Qué entrega NEO frente a qué ejecuta el cliente, o antes/después. Nunca más de dos columnas.</a:t>
            </a:r>
            <a:endParaRPr/>
          </a:p>
        </p:txBody>
      </p:sp>
      <p:sp>
        <p:nvSpPr>
          <p:cNvPr id="481" name="Google Shape;481;h5a873ddbba0cf038_2_4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h5a873ddbba0cf038_2_4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6" name="Google Shape;506;h5a873ddbba0cf038_2_4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7" name="Google Shape;507;h5a873ddbba0cf038_2_4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h5a873ddbba0cf038_2_43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6" name="Google Shape;516;h5a873ddbba0cf038_2_43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17" name="Google Shape;517;h5a873ddbba0cf038_2_43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h5a873ddbba0cf038_2_6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 name="Google Shape;559;h5a873ddbba0cf038_2_6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0" name="Google Shape;560;h5a873ddbba0cf038_2_6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h5a873ddbba0cf038_2_66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 name="Google Shape;590;h5a873ddbba0cf038_2_66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91" name="Google Shape;591;h5a873ddbba0cf038_2_66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h5a873ddbba0cf038_2_680: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8" name="Google Shape;608;h5a873ddbba0cf038_2_680: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09" name="Google Shape;609;h5a873ddbba0cf038_2_680: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h5a873ddbba0cf038_2_5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0" name="Google Shape;630;h5a873ddbba0cf038_2_5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1" name="Google Shape;631;h5a873ddbba0cf038_2_5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h5a873ddbba0cf038_2_5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0" name="Google Shape;640;h5a873ddbba0cf038_2_5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1" name="Google Shape;641;h5a873ddbba0cf038_2_5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h5a873ddbba0cf038_2_70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h5a873ddbba0cf038_2_70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63" name="Google Shape;663;h5a873ddbba0cf038_2_70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h5a873ddbba0cf038_2_714: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h5a873ddbba0cf038_2_714: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73" name="Google Shape;673;h5a873ddbba0cf038_2_714: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h5a873ddbba0cf038_2_738: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7" name="Google Shape;697;h5a873ddbba0cf038_2_738: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98" name="Google Shape;698;h5a873ddbba0cf038_2_738: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10" name="Shape 10"/>
        <p:cNvGrpSpPr/>
        <p:nvPr/>
      </p:nvGrpSpPr>
      <p:grpSpPr>
        <a:xfrm>
          <a:off x="0" y="0"/>
          <a:ext cx="0" cy="0"/>
          <a:chOff x="0" y="0"/>
          <a:chExt cx="0" cy="0"/>
        </a:xfrm>
      </p:grpSpPr>
      <p:sp>
        <p:nvSpPr>
          <p:cNvPr id="11" name="Google Shape;11;p2"/>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12" name="Google Shape;12;p2"/>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40" Type="http://schemas.openxmlformats.org/officeDocument/2006/relationships/image" Target="../media/image45.png"/><Relationship Id="rId20" Type="http://schemas.openxmlformats.org/officeDocument/2006/relationships/image" Target="../media/image22.png"/><Relationship Id="rId42" Type="http://schemas.openxmlformats.org/officeDocument/2006/relationships/image" Target="../media/image63.png"/><Relationship Id="rId41" Type="http://schemas.openxmlformats.org/officeDocument/2006/relationships/image" Target="../media/image47.png"/><Relationship Id="rId22" Type="http://schemas.openxmlformats.org/officeDocument/2006/relationships/image" Target="../media/image28.png"/><Relationship Id="rId44" Type="http://schemas.openxmlformats.org/officeDocument/2006/relationships/image" Target="../media/image53.png"/><Relationship Id="rId21" Type="http://schemas.openxmlformats.org/officeDocument/2006/relationships/image" Target="../media/image29.png"/><Relationship Id="rId43" Type="http://schemas.openxmlformats.org/officeDocument/2006/relationships/image" Target="../media/image51.png"/><Relationship Id="rId24" Type="http://schemas.openxmlformats.org/officeDocument/2006/relationships/image" Target="../media/image35.png"/><Relationship Id="rId23" Type="http://schemas.openxmlformats.org/officeDocument/2006/relationships/image" Target="../media/image32.png"/><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23.png"/><Relationship Id="rId9" Type="http://schemas.openxmlformats.org/officeDocument/2006/relationships/image" Target="../media/image18.png"/><Relationship Id="rId26" Type="http://schemas.openxmlformats.org/officeDocument/2006/relationships/image" Target="../media/image34.png"/><Relationship Id="rId25" Type="http://schemas.openxmlformats.org/officeDocument/2006/relationships/image" Target="../media/image48.png"/><Relationship Id="rId28" Type="http://schemas.openxmlformats.org/officeDocument/2006/relationships/image" Target="../media/image38.png"/><Relationship Id="rId27" Type="http://schemas.openxmlformats.org/officeDocument/2006/relationships/image" Target="../media/image33.png"/><Relationship Id="rId5" Type="http://schemas.openxmlformats.org/officeDocument/2006/relationships/image" Target="../media/image13.png"/><Relationship Id="rId6" Type="http://schemas.openxmlformats.org/officeDocument/2006/relationships/image" Target="../media/image12.png"/><Relationship Id="rId29" Type="http://schemas.openxmlformats.org/officeDocument/2006/relationships/image" Target="../media/image36.png"/><Relationship Id="rId7" Type="http://schemas.openxmlformats.org/officeDocument/2006/relationships/image" Target="../media/image16.png"/><Relationship Id="rId8" Type="http://schemas.openxmlformats.org/officeDocument/2006/relationships/image" Target="../media/image15.png"/><Relationship Id="rId31" Type="http://schemas.openxmlformats.org/officeDocument/2006/relationships/image" Target="../media/image44.png"/><Relationship Id="rId30" Type="http://schemas.openxmlformats.org/officeDocument/2006/relationships/image" Target="../media/image49.png"/><Relationship Id="rId11" Type="http://schemas.openxmlformats.org/officeDocument/2006/relationships/image" Target="../media/image19.png"/><Relationship Id="rId33" Type="http://schemas.openxmlformats.org/officeDocument/2006/relationships/image" Target="../media/image41.png"/><Relationship Id="rId10" Type="http://schemas.openxmlformats.org/officeDocument/2006/relationships/image" Target="../media/image31.png"/><Relationship Id="rId32" Type="http://schemas.openxmlformats.org/officeDocument/2006/relationships/image" Target="../media/image39.png"/><Relationship Id="rId13" Type="http://schemas.openxmlformats.org/officeDocument/2006/relationships/image" Target="../media/image24.png"/><Relationship Id="rId35" Type="http://schemas.openxmlformats.org/officeDocument/2006/relationships/image" Target="../media/image42.png"/><Relationship Id="rId12" Type="http://schemas.openxmlformats.org/officeDocument/2006/relationships/image" Target="../media/image27.png"/><Relationship Id="rId34" Type="http://schemas.openxmlformats.org/officeDocument/2006/relationships/image" Target="../media/image37.png"/><Relationship Id="rId15" Type="http://schemas.openxmlformats.org/officeDocument/2006/relationships/image" Target="../media/image17.png"/><Relationship Id="rId37" Type="http://schemas.openxmlformats.org/officeDocument/2006/relationships/image" Target="../media/image46.png"/><Relationship Id="rId14" Type="http://schemas.openxmlformats.org/officeDocument/2006/relationships/image" Target="../media/image20.png"/><Relationship Id="rId36" Type="http://schemas.openxmlformats.org/officeDocument/2006/relationships/image" Target="../media/image50.png"/><Relationship Id="rId17" Type="http://schemas.openxmlformats.org/officeDocument/2006/relationships/image" Target="../media/image21.png"/><Relationship Id="rId39" Type="http://schemas.openxmlformats.org/officeDocument/2006/relationships/image" Target="../media/image52.png"/><Relationship Id="rId16" Type="http://schemas.openxmlformats.org/officeDocument/2006/relationships/image" Target="../media/image30.png"/><Relationship Id="rId38" Type="http://schemas.openxmlformats.org/officeDocument/2006/relationships/image" Target="../media/image43.png"/><Relationship Id="rId19" Type="http://schemas.openxmlformats.org/officeDocument/2006/relationships/image" Target="../media/image26.png"/><Relationship Id="rId18" Type="http://schemas.openxmlformats.org/officeDocument/2006/relationships/image" Target="../media/image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59.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5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5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pn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58.png"/><Relationship Id="rId4" Type="http://schemas.openxmlformats.org/officeDocument/2006/relationships/image" Target="../media/image54.png"/><Relationship Id="rId5" Type="http://schemas.openxmlformats.org/officeDocument/2006/relationships/image" Target="../media/image5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hyperlink" Target="https://calendar.app.google/1maZfBCTfF8Utm1U6" TargetMode="External"/><Relationship Id="rId6"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7" name="Shape 17"/>
        <p:cNvGrpSpPr/>
        <p:nvPr/>
      </p:nvGrpSpPr>
      <p:grpSpPr>
        <a:xfrm>
          <a:off x="0" y="0"/>
          <a:ext cx="0" cy="0"/>
          <a:chOff x="0" y="0"/>
          <a:chExt cx="0" cy="0"/>
        </a:xfrm>
      </p:grpSpPr>
      <p:pic>
        <p:nvPicPr>
          <p:cNvPr descr="bg-dark-glow.png" id="18" name="Google Shape;18;p3"/>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19" name="Google Shape;19;p3"/>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20" name="Google Shape;20;p3"/>
          <p:cNvSpPr txBox="1"/>
          <p:nvPr/>
        </p:nvSpPr>
        <p:spPr>
          <a:xfrm>
            <a:off x="3556000" y="4607805"/>
            <a:ext cx="2031900" cy="1854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1" name="Google Shape;21;p3"/>
          <p:cNvSpPr txBox="1"/>
          <p:nvPr/>
        </p:nvSpPr>
        <p:spPr>
          <a:xfrm>
            <a:off x="571500" y="2159000"/>
            <a:ext cx="8001000" cy="642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Neo Consulting</a:t>
            </a:r>
            <a:endParaRPr b="0" i="0" sz="1400" u="none" cap="none" strike="noStrike">
              <a:solidFill>
                <a:srgbClr val="000000"/>
              </a:solidFill>
              <a:latin typeface="Arial"/>
              <a:ea typeface="Arial"/>
              <a:cs typeface="Arial"/>
              <a:sym typeface="Arial"/>
            </a:endParaRPr>
          </a:p>
        </p:txBody>
      </p:sp>
      <p:sp>
        <p:nvSpPr>
          <p:cNvPr id="22" name="Google Shape;22;p3"/>
          <p:cNvSpPr txBox="1"/>
          <p:nvPr/>
        </p:nvSpPr>
        <p:spPr>
          <a:xfrm>
            <a:off x="571500" y="2979425"/>
            <a:ext cx="8001000" cy="445500"/>
          </a:xfrm>
          <a:prstGeom prst="rect">
            <a:avLst/>
          </a:prstGeom>
          <a:noFill/>
          <a:ln>
            <a:noFill/>
          </a:ln>
        </p:spPr>
        <p:txBody>
          <a:bodyPr anchorCtr="0" anchor="t" bIns="0" lIns="0" spcFirstLastPara="1" rIns="0" wrap="square" tIns="0">
            <a:noAutofit/>
          </a:bodyPr>
          <a:lstStyle/>
          <a:p>
            <a:pPr indent="0" lvl="0" marL="0" marR="0" rtl="0" algn="ctr">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7" name="Shape 27"/>
        <p:cNvGrpSpPr/>
        <p:nvPr/>
      </p:nvGrpSpPr>
      <p:grpSpPr>
        <a:xfrm>
          <a:off x="0" y="0"/>
          <a:ext cx="0" cy="0"/>
          <a:chOff x="0" y="0"/>
          <a:chExt cx="0" cy="0"/>
        </a:xfrm>
      </p:grpSpPr>
      <p:pic>
        <p:nvPicPr>
          <p:cNvPr descr="bg-dark-glow.png" id="28" name="Google Shape;28;p4"/>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9" name="Google Shape;29;p4"/>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30" name="Google Shape;30;p4"/>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31" name="Google Shape;31;p4"/>
          <p:cNvSpPr txBox="1"/>
          <p:nvPr/>
        </p:nvSpPr>
        <p:spPr>
          <a:xfrm>
            <a:off x="571500" y="1915513"/>
            <a:ext cx="8001000" cy="125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4500"/>
              <a:buFont typeface="Arial"/>
              <a:buNone/>
            </a:pPr>
            <a:r>
              <a:rPr b="0" lang="en-US" sz="4500" u="none" cap="none" strike="noStrike">
                <a:solidFill>
                  <a:srgbClr val="FFFFFF"/>
                </a:solidFill>
                <a:latin typeface="Montserrat ExtraBold"/>
                <a:ea typeface="Montserrat ExtraBold"/>
                <a:cs typeface="Montserrat ExtraBold"/>
                <a:sym typeface="Montserrat ExtraBold"/>
              </a:rPr>
              <a:t>Nombre del servicio</a:t>
            </a:r>
            <a:endParaRPr b="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4500"/>
              <a:buFont typeface="Arial"/>
              <a:buNone/>
            </a:pPr>
            <a:r>
              <a:rPr b="0" i="1" lang="en-US" sz="4500" u="none" cap="none" strike="noStrike">
                <a:solidFill>
                  <a:srgbClr val="9AAFFE"/>
                </a:solidFill>
                <a:latin typeface="Montserrat Black"/>
                <a:ea typeface="Montserrat Black"/>
                <a:cs typeface="Montserrat Black"/>
                <a:sym typeface="Montserrat Black"/>
              </a:rPr>
              <a:t>Área o alcance</a:t>
            </a:r>
            <a:endParaRPr b="0" i="1" sz="1400" u="none" cap="none" strike="noStrike">
              <a:solidFill>
                <a:srgbClr val="9AAFFE"/>
              </a:solidFill>
              <a:latin typeface="Arial"/>
              <a:ea typeface="Arial"/>
              <a:cs typeface="Arial"/>
              <a:sym typeface="Arial"/>
            </a:endParaRPr>
          </a:p>
        </p:txBody>
      </p:sp>
      <p:sp>
        <p:nvSpPr>
          <p:cNvPr id="32" name="Google Shape;32;p4"/>
          <p:cNvSpPr txBox="1"/>
          <p:nvPr/>
        </p:nvSpPr>
        <p:spPr>
          <a:xfrm>
            <a:off x="571500" y="1554833"/>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PROPUESTA</a:t>
            </a:r>
            <a:endParaRPr b="0" i="0" sz="1400" u="none" cap="none" strike="noStrike">
              <a:solidFill>
                <a:srgbClr val="000000"/>
              </a:solidFill>
              <a:latin typeface="Arial"/>
              <a:ea typeface="Arial"/>
              <a:cs typeface="Arial"/>
              <a:sym typeface="Arial"/>
            </a:endParaRPr>
          </a:p>
        </p:txBody>
      </p:sp>
      <p:sp>
        <p:nvSpPr>
          <p:cNvPr id="33" name="Google Shape;33;p4"/>
          <p:cNvSpPr txBox="1"/>
          <p:nvPr/>
        </p:nvSpPr>
        <p:spPr>
          <a:xfrm>
            <a:off x="571500" y="3353153"/>
            <a:ext cx="4800600" cy="2355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8" name="Shape 38"/>
        <p:cNvGrpSpPr/>
        <p:nvPr/>
      </p:nvGrpSpPr>
      <p:grpSpPr>
        <a:xfrm>
          <a:off x="0" y="0"/>
          <a:ext cx="0" cy="0"/>
          <a:chOff x="0" y="0"/>
          <a:chExt cx="0" cy="0"/>
        </a:xfrm>
      </p:grpSpPr>
      <p:pic>
        <p:nvPicPr>
          <p:cNvPr descr="preencoded.png" id="39" name="Google Shape;39;p5"/>
          <p:cNvPicPr preferRelativeResize="0"/>
          <p:nvPr/>
        </p:nvPicPr>
        <p:blipFill rotWithShape="1">
          <a:blip r:embed="rId3">
            <a:alphaModFix/>
          </a:blip>
          <a:srcRect b="0" l="0" r="0" t="0"/>
          <a:stretch/>
        </p:blipFill>
        <p:spPr>
          <a:xfrm>
            <a:off x="485775" y="2562225"/>
            <a:ext cx="8172451" cy="1576387"/>
          </a:xfrm>
          <a:prstGeom prst="rect">
            <a:avLst/>
          </a:prstGeom>
          <a:noFill/>
          <a:ln>
            <a:noFill/>
          </a:ln>
        </p:spPr>
      </p:pic>
      <p:sp>
        <p:nvSpPr>
          <p:cNvPr id="40" name="Google Shape;40;p5"/>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41" name="Google Shape;41;p5"/>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42" name="Google Shape;42;p5"/>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43" name="Google Shape;43;p5"/>
          <p:cNvSpPr/>
          <p:nvPr/>
        </p:nvSpPr>
        <p:spPr>
          <a:xfrm>
            <a:off x="723900" y="2771775"/>
            <a:ext cx="1509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44" name="Google Shape;44;p5"/>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45" name="Google Shape;45;p5"/>
          <p:cNvSpPr/>
          <p:nvPr/>
        </p:nvSpPr>
        <p:spPr>
          <a:xfrm>
            <a:off x="2762250" y="2771775"/>
            <a:ext cx="1609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46" name="Google Shape;46;p5"/>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47" name="Google Shape;47;p5"/>
          <p:cNvSpPr/>
          <p:nvPr/>
        </p:nvSpPr>
        <p:spPr>
          <a:xfrm>
            <a:off x="4800600" y="2771775"/>
            <a:ext cx="1593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48" name="Google Shape;48;p5"/>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49" name="Google Shape;49;p5"/>
          <p:cNvSpPr/>
          <p:nvPr/>
        </p:nvSpPr>
        <p:spPr>
          <a:xfrm>
            <a:off x="6838950" y="2771775"/>
            <a:ext cx="1663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50" name="Google Shape;50;p5"/>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5" name="Shape 55"/>
        <p:cNvGrpSpPr/>
        <p:nvPr/>
      </p:nvGrpSpPr>
      <p:grpSpPr>
        <a:xfrm>
          <a:off x="0" y="0"/>
          <a:ext cx="0" cy="0"/>
          <a:chOff x="0" y="0"/>
          <a:chExt cx="0" cy="0"/>
        </a:xfrm>
      </p:grpSpPr>
      <p:pic>
        <p:nvPicPr>
          <p:cNvPr descr="preencoded.png" id="56" name="Google Shape;56;p6"/>
          <p:cNvPicPr preferRelativeResize="0"/>
          <p:nvPr/>
        </p:nvPicPr>
        <p:blipFill rotWithShape="1">
          <a:blip r:embed="rId3">
            <a:alphaModFix/>
          </a:blip>
          <a:srcRect b="0" l="0" r="0" t="0"/>
          <a:stretch/>
        </p:blipFill>
        <p:spPr>
          <a:xfrm>
            <a:off x="1896363" y="2321613"/>
            <a:ext cx="2712793" cy="971509"/>
          </a:xfrm>
          <a:prstGeom prst="rect">
            <a:avLst/>
          </a:prstGeom>
          <a:noFill/>
          <a:ln>
            <a:noFill/>
          </a:ln>
        </p:spPr>
      </p:pic>
      <p:pic>
        <p:nvPicPr>
          <p:cNvPr descr="preencoded.png" id="57" name="Google Shape;57;p6"/>
          <p:cNvPicPr preferRelativeResize="0"/>
          <p:nvPr/>
        </p:nvPicPr>
        <p:blipFill rotWithShape="1">
          <a:blip r:embed="rId3">
            <a:alphaModFix/>
          </a:blip>
          <a:srcRect b="0" l="0" r="0" t="0"/>
          <a:stretch/>
        </p:blipFill>
        <p:spPr>
          <a:xfrm>
            <a:off x="4534849" y="2321613"/>
            <a:ext cx="2712793" cy="971509"/>
          </a:xfrm>
          <a:prstGeom prst="rect">
            <a:avLst/>
          </a:prstGeom>
          <a:noFill/>
          <a:ln>
            <a:noFill/>
          </a:ln>
        </p:spPr>
      </p:pic>
      <p:pic>
        <p:nvPicPr>
          <p:cNvPr descr="preencoded.png" id="58" name="Google Shape;58;p6"/>
          <p:cNvPicPr preferRelativeResize="0"/>
          <p:nvPr/>
        </p:nvPicPr>
        <p:blipFill rotWithShape="1">
          <a:blip r:embed="rId3">
            <a:alphaModFix/>
          </a:blip>
          <a:srcRect b="0" l="0" r="0" t="0"/>
          <a:stretch/>
        </p:blipFill>
        <p:spPr>
          <a:xfrm>
            <a:off x="1896363" y="3213490"/>
            <a:ext cx="2712793" cy="971509"/>
          </a:xfrm>
          <a:prstGeom prst="rect">
            <a:avLst/>
          </a:prstGeom>
          <a:noFill/>
          <a:ln>
            <a:noFill/>
          </a:ln>
        </p:spPr>
      </p:pic>
      <p:pic>
        <p:nvPicPr>
          <p:cNvPr descr="preencoded.png" id="59" name="Google Shape;59;p6"/>
          <p:cNvPicPr preferRelativeResize="0"/>
          <p:nvPr/>
        </p:nvPicPr>
        <p:blipFill rotWithShape="1">
          <a:blip r:embed="rId3">
            <a:alphaModFix/>
          </a:blip>
          <a:srcRect b="0" l="0" r="0" t="0"/>
          <a:stretch/>
        </p:blipFill>
        <p:spPr>
          <a:xfrm>
            <a:off x="4534849" y="3213490"/>
            <a:ext cx="2712793" cy="971509"/>
          </a:xfrm>
          <a:prstGeom prst="rect">
            <a:avLst/>
          </a:prstGeom>
          <a:noFill/>
          <a:ln>
            <a:noFill/>
          </a:ln>
        </p:spPr>
      </p:pic>
      <p:sp>
        <p:nvSpPr>
          <p:cNvPr id="60" name="Google Shape;60;p6"/>
          <p:cNvSpPr/>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1" name="Google Shape;61;p6"/>
          <p:cNvSpPr/>
          <p:nvPr/>
        </p:nvSpPr>
        <p:spPr>
          <a:xfrm>
            <a:off x="571500" y="1088390"/>
            <a:ext cx="4591200" cy="3288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partners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62" name="Google Shape;62;p6"/>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63" name="Google Shape;63;p6"/>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D5BFF"/>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64" name="Google Shape;64;p6"/>
          <p:cNvPicPr preferRelativeResize="0"/>
          <p:nvPr/>
        </p:nvPicPr>
        <p:blipFill rotWithShape="1">
          <a:blip r:embed="rId4">
            <a:alphaModFix/>
          </a:blip>
          <a:srcRect b="0" l="0" r="0" t="0"/>
          <a:stretch/>
        </p:blipFill>
        <p:spPr>
          <a:xfrm>
            <a:off x="2239304" y="2409215"/>
            <a:ext cx="2026927" cy="716700"/>
          </a:xfrm>
          <a:prstGeom prst="rect">
            <a:avLst/>
          </a:prstGeom>
          <a:noFill/>
          <a:ln>
            <a:noFill/>
          </a:ln>
        </p:spPr>
      </p:pic>
      <p:pic>
        <p:nvPicPr>
          <p:cNvPr id="65" name="Google Shape;65;p6"/>
          <p:cNvPicPr preferRelativeResize="0"/>
          <p:nvPr/>
        </p:nvPicPr>
        <p:blipFill rotWithShape="1">
          <a:blip r:embed="rId5">
            <a:alphaModFix/>
          </a:blip>
          <a:srcRect b="0" l="0" r="0" t="0"/>
          <a:stretch/>
        </p:blipFill>
        <p:spPr>
          <a:xfrm>
            <a:off x="2166391" y="3304477"/>
            <a:ext cx="2223934" cy="716701"/>
          </a:xfrm>
          <a:prstGeom prst="rect">
            <a:avLst/>
          </a:prstGeom>
          <a:noFill/>
          <a:ln>
            <a:noFill/>
          </a:ln>
        </p:spPr>
      </p:pic>
      <p:pic>
        <p:nvPicPr>
          <p:cNvPr descr="preencoded.png" id="66" name="Google Shape;66;p6"/>
          <p:cNvPicPr preferRelativeResize="0"/>
          <p:nvPr/>
        </p:nvPicPr>
        <p:blipFill rotWithShape="1">
          <a:blip r:embed="rId6">
            <a:alphaModFix/>
          </a:blip>
          <a:srcRect b="0" l="0" r="0" t="0"/>
          <a:stretch/>
        </p:blipFill>
        <p:spPr>
          <a:xfrm>
            <a:off x="5475486" y="2351794"/>
            <a:ext cx="831543" cy="831543"/>
          </a:xfrm>
          <a:prstGeom prst="rect">
            <a:avLst/>
          </a:prstGeom>
          <a:noFill/>
          <a:ln>
            <a:noFill/>
          </a:ln>
        </p:spPr>
      </p:pic>
      <p:pic>
        <p:nvPicPr>
          <p:cNvPr id="67" name="Google Shape;67;p6"/>
          <p:cNvPicPr preferRelativeResize="0"/>
          <p:nvPr/>
        </p:nvPicPr>
        <p:blipFill rotWithShape="1">
          <a:blip r:embed="rId7">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2" name="Shape 72"/>
        <p:cNvGrpSpPr/>
        <p:nvPr/>
      </p:nvGrpSpPr>
      <p:grpSpPr>
        <a:xfrm>
          <a:off x="0" y="0"/>
          <a:ext cx="0" cy="0"/>
          <a:chOff x="0" y="0"/>
          <a:chExt cx="0" cy="0"/>
        </a:xfrm>
      </p:grpSpPr>
      <p:pic>
        <p:nvPicPr>
          <p:cNvPr descr="preencoded.png" id="73" name="Google Shape;73;p7"/>
          <p:cNvPicPr preferRelativeResize="0"/>
          <p:nvPr/>
        </p:nvPicPr>
        <p:blipFill rotWithShape="1">
          <a:blip r:embed="rId3">
            <a:alphaModFix/>
          </a:blip>
          <a:srcRect b="0" l="0" r="0" t="0"/>
          <a:stretch/>
        </p:blipFill>
        <p:spPr>
          <a:xfrm>
            <a:off x="671778" y="1604977"/>
            <a:ext cx="2647044" cy="1387196"/>
          </a:xfrm>
          <a:prstGeom prst="rect">
            <a:avLst/>
          </a:prstGeom>
          <a:noFill/>
          <a:ln>
            <a:noFill/>
          </a:ln>
        </p:spPr>
      </p:pic>
      <p:pic>
        <p:nvPicPr>
          <p:cNvPr descr="preencoded.png" id="74" name="Google Shape;74;p7"/>
          <p:cNvPicPr preferRelativeResize="0"/>
          <p:nvPr/>
        </p:nvPicPr>
        <p:blipFill rotWithShape="1">
          <a:blip r:embed="rId3">
            <a:alphaModFix/>
          </a:blip>
          <a:srcRect b="0" l="0" r="0" t="0"/>
          <a:stretch/>
        </p:blipFill>
        <p:spPr>
          <a:xfrm>
            <a:off x="3246052" y="1604977"/>
            <a:ext cx="2647044" cy="1387196"/>
          </a:xfrm>
          <a:prstGeom prst="rect">
            <a:avLst/>
          </a:prstGeom>
          <a:noFill/>
          <a:ln>
            <a:noFill/>
          </a:ln>
        </p:spPr>
      </p:pic>
      <p:pic>
        <p:nvPicPr>
          <p:cNvPr descr="preencoded.png" id="75" name="Google Shape;75;p7"/>
          <p:cNvPicPr preferRelativeResize="0"/>
          <p:nvPr/>
        </p:nvPicPr>
        <p:blipFill rotWithShape="1">
          <a:blip r:embed="rId4">
            <a:alphaModFix/>
          </a:blip>
          <a:srcRect b="0" l="0" r="0" t="0"/>
          <a:stretch/>
        </p:blipFill>
        <p:spPr>
          <a:xfrm>
            <a:off x="5820326" y="1604977"/>
            <a:ext cx="2651593" cy="1387196"/>
          </a:xfrm>
          <a:prstGeom prst="rect">
            <a:avLst/>
          </a:prstGeom>
          <a:noFill/>
          <a:ln>
            <a:noFill/>
          </a:ln>
        </p:spPr>
      </p:pic>
      <p:pic>
        <p:nvPicPr>
          <p:cNvPr descr="preencoded.png" id="76" name="Google Shape;76;p7"/>
          <p:cNvPicPr preferRelativeResize="0"/>
          <p:nvPr/>
        </p:nvPicPr>
        <p:blipFill rotWithShape="1">
          <a:blip r:embed="rId3">
            <a:alphaModFix/>
          </a:blip>
          <a:srcRect b="0" l="0" r="0" t="0"/>
          <a:stretch/>
        </p:blipFill>
        <p:spPr>
          <a:xfrm>
            <a:off x="671778" y="3019463"/>
            <a:ext cx="2647044" cy="1387197"/>
          </a:xfrm>
          <a:prstGeom prst="rect">
            <a:avLst/>
          </a:prstGeom>
          <a:noFill/>
          <a:ln>
            <a:noFill/>
          </a:ln>
        </p:spPr>
      </p:pic>
      <p:pic>
        <p:nvPicPr>
          <p:cNvPr descr="preencoded.png" id="77" name="Google Shape;77;p7"/>
          <p:cNvPicPr preferRelativeResize="0"/>
          <p:nvPr/>
        </p:nvPicPr>
        <p:blipFill rotWithShape="1">
          <a:blip r:embed="rId3">
            <a:alphaModFix/>
          </a:blip>
          <a:srcRect b="0" l="0" r="0" t="0"/>
          <a:stretch/>
        </p:blipFill>
        <p:spPr>
          <a:xfrm>
            <a:off x="3246052" y="3019463"/>
            <a:ext cx="2647044" cy="1387197"/>
          </a:xfrm>
          <a:prstGeom prst="rect">
            <a:avLst/>
          </a:prstGeom>
          <a:noFill/>
          <a:ln>
            <a:noFill/>
          </a:ln>
        </p:spPr>
      </p:pic>
      <p:pic>
        <p:nvPicPr>
          <p:cNvPr descr="preencoded.png" id="78" name="Google Shape;78;p7"/>
          <p:cNvPicPr preferRelativeResize="0"/>
          <p:nvPr/>
        </p:nvPicPr>
        <p:blipFill rotWithShape="1">
          <a:blip r:embed="rId4">
            <a:alphaModFix/>
          </a:blip>
          <a:srcRect b="0" l="0" r="0" t="0"/>
          <a:stretch/>
        </p:blipFill>
        <p:spPr>
          <a:xfrm>
            <a:off x="5820326" y="3019463"/>
            <a:ext cx="2651593" cy="1387197"/>
          </a:xfrm>
          <a:prstGeom prst="rect">
            <a:avLst/>
          </a:prstGeom>
          <a:noFill/>
          <a:ln>
            <a:noFill/>
          </a:ln>
        </p:spPr>
      </p:pic>
      <p:sp>
        <p:nvSpPr>
          <p:cNvPr id="79" name="Google Shape;79;p7"/>
          <p:cNvSpPr/>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80" name="Google Shape;80;p7"/>
          <p:cNvSpPr/>
          <p:nvPr/>
        </p:nvSpPr>
        <p:spPr>
          <a:xfrm>
            <a:off x="3619500" y="1016000"/>
            <a:ext cx="4953000" cy="431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81" name="Google Shape;81;p7"/>
          <p:cNvSpPr/>
          <p:nvPr/>
        </p:nvSpPr>
        <p:spPr>
          <a:xfrm>
            <a:off x="571500" y="850900"/>
            <a:ext cx="2857500" cy="1929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82" name="Google Shape;82;p7"/>
          <p:cNvSpPr/>
          <p:nvPr/>
        </p:nvSpPr>
        <p:spPr>
          <a:xfrm>
            <a:off x="571500" y="1088390"/>
            <a:ext cx="2857500" cy="3288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Clientes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83" name="Google Shape;83;p7"/>
          <p:cNvSpPr/>
          <p:nvPr/>
        </p:nvSpPr>
        <p:spPr>
          <a:xfrm>
            <a:off x="722578" y="1732326"/>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84" name="Google Shape;84;p7"/>
          <p:cNvSpPr/>
          <p:nvPr/>
        </p:nvSpPr>
        <p:spPr>
          <a:xfrm>
            <a:off x="3296852" y="1732326"/>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85" name="Google Shape;85;p7"/>
          <p:cNvSpPr/>
          <p:nvPr/>
        </p:nvSpPr>
        <p:spPr>
          <a:xfrm>
            <a:off x="5871126" y="1732326"/>
            <a:ext cx="25500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86" name="Google Shape;86;p7"/>
          <p:cNvSpPr/>
          <p:nvPr/>
        </p:nvSpPr>
        <p:spPr>
          <a:xfrm>
            <a:off x="722578" y="3146812"/>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87" name="Google Shape;87;p7"/>
          <p:cNvSpPr/>
          <p:nvPr/>
        </p:nvSpPr>
        <p:spPr>
          <a:xfrm>
            <a:off x="3296852" y="3146812"/>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88" name="Google Shape;88;p7"/>
          <p:cNvSpPr/>
          <p:nvPr/>
        </p:nvSpPr>
        <p:spPr>
          <a:xfrm>
            <a:off x="5871126" y="3149175"/>
            <a:ext cx="2550000" cy="1386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89" name="Google Shape;89;p7"/>
          <p:cNvPicPr preferRelativeResize="0"/>
          <p:nvPr/>
        </p:nvPicPr>
        <p:blipFill rotWithShape="1">
          <a:blip r:embed="rId5">
            <a:alphaModFix/>
          </a:blip>
          <a:srcRect b="0" l="0" r="0" t="0"/>
          <a:stretch/>
        </p:blipFill>
        <p:spPr>
          <a:xfrm>
            <a:off x="1029584" y="2023753"/>
            <a:ext cx="511655" cy="130571"/>
          </a:xfrm>
          <a:prstGeom prst="rect">
            <a:avLst/>
          </a:prstGeom>
          <a:noFill/>
          <a:ln>
            <a:noFill/>
          </a:ln>
        </p:spPr>
      </p:pic>
      <p:pic>
        <p:nvPicPr>
          <p:cNvPr id="90" name="Google Shape;90;p7"/>
          <p:cNvPicPr preferRelativeResize="0"/>
          <p:nvPr/>
        </p:nvPicPr>
        <p:blipFill rotWithShape="1">
          <a:blip r:embed="rId6">
            <a:alphaModFix/>
          </a:blip>
          <a:srcRect b="0" l="0" r="0" t="0"/>
          <a:stretch/>
        </p:blipFill>
        <p:spPr>
          <a:xfrm>
            <a:off x="1754258" y="2007721"/>
            <a:ext cx="497137" cy="156369"/>
          </a:xfrm>
          <a:prstGeom prst="rect">
            <a:avLst/>
          </a:prstGeom>
          <a:noFill/>
          <a:ln>
            <a:noFill/>
          </a:ln>
        </p:spPr>
      </p:pic>
      <p:pic>
        <p:nvPicPr>
          <p:cNvPr id="91" name="Google Shape;91;p7"/>
          <p:cNvPicPr preferRelativeResize="0"/>
          <p:nvPr/>
        </p:nvPicPr>
        <p:blipFill rotWithShape="1">
          <a:blip r:embed="rId7">
            <a:alphaModFix/>
          </a:blip>
          <a:srcRect b="0" l="0" r="0" t="0"/>
          <a:stretch/>
        </p:blipFill>
        <p:spPr>
          <a:xfrm>
            <a:off x="2393614" y="1940515"/>
            <a:ext cx="606286" cy="316967"/>
          </a:xfrm>
          <a:prstGeom prst="rect">
            <a:avLst/>
          </a:prstGeom>
          <a:noFill/>
          <a:ln>
            <a:noFill/>
          </a:ln>
        </p:spPr>
      </p:pic>
      <p:pic>
        <p:nvPicPr>
          <p:cNvPr id="92" name="Google Shape;92;p7"/>
          <p:cNvPicPr preferRelativeResize="0"/>
          <p:nvPr/>
        </p:nvPicPr>
        <p:blipFill rotWithShape="1">
          <a:blip r:embed="rId8">
            <a:alphaModFix/>
          </a:blip>
          <a:srcRect b="0" l="0" r="0" t="0"/>
          <a:stretch/>
        </p:blipFill>
        <p:spPr>
          <a:xfrm>
            <a:off x="1799861" y="2271336"/>
            <a:ext cx="405951" cy="216314"/>
          </a:xfrm>
          <a:prstGeom prst="rect">
            <a:avLst/>
          </a:prstGeom>
          <a:noFill/>
          <a:ln>
            <a:noFill/>
          </a:ln>
        </p:spPr>
      </p:pic>
      <p:pic>
        <p:nvPicPr>
          <p:cNvPr id="93" name="Google Shape;93;p7"/>
          <p:cNvPicPr preferRelativeResize="0"/>
          <p:nvPr/>
        </p:nvPicPr>
        <p:blipFill rotWithShape="1">
          <a:blip r:embed="rId9">
            <a:alphaModFix/>
          </a:blip>
          <a:srcRect b="0" l="0" r="0" t="0"/>
          <a:stretch/>
        </p:blipFill>
        <p:spPr>
          <a:xfrm>
            <a:off x="2259116" y="2297494"/>
            <a:ext cx="701916" cy="241971"/>
          </a:xfrm>
          <a:prstGeom prst="rect">
            <a:avLst/>
          </a:prstGeom>
          <a:noFill/>
          <a:ln>
            <a:noFill/>
          </a:ln>
        </p:spPr>
      </p:pic>
      <p:pic>
        <p:nvPicPr>
          <p:cNvPr id="94" name="Google Shape;94;p7"/>
          <p:cNvPicPr preferRelativeResize="0"/>
          <p:nvPr/>
        </p:nvPicPr>
        <p:blipFill rotWithShape="1">
          <a:blip r:embed="rId10">
            <a:alphaModFix/>
          </a:blip>
          <a:srcRect b="37814" l="2268" r="3232" t="40187"/>
          <a:stretch/>
        </p:blipFill>
        <p:spPr>
          <a:xfrm>
            <a:off x="1058064" y="2594791"/>
            <a:ext cx="805661" cy="187544"/>
          </a:xfrm>
          <a:prstGeom prst="rect">
            <a:avLst/>
          </a:prstGeom>
          <a:noFill/>
          <a:ln>
            <a:noFill/>
          </a:ln>
        </p:spPr>
      </p:pic>
      <p:pic>
        <p:nvPicPr>
          <p:cNvPr id="95" name="Google Shape;95;p7"/>
          <p:cNvPicPr preferRelativeResize="0"/>
          <p:nvPr/>
        </p:nvPicPr>
        <p:blipFill rotWithShape="1">
          <a:blip r:embed="rId11">
            <a:alphaModFix/>
          </a:blip>
          <a:srcRect b="0" l="0" r="0" t="0"/>
          <a:stretch/>
        </p:blipFill>
        <p:spPr>
          <a:xfrm>
            <a:off x="2030109" y="2594791"/>
            <a:ext cx="920971" cy="156365"/>
          </a:xfrm>
          <a:prstGeom prst="rect">
            <a:avLst/>
          </a:prstGeom>
          <a:noFill/>
          <a:ln>
            <a:noFill/>
          </a:ln>
        </p:spPr>
      </p:pic>
      <p:pic>
        <p:nvPicPr>
          <p:cNvPr id="96" name="Google Shape;96;p7"/>
          <p:cNvPicPr preferRelativeResize="0"/>
          <p:nvPr/>
        </p:nvPicPr>
        <p:blipFill rotWithShape="1">
          <a:blip r:embed="rId12">
            <a:alphaModFix/>
          </a:blip>
          <a:srcRect b="0" l="0" r="0" t="0"/>
          <a:stretch/>
        </p:blipFill>
        <p:spPr>
          <a:xfrm>
            <a:off x="3521223" y="1984397"/>
            <a:ext cx="682270" cy="266485"/>
          </a:xfrm>
          <a:prstGeom prst="rect">
            <a:avLst/>
          </a:prstGeom>
          <a:noFill/>
          <a:ln>
            <a:noFill/>
          </a:ln>
        </p:spPr>
      </p:pic>
      <p:pic>
        <p:nvPicPr>
          <p:cNvPr id="97" name="Google Shape;97;p7"/>
          <p:cNvPicPr preferRelativeResize="0"/>
          <p:nvPr/>
        </p:nvPicPr>
        <p:blipFill rotWithShape="1">
          <a:blip r:embed="rId13">
            <a:alphaModFix/>
          </a:blip>
          <a:srcRect b="0" l="0" r="0" t="0"/>
          <a:stretch/>
        </p:blipFill>
        <p:spPr>
          <a:xfrm>
            <a:off x="4309704" y="1977082"/>
            <a:ext cx="682270" cy="253838"/>
          </a:xfrm>
          <a:prstGeom prst="rect">
            <a:avLst/>
          </a:prstGeom>
          <a:noFill/>
          <a:ln>
            <a:noFill/>
          </a:ln>
        </p:spPr>
      </p:pic>
      <p:pic>
        <p:nvPicPr>
          <p:cNvPr id="98" name="Google Shape;98;p7"/>
          <p:cNvPicPr preferRelativeResize="0"/>
          <p:nvPr/>
        </p:nvPicPr>
        <p:blipFill rotWithShape="1">
          <a:blip r:embed="rId14">
            <a:alphaModFix/>
          </a:blip>
          <a:srcRect b="0" l="0" r="0" t="0"/>
          <a:stretch/>
        </p:blipFill>
        <p:spPr>
          <a:xfrm>
            <a:off x="5072679" y="1964117"/>
            <a:ext cx="532092" cy="279765"/>
          </a:xfrm>
          <a:prstGeom prst="rect">
            <a:avLst/>
          </a:prstGeom>
          <a:noFill/>
          <a:ln>
            <a:noFill/>
          </a:ln>
        </p:spPr>
      </p:pic>
      <p:pic>
        <p:nvPicPr>
          <p:cNvPr id="99" name="Google Shape;99;p7"/>
          <p:cNvPicPr preferRelativeResize="0"/>
          <p:nvPr/>
        </p:nvPicPr>
        <p:blipFill rotWithShape="1">
          <a:blip r:embed="rId15">
            <a:alphaModFix/>
          </a:blip>
          <a:srcRect b="0" l="0" r="0" t="0"/>
          <a:stretch/>
        </p:blipFill>
        <p:spPr>
          <a:xfrm>
            <a:off x="3538768" y="2313373"/>
            <a:ext cx="1024594" cy="162445"/>
          </a:xfrm>
          <a:prstGeom prst="rect">
            <a:avLst/>
          </a:prstGeom>
          <a:noFill/>
          <a:ln>
            <a:noFill/>
          </a:ln>
        </p:spPr>
      </p:pic>
      <p:pic>
        <p:nvPicPr>
          <p:cNvPr id="100" name="Google Shape;100;p7"/>
          <p:cNvPicPr preferRelativeResize="0"/>
          <p:nvPr/>
        </p:nvPicPr>
        <p:blipFill rotWithShape="1">
          <a:blip r:embed="rId16">
            <a:alphaModFix/>
          </a:blip>
          <a:srcRect b="0" l="0" r="0" t="0"/>
          <a:stretch/>
        </p:blipFill>
        <p:spPr>
          <a:xfrm>
            <a:off x="4689183" y="2287574"/>
            <a:ext cx="928789" cy="214043"/>
          </a:xfrm>
          <a:prstGeom prst="rect">
            <a:avLst/>
          </a:prstGeom>
          <a:noFill/>
          <a:ln>
            <a:noFill/>
          </a:ln>
        </p:spPr>
      </p:pic>
      <p:pic>
        <p:nvPicPr>
          <p:cNvPr id="101" name="Google Shape;101;p7"/>
          <p:cNvPicPr preferRelativeResize="0"/>
          <p:nvPr/>
        </p:nvPicPr>
        <p:blipFill rotWithShape="1">
          <a:blip r:embed="rId17">
            <a:alphaModFix/>
          </a:blip>
          <a:srcRect b="0" l="0" r="0" t="0"/>
          <a:stretch/>
        </p:blipFill>
        <p:spPr>
          <a:xfrm>
            <a:off x="4640656" y="2585301"/>
            <a:ext cx="756782" cy="136554"/>
          </a:xfrm>
          <a:prstGeom prst="rect">
            <a:avLst/>
          </a:prstGeom>
          <a:noFill/>
          <a:ln>
            <a:noFill/>
          </a:ln>
        </p:spPr>
      </p:pic>
      <p:pic>
        <p:nvPicPr>
          <p:cNvPr id="102" name="Google Shape;102;p7"/>
          <p:cNvPicPr preferRelativeResize="0"/>
          <p:nvPr/>
        </p:nvPicPr>
        <p:blipFill rotWithShape="1">
          <a:blip r:embed="rId18">
            <a:alphaModFix/>
          </a:blip>
          <a:srcRect b="0" l="0" r="0" t="0"/>
          <a:stretch/>
        </p:blipFill>
        <p:spPr>
          <a:xfrm>
            <a:off x="3538785" y="2546564"/>
            <a:ext cx="935684" cy="214042"/>
          </a:xfrm>
          <a:prstGeom prst="rect">
            <a:avLst/>
          </a:prstGeom>
          <a:noFill/>
          <a:ln>
            <a:noFill/>
          </a:ln>
        </p:spPr>
      </p:pic>
      <p:pic>
        <p:nvPicPr>
          <p:cNvPr id="103" name="Google Shape;103;p7"/>
          <p:cNvPicPr preferRelativeResize="0"/>
          <p:nvPr/>
        </p:nvPicPr>
        <p:blipFill rotWithShape="1">
          <a:blip r:embed="rId19">
            <a:alphaModFix/>
          </a:blip>
          <a:srcRect b="10" l="23542" r="22953" t="-10"/>
          <a:stretch/>
        </p:blipFill>
        <p:spPr>
          <a:xfrm>
            <a:off x="7678266" y="1977079"/>
            <a:ext cx="443643" cy="466399"/>
          </a:xfrm>
          <a:prstGeom prst="rect">
            <a:avLst/>
          </a:prstGeom>
          <a:noFill/>
          <a:ln>
            <a:noFill/>
          </a:ln>
        </p:spPr>
      </p:pic>
      <p:pic>
        <p:nvPicPr>
          <p:cNvPr id="104" name="Google Shape;104;p7"/>
          <p:cNvPicPr preferRelativeResize="0"/>
          <p:nvPr/>
        </p:nvPicPr>
        <p:blipFill rotWithShape="1">
          <a:blip r:embed="rId20">
            <a:alphaModFix/>
          </a:blip>
          <a:srcRect b="0" l="0" r="0" t="0"/>
          <a:stretch/>
        </p:blipFill>
        <p:spPr>
          <a:xfrm>
            <a:off x="6685894" y="1999230"/>
            <a:ext cx="729079" cy="207901"/>
          </a:xfrm>
          <a:prstGeom prst="rect">
            <a:avLst/>
          </a:prstGeom>
          <a:noFill/>
          <a:ln>
            <a:noFill/>
          </a:ln>
        </p:spPr>
      </p:pic>
      <p:pic>
        <p:nvPicPr>
          <p:cNvPr id="105" name="Google Shape;105;p7"/>
          <p:cNvPicPr preferRelativeResize="0"/>
          <p:nvPr/>
        </p:nvPicPr>
        <p:blipFill rotWithShape="1">
          <a:blip r:embed="rId21">
            <a:alphaModFix/>
          </a:blip>
          <a:srcRect b="0" l="0" r="0" t="0"/>
          <a:stretch/>
        </p:blipFill>
        <p:spPr>
          <a:xfrm>
            <a:off x="7586467" y="2536769"/>
            <a:ext cx="660514" cy="119718"/>
          </a:xfrm>
          <a:prstGeom prst="rect">
            <a:avLst/>
          </a:prstGeom>
          <a:noFill/>
          <a:ln>
            <a:noFill/>
          </a:ln>
        </p:spPr>
      </p:pic>
      <p:pic>
        <p:nvPicPr>
          <p:cNvPr id="106" name="Google Shape;106;p7"/>
          <p:cNvPicPr preferRelativeResize="0"/>
          <p:nvPr/>
        </p:nvPicPr>
        <p:blipFill rotWithShape="1">
          <a:blip r:embed="rId22">
            <a:alphaModFix/>
          </a:blip>
          <a:srcRect b="21388" l="6969" r="7939" t="16018"/>
          <a:stretch/>
        </p:blipFill>
        <p:spPr>
          <a:xfrm>
            <a:off x="6127538" y="2372222"/>
            <a:ext cx="415151" cy="305360"/>
          </a:xfrm>
          <a:prstGeom prst="rect">
            <a:avLst/>
          </a:prstGeom>
          <a:noFill/>
          <a:ln>
            <a:noFill/>
          </a:ln>
        </p:spPr>
      </p:pic>
      <p:pic>
        <p:nvPicPr>
          <p:cNvPr id="107" name="Google Shape;107;p7"/>
          <p:cNvPicPr preferRelativeResize="0"/>
          <p:nvPr/>
        </p:nvPicPr>
        <p:blipFill rotWithShape="1">
          <a:blip r:embed="rId23">
            <a:alphaModFix/>
          </a:blip>
          <a:srcRect b="0" l="0" r="0" t="0"/>
          <a:stretch/>
        </p:blipFill>
        <p:spPr>
          <a:xfrm>
            <a:off x="6691959" y="2257760"/>
            <a:ext cx="716958" cy="135573"/>
          </a:xfrm>
          <a:prstGeom prst="rect">
            <a:avLst/>
          </a:prstGeom>
          <a:noFill/>
          <a:ln>
            <a:noFill/>
          </a:ln>
        </p:spPr>
      </p:pic>
      <p:pic>
        <p:nvPicPr>
          <p:cNvPr id="108" name="Google Shape;108;p7"/>
          <p:cNvPicPr preferRelativeResize="0"/>
          <p:nvPr/>
        </p:nvPicPr>
        <p:blipFill rotWithShape="1">
          <a:blip r:embed="rId24">
            <a:alphaModFix/>
          </a:blip>
          <a:srcRect b="8537" l="3901" r="4515" t="8254"/>
          <a:stretch/>
        </p:blipFill>
        <p:spPr>
          <a:xfrm>
            <a:off x="6151756" y="1977820"/>
            <a:ext cx="366725" cy="333150"/>
          </a:xfrm>
          <a:prstGeom prst="rect">
            <a:avLst/>
          </a:prstGeom>
          <a:noFill/>
          <a:ln>
            <a:noFill/>
          </a:ln>
        </p:spPr>
      </p:pic>
      <p:pic>
        <p:nvPicPr>
          <p:cNvPr id="109" name="Google Shape;109;p7"/>
          <p:cNvPicPr preferRelativeResize="0"/>
          <p:nvPr/>
        </p:nvPicPr>
        <p:blipFill rotWithShape="1">
          <a:blip r:embed="rId25">
            <a:alphaModFix/>
          </a:blip>
          <a:srcRect b="37573" l="0" r="0" t="37834"/>
          <a:stretch/>
        </p:blipFill>
        <p:spPr>
          <a:xfrm>
            <a:off x="6644787" y="2495255"/>
            <a:ext cx="811308" cy="199520"/>
          </a:xfrm>
          <a:prstGeom prst="rect">
            <a:avLst/>
          </a:prstGeom>
          <a:noFill/>
          <a:ln>
            <a:noFill/>
          </a:ln>
        </p:spPr>
      </p:pic>
      <p:pic>
        <p:nvPicPr>
          <p:cNvPr id="110" name="Google Shape;110;p7"/>
          <p:cNvPicPr preferRelativeResize="0"/>
          <p:nvPr/>
        </p:nvPicPr>
        <p:blipFill rotWithShape="1">
          <a:blip r:embed="rId26">
            <a:alphaModFix/>
          </a:blip>
          <a:srcRect b="0" l="0" r="0" t="0"/>
          <a:stretch/>
        </p:blipFill>
        <p:spPr>
          <a:xfrm>
            <a:off x="933030" y="3432237"/>
            <a:ext cx="729247" cy="264241"/>
          </a:xfrm>
          <a:prstGeom prst="rect">
            <a:avLst/>
          </a:prstGeom>
          <a:noFill/>
          <a:ln>
            <a:noFill/>
          </a:ln>
        </p:spPr>
      </p:pic>
      <p:pic>
        <p:nvPicPr>
          <p:cNvPr id="111" name="Google Shape;111;p7"/>
          <p:cNvPicPr preferRelativeResize="0"/>
          <p:nvPr/>
        </p:nvPicPr>
        <p:blipFill rotWithShape="1">
          <a:blip r:embed="rId27">
            <a:alphaModFix/>
          </a:blip>
          <a:srcRect b="0" l="0" r="0" t="0"/>
          <a:stretch/>
        </p:blipFill>
        <p:spPr>
          <a:xfrm>
            <a:off x="1790882" y="3436859"/>
            <a:ext cx="1037831" cy="253233"/>
          </a:xfrm>
          <a:prstGeom prst="rect">
            <a:avLst/>
          </a:prstGeom>
          <a:noFill/>
          <a:ln>
            <a:noFill/>
          </a:ln>
        </p:spPr>
      </p:pic>
      <p:pic>
        <p:nvPicPr>
          <p:cNvPr id="112" name="Google Shape;112;p7"/>
          <p:cNvPicPr preferRelativeResize="0"/>
          <p:nvPr/>
        </p:nvPicPr>
        <p:blipFill rotWithShape="1">
          <a:blip r:embed="rId28">
            <a:alphaModFix/>
          </a:blip>
          <a:srcRect b="0" l="0" r="0" t="0"/>
          <a:stretch/>
        </p:blipFill>
        <p:spPr>
          <a:xfrm>
            <a:off x="933030" y="3799445"/>
            <a:ext cx="1177411" cy="283315"/>
          </a:xfrm>
          <a:prstGeom prst="rect">
            <a:avLst/>
          </a:prstGeom>
          <a:noFill/>
          <a:ln>
            <a:noFill/>
          </a:ln>
        </p:spPr>
      </p:pic>
      <p:pic>
        <p:nvPicPr>
          <p:cNvPr id="113" name="Google Shape;113;p7"/>
          <p:cNvPicPr preferRelativeResize="0"/>
          <p:nvPr/>
        </p:nvPicPr>
        <p:blipFill rotWithShape="1">
          <a:blip r:embed="rId29">
            <a:alphaModFix/>
          </a:blip>
          <a:srcRect b="0" l="0" r="0" t="0"/>
          <a:stretch/>
        </p:blipFill>
        <p:spPr>
          <a:xfrm>
            <a:off x="2201294" y="3856238"/>
            <a:ext cx="801038" cy="169751"/>
          </a:xfrm>
          <a:prstGeom prst="rect">
            <a:avLst/>
          </a:prstGeom>
          <a:noFill/>
          <a:ln>
            <a:noFill/>
          </a:ln>
        </p:spPr>
      </p:pic>
      <p:pic>
        <p:nvPicPr>
          <p:cNvPr id="114" name="Google Shape;114;p7"/>
          <p:cNvPicPr preferRelativeResize="0"/>
          <p:nvPr/>
        </p:nvPicPr>
        <p:blipFill rotWithShape="1">
          <a:blip r:embed="rId30">
            <a:alphaModFix/>
          </a:blip>
          <a:srcRect b="0" l="0" r="0" t="0"/>
          <a:stretch/>
        </p:blipFill>
        <p:spPr>
          <a:xfrm>
            <a:off x="3469343" y="3407103"/>
            <a:ext cx="690912" cy="176649"/>
          </a:xfrm>
          <a:prstGeom prst="rect">
            <a:avLst/>
          </a:prstGeom>
          <a:noFill/>
          <a:ln>
            <a:noFill/>
          </a:ln>
        </p:spPr>
      </p:pic>
      <p:pic>
        <p:nvPicPr>
          <p:cNvPr id="115" name="Google Shape;115;p7"/>
          <p:cNvPicPr preferRelativeResize="0"/>
          <p:nvPr/>
        </p:nvPicPr>
        <p:blipFill rotWithShape="1">
          <a:blip r:embed="rId31">
            <a:alphaModFix/>
          </a:blip>
          <a:srcRect b="0" l="0" r="0" t="0"/>
          <a:stretch/>
        </p:blipFill>
        <p:spPr>
          <a:xfrm>
            <a:off x="4222011" y="3408217"/>
            <a:ext cx="699769" cy="174405"/>
          </a:xfrm>
          <a:prstGeom prst="rect">
            <a:avLst/>
          </a:prstGeom>
          <a:noFill/>
          <a:ln>
            <a:noFill/>
          </a:ln>
        </p:spPr>
      </p:pic>
      <p:pic>
        <p:nvPicPr>
          <p:cNvPr id="116" name="Google Shape;116;p7"/>
          <p:cNvPicPr preferRelativeResize="0"/>
          <p:nvPr/>
        </p:nvPicPr>
        <p:blipFill rotWithShape="1">
          <a:blip r:embed="rId32">
            <a:alphaModFix/>
          </a:blip>
          <a:srcRect b="0" l="0" r="0" t="0"/>
          <a:stretch/>
        </p:blipFill>
        <p:spPr>
          <a:xfrm>
            <a:off x="4990892" y="3378107"/>
            <a:ext cx="694909" cy="212548"/>
          </a:xfrm>
          <a:prstGeom prst="rect">
            <a:avLst/>
          </a:prstGeom>
          <a:noFill/>
          <a:ln>
            <a:noFill/>
          </a:ln>
        </p:spPr>
      </p:pic>
      <p:pic>
        <p:nvPicPr>
          <p:cNvPr id="117" name="Google Shape;117;p7"/>
          <p:cNvPicPr preferRelativeResize="0"/>
          <p:nvPr/>
        </p:nvPicPr>
        <p:blipFill rotWithShape="1">
          <a:blip r:embed="rId33">
            <a:alphaModFix/>
          </a:blip>
          <a:srcRect b="51161" l="-624" r="0" t="-784"/>
          <a:stretch/>
        </p:blipFill>
        <p:spPr>
          <a:xfrm>
            <a:off x="3463642" y="3661158"/>
            <a:ext cx="704302" cy="123469"/>
          </a:xfrm>
          <a:prstGeom prst="rect">
            <a:avLst/>
          </a:prstGeom>
          <a:noFill/>
          <a:ln>
            <a:noFill/>
          </a:ln>
        </p:spPr>
      </p:pic>
      <p:pic>
        <p:nvPicPr>
          <p:cNvPr id="118" name="Google Shape;118;p7"/>
          <p:cNvPicPr preferRelativeResize="0"/>
          <p:nvPr/>
        </p:nvPicPr>
        <p:blipFill rotWithShape="1">
          <a:blip r:embed="rId34">
            <a:alphaModFix/>
          </a:blip>
          <a:srcRect b="14613" l="5819" r="3123" t="19856"/>
          <a:stretch/>
        </p:blipFill>
        <p:spPr>
          <a:xfrm>
            <a:off x="4222002" y="3661146"/>
            <a:ext cx="747742" cy="165358"/>
          </a:xfrm>
          <a:prstGeom prst="rect">
            <a:avLst/>
          </a:prstGeom>
          <a:noFill/>
          <a:ln>
            <a:noFill/>
          </a:ln>
        </p:spPr>
      </p:pic>
      <p:pic>
        <p:nvPicPr>
          <p:cNvPr id="119" name="Google Shape;119;p7"/>
          <p:cNvPicPr preferRelativeResize="0"/>
          <p:nvPr/>
        </p:nvPicPr>
        <p:blipFill rotWithShape="1">
          <a:blip r:embed="rId35">
            <a:alphaModFix/>
          </a:blip>
          <a:srcRect b="20058" l="0" r="0" t="19196"/>
          <a:stretch/>
        </p:blipFill>
        <p:spPr>
          <a:xfrm>
            <a:off x="5068262" y="3644570"/>
            <a:ext cx="580463" cy="184292"/>
          </a:xfrm>
          <a:prstGeom prst="rect">
            <a:avLst/>
          </a:prstGeom>
          <a:noFill/>
          <a:ln>
            <a:noFill/>
          </a:ln>
        </p:spPr>
      </p:pic>
      <p:pic>
        <p:nvPicPr>
          <p:cNvPr id="120" name="Google Shape;120;p7"/>
          <p:cNvPicPr preferRelativeResize="0"/>
          <p:nvPr/>
        </p:nvPicPr>
        <p:blipFill rotWithShape="1">
          <a:blip r:embed="rId36">
            <a:alphaModFix/>
          </a:blip>
          <a:srcRect b="37764" l="0" r="0" t="38972"/>
          <a:stretch/>
        </p:blipFill>
        <p:spPr>
          <a:xfrm>
            <a:off x="3469340" y="3925417"/>
            <a:ext cx="595792" cy="138604"/>
          </a:xfrm>
          <a:prstGeom prst="rect">
            <a:avLst/>
          </a:prstGeom>
          <a:noFill/>
          <a:ln>
            <a:noFill/>
          </a:ln>
        </p:spPr>
      </p:pic>
      <p:pic>
        <p:nvPicPr>
          <p:cNvPr id="121" name="Google Shape;121;p7"/>
          <p:cNvPicPr preferRelativeResize="0"/>
          <p:nvPr/>
        </p:nvPicPr>
        <p:blipFill rotWithShape="1">
          <a:blip r:embed="rId37">
            <a:alphaModFix/>
          </a:blip>
          <a:srcRect b="22704" l="0" r="0" t="23084"/>
          <a:stretch/>
        </p:blipFill>
        <p:spPr>
          <a:xfrm>
            <a:off x="4231234" y="3882792"/>
            <a:ext cx="845011" cy="196070"/>
          </a:xfrm>
          <a:prstGeom prst="rect">
            <a:avLst/>
          </a:prstGeom>
          <a:noFill/>
          <a:ln>
            <a:noFill/>
          </a:ln>
        </p:spPr>
      </p:pic>
      <p:pic>
        <p:nvPicPr>
          <p:cNvPr id="122" name="Google Shape;122;p7"/>
          <p:cNvPicPr preferRelativeResize="0"/>
          <p:nvPr/>
        </p:nvPicPr>
        <p:blipFill rotWithShape="1">
          <a:blip r:embed="rId38">
            <a:alphaModFix/>
          </a:blip>
          <a:srcRect b="30771" l="25863" r="25163" t="30371"/>
          <a:stretch/>
        </p:blipFill>
        <p:spPr>
          <a:xfrm>
            <a:off x="6064601" y="3385017"/>
            <a:ext cx="927728" cy="213137"/>
          </a:xfrm>
          <a:prstGeom prst="rect">
            <a:avLst/>
          </a:prstGeom>
          <a:noFill/>
          <a:ln>
            <a:noFill/>
          </a:ln>
        </p:spPr>
      </p:pic>
      <p:pic>
        <p:nvPicPr>
          <p:cNvPr id="123" name="Google Shape;123;p7"/>
          <p:cNvPicPr preferRelativeResize="0"/>
          <p:nvPr/>
        </p:nvPicPr>
        <p:blipFill rotWithShape="1">
          <a:blip r:embed="rId39">
            <a:alphaModFix/>
          </a:blip>
          <a:srcRect b="20333" l="4272" r="5016" t="20161"/>
          <a:stretch/>
        </p:blipFill>
        <p:spPr>
          <a:xfrm>
            <a:off x="7167859" y="3392678"/>
            <a:ext cx="996366" cy="197824"/>
          </a:xfrm>
          <a:prstGeom prst="rect">
            <a:avLst/>
          </a:prstGeom>
          <a:noFill/>
          <a:ln>
            <a:noFill/>
          </a:ln>
        </p:spPr>
      </p:pic>
      <p:pic>
        <p:nvPicPr>
          <p:cNvPr id="124" name="Google Shape;124;p7"/>
          <p:cNvPicPr preferRelativeResize="0"/>
          <p:nvPr/>
        </p:nvPicPr>
        <p:blipFill rotWithShape="1">
          <a:blip r:embed="rId40">
            <a:alphaModFix/>
          </a:blip>
          <a:srcRect b="18913" l="3908" r="3491" t="15983"/>
          <a:stretch/>
        </p:blipFill>
        <p:spPr>
          <a:xfrm>
            <a:off x="6061666" y="3715264"/>
            <a:ext cx="1090147" cy="231746"/>
          </a:xfrm>
          <a:prstGeom prst="rect">
            <a:avLst/>
          </a:prstGeom>
          <a:noFill/>
          <a:ln>
            <a:noFill/>
          </a:ln>
        </p:spPr>
      </p:pic>
      <p:pic>
        <p:nvPicPr>
          <p:cNvPr id="125" name="Google Shape;125;p7"/>
          <p:cNvPicPr preferRelativeResize="0"/>
          <p:nvPr/>
        </p:nvPicPr>
        <p:blipFill rotWithShape="1">
          <a:blip r:embed="rId41">
            <a:alphaModFix/>
          </a:blip>
          <a:srcRect b="0" l="0" r="0" t="0"/>
          <a:stretch/>
        </p:blipFill>
        <p:spPr>
          <a:xfrm>
            <a:off x="7201588" y="3673886"/>
            <a:ext cx="1028978" cy="314507"/>
          </a:xfrm>
          <a:prstGeom prst="rect">
            <a:avLst/>
          </a:prstGeom>
          <a:noFill/>
          <a:ln>
            <a:noFill/>
          </a:ln>
        </p:spPr>
      </p:pic>
      <p:pic>
        <p:nvPicPr>
          <p:cNvPr id="126" name="Google Shape;126;p7"/>
          <p:cNvPicPr preferRelativeResize="0"/>
          <p:nvPr/>
        </p:nvPicPr>
        <p:blipFill>
          <a:blip r:embed="rId42">
            <a:alphaModFix/>
          </a:blip>
          <a:stretch>
            <a:fillRect/>
          </a:stretch>
        </p:blipFill>
        <p:spPr>
          <a:xfrm>
            <a:off x="1029575" y="2264825"/>
            <a:ext cx="716977" cy="229305"/>
          </a:xfrm>
          <a:prstGeom prst="rect">
            <a:avLst/>
          </a:prstGeom>
          <a:noFill/>
          <a:ln>
            <a:noFill/>
          </a:ln>
        </p:spPr>
      </p:pic>
      <p:pic>
        <p:nvPicPr>
          <p:cNvPr id="127" name="Google Shape;127;p7"/>
          <p:cNvPicPr preferRelativeResize="0"/>
          <p:nvPr/>
        </p:nvPicPr>
        <p:blipFill>
          <a:blip r:embed="rId43">
            <a:alphaModFix/>
          </a:blip>
          <a:stretch>
            <a:fillRect/>
          </a:stretch>
        </p:blipFill>
        <p:spPr>
          <a:xfrm>
            <a:off x="5151579" y="3915918"/>
            <a:ext cx="497150" cy="157605"/>
          </a:xfrm>
          <a:prstGeom prst="rect">
            <a:avLst/>
          </a:prstGeom>
          <a:noFill/>
          <a:ln>
            <a:noFill/>
          </a:ln>
        </p:spPr>
      </p:pic>
      <p:pic>
        <p:nvPicPr>
          <p:cNvPr id="128" name="Google Shape;128;p7"/>
          <p:cNvPicPr preferRelativeResize="0"/>
          <p:nvPr/>
        </p:nvPicPr>
        <p:blipFill rotWithShape="1">
          <a:blip r:embed="rId44">
            <a:alphaModFix/>
          </a:blip>
          <a:srcRect b="32451" l="0" r="0" t="32455"/>
          <a:stretch/>
        </p:blipFill>
        <p:spPr>
          <a:xfrm>
            <a:off x="6522975" y="4026000"/>
            <a:ext cx="1054917" cy="2079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32" name="Shape 132"/>
        <p:cNvGrpSpPr/>
        <p:nvPr/>
      </p:nvGrpSpPr>
      <p:grpSpPr>
        <a:xfrm>
          <a:off x="0" y="0"/>
          <a:ext cx="0" cy="0"/>
          <a:chOff x="0" y="0"/>
          <a:chExt cx="0" cy="0"/>
        </a:xfrm>
      </p:grpSpPr>
      <p:sp>
        <p:nvSpPr>
          <p:cNvPr id="133" name="Google Shape;133;p8"/>
          <p:cNvSpPr/>
          <p:nvPr/>
        </p:nvSpPr>
        <p:spPr>
          <a:xfrm>
            <a:off x="589803" y="305164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p8"/>
          <p:cNvSpPr/>
          <p:nvPr/>
        </p:nvSpPr>
        <p:spPr>
          <a:xfrm>
            <a:off x="589800" y="3660607"/>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8"/>
          <p:cNvSpPr/>
          <p:nvPr/>
        </p:nvSpPr>
        <p:spPr>
          <a:xfrm>
            <a:off x="3311664" y="174685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8"/>
          <p:cNvSpPr/>
          <p:nvPr/>
        </p:nvSpPr>
        <p:spPr>
          <a:xfrm>
            <a:off x="3311641" y="241027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8"/>
          <p:cNvSpPr/>
          <p:nvPr/>
        </p:nvSpPr>
        <p:spPr>
          <a:xfrm>
            <a:off x="3311675" y="366056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 name="Google Shape;138;p8"/>
          <p:cNvSpPr/>
          <p:nvPr/>
        </p:nvSpPr>
        <p:spPr>
          <a:xfrm>
            <a:off x="3311639" y="3035426"/>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8"/>
          <p:cNvSpPr/>
          <p:nvPr/>
        </p:nvSpPr>
        <p:spPr>
          <a:xfrm>
            <a:off x="6033539" y="174683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8"/>
          <p:cNvSpPr txBox="1"/>
          <p:nvPr/>
        </p:nvSpPr>
        <p:spPr>
          <a:xfrm>
            <a:off x="571500" y="890625"/>
            <a:ext cx="3210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CONTENIDO</a:t>
            </a:r>
            <a:endParaRPr b="0" i="0" sz="1100" u="none" cap="none" strike="noStrike">
              <a:solidFill>
                <a:schemeClr val="dk1"/>
              </a:solidFill>
              <a:latin typeface="Calibri"/>
              <a:ea typeface="Calibri"/>
              <a:cs typeface="Calibri"/>
              <a:sym typeface="Calibri"/>
            </a:endParaRPr>
          </a:p>
        </p:txBody>
      </p:sp>
      <p:sp>
        <p:nvSpPr>
          <p:cNvPr id="141" name="Google Shape;141;p8"/>
          <p:cNvSpPr txBox="1"/>
          <p:nvPr/>
        </p:nvSpPr>
        <p:spPr>
          <a:xfrm>
            <a:off x="571500" y="1165651"/>
            <a:ext cx="3210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Agenda</a:t>
            </a:r>
            <a:endParaRPr b="0" i="0" sz="2100" u="none" cap="none" strike="noStrike">
              <a:solidFill>
                <a:schemeClr val="dk1"/>
              </a:solidFill>
              <a:latin typeface="Calibri"/>
              <a:ea typeface="Calibri"/>
              <a:cs typeface="Calibri"/>
              <a:sym typeface="Calibri"/>
            </a:endParaRPr>
          </a:p>
        </p:txBody>
      </p:sp>
      <p:sp>
        <p:nvSpPr>
          <p:cNvPr id="142" name="Google Shape;142;p8"/>
          <p:cNvSpPr/>
          <p:nvPr/>
        </p:nvSpPr>
        <p:spPr>
          <a:xfrm>
            <a:off x="589800" y="17403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8"/>
          <p:cNvSpPr txBox="1"/>
          <p:nvPr/>
        </p:nvSpPr>
        <p:spPr>
          <a:xfrm>
            <a:off x="772680" y="18318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01</a:t>
            </a:r>
            <a:endParaRPr b="0" i="0" sz="1200" u="none" cap="none" strike="noStrike">
              <a:solidFill>
                <a:schemeClr val="dk1"/>
              </a:solidFill>
              <a:latin typeface="Calibri"/>
              <a:ea typeface="Calibri"/>
              <a:cs typeface="Calibri"/>
              <a:sym typeface="Calibri"/>
            </a:endParaRPr>
          </a:p>
        </p:txBody>
      </p:sp>
      <p:sp>
        <p:nvSpPr>
          <p:cNvPr id="144" name="Google Shape;144;p8"/>
          <p:cNvSpPr txBox="1"/>
          <p:nvPr/>
        </p:nvSpPr>
        <p:spPr>
          <a:xfrm>
            <a:off x="1193304" y="18318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Diagnóstico</a:t>
            </a:r>
            <a:endParaRPr b="0" i="0" sz="1200" u="none" cap="none" strike="noStrike">
              <a:solidFill>
                <a:schemeClr val="dk1"/>
              </a:solidFill>
              <a:latin typeface="Calibri"/>
              <a:ea typeface="Calibri"/>
              <a:cs typeface="Calibri"/>
              <a:sym typeface="Calibri"/>
            </a:endParaRPr>
          </a:p>
        </p:txBody>
      </p:sp>
      <p:sp>
        <p:nvSpPr>
          <p:cNvPr id="145" name="Google Shape;145;p8"/>
          <p:cNvSpPr/>
          <p:nvPr/>
        </p:nvSpPr>
        <p:spPr>
          <a:xfrm>
            <a:off x="589864" y="23959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8"/>
          <p:cNvSpPr txBox="1"/>
          <p:nvPr/>
        </p:nvSpPr>
        <p:spPr>
          <a:xfrm>
            <a:off x="783544" y="314318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lang="en-US" sz="1200">
                <a:solidFill>
                  <a:srgbClr val="2B5BFC"/>
                </a:solidFill>
                <a:latin typeface="Montserrat SemiBold"/>
                <a:ea typeface="Montserrat SemiBold"/>
                <a:cs typeface="Montserrat SemiBold"/>
                <a:sym typeface="Montserrat SemiBold"/>
              </a:rPr>
              <a:t>03</a:t>
            </a:r>
            <a:endParaRPr b="0" i="0" sz="1200" u="none" cap="none" strike="noStrike">
              <a:solidFill>
                <a:schemeClr val="dk1"/>
              </a:solidFill>
              <a:latin typeface="Calibri"/>
              <a:ea typeface="Calibri"/>
              <a:cs typeface="Calibri"/>
              <a:sym typeface="Calibri"/>
            </a:endParaRPr>
          </a:p>
        </p:txBody>
      </p:sp>
      <p:sp>
        <p:nvSpPr>
          <p:cNvPr id="147" name="Google Shape;147;p8"/>
          <p:cNvSpPr txBox="1"/>
          <p:nvPr/>
        </p:nvSpPr>
        <p:spPr>
          <a:xfrm>
            <a:off x="1204168" y="314318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reto</a:t>
            </a:r>
            <a:endParaRPr b="0" i="0" sz="1200" u="none" cap="none" strike="noStrike">
              <a:solidFill>
                <a:schemeClr val="dk1"/>
              </a:solidFill>
              <a:latin typeface="Calibri"/>
              <a:ea typeface="Calibri"/>
              <a:cs typeface="Calibri"/>
              <a:sym typeface="Calibri"/>
            </a:endParaRPr>
          </a:p>
        </p:txBody>
      </p:sp>
      <p:sp>
        <p:nvSpPr>
          <p:cNvPr id="148" name="Google Shape;148;p8"/>
          <p:cNvSpPr txBox="1"/>
          <p:nvPr/>
        </p:nvSpPr>
        <p:spPr>
          <a:xfrm>
            <a:off x="783483" y="37988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lang="en-US" sz="1200">
                <a:solidFill>
                  <a:srgbClr val="2B5BFC"/>
                </a:solidFill>
                <a:latin typeface="Montserrat SemiBold"/>
                <a:ea typeface="Montserrat SemiBold"/>
                <a:cs typeface="Montserrat SemiBold"/>
                <a:sym typeface="Montserrat SemiBold"/>
              </a:rPr>
              <a:t>04</a:t>
            </a:r>
            <a:endParaRPr b="0" i="0" sz="1200" u="none" cap="none" strike="noStrike">
              <a:solidFill>
                <a:schemeClr val="dk1"/>
              </a:solidFill>
              <a:latin typeface="Calibri"/>
              <a:ea typeface="Calibri"/>
              <a:cs typeface="Calibri"/>
              <a:sym typeface="Calibri"/>
            </a:endParaRPr>
          </a:p>
        </p:txBody>
      </p:sp>
      <p:sp>
        <p:nvSpPr>
          <p:cNvPr id="149" name="Google Shape;149;p8"/>
          <p:cNvSpPr txBox="1"/>
          <p:nvPr/>
        </p:nvSpPr>
        <p:spPr>
          <a:xfrm>
            <a:off x="1204107" y="37988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Proceso general</a:t>
            </a:r>
            <a:endParaRPr b="0" i="0" sz="1200" u="none" cap="none" strike="noStrike">
              <a:solidFill>
                <a:schemeClr val="dk1"/>
              </a:solidFill>
              <a:latin typeface="Calibri"/>
              <a:ea typeface="Calibri"/>
              <a:cs typeface="Calibri"/>
              <a:sym typeface="Calibri"/>
            </a:endParaRPr>
          </a:p>
        </p:txBody>
      </p:sp>
      <p:sp>
        <p:nvSpPr>
          <p:cNvPr id="150" name="Google Shape;150;p8"/>
          <p:cNvSpPr txBox="1"/>
          <p:nvPr/>
        </p:nvSpPr>
        <p:spPr>
          <a:xfrm>
            <a:off x="3494505" y="183834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a:t>
            </a:r>
            <a:r>
              <a:rPr b="1" lang="en-US" sz="1200">
                <a:solidFill>
                  <a:srgbClr val="2B5BFC"/>
                </a:solidFill>
                <a:latin typeface="Montserrat SemiBold"/>
                <a:ea typeface="Montserrat SemiBold"/>
                <a:cs typeface="Montserrat SemiBold"/>
                <a:sym typeface="Montserrat SemiBold"/>
              </a:rPr>
              <a:t>5</a:t>
            </a:r>
            <a:endParaRPr b="0" i="0" sz="1200" u="none" cap="none" strike="noStrike">
              <a:solidFill>
                <a:schemeClr val="dk1"/>
              </a:solidFill>
              <a:latin typeface="Calibri"/>
              <a:ea typeface="Calibri"/>
              <a:cs typeface="Calibri"/>
              <a:sym typeface="Calibri"/>
            </a:endParaRPr>
          </a:p>
        </p:txBody>
      </p:sp>
      <p:sp>
        <p:nvSpPr>
          <p:cNvPr id="151" name="Google Shape;151;p8"/>
          <p:cNvSpPr txBox="1"/>
          <p:nvPr/>
        </p:nvSpPr>
        <p:spPr>
          <a:xfrm>
            <a:off x="3877350" y="1829100"/>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Detalle del proceso</a:t>
            </a:r>
            <a:endParaRPr b="0" i="0" sz="1200" u="none" cap="none" strike="noStrike">
              <a:solidFill>
                <a:schemeClr val="dk1"/>
              </a:solidFill>
              <a:latin typeface="Calibri"/>
              <a:ea typeface="Calibri"/>
              <a:cs typeface="Calibri"/>
              <a:sym typeface="Calibri"/>
            </a:endParaRPr>
          </a:p>
        </p:txBody>
      </p:sp>
      <p:sp>
        <p:nvSpPr>
          <p:cNvPr id="152" name="Google Shape;152;p8"/>
          <p:cNvSpPr txBox="1"/>
          <p:nvPr/>
        </p:nvSpPr>
        <p:spPr>
          <a:xfrm>
            <a:off x="3503394" y="2511047"/>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a:t>
            </a:r>
            <a:r>
              <a:rPr b="1" lang="en-US" sz="1200">
                <a:solidFill>
                  <a:srgbClr val="2B5BFC"/>
                </a:solidFill>
                <a:latin typeface="Montserrat SemiBold"/>
                <a:ea typeface="Montserrat SemiBold"/>
                <a:cs typeface="Montserrat SemiBold"/>
                <a:sym typeface="Montserrat SemiBold"/>
              </a:rPr>
              <a:t>6</a:t>
            </a:r>
            <a:endParaRPr b="0" i="0" sz="1200" u="none" cap="none" strike="noStrike">
              <a:solidFill>
                <a:schemeClr val="dk1"/>
              </a:solidFill>
              <a:latin typeface="Calibri"/>
              <a:ea typeface="Calibri"/>
              <a:cs typeface="Calibri"/>
              <a:sym typeface="Calibri"/>
            </a:endParaRPr>
          </a:p>
        </p:txBody>
      </p:sp>
      <p:sp>
        <p:nvSpPr>
          <p:cNvPr id="153" name="Google Shape;153;p8"/>
          <p:cNvSpPr txBox="1"/>
          <p:nvPr/>
        </p:nvSpPr>
        <p:spPr>
          <a:xfrm>
            <a:off x="3924026" y="2511050"/>
            <a:ext cx="1935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Arquitectura tentativa</a:t>
            </a:r>
            <a:endParaRPr b="0" i="0" sz="1200" u="none" cap="none" strike="noStrike">
              <a:solidFill>
                <a:schemeClr val="dk1"/>
              </a:solidFill>
              <a:latin typeface="Calibri"/>
              <a:ea typeface="Calibri"/>
              <a:cs typeface="Calibri"/>
              <a:sym typeface="Calibri"/>
            </a:endParaRPr>
          </a:p>
        </p:txBody>
      </p:sp>
      <p:sp>
        <p:nvSpPr>
          <p:cNvPr id="154" name="Google Shape;154;p8"/>
          <p:cNvSpPr txBox="1"/>
          <p:nvPr/>
        </p:nvSpPr>
        <p:spPr>
          <a:xfrm>
            <a:off x="3503396" y="3760999"/>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a:t>
            </a:r>
            <a:r>
              <a:rPr b="1" lang="en-US" sz="1200">
                <a:solidFill>
                  <a:srgbClr val="2B5BFC"/>
                </a:solidFill>
                <a:latin typeface="Montserrat SemiBold"/>
                <a:ea typeface="Montserrat SemiBold"/>
                <a:cs typeface="Montserrat SemiBold"/>
                <a:sym typeface="Montserrat SemiBold"/>
              </a:rPr>
              <a:t>8</a:t>
            </a:r>
            <a:endParaRPr b="0" i="0" sz="1200" u="none" cap="none" strike="noStrike">
              <a:solidFill>
                <a:schemeClr val="dk1"/>
              </a:solidFill>
              <a:latin typeface="Calibri"/>
              <a:ea typeface="Calibri"/>
              <a:cs typeface="Calibri"/>
              <a:sym typeface="Calibri"/>
            </a:endParaRPr>
          </a:p>
        </p:txBody>
      </p:sp>
      <p:sp>
        <p:nvSpPr>
          <p:cNvPr id="155" name="Google Shape;155;p8"/>
          <p:cNvSpPr txBox="1"/>
          <p:nvPr/>
        </p:nvSpPr>
        <p:spPr>
          <a:xfrm>
            <a:off x="3924020" y="3760999"/>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Cronograma e inversi</a:t>
            </a:r>
            <a:r>
              <a:rPr b="1" lang="en-US" sz="1200">
                <a:solidFill>
                  <a:srgbClr val="000033"/>
                </a:solidFill>
                <a:latin typeface="Montserrat SemiBold"/>
                <a:ea typeface="Montserrat SemiBold"/>
                <a:cs typeface="Montserrat SemiBold"/>
                <a:sym typeface="Montserrat SemiBold"/>
              </a:rPr>
              <a:t>ón</a:t>
            </a:r>
            <a:endParaRPr b="1" i="0" sz="1200" u="none" cap="none" strike="noStrike">
              <a:solidFill>
                <a:srgbClr val="000033"/>
              </a:solidFill>
              <a:latin typeface="Montserrat SemiBold"/>
              <a:ea typeface="Montserrat SemiBold"/>
              <a:cs typeface="Montserrat SemiBold"/>
              <a:sym typeface="Montserrat SemiBold"/>
            </a:endParaRPr>
          </a:p>
        </p:txBody>
      </p:sp>
      <p:sp>
        <p:nvSpPr>
          <p:cNvPr id="156" name="Google Shape;156;p8"/>
          <p:cNvSpPr txBox="1"/>
          <p:nvPr/>
        </p:nvSpPr>
        <p:spPr>
          <a:xfrm>
            <a:off x="3494493" y="3126916"/>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07</a:t>
            </a:r>
            <a:endParaRPr b="0" i="0" sz="1200" u="none" cap="none" strike="noStrike">
              <a:solidFill>
                <a:schemeClr val="dk1"/>
              </a:solidFill>
              <a:latin typeface="Calibri"/>
              <a:ea typeface="Calibri"/>
              <a:cs typeface="Calibri"/>
              <a:sym typeface="Calibri"/>
            </a:endParaRPr>
          </a:p>
        </p:txBody>
      </p:sp>
      <p:sp>
        <p:nvSpPr>
          <p:cNvPr id="157" name="Google Shape;157;p8"/>
          <p:cNvSpPr txBox="1"/>
          <p:nvPr/>
        </p:nvSpPr>
        <p:spPr>
          <a:xfrm>
            <a:off x="3915117" y="3126916"/>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Consideraciones</a:t>
            </a:r>
            <a:endParaRPr b="0" i="0" sz="1200" u="none" cap="none" strike="noStrike">
              <a:solidFill>
                <a:schemeClr val="dk1"/>
              </a:solidFill>
              <a:latin typeface="Calibri"/>
              <a:ea typeface="Calibri"/>
              <a:cs typeface="Calibri"/>
              <a:sym typeface="Calibri"/>
            </a:endParaRPr>
          </a:p>
        </p:txBody>
      </p:sp>
      <p:sp>
        <p:nvSpPr>
          <p:cNvPr id="158" name="Google Shape;158;p8"/>
          <p:cNvSpPr txBox="1"/>
          <p:nvPr/>
        </p:nvSpPr>
        <p:spPr>
          <a:xfrm>
            <a:off x="6216344" y="183840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a:t>
            </a:r>
            <a:r>
              <a:rPr b="1" lang="en-US" sz="1200">
                <a:solidFill>
                  <a:srgbClr val="2B5BFC"/>
                </a:solidFill>
                <a:latin typeface="Montserrat SemiBold"/>
                <a:ea typeface="Montserrat SemiBold"/>
                <a:cs typeface="Montserrat SemiBold"/>
                <a:sym typeface="Montserrat SemiBold"/>
              </a:rPr>
              <a:t>9</a:t>
            </a:r>
            <a:endParaRPr b="0" i="0" sz="1200" u="none" cap="none" strike="noStrike">
              <a:solidFill>
                <a:schemeClr val="dk1"/>
              </a:solidFill>
              <a:latin typeface="Calibri"/>
              <a:ea typeface="Calibri"/>
              <a:cs typeface="Calibri"/>
              <a:sym typeface="Calibri"/>
            </a:endParaRPr>
          </a:p>
        </p:txBody>
      </p:sp>
      <p:sp>
        <p:nvSpPr>
          <p:cNvPr id="159" name="Google Shape;159;p8"/>
          <p:cNvSpPr txBox="1"/>
          <p:nvPr/>
        </p:nvSpPr>
        <p:spPr>
          <a:xfrm>
            <a:off x="6582000" y="1838400"/>
            <a:ext cx="18288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Estimación de impacto</a:t>
            </a:r>
            <a:endParaRPr b="0" i="0" sz="1200" u="none" cap="none" strike="noStrike">
              <a:solidFill>
                <a:schemeClr val="dk1"/>
              </a:solidFill>
              <a:latin typeface="Calibri"/>
              <a:ea typeface="Calibri"/>
              <a:cs typeface="Calibri"/>
              <a:sym typeface="Calibri"/>
            </a:endParaRPr>
          </a:p>
        </p:txBody>
      </p:sp>
      <p:sp>
        <p:nvSpPr>
          <p:cNvPr id="160" name="Google Shape;160;p8"/>
          <p:cNvSpPr/>
          <p:nvPr/>
        </p:nvSpPr>
        <p:spPr>
          <a:xfrm>
            <a:off x="6033428" y="239600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8"/>
          <p:cNvSpPr txBox="1"/>
          <p:nvPr/>
        </p:nvSpPr>
        <p:spPr>
          <a:xfrm>
            <a:off x="6216308" y="248744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10</a:t>
            </a:r>
            <a:endParaRPr b="0" i="0" sz="1200" u="none" cap="none" strike="noStrike">
              <a:solidFill>
                <a:schemeClr val="dk1"/>
              </a:solidFill>
              <a:latin typeface="Calibri"/>
              <a:ea typeface="Calibri"/>
              <a:cs typeface="Calibri"/>
              <a:sym typeface="Calibri"/>
            </a:endParaRPr>
          </a:p>
        </p:txBody>
      </p:sp>
      <p:sp>
        <p:nvSpPr>
          <p:cNvPr id="162" name="Google Shape;162;p8"/>
          <p:cNvSpPr txBox="1"/>
          <p:nvPr/>
        </p:nvSpPr>
        <p:spPr>
          <a:xfrm>
            <a:off x="6636932" y="248744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Casos similares</a:t>
            </a:r>
            <a:endParaRPr b="0" i="0" sz="1200" u="none" cap="none" strike="noStrike">
              <a:solidFill>
                <a:schemeClr val="dk1"/>
              </a:solidFill>
              <a:latin typeface="Calibri"/>
              <a:ea typeface="Calibri"/>
              <a:cs typeface="Calibri"/>
              <a:sym typeface="Calibri"/>
            </a:endParaRPr>
          </a:p>
        </p:txBody>
      </p:sp>
      <p:sp>
        <p:nvSpPr>
          <p:cNvPr id="163" name="Google Shape;163;p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164" name="Google Shape;164;p8"/>
          <p:cNvSpPr txBox="1"/>
          <p:nvPr/>
        </p:nvSpPr>
        <p:spPr>
          <a:xfrm>
            <a:off x="772669" y="24875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02</a:t>
            </a:r>
            <a:endParaRPr b="0" i="0" sz="1200" u="none" cap="none" strike="noStrike">
              <a:solidFill>
                <a:schemeClr val="dk1"/>
              </a:solidFill>
              <a:latin typeface="Calibri"/>
              <a:ea typeface="Calibri"/>
              <a:cs typeface="Calibri"/>
              <a:sym typeface="Calibri"/>
            </a:endParaRPr>
          </a:p>
        </p:txBody>
      </p:sp>
      <p:sp>
        <p:nvSpPr>
          <p:cNvPr id="165" name="Google Shape;165;p8"/>
          <p:cNvSpPr txBox="1"/>
          <p:nvPr/>
        </p:nvSpPr>
        <p:spPr>
          <a:xfrm>
            <a:off x="1193293" y="24875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Contexto</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70" name="Shape 170"/>
        <p:cNvGrpSpPr/>
        <p:nvPr/>
      </p:nvGrpSpPr>
      <p:grpSpPr>
        <a:xfrm>
          <a:off x="0" y="0"/>
          <a:ext cx="0" cy="0"/>
          <a:chOff x="0" y="0"/>
          <a:chExt cx="0" cy="0"/>
        </a:xfrm>
      </p:grpSpPr>
      <p:pic>
        <p:nvPicPr>
          <p:cNvPr descr="bg-dark-glow.png" id="171" name="Google Shape;171;p9"/>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172" name="Google Shape;172;p9"/>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173" name="Google Shape;173;p9"/>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74" name="Google Shape;174;p9"/>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Diagnóstico </a:t>
            </a:r>
            <a:endParaRPr b="0" i="1" sz="1400" u="none" cap="none" strike="noStrike">
              <a:solidFill>
                <a:srgbClr val="9AAFFE"/>
              </a:solidFill>
              <a:latin typeface="Arial"/>
              <a:ea typeface="Arial"/>
              <a:cs typeface="Arial"/>
              <a:sym typeface="Arial"/>
            </a:endParaRPr>
          </a:p>
        </p:txBody>
      </p:sp>
      <p:sp>
        <p:nvSpPr>
          <p:cNvPr id="175" name="Google Shape;175;p9"/>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10"/>
          <p:cNvSpPr/>
          <p:nvPr/>
        </p:nvSpPr>
        <p:spPr>
          <a:xfrm>
            <a:off x="571500" y="1557750"/>
            <a:ext cx="8283900" cy="2058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900"/>
              <a:buFont typeface="Calibri"/>
              <a:buNone/>
            </a:pPr>
            <a:r>
              <a:rPr b="0" i="0" lang="en-US" sz="1000" u="none" cap="none" strike="noStrike">
                <a:solidFill>
                  <a:srgbClr val="000033"/>
                </a:solidFill>
                <a:latin typeface="Montserrat"/>
                <a:ea typeface="Montserrat"/>
                <a:cs typeface="Montserrat"/>
                <a:sym typeface="Montserrat"/>
              </a:rPr>
              <a:t>Una línea de bajada que explica de qué trata el conjunto de tarjetas.</a:t>
            </a:r>
            <a:endParaRPr b="0" i="0" sz="1000" u="none" cap="none" strike="noStrike">
              <a:solidFill>
                <a:schemeClr val="dk1"/>
              </a:solidFill>
              <a:latin typeface="Montserrat"/>
              <a:ea typeface="Montserrat"/>
              <a:cs typeface="Montserrat"/>
              <a:sym typeface="Montserrat"/>
            </a:endParaRPr>
          </a:p>
        </p:txBody>
      </p:sp>
      <p:sp>
        <p:nvSpPr>
          <p:cNvPr id="182" name="Google Shape;182;p10"/>
          <p:cNvSpPr/>
          <p:nvPr/>
        </p:nvSpPr>
        <p:spPr>
          <a:xfrm>
            <a:off x="550300"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0"/>
          <p:cNvSpPr/>
          <p:nvPr/>
        </p:nvSpPr>
        <p:spPr>
          <a:xfrm>
            <a:off x="728608"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a:t>
            </a:r>
            <a:endParaRPr b="1" i="0" sz="1000" u="none" cap="none" strike="noStrike">
              <a:solidFill>
                <a:srgbClr val="7E99FE"/>
              </a:solidFill>
              <a:latin typeface="Montserrat"/>
              <a:ea typeface="Montserrat"/>
              <a:cs typeface="Montserrat"/>
              <a:sym typeface="Montserrat"/>
            </a:endParaRPr>
          </a:p>
        </p:txBody>
      </p:sp>
      <p:sp>
        <p:nvSpPr>
          <p:cNvPr id="184" name="Google Shape;184;p10"/>
          <p:cNvSpPr/>
          <p:nvPr/>
        </p:nvSpPr>
        <p:spPr>
          <a:xfrm>
            <a:off x="728603"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00"/>
              <a:buFont typeface="Calibri"/>
              <a:buNone/>
            </a:pPr>
            <a:r>
              <a:rPr b="1" i="0" lang="en-US" sz="1200" u="none" cap="none" strike="noStrike">
                <a:solidFill>
                  <a:srgbClr val="FFFFFF"/>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p:txBody>
      </p:sp>
      <p:sp>
        <p:nvSpPr>
          <p:cNvPr id="185" name="Google Shape;185;p10"/>
          <p:cNvSpPr/>
          <p:nvPr/>
        </p:nvSpPr>
        <p:spPr>
          <a:xfrm>
            <a:off x="72857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xxxxx</a:t>
            </a:r>
            <a:endParaRPr b="0" i="0" sz="1000" u="none" cap="none" strike="noStrike">
              <a:solidFill>
                <a:srgbClr val="EEF3FF"/>
              </a:solidFill>
              <a:latin typeface="Montserrat"/>
              <a:ea typeface="Montserrat"/>
              <a:cs typeface="Montserrat"/>
              <a:sym typeface="Montserrat"/>
            </a:endParaRPr>
          </a:p>
        </p:txBody>
      </p:sp>
      <p:sp>
        <p:nvSpPr>
          <p:cNvPr id="186" name="Google Shape;186;p10"/>
          <p:cNvSpPr/>
          <p:nvPr/>
        </p:nvSpPr>
        <p:spPr>
          <a:xfrm>
            <a:off x="3389512"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10"/>
          <p:cNvSpPr/>
          <p:nvPr/>
        </p:nvSpPr>
        <p:spPr>
          <a:xfrm>
            <a:off x="3567820"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a:t>
            </a:r>
            <a:endParaRPr b="1" i="0" sz="1000" u="none" cap="none" strike="noStrike">
              <a:solidFill>
                <a:srgbClr val="7E99FE"/>
              </a:solidFill>
              <a:latin typeface="Montserrat"/>
              <a:ea typeface="Montserrat"/>
              <a:cs typeface="Montserrat"/>
              <a:sym typeface="Montserrat"/>
            </a:endParaRPr>
          </a:p>
        </p:txBody>
      </p:sp>
      <p:sp>
        <p:nvSpPr>
          <p:cNvPr id="188" name="Google Shape;188;p10"/>
          <p:cNvSpPr/>
          <p:nvPr/>
        </p:nvSpPr>
        <p:spPr>
          <a:xfrm>
            <a:off x="3567816"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a:p>
            <a:pPr indent="0" lvl="0" marL="0" marR="0" rtl="0" algn="l">
              <a:lnSpc>
                <a:spcPct val="105000"/>
              </a:lnSpc>
              <a:spcBef>
                <a:spcPts val="0"/>
              </a:spcBef>
              <a:spcAft>
                <a:spcPts val="0"/>
              </a:spcAft>
              <a:buClr>
                <a:srgbClr val="FFFFFF"/>
              </a:buClr>
              <a:buSzPts val="1000"/>
              <a:buFont typeface="Calibri"/>
              <a:buNone/>
            </a:pPr>
            <a:r>
              <a:t/>
            </a:r>
            <a:endParaRPr b="1" i="0" sz="1200" u="none" cap="none" strike="noStrike">
              <a:solidFill>
                <a:srgbClr val="FFFFFF"/>
              </a:solidFill>
              <a:latin typeface="Montserrat"/>
              <a:ea typeface="Montserrat"/>
              <a:cs typeface="Montserrat"/>
              <a:sym typeface="Montserrat"/>
            </a:endParaRPr>
          </a:p>
        </p:txBody>
      </p:sp>
      <p:sp>
        <p:nvSpPr>
          <p:cNvPr id="189" name="Google Shape;189;p10"/>
          <p:cNvSpPr/>
          <p:nvPr/>
        </p:nvSpPr>
        <p:spPr>
          <a:xfrm>
            <a:off x="356782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a:t>
            </a:r>
            <a:endParaRPr b="0" i="0" sz="1000" u="none" cap="none" strike="noStrike">
              <a:solidFill>
                <a:srgbClr val="EEF3FF"/>
              </a:solidFill>
              <a:latin typeface="Montserrat"/>
              <a:ea typeface="Montserrat"/>
              <a:cs typeface="Montserrat"/>
              <a:sym typeface="Montserrat"/>
            </a:endParaRPr>
          </a:p>
        </p:txBody>
      </p:sp>
      <p:sp>
        <p:nvSpPr>
          <p:cNvPr id="190" name="Google Shape;190;p10"/>
          <p:cNvSpPr/>
          <p:nvPr/>
        </p:nvSpPr>
        <p:spPr>
          <a:xfrm>
            <a:off x="6228725"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10"/>
          <p:cNvSpPr/>
          <p:nvPr/>
        </p:nvSpPr>
        <p:spPr>
          <a:xfrm>
            <a:off x="6407032"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III</a:t>
            </a:r>
            <a:endParaRPr b="1" i="0" sz="1000" u="none" cap="none" strike="noStrike">
              <a:solidFill>
                <a:srgbClr val="7E99FE"/>
              </a:solidFill>
              <a:latin typeface="Montserrat"/>
              <a:ea typeface="Montserrat"/>
              <a:cs typeface="Montserrat"/>
              <a:sym typeface="Montserrat"/>
            </a:endParaRPr>
          </a:p>
        </p:txBody>
      </p:sp>
      <p:sp>
        <p:nvSpPr>
          <p:cNvPr id="192" name="Google Shape;192;p10"/>
          <p:cNvSpPr/>
          <p:nvPr/>
        </p:nvSpPr>
        <p:spPr>
          <a:xfrm>
            <a:off x="6407028"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1" i="0" sz="1200" u="none" cap="none" strike="noStrike">
              <a:solidFill>
                <a:srgbClr val="FFFFFF"/>
              </a:solidFill>
              <a:latin typeface="Montserrat"/>
              <a:ea typeface="Montserrat"/>
              <a:cs typeface="Montserrat"/>
              <a:sym typeface="Montserrat"/>
            </a:endParaRPr>
          </a:p>
        </p:txBody>
      </p:sp>
      <p:sp>
        <p:nvSpPr>
          <p:cNvPr id="193" name="Google Shape;193;p10"/>
          <p:cNvSpPr/>
          <p:nvPr/>
        </p:nvSpPr>
        <p:spPr>
          <a:xfrm>
            <a:off x="6407000"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a:t>
            </a:r>
            <a:endParaRPr b="0" i="0" sz="1000" u="none" cap="none" strike="noStrike">
              <a:solidFill>
                <a:srgbClr val="EEF3FF"/>
              </a:solidFill>
              <a:latin typeface="Montserrat"/>
              <a:ea typeface="Montserrat"/>
              <a:cs typeface="Montserrat"/>
              <a:sym typeface="Montserrat"/>
            </a:endParaRPr>
          </a:p>
        </p:txBody>
      </p:sp>
      <p:sp>
        <p:nvSpPr>
          <p:cNvPr id="194" name="Google Shape;194;p10"/>
          <p:cNvSpPr/>
          <p:nvPr/>
        </p:nvSpPr>
        <p:spPr>
          <a:xfrm>
            <a:off x="550275" y="3610675"/>
            <a:ext cx="4114800" cy="152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00"/>
              <a:buFont typeface="Calibri"/>
              <a:buNone/>
            </a:pPr>
            <a:r>
              <a:rPr b="1" i="0" lang="en-US" sz="1000" u="none" cap="none" strike="noStrike">
                <a:solidFill>
                  <a:srgbClr val="2B5BFC"/>
                </a:solidFill>
                <a:latin typeface="Montserrat"/>
                <a:ea typeface="Montserrat"/>
                <a:cs typeface="Montserrat"/>
                <a:sym typeface="Montserrat"/>
              </a:rPr>
              <a:t>CÓMO SE ABORDA HOY</a:t>
            </a:r>
            <a:endParaRPr b="1" i="0" sz="1000" u="none" cap="none" strike="noStrike">
              <a:solidFill>
                <a:srgbClr val="2B5BFC"/>
              </a:solidFill>
              <a:latin typeface="Montserrat"/>
              <a:ea typeface="Montserrat"/>
              <a:cs typeface="Montserrat"/>
              <a:sym typeface="Montserrat"/>
            </a:endParaRPr>
          </a:p>
        </p:txBody>
      </p:sp>
      <p:cxnSp>
        <p:nvCxnSpPr>
          <p:cNvPr id="195" name="Google Shape;195;p10"/>
          <p:cNvCxnSpPr/>
          <p:nvPr/>
        </p:nvCxnSpPr>
        <p:spPr>
          <a:xfrm>
            <a:off x="550275" y="3824283"/>
            <a:ext cx="2626800" cy="0"/>
          </a:xfrm>
          <a:prstGeom prst="straightConnector1">
            <a:avLst/>
          </a:prstGeom>
          <a:noFill/>
          <a:ln cap="flat" cmpd="sng" w="9525">
            <a:solidFill>
              <a:srgbClr val="9AAFFE"/>
            </a:solidFill>
            <a:prstDash val="solid"/>
            <a:round/>
            <a:headEnd len="sm" w="sm" type="none"/>
            <a:tailEnd len="sm" w="sm" type="none"/>
          </a:ln>
        </p:spPr>
      </p:cxnSp>
      <p:sp>
        <p:nvSpPr>
          <p:cNvPr id="196" name="Google Shape;196;p10"/>
          <p:cNvSpPr/>
          <p:nvPr/>
        </p:nvSpPr>
        <p:spPr>
          <a:xfrm>
            <a:off x="550275" y="3948495"/>
            <a:ext cx="2626800" cy="14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197" name="Google Shape;197;p10"/>
          <p:cNvSpPr/>
          <p:nvPr/>
        </p:nvSpPr>
        <p:spPr>
          <a:xfrm>
            <a:off x="550275" y="4158631"/>
            <a:ext cx="2626800" cy="42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chemeClr val="dk1"/>
              </a:solidFill>
              <a:latin typeface="Montserrat"/>
              <a:ea typeface="Montserrat"/>
              <a:cs typeface="Montserrat"/>
              <a:sym typeface="Montserrat"/>
            </a:endParaRPr>
          </a:p>
        </p:txBody>
      </p:sp>
      <p:cxnSp>
        <p:nvCxnSpPr>
          <p:cNvPr id="198" name="Google Shape;198;p10"/>
          <p:cNvCxnSpPr/>
          <p:nvPr/>
        </p:nvCxnSpPr>
        <p:spPr>
          <a:xfrm>
            <a:off x="3389487" y="3824283"/>
            <a:ext cx="2626800" cy="0"/>
          </a:xfrm>
          <a:prstGeom prst="straightConnector1">
            <a:avLst/>
          </a:prstGeom>
          <a:noFill/>
          <a:ln cap="flat" cmpd="sng" w="9525">
            <a:solidFill>
              <a:srgbClr val="9AAFFE"/>
            </a:solidFill>
            <a:prstDash val="solid"/>
            <a:round/>
            <a:headEnd len="sm" w="sm" type="none"/>
            <a:tailEnd len="sm" w="sm" type="none"/>
          </a:ln>
        </p:spPr>
      </p:cxnSp>
      <p:sp>
        <p:nvSpPr>
          <p:cNvPr id="199" name="Google Shape;199;p10"/>
          <p:cNvSpPr/>
          <p:nvPr/>
        </p:nvSpPr>
        <p:spPr>
          <a:xfrm>
            <a:off x="3389487" y="3948495"/>
            <a:ext cx="2626800" cy="14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00" name="Google Shape;200;p10"/>
          <p:cNvSpPr/>
          <p:nvPr/>
        </p:nvSpPr>
        <p:spPr>
          <a:xfrm>
            <a:off x="3389487" y="4158631"/>
            <a:ext cx="2626800" cy="42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a:t>
            </a:r>
            <a:endParaRPr b="0" i="0" sz="1000" u="none" cap="none" strike="noStrike">
              <a:solidFill>
                <a:schemeClr val="dk1"/>
              </a:solidFill>
              <a:latin typeface="Montserrat"/>
              <a:ea typeface="Montserrat"/>
              <a:cs typeface="Montserrat"/>
              <a:sym typeface="Montserrat"/>
            </a:endParaRPr>
          </a:p>
        </p:txBody>
      </p:sp>
      <p:cxnSp>
        <p:nvCxnSpPr>
          <p:cNvPr id="201" name="Google Shape;201;p10"/>
          <p:cNvCxnSpPr/>
          <p:nvPr/>
        </p:nvCxnSpPr>
        <p:spPr>
          <a:xfrm>
            <a:off x="6228700" y="3824283"/>
            <a:ext cx="2626800" cy="0"/>
          </a:xfrm>
          <a:prstGeom prst="straightConnector1">
            <a:avLst/>
          </a:prstGeom>
          <a:noFill/>
          <a:ln cap="flat" cmpd="sng" w="9525">
            <a:solidFill>
              <a:srgbClr val="9AAFFE"/>
            </a:solidFill>
            <a:prstDash val="solid"/>
            <a:round/>
            <a:headEnd len="sm" w="sm" type="none"/>
            <a:tailEnd len="sm" w="sm" type="none"/>
          </a:ln>
        </p:spPr>
      </p:cxnSp>
      <p:sp>
        <p:nvSpPr>
          <p:cNvPr id="202" name="Google Shape;202;p10"/>
          <p:cNvSpPr/>
          <p:nvPr/>
        </p:nvSpPr>
        <p:spPr>
          <a:xfrm>
            <a:off x="6228700" y="3948495"/>
            <a:ext cx="2626800" cy="14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03" name="Google Shape;203;p10"/>
          <p:cNvSpPr/>
          <p:nvPr/>
        </p:nvSpPr>
        <p:spPr>
          <a:xfrm>
            <a:off x="6228700" y="4158631"/>
            <a:ext cx="2626800" cy="42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chemeClr val="dk1"/>
              </a:solidFill>
              <a:latin typeface="Montserrat"/>
              <a:ea typeface="Montserrat"/>
              <a:cs typeface="Montserrat"/>
              <a:sym typeface="Montserrat"/>
            </a:endParaRPr>
          </a:p>
        </p:txBody>
      </p:sp>
      <p:sp>
        <p:nvSpPr>
          <p:cNvPr id="204" name="Google Shape;204;p10"/>
          <p:cNvSpPr txBox="1"/>
          <p:nvPr/>
        </p:nvSpPr>
        <p:spPr>
          <a:xfrm>
            <a:off x="571500" y="8885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05" name="Google Shape;205;p10"/>
          <p:cNvSpPr txBox="1"/>
          <p:nvPr/>
        </p:nvSpPr>
        <p:spPr>
          <a:xfrm>
            <a:off x="571500" y="1126100"/>
            <a:ext cx="8001000" cy="37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10" name="Shape 210"/>
        <p:cNvGrpSpPr/>
        <p:nvPr/>
      </p:nvGrpSpPr>
      <p:grpSpPr>
        <a:xfrm>
          <a:off x="0" y="0"/>
          <a:ext cx="0" cy="0"/>
          <a:chOff x="0" y="0"/>
          <a:chExt cx="0" cy="0"/>
        </a:xfrm>
      </p:grpSpPr>
      <p:pic>
        <p:nvPicPr>
          <p:cNvPr descr="bg-dark-glow.png" id="211" name="Google Shape;211;p11"/>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12" name="Google Shape;212;p11"/>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213" name="Google Shape;213;p11"/>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14" name="Google Shape;214;p11"/>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C</a:t>
            </a:r>
            <a:r>
              <a:rPr lang="en-US" sz="4500">
                <a:solidFill>
                  <a:srgbClr val="FFFFFF"/>
                </a:solidFill>
                <a:latin typeface="Montserrat ExtraBold"/>
                <a:ea typeface="Montserrat ExtraBold"/>
                <a:cs typeface="Montserrat ExtraBold"/>
                <a:sym typeface="Montserrat ExtraBold"/>
              </a:rPr>
              <a:t>ontexto</a:t>
            </a:r>
            <a:endParaRPr sz="4500">
              <a:solidFill>
                <a:srgbClr val="FFFFFF"/>
              </a:solidFill>
              <a:latin typeface="Montserrat ExtraBold"/>
              <a:ea typeface="Montserrat ExtraBold"/>
              <a:cs typeface="Montserrat ExtraBold"/>
              <a:sym typeface="Montserrat ExtraBold"/>
            </a:endParaRPr>
          </a:p>
        </p:txBody>
      </p:sp>
      <p:sp>
        <p:nvSpPr>
          <p:cNvPr id="215" name="Google Shape;215;p11"/>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20" name="Shape 220"/>
        <p:cNvGrpSpPr/>
        <p:nvPr/>
      </p:nvGrpSpPr>
      <p:grpSpPr>
        <a:xfrm>
          <a:off x="0" y="0"/>
          <a:ext cx="0" cy="0"/>
          <a:chOff x="0" y="0"/>
          <a:chExt cx="0" cy="0"/>
        </a:xfrm>
      </p:grpSpPr>
      <p:sp>
        <p:nvSpPr>
          <p:cNvPr id="221" name="Google Shape;221;p12"/>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DIAGNÓSTICO</a:t>
            </a:r>
            <a:endParaRPr b="0" i="0" sz="1100" u="none" cap="none" strike="noStrike">
              <a:solidFill>
                <a:schemeClr val="dk1"/>
              </a:solidFill>
              <a:latin typeface="Calibri"/>
              <a:ea typeface="Calibri"/>
              <a:cs typeface="Calibri"/>
              <a:sym typeface="Calibri"/>
            </a:endParaRPr>
          </a:p>
        </p:txBody>
      </p:sp>
      <p:sp>
        <p:nvSpPr>
          <p:cNvPr id="222" name="Google Shape;222;p12"/>
          <p:cNvSpPr txBox="1"/>
          <p:nvPr/>
        </p:nvSpPr>
        <p:spPr>
          <a:xfrm>
            <a:off x="571500" y="1097275"/>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0" i="1" sz="2100" u="none" cap="none" strike="noStrike">
              <a:solidFill>
                <a:srgbClr val="2B5BFC"/>
              </a:solidFill>
              <a:latin typeface="Calibri"/>
              <a:ea typeface="Calibri"/>
              <a:cs typeface="Calibri"/>
              <a:sym typeface="Calibri"/>
            </a:endParaRPr>
          </a:p>
        </p:txBody>
      </p:sp>
      <p:sp>
        <p:nvSpPr>
          <p:cNvPr id="223" name="Google Shape;223;p12"/>
          <p:cNvSpPr/>
          <p:nvPr/>
        </p:nvSpPr>
        <p:spPr>
          <a:xfrm>
            <a:off x="571500"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12"/>
          <p:cNvSpPr txBox="1"/>
          <p:nvPr/>
        </p:nvSpPr>
        <p:spPr>
          <a:xfrm>
            <a:off x="756599"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1</a:t>
            </a:r>
            <a:endParaRPr b="0" i="0" sz="1000" u="none" cap="none" strike="noStrike">
              <a:solidFill>
                <a:schemeClr val="dk1"/>
              </a:solidFill>
              <a:latin typeface="Calibri"/>
              <a:ea typeface="Calibri"/>
              <a:cs typeface="Calibri"/>
              <a:sym typeface="Calibri"/>
            </a:endParaRPr>
          </a:p>
        </p:txBody>
      </p:sp>
      <p:sp>
        <p:nvSpPr>
          <p:cNvPr id="225" name="Google Shape;225;p12"/>
          <p:cNvSpPr txBox="1"/>
          <p:nvPr/>
        </p:nvSpPr>
        <p:spPr>
          <a:xfrm>
            <a:off x="756599"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26" name="Google Shape;226;p12"/>
          <p:cNvSpPr/>
          <p:nvPr/>
        </p:nvSpPr>
        <p:spPr>
          <a:xfrm>
            <a:off x="756600"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12"/>
          <p:cNvSpPr txBox="1"/>
          <p:nvPr/>
        </p:nvSpPr>
        <p:spPr>
          <a:xfrm>
            <a:off x="756600" y="2666088"/>
            <a:ext cx="1529400" cy="1841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575757"/>
              </a:buClr>
              <a:buSzPts val="900"/>
              <a:buFont typeface="Montserrat"/>
              <a:buNone/>
            </a:pPr>
            <a:r>
              <a:t/>
            </a:r>
            <a:endParaRPr b="0" i="0" sz="1000" u="none" cap="none" strike="noStrike">
              <a:solidFill>
                <a:srgbClr val="000033"/>
              </a:solidFill>
              <a:latin typeface="Montserrat"/>
              <a:ea typeface="Montserrat"/>
              <a:cs typeface="Montserrat"/>
              <a:sym typeface="Montserrat"/>
            </a:endParaRPr>
          </a:p>
        </p:txBody>
      </p:sp>
      <p:sp>
        <p:nvSpPr>
          <p:cNvPr id="228" name="Google Shape;228;p12"/>
          <p:cNvSpPr/>
          <p:nvPr/>
        </p:nvSpPr>
        <p:spPr>
          <a:xfrm>
            <a:off x="2637734"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12"/>
          <p:cNvSpPr txBox="1"/>
          <p:nvPr/>
        </p:nvSpPr>
        <p:spPr>
          <a:xfrm>
            <a:off x="2822834"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2</a:t>
            </a:r>
            <a:endParaRPr b="0" i="0" sz="1000" u="none" cap="none" strike="noStrike">
              <a:solidFill>
                <a:schemeClr val="dk1"/>
              </a:solidFill>
              <a:latin typeface="Calibri"/>
              <a:ea typeface="Calibri"/>
              <a:cs typeface="Calibri"/>
              <a:sym typeface="Calibri"/>
            </a:endParaRPr>
          </a:p>
        </p:txBody>
      </p:sp>
      <p:sp>
        <p:nvSpPr>
          <p:cNvPr id="230" name="Google Shape;230;p12"/>
          <p:cNvSpPr txBox="1"/>
          <p:nvPr/>
        </p:nvSpPr>
        <p:spPr>
          <a:xfrm>
            <a:off x="2822834"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31" name="Google Shape;231;p12"/>
          <p:cNvSpPr/>
          <p:nvPr/>
        </p:nvSpPr>
        <p:spPr>
          <a:xfrm>
            <a:off x="2822834"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 name="Google Shape;232;p12"/>
          <p:cNvSpPr txBox="1"/>
          <p:nvPr/>
        </p:nvSpPr>
        <p:spPr>
          <a:xfrm>
            <a:off x="2822845" y="2666074"/>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33" name="Google Shape;233;p12"/>
          <p:cNvSpPr/>
          <p:nvPr/>
        </p:nvSpPr>
        <p:spPr>
          <a:xfrm>
            <a:off x="4703968"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 name="Google Shape;234;p12"/>
          <p:cNvSpPr txBox="1"/>
          <p:nvPr/>
        </p:nvSpPr>
        <p:spPr>
          <a:xfrm>
            <a:off x="4889068"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3</a:t>
            </a:r>
            <a:endParaRPr b="0" i="0" sz="1000" u="none" cap="none" strike="noStrike">
              <a:solidFill>
                <a:schemeClr val="dk1"/>
              </a:solidFill>
              <a:latin typeface="Calibri"/>
              <a:ea typeface="Calibri"/>
              <a:cs typeface="Calibri"/>
              <a:sym typeface="Calibri"/>
            </a:endParaRPr>
          </a:p>
        </p:txBody>
      </p:sp>
      <p:sp>
        <p:nvSpPr>
          <p:cNvPr id="235" name="Google Shape;235;p12"/>
          <p:cNvSpPr txBox="1"/>
          <p:nvPr/>
        </p:nvSpPr>
        <p:spPr>
          <a:xfrm>
            <a:off x="4889068"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36" name="Google Shape;236;p12"/>
          <p:cNvSpPr/>
          <p:nvPr/>
        </p:nvSpPr>
        <p:spPr>
          <a:xfrm>
            <a:off x="4889068"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 name="Google Shape;237;p12"/>
          <p:cNvSpPr txBox="1"/>
          <p:nvPr/>
        </p:nvSpPr>
        <p:spPr>
          <a:xfrm>
            <a:off x="4889046" y="2666070"/>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38" name="Google Shape;238;p12"/>
          <p:cNvSpPr/>
          <p:nvPr/>
        </p:nvSpPr>
        <p:spPr>
          <a:xfrm>
            <a:off x="6770202"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 name="Google Shape;239;p12"/>
          <p:cNvSpPr txBox="1"/>
          <p:nvPr/>
        </p:nvSpPr>
        <p:spPr>
          <a:xfrm>
            <a:off x="6955301"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4</a:t>
            </a:r>
            <a:endParaRPr b="0" i="0" sz="1000" u="none" cap="none" strike="noStrike">
              <a:solidFill>
                <a:schemeClr val="dk1"/>
              </a:solidFill>
              <a:latin typeface="Calibri"/>
              <a:ea typeface="Calibri"/>
              <a:cs typeface="Calibri"/>
              <a:sym typeface="Calibri"/>
            </a:endParaRPr>
          </a:p>
        </p:txBody>
      </p:sp>
      <p:sp>
        <p:nvSpPr>
          <p:cNvPr id="240" name="Google Shape;240;p12"/>
          <p:cNvSpPr txBox="1"/>
          <p:nvPr/>
        </p:nvSpPr>
        <p:spPr>
          <a:xfrm>
            <a:off x="6955301"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41" name="Google Shape;241;p12"/>
          <p:cNvSpPr/>
          <p:nvPr/>
        </p:nvSpPr>
        <p:spPr>
          <a:xfrm>
            <a:off x="6955300"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12"/>
          <p:cNvSpPr txBox="1"/>
          <p:nvPr/>
        </p:nvSpPr>
        <p:spPr>
          <a:xfrm>
            <a:off x="6955294" y="2666071"/>
            <a:ext cx="15294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47" name="Shape 247"/>
        <p:cNvGrpSpPr/>
        <p:nvPr/>
      </p:nvGrpSpPr>
      <p:grpSpPr>
        <a:xfrm>
          <a:off x="0" y="0"/>
          <a:ext cx="0" cy="0"/>
          <a:chOff x="0" y="0"/>
          <a:chExt cx="0" cy="0"/>
        </a:xfrm>
      </p:grpSpPr>
      <p:pic>
        <p:nvPicPr>
          <p:cNvPr descr="bg-dark-glow.png" id="248" name="Google Shape;248;p13"/>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49" name="Google Shape;249;p13"/>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250" name="Google Shape;250;p13"/>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51" name="Google Shape;251;p13"/>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El </a:t>
            </a:r>
            <a:r>
              <a:rPr i="1" lang="en-US" sz="4500">
                <a:solidFill>
                  <a:srgbClr val="7E99FE"/>
                </a:solidFill>
                <a:latin typeface="Montserrat ExtraBold"/>
                <a:ea typeface="Montserrat ExtraBold"/>
                <a:cs typeface="Montserrat ExtraBold"/>
                <a:sym typeface="Montserrat ExtraBold"/>
              </a:rPr>
              <a:t>reto</a:t>
            </a:r>
            <a:endParaRPr b="0" i="1" sz="1400" u="none" cap="none" strike="noStrike">
              <a:solidFill>
                <a:srgbClr val="7E99FE"/>
              </a:solidFill>
              <a:latin typeface="Arial"/>
              <a:ea typeface="Arial"/>
              <a:cs typeface="Arial"/>
              <a:sym typeface="Arial"/>
            </a:endParaRPr>
          </a:p>
        </p:txBody>
      </p:sp>
      <p:sp>
        <p:nvSpPr>
          <p:cNvPr id="252" name="Google Shape;252;p13"/>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57" name="Shape 257"/>
        <p:cNvGrpSpPr/>
        <p:nvPr/>
      </p:nvGrpSpPr>
      <p:grpSpPr>
        <a:xfrm>
          <a:off x="0" y="0"/>
          <a:ext cx="0" cy="0"/>
          <a:chOff x="0" y="0"/>
          <a:chExt cx="0" cy="0"/>
        </a:xfrm>
      </p:grpSpPr>
      <p:sp>
        <p:nvSpPr>
          <p:cNvPr id="258" name="Google Shape;258;p14"/>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EL DESAFÍO</a:t>
            </a:r>
            <a:endParaRPr b="0" i="0" sz="1100" u="none" cap="none" strike="noStrike">
              <a:solidFill>
                <a:schemeClr val="dk1"/>
              </a:solidFill>
              <a:latin typeface="Calibri"/>
              <a:ea typeface="Calibri"/>
              <a:cs typeface="Calibri"/>
              <a:sym typeface="Calibri"/>
            </a:endParaRPr>
          </a:p>
        </p:txBody>
      </p:sp>
      <p:sp>
        <p:nvSpPr>
          <p:cNvPr id="259" name="Google Shape;259;p14"/>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 </a:t>
            </a:r>
            <a:r>
              <a:rPr b="1" i="1" lang="en-US" sz="2100">
                <a:solidFill>
                  <a:srgbClr val="2B5BFC"/>
                </a:solidFill>
                <a:latin typeface="Montserrat ExtraBold"/>
                <a:ea typeface="Montserrat ExtraBold"/>
                <a:cs typeface="Montserrat ExtraBold"/>
                <a:sym typeface="Montserrat ExtraBold"/>
              </a:rPr>
              <a:t>sección</a:t>
            </a:r>
            <a:endParaRPr b="1" sz="2100">
              <a:solidFill>
                <a:srgbClr val="000033"/>
              </a:solidFill>
              <a:latin typeface="Montserrat ExtraBold"/>
              <a:ea typeface="Montserrat ExtraBold"/>
              <a:cs typeface="Montserrat ExtraBold"/>
              <a:sym typeface="Montserrat ExtraBold"/>
            </a:endParaRPr>
          </a:p>
        </p:txBody>
      </p:sp>
      <p:sp>
        <p:nvSpPr>
          <p:cNvPr id="260" name="Google Shape;260;p14"/>
          <p:cNvSpPr txBox="1"/>
          <p:nvPr/>
        </p:nvSpPr>
        <p:spPr>
          <a:xfrm>
            <a:off x="571500" y="1649350"/>
            <a:ext cx="8001000" cy="432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Resumen de lo que Neo tiene que solucionar y con qué lo hará.</a:t>
            </a:r>
            <a:endParaRPr b="0" i="0" sz="1000" u="none" cap="none" strike="noStrike">
              <a:solidFill>
                <a:schemeClr val="dk1"/>
              </a:solidFill>
              <a:latin typeface="Calibri"/>
              <a:ea typeface="Calibri"/>
              <a:cs typeface="Calibri"/>
              <a:sym typeface="Calibri"/>
            </a:endParaRPr>
          </a:p>
        </p:txBody>
      </p:sp>
      <p:sp>
        <p:nvSpPr>
          <p:cNvPr id="261" name="Google Shape;261;p14"/>
          <p:cNvSpPr/>
          <p:nvPr/>
        </p:nvSpPr>
        <p:spPr>
          <a:xfrm>
            <a:off x="571500" y="2089720"/>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14"/>
          <p:cNvSpPr/>
          <p:nvPr/>
        </p:nvSpPr>
        <p:spPr>
          <a:xfrm>
            <a:off x="772668" y="2290888"/>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 name="Google Shape;263;p14"/>
          <p:cNvSpPr txBox="1"/>
          <p:nvPr/>
        </p:nvSpPr>
        <p:spPr>
          <a:xfrm>
            <a:off x="772668" y="2345752"/>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264" name="Google Shape;264;p14"/>
          <p:cNvSpPr txBox="1"/>
          <p:nvPr/>
        </p:nvSpPr>
        <p:spPr>
          <a:xfrm>
            <a:off x="1281562" y="2271305"/>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1</a:t>
            </a:r>
            <a:endParaRPr b="0" i="0" sz="1200" u="none" cap="none" strike="noStrike">
              <a:solidFill>
                <a:schemeClr val="dk1"/>
              </a:solidFill>
              <a:latin typeface="Calibri"/>
              <a:ea typeface="Calibri"/>
              <a:cs typeface="Calibri"/>
              <a:sym typeface="Calibri"/>
            </a:endParaRPr>
          </a:p>
        </p:txBody>
      </p:sp>
      <p:sp>
        <p:nvSpPr>
          <p:cNvPr id="265" name="Google Shape;265;p14"/>
          <p:cNvSpPr txBox="1"/>
          <p:nvPr/>
        </p:nvSpPr>
        <p:spPr>
          <a:xfrm>
            <a:off x="3625596" y="2271314"/>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 </a:t>
            </a:r>
            <a:endParaRPr b="0" i="0" sz="1000" u="none" cap="none" strike="noStrike">
              <a:solidFill>
                <a:schemeClr val="dk1"/>
              </a:solidFill>
              <a:latin typeface="Calibri"/>
              <a:ea typeface="Calibri"/>
              <a:cs typeface="Calibri"/>
              <a:sym typeface="Calibri"/>
            </a:endParaRPr>
          </a:p>
        </p:txBody>
      </p:sp>
      <p:sp>
        <p:nvSpPr>
          <p:cNvPr id="266" name="Google Shape;266;p14"/>
          <p:cNvSpPr/>
          <p:nvPr/>
        </p:nvSpPr>
        <p:spPr>
          <a:xfrm>
            <a:off x="571500" y="2930968"/>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14"/>
          <p:cNvSpPr/>
          <p:nvPr/>
        </p:nvSpPr>
        <p:spPr>
          <a:xfrm>
            <a:off x="772668" y="3132136"/>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14"/>
          <p:cNvSpPr txBox="1"/>
          <p:nvPr/>
        </p:nvSpPr>
        <p:spPr>
          <a:xfrm>
            <a:off x="772668" y="3187000"/>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2</a:t>
            </a:r>
            <a:endParaRPr b="0" i="0" sz="1200" u="none" cap="none" strike="noStrike">
              <a:solidFill>
                <a:schemeClr val="dk1"/>
              </a:solidFill>
              <a:latin typeface="Calibri"/>
              <a:ea typeface="Calibri"/>
              <a:cs typeface="Calibri"/>
              <a:sym typeface="Calibri"/>
            </a:endParaRPr>
          </a:p>
        </p:txBody>
      </p:sp>
      <p:sp>
        <p:nvSpPr>
          <p:cNvPr id="269" name="Google Shape;269;p14"/>
          <p:cNvSpPr txBox="1"/>
          <p:nvPr/>
        </p:nvSpPr>
        <p:spPr>
          <a:xfrm>
            <a:off x="1281562" y="3112555"/>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2</a:t>
            </a:r>
            <a:endParaRPr b="0" i="0" sz="1200" u="none" cap="none" strike="noStrike">
              <a:solidFill>
                <a:schemeClr val="dk1"/>
              </a:solidFill>
              <a:latin typeface="Calibri"/>
              <a:ea typeface="Calibri"/>
              <a:cs typeface="Calibri"/>
              <a:sym typeface="Calibri"/>
            </a:endParaRPr>
          </a:p>
        </p:txBody>
      </p:sp>
      <p:sp>
        <p:nvSpPr>
          <p:cNvPr id="270" name="Google Shape;270;p14"/>
          <p:cNvSpPr txBox="1"/>
          <p:nvPr/>
        </p:nvSpPr>
        <p:spPr>
          <a:xfrm>
            <a:off x="3625596" y="3112562"/>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
        <p:nvSpPr>
          <p:cNvPr id="271" name="Google Shape;271;p14"/>
          <p:cNvSpPr/>
          <p:nvPr/>
        </p:nvSpPr>
        <p:spPr>
          <a:xfrm>
            <a:off x="571500" y="3772216"/>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p14"/>
          <p:cNvSpPr/>
          <p:nvPr/>
        </p:nvSpPr>
        <p:spPr>
          <a:xfrm>
            <a:off x="772668" y="3973384"/>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14"/>
          <p:cNvSpPr txBox="1"/>
          <p:nvPr/>
        </p:nvSpPr>
        <p:spPr>
          <a:xfrm>
            <a:off x="772668" y="4028248"/>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3</a:t>
            </a:r>
            <a:endParaRPr b="0" i="0" sz="1200" u="none" cap="none" strike="noStrike">
              <a:solidFill>
                <a:schemeClr val="dk1"/>
              </a:solidFill>
              <a:latin typeface="Calibri"/>
              <a:ea typeface="Calibri"/>
              <a:cs typeface="Calibri"/>
              <a:sym typeface="Calibri"/>
            </a:endParaRPr>
          </a:p>
        </p:txBody>
      </p:sp>
      <p:sp>
        <p:nvSpPr>
          <p:cNvPr id="274" name="Google Shape;274;p14"/>
          <p:cNvSpPr txBox="1"/>
          <p:nvPr/>
        </p:nvSpPr>
        <p:spPr>
          <a:xfrm>
            <a:off x="1281562" y="3953804"/>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3</a:t>
            </a:r>
            <a:endParaRPr b="0" i="0" sz="1200" u="none" cap="none" strike="noStrike">
              <a:solidFill>
                <a:schemeClr val="dk1"/>
              </a:solidFill>
              <a:latin typeface="Calibri"/>
              <a:ea typeface="Calibri"/>
              <a:cs typeface="Calibri"/>
              <a:sym typeface="Calibri"/>
            </a:endParaRPr>
          </a:p>
        </p:txBody>
      </p:sp>
      <p:sp>
        <p:nvSpPr>
          <p:cNvPr id="275" name="Google Shape;275;p14"/>
          <p:cNvSpPr txBox="1"/>
          <p:nvPr/>
        </p:nvSpPr>
        <p:spPr>
          <a:xfrm>
            <a:off x="3625596" y="3953810"/>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0" name="Shape 280"/>
        <p:cNvGrpSpPr/>
        <p:nvPr/>
      </p:nvGrpSpPr>
      <p:grpSpPr>
        <a:xfrm>
          <a:off x="0" y="0"/>
          <a:ext cx="0" cy="0"/>
          <a:chOff x="0" y="0"/>
          <a:chExt cx="0" cy="0"/>
        </a:xfrm>
      </p:grpSpPr>
      <p:pic>
        <p:nvPicPr>
          <p:cNvPr descr="bg-dark-glow.png" id="281" name="Google Shape;281;p15"/>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82" name="Google Shape;282;p15"/>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283" name="Google Shape;283;p15"/>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84" name="Google Shape;284;p15"/>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Proceso</a:t>
            </a:r>
            <a:r>
              <a:rPr lang="en-US" sz="4500">
                <a:solidFill>
                  <a:srgbClr val="FFFFFF"/>
                </a:solidFill>
                <a:latin typeface="Montserrat ExtraBold"/>
                <a:ea typeface="Montserrat ExtraBold"/>
                <a:cs typeface="Montserrat ExtraBold"/>
                <a:sym typeface="Montserrat ExtraBold"/>
              </a:rPr>
              <a:t> </a:t>
            </a:r>
            <a:r>
              <a:rPr i="1" lang="en-US" sz="4500">
                <a:solidFill>
                  <a:srgbClr val="7E99FE"/>
                </a:solidFill>
                <a:latin typeface="Montserrat ExtraBold"/>
                <a:ea typeface="Montserrat ExtraBold"/>
                <a:cs typeface="Montserrat ExtraBold"/>
                <a:sym typeface="Montserrat ExtraBold"/>
              </a:rPr>
              <a:t>general</a:t>
            </a:r>
            <a:endParaRPr b="0" i="1" sz="1400" u="none" cap="none" strike="noStrike">
              <a:solidFill>
                <a:srgbClr val="7E99FE"/>
              </a:solidFill>
              <a:latin typeface="Arial"/>
              <a:ea typeface="Arial"/>
              <a:cs typeface="Arial"/>
              <a:sym typeface="Arial"/>
            </a:endParaRPr>
          </a:p>
        </p:txBody>
      </p:sp>
      <p:sp>
        <p:nvSpPr>
          <p:cNvPr id="285" name="Google Shape;285;p15"/>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89" name="Shape 289"/>
        <p:cNvGrpSpPr/>
        <p:nvPr/>
      </p:nvGrpSpPr>
      <p:grpSpPr>
        <a:xfrm>
          <a:off x="0" y="0"/>
          <a:ext cx="0" cy="0"/>
          <a:chOff x="0" y="0"/>
          <a:chExt cx="0" cy="0"/>
        </a:xfrm>
      </p:grpSpPr>
      <p:sp>
        <p:nvSpPr>
          <p:cNvPr id="290" name="Google Shape;290;p1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DETALLE DEL PROCESO</a:t>
            </a:r>
            <a:endParaRPr b="0" i="0" sz="1100" u="none" cap="none" strike="noStrike">
              <a:solidFill>
                <a:schemeClr val="dk1"/>
              </a:solidFill>
              <a:latin typeface="Calibri"/>
              <a:ea typeface="Calibri"/>
              <a:cs typeface="Calibri"/>
              <a:sym typeface="Calibri"/>
            </a:endParaRPr>
          </a:p>
        </p:txBody>
      </p:sp>
      <p:sp>
        <p:nvSpPr>
          <p:cNvPr id="291" name="Google Shape;291;p1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Nuestro</a:t>
            </a:r>
            <a:r>
              <a:rPr b="1" i="1" lang="en-US" sz="2100">
                <a:solidFill>
                  <a:srgbClr val="2B5BFC"/>
                </a:solidFill>
                <a:latin typeface="Montserrat Black"/>
                <a:ea typeface="Montserrat Black"/>
                <a:cs typeface="Montserrat Black"/>
                <a:sym typeface="Montserrat Black"/>
              </a:rPr>
              <a:t> proceso</a:t>
            </a:r>
            <a:endParaRPr b="1" sz="2100">
              <a:solidFill>
                <a:srgbClr val="000033"/>
              </a:solidFill>
              <a:latin typeface="Montserrat ExtraBold"/>
              <a:ea typeface="Montserrat ExtraBold"/>
              <a:cs typeface="Montserrat ExtraBold"/>
              <a:sym typeface="Montserrat ExtraBold"/>
            </a:endParaRPr>
          </a:p>
        </p:txBody>
      </p:sp>
      <p:sp>
        <p:nvSpPr>
          <p:cNvPr id="292" name="Google Shape;292;p16"/>
          <p:cNvSpPr txBox="1"/>
          <p:nvPr/>
        </p:nvSpPr>
        <p:spPr>
          <a:xfrm>
            <a:off x="571500" y="1539850"/>
            <a:ext cx="8001000" cy="274200"/>
          </a:xfrm>
          <a:prstGeom prst="rect">
            <a:avLst/>
          </a:prstGeom>
          <a:noFill/>
          <a:ln>
            <a:noFill/>
          </a:ln>
        </p:spPr>
        <p:txBody>
          <a:bodyPr anchorCtr="0" anchor="ctr" bIns="0" lIns="0" spcFirstLastPara="1" rIns="0" wrap="square" tIns="0">
            <a:noAutofit/>
          </a:bodyPr>
          <a:lstStyle/>
          <a:p>
            <a:pPr indent="0" lvl="0" marL="0" rtl="0" algn="l">
              <a:lnSpc>
                <a:spcPct val="115000"/>
              </a:lnSpc>
              <a:spcBef>
                <a:spcPts val="0"/>
              </a:spcBef>
              <a:spcAft>
                <a:spcPts val="0"/>
              </a:spcAft>
              <a:buClr>
                <a:srgbClr val="575757"/>
              </a:buClr>
              <a:buSzPts val="1100"/>
              <a:buFont typeface="Montserrat"/>
              <a:buNone/>
            </a:pPr>
            <a:r>
              <a:rPr lang="en-US" sz="1000">
                <a:solidFill>
                  <a:srgbClr val="000033"/>
                </a:solidFill>
                <a:latin typeface="Montserrat"/>
                <a:ea typeface="Montserrat"/>
                <a:cs typeface="Montserrat"/>
                <a:sym typeface="Montserrat"/>
              </a:rPr>
              <a:t>Cada Etapa cierra con un entregable concreto y verificable.</a:t>
            </a:r>
            <a:endParaRPr sz="1000">
              <a:solidFill>
                <a:srgbClr val="000033"/>
              </a:solidFill>
              <a:latin typeface="Montserrat"/>
              <a:ea typeface="Montserrat"/>
              <a:cs typeface="Montserrat"/>
              <a:sym typeface="Montserrat"/>
            </a:endParaRPr>
          </a:p>
        </p:txBody>
      </p:sp>
      <p:sp>
        <p:nvSpPr>
          <p:cNvPr id="293" name="Google Shape;293;p16"/>
          <p:cNvSpPr/>
          <p:nvPr/>
        </p:nvSpPr>
        <p:spPr>
          <a:xfrm>
            <a:off x="566928" y="1957050"/>
            <a:ext cx="14886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16"/>
          <p:cNvSpPr txBox="1"/>
          <p:nvPr/>
        </p:nvSpPr>
        <p:spPr>
          <a:xfrm>
            <a:off x="727670" y="2043075"/>
            <a:ext cx="10959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1</a:t>
            </a:r>
            <a:endParaRPr b="0" i="0" sz="900" u="none" cap="none" strike="noStrike">
              <a:solidFill>
                <a:schemeClr val="dk1"/>
              </a:solidFill>
              <a:latin typeface="Calibri"/>
              <a:ea typeface="Calibri"/>
              <a:cs typeface="Calibri"/>
              <a:sym typeface="Calibri"/>
            </a:endParaRPr>
          </a:p>
        </p:txBody>
      </p:sp>
      <p:sp>
        <p:nvSpPr>
          <p:cNvPr id="295" name="Google Shape;295;p16"/>
          <p:cNvSpPr txBox="1"/>
          <p:nvPr/>
        </p:nvSpPr>
        <p:spPr>
          <a:xfrm>
            <a:off x="727663" y="2810644"/>
            <a:ext cx="1167000" cy="13380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rgbClr val="575757"/>
              </a:buClr>
              <a:buSzPts val="1000"/>
              <a:buFont typeface="Montserrat"/>
              <a:buNone/>
            </a:pPr>
            <a:r>
              <a:rPr lang="en-US" sz="900">
                <a:solidFill>
                  <a:srgbClr val="000033"/>
                </a:solidFill>
                <a:latin typeface="Montserrat"/>
                <a:ea typeface="Montserrat"/>
                <a:cs typeface="Montserrat"/>
                <a:sym typeface="Montserrat"/>
              </a:rPr>
              <a:t>Ingresar aquí una descripción breve, de dos o tres líneas.</a:t>
            </a:r>
            <a:endParaRPr sz="900">
              <a:solidFill>
                <a:schemeClr val="dk1"/>
              </a:solidFill>
              <a:latin typeface="Calibri"/>
              <a:ea typeface="Calibri"/>
              <a:cs typeface="Calibri"/>
              <a:sym typeface="Calibri"/>
            </a:endParaRPr>
          </a:p>
          <a:p>
            <a:pPr indent="0" lvl="0" marL="0" marR="0" rtl="0" algn="l">
              <a:lnSpc>
                <a:spcPct val="124000"/>
              </a:lnSpc>
              <a:spcBef>
                <a:spcPts val="0"/>
              </a:spcBef>
              <a:spcAft>
                <a:spcPts val="0"/>
              </a:spcAft>
              <a:buClr>
                <a:srgbClr val="575757"/>
              </a:buClr>
              <a:buSzPts val="1000"/>
              <a:buFont typeface="Montserrat"/>
              <a:buNone/>
            </a:pPr>
            <a:r>
              <a:t/>
            </a:r>
            <a:endParaRPr sz="750">
              <a:solidFill>
                <a:srgbClr val="000033"/>
              </a:solidFill>
              <a:latin typeface="Montserrat"/>
              <a:ea typeface="Montserrat"/>
              <a:cs typeface="Montserrat"/>
              <a:sym typeface="Montserrat"/>
            </a:endParaRPr>
          </a:p>
        </p:txBody>
      </p:sp>
      <p:sp>
        <p:nvSpPr>
          <p:cNvPr id="296" name="Google Shape;296;p16"/>
          <p:cNvSpPr/>
          <p:nvPr/>
        </p:nvSpPr>
        <p:spPr>
          <a:xfrm>
            <a:off x="2194560" y="1957050"/>
            <a:ext cx="14886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16"/>
          <p:cNvSpPr txBox="1"/>
          <p:nvPr/>
        </p:nvSpPr>
        <p:spPr>
          <a:xfrm>
            <a:off x="2355302" y="2043075"/>
            <a:ext cx="10959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2</a:t>
            </a:r>
            <a:endParaRPr b="0" i="0" sz="900" u="none" cap="none" strike="noStrike">
              <a:solidFill>
                <a:schemeClr val="dk1"/>
              </a:solidFill>
              <a:latin typeface="Calibri"/>
              <a:ea typeface="Calibri"/>
              <a:cs typeface="Calibri"/>
              <a:sym typeface="Calibri"/>
            </a:endParaRPr>
          </a:p>
        </p:txBody>
      </p:sp>
      <p:sp>
        <p:nvSpPr>
          <p:cNvPr id="298" name="Google Shape;298;p16"/>
          <p:cNvSpPr txBox="1"/>
          <p:nvPr/>
        </p:nvSpPr>
        <p:spPr>
          <a:xfrm>
            <a:off x="2355302" y="2316158"/>
            <a:ext cx="1167000" cy="54630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000033"/>
              </a:buClr>
              <a:buSzPts val="1200"/>
              <a:buFont typeface="Montserrat SemiBold"/>
              <a:buNone/>
            </a:pPr>
            <a:r>
              <a:rPr b="1" lang="en-US" sz="950">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299" name="Google Shape;299;p16"/>
          <p:cNvSpPr txBox="1"/>
          <p:nvPr/>
        </p:nvSpPr>
        <p:spPr>
          <a:xfrm>
            <a:off x="2355286" y="2810644"/>
            <a:ext cx="1167000" cy="13380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rgbClr val="575757"/>
              </a:buClr>
              <a:buSzPts val="1000"/>
              <a:buFont typeface="Montserrat"/>
              <a:buNone/>
            </a:pPr>
            <a:r>
              <a:rPr lang="en-US" sz="900">
                <a:solidFill>
                  <a:srgbClr val="000033"/>
                </a:solidFill>
                <a:latin typeface="Montserrat"/>
                <a:ea typeface="Montserrat"/>
                <a:cs typeface="Montserrat"/>
                <a:sym typeface="Montserrat"/>
              </a:rPr>
              <a:t>Ingresar aquí una descripción breve, de dos o tres líneas.</a:t>
            </a:r>
            <a:endParaRPr sz="900">
              <a:solidFill>
                <a:schemeClr val="dk1"/>
              </a:solidFill>
              <a:latin typeface="Calibri"/>
              <a:ea typeface="Calibri"/>
              <a:cs typeface="Calibri"/>
              <a:sym typeface="Calibri"/>
            </a:endParaRPr>
          </a:p>
          <a:p>
            <a:pPr indent="0" lvl="0" marL="0" marR="0" rtl="0" algn="l">
              <a:lnSpc>
                <a:spcPct val="124000"/>
              </a:lnSpc>
              <a:spcBef>
                <a:spcPts val="0"/>
              </a:spcBef>
              <a:spcAft>
                <a:spcPts val="0"/>
              </a:spcAft>
              <a:buClr>
                <a:srgbClr val="575757"/>
              </a:buClr>
              <a:buSzPts val="1000"/>
              <a:buFont typeface="Montserrat"/>
              <a:buNone/>
            </a:pPr>
            <a:r>
              <a:t/>
            </a:r>
            <a:endParaRPr sz="750">
              <a:solidFill>
                <a:srgbClr val="000033"/>
              </a:solidFill>
              <a:latin typeface="Montserrat"/>
              <a:ea typeface="Montserrat"/>
              <a:cs typeface="Montserrat"/>
              <a:sym typeface="Montserrat"/>
            </a:endParaRPr>
          </a:p>
        </p:txBody>
      </p:sp>
      <p:sp>
        <p:nvSpPr>
          <p:cNvPr id="300" name="Google Shape;300;p16"/>
          <p:cNvSpPr/>
          <p:nvPr/>
        </p:nvSpPr>
        <p:spPr>
          <a:xfrm>
            <a:off x="3822191" y="1957050"/>
            <a:ext cx="14886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p16"/>
          <p:cNvSpPr txBox="1"/>
          <p:nvPr/>
        </p:nvSpPr>
        <p:spPr>
          <a:xfrm>
            <a:off x="3982933" y="2043075"/>
            <a:ext cx="10959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3</a:t>
            </a:r>
            <a:endParaRPr b="0" i="0" sz="900" u="none" cap="none" strike="noStrike">
              <a:solidFill>
                <a:schemeClr val="dk1"/>
              </a:solidFill>
              <a:latin typeface="Calibri"/>
              <a:ea typeface="Calibri"/>
              <a:cs typeface="Calibri"/>
              <a:sym typeface="Calibri"/>
            </a:endParaRPr>
          </a:p>
        </p:txBody>
      </p:sp>
      <p:sp>
        <p:nvSpPr>
          <p:cNvPr id="302" name="Google Shape;302;p16"/>
          <p:cNvSpPr txBox="1"/>
          <p:nvPr/>
        </p:nvSpPr>
        <p:spPr>
          <a:xfrm>
            <a:off x="3982933" y="2316158"/>
            <a:ext cx="1167000" cy="54630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000033"/>
              </a:buClr>
              <a:buSzPts val="1200"/>
              <a:buFont typeface="Montserrat SemiBold"/>
              <a:buNone/>
            </a:pPr>
            <a:r>
              <a:rPr b="1" lang="en-US" sz="950">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03" name="Google Shape;303;p16"/>
          <p:cNvSpPr txBox="1"/>
          <p:nvPr/>
        </p:nvSpPr>
        <p:spPr>
          <a:xfrm>
            <a:off x="3982918" y="2810644"/>
            <a:ext cx="1167000" cy="13380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rgbClr val="575757"/>
              </a:buClr>
              <a:buSzPts val="1000"/>
              <a:buFont typeface="Montserrat"/>
              <a:buNone/>
            </a:pPr>
            <a:r>
              <a:rPr lang="en-US" sz="900">
                <a:solidFill>
                  <a:srgbClr val="000033"/>
                </a:solidFill>
                <a:latin typeface="Montserrat"/>
                <a:ea typeface="Montserrat"/>
                <a:cs typeface="Montserrat"/>
                <a:sym typeface="Montserrat"/>
              </a:rPr>
              <a:t>Ingresar aquí una descripción breve, de dos o tres líneas.</a:t>
            </a:r>
            <a:endParaRPr sz="900">
              <a:solidFill>
                <a:schemeClr val="dk1"/>
              </a:solidFill>
              <a:latin typeface="Calibri"/>
              <a:ea typeface="Calibri"/>
              <a:cs typeface="Calibri"/>
              <a:sym typeface="Calibri"/>
            </a:endParaRPr>
          </a:p>
          <a:p>
            <a:pPr indent="0" lvl="0" marL="0" marR="0" rtl="0" algn="l">
              <a:lnSpc>
                <a:spcPct val="124000"/>
              </a:lnSpc>
              <a:spcBef>
                <a:spcPts val="0"/>
              </a:spcBef>
              <a:spcAft>
                <a:spcPts val="0"/>
              </a:spcAft>
              <a:buClr>
                <a:srgbClr val="575757"/>
              </a:buClr>
              <a:buSzPts val="1000"/>
              <a:buFont typeface="Montserrat"/>
              <a:buNone/>
            </a:pPr>
            <a:r>
              <a:t/>
            </a:r>
            <a:endParaRPr sz="750">
              <a:solidFill>
                <a:srgbClr val="000033"/>
              </a:solidFill>
              <a:latin typeface="Montserrat"/>
              <a:ea typeface="Montserrat"/>
              <a:cs typeface="Montserrat"/>
              <a:sym typeface="Montserrat"/>
            </a:endParaRPr>
          </a:p>
        </p:txBody>
      </p:sp>
      <p:sp>
        <p:nvSpPr>
          <p:cNvPr id="304" name="Google Shape;304;p16"/>
          <p:cNvSpPr/>
          <p:nvPr/>
        </p:nvSpPr>
        <p:spPr>
          <a:xfrm>
            <a:off x="5449824" y="1957050"/>
            <a:ext cx="14886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p16"/>
          <p:cNvSpPr txBox="1"/>
          <p:nvPr/>
        </p:nvSpPr>
        <p:spPr>
          <a:xfrm>
            <a:off x="5610565" y="2043075"/>
            <a:ext cx="10959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4</a:t>
            </a:r>
            <a:endParaRPr b="0" i="0" sz="900" u="none" cap="none" strike="noStrike">
              <a:solidFill>
                <a:schemeClr val="dk1"/>
              </a:solidFill>
              <a:latin typeface="Calibri"/>
              <a:ea typeface="Calibri"/>
              <a:cs typeface="Calibri"/>
              <a:sym typeface="Calibri"/>
            </a:endParaRPr>
          </a:p>
        </p:txBody>
      </p:sp>
      <p:sp>
        <p:nvSpPr>
          <p:cNvPr id="306" name="Google Shape;306;p16"/>
          <p:cNvSpPr txBox="1"/>
          <p:nvPr/>
        </p:nvSpPr>
        <p:spPr>
          <a:xfrm>
            <a:off x="5610565" y="2316158"/>
            <a:ext cx="1167000" cy="54630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000033"/>
              </a:buClr>
              <a:buSzPts val="1200"/>
              <a:buFont typeface="Montserrat SemiBold"/>
              <a:buNone/>
            </a:pPr>
            <a:r>
              <a:rPr b="1" lang="en-US" sz="950">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07" name="Google Shape;307;p16"/>
          <p:cNvSpPr txBox="1"/>
          <p:nvPr/>
        </p:nvSpPr>
        <p:spPr>
          <a:xfrm>
            <a:off x="5610550" y="2810644"/>
            <a:ext cx="1167000" cy="13380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rgbClr val="575757"/>
              </a:buClr>
              <a:buSzPts val="1000"/>
              <a:buFont typeface="Montserrat"/>
              <a:buNone/>
            </a:pPr>
            <a:r>
              <a:rPr lang="en-US" sz="900">
                <a:solidFill>
                  <a:srgbClr val="000033"/>
                </a:solidFill>
                <a:latin typeface="Montserrat"/>
                <a:ea typeface="Montserrat"/>
                <a:cs typeface="Montserrat"/>
                <a:sym typeface="Montserrat"/>
              </a:rPr>
              <a:t>Ingresar aquí una descripción breve, de dos o tres líneas.</a:t>
            </a:r>
            <a:endParaRPr sz="900">
              <a:solidFill>
                <a:schemeClr val="dk1"/>
              </a:solidFill>
              <a:latin typeface="Calibri"/>
              <a:ea typeface="Calibri"/>
              <a:cs typeface="Calibri"/>
              <a:sym typeface="Calibri"/>
            </a:endParaRPr>
          </a:p>
          <a:p>
            <a:pPr indent="0" lvl="0" marL="0" marR="0" rtl="0" algn="l">
              <a:lnSpc>
                <a:spcPct val="124000"/>
              </a:lnSpc>
              <a:spcBef>
                <a:spcPts val="0"/>
              </a:spcBef>
              <a:spcAft>
                <a:spcPts val="0"/>
              </a:spcAft>
              <a:buClr>
                <a:srgbClr val="575757"/>
              </a:buClr>
              <a:buSzPts val="1000"/>
              <a:buFont typeface="Montserrat"/>
              <a:buNone/>
            </a:pPr>
            <a:r>
              <a:t/>
            </a:r>
            <a:endParaRPr sz="750">
              <a:solidFill>
                <a:srgbClr val="000033"/>
              </a:solidFill>
              <a:latin typeface="Montserrat"/>
              <a:ea typeface="Montserrat"/>
              <a:cs typeface="Montserrat"/>
              <a:sym typeface="Montserrat"/>
            </a:endParaRPr>
          </a:p>
        </p:txBody>
      </p:sp>
      <p:sp>
        <p:nvSpPr>
          <p:cNvPr id="308" name="Google Shape;308;p16"/>
          <p:cNvSpPr/>
          <p:nvPr/>
        </p:nvSpPr>
        <p:spPr>
          <a:xfrm>
            <a:off x="699645" y="4173725"/>
            <a:ext cx="12822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16"/>
          <p:cNvSpPr txBox="1"/>
          <p:nvPr/>
        </p:nvSpPr>
        <p:spPr>
          <a:xfrm>
            <a:off x="763107" y="4225252"/>
            <a:ext cx="11550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10" name="Google Shape;310;p16"/>
          <p:cNvSpPr txBox="1"/>
          <p:nvPr/>
        </p:nvSpPr>
        <p:spPr>
          <a:xfrm>
            <a:off x="763107" y="4324015"/>
            <a:ext cx="11550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lang="en-US" sz="800">
                <a:solidFill>
                  <a:srgbClr val="FFFFFF"/>
                </a:solidFill>
                <a:latin typeface="Montserrat"/>
                <a:ea typeface="Montserrat"/>
                <a:cs typeface="Montserrat"/>
                <a:sym typeface="Montserrat"/>
              </a:rPr>
              <a:t>xxx</a:t>
            </a:r>
            <a:endParaRPr b="0" i="0" sz="800" u="none" cap="none" strike="noStrike">
              <a:solidFill>
                <a:srgbClr val="000000"/>
              </a:solidFill>
              <a:latin typeface="Calibri"/>
              <a:ea typeface="Calibri"/>
              <a:cs typeface="Calibri"/>
              <a:sym typeface="Calibri"/>
            </a:endParaRPr>
          </a:p>
        </p:txBody>
      </p:sp>
      <p:sp>
        <p:nvSpPr>
          <p:cNvPr id="311" name="Google Shape;311;p16"/>
          <p:cNvSpPr/>
          <p:nvPr/>
        </p:nvSpPr>
        <p:spPr>
          <a:xfrm>
            <a:off x="2303512" y="4173725"/>
            <a:ext cx="12822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16"/>
          <p:cNvSpPr txBox="1"/>
          <p:nvPr/>
        </p:nvSpPr>
        <p:spPr>
          <a:xfrm>
            <a:off x="2366974" y="4225252"/>
            <a:ext cx="11550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13" name="Google Shape;313;p16"/>
          <p:cNvSpPr txBox="1"/>
          <p:nvPr/>
        </p:nvSpPr>
        <p:spPr>
          <a:xfrm>
            <a:off x="2366974" y="4324015"/>
            <a:ext cx="11550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lang="en-US" sz="800">
                <a:solidFill>
                  <a:srgbClr val="FFFFFF"/>
                </a:solidFill>
                <a:latin typeface="Montserrat"/>
                <a:ea typeface="Montserrat"/>
                <a:cs typeface="Montserrat"/>
                <a:sym typeface="Montserrat"/>
              </a:rPr>
              <a:t>xxx</a:t>
            </a:r>
            <a:endParaRPr b="0" i="0" sz="800" u="none" cap="none" strike="noStrike">
              <a:solidFill>
                <a:srgbClr val="000000"/>
              </a:solidFill>
              <a:latin typeface="Calibri"/>
              <a:ea typeface="Calibri"/>
              <a:cs typeface="Calibri"/>
              <a:sym typeface="Calibri"/>
            </a:endParaRPr>
          </a:p>
        </p:txBody>
      </p:sp>
      <p:sp>
        <p:nvSpPr>
          <p:cNvPr id="314" name="Google Shape;314;p16"/>
          <p:cNvSpPr/>
          <p:nvPr/>
        </p:nvSpPr>
        <p:spPr>
          <a:xfrm>
            <a:off x="3959895" y="4173725"/>
            <a:ext cx="12822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16"/>
          <p:cNvSpPr txBox="1"/>
          <p:nvPr/>
        </p:nvSpPr>
        <p:spPr>
          <a:xfrm>
            <a:off x="4023357" y="4225252"/>
            <a:ext cx="11550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16" name="Google Shape;316;p16"/>
          <p:cNvSpPr txBox="1"/>
          <p:nvPr/>
        </p:nvSpPr>
        <p:spPr>
          <a:xfrm>
            <a:off x="4023357" y="4324015"/>
            <a:ext cx="11550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lang="en-US" sz="800">
                <a:solidFill>
                  <a:srgbClr val="FFFFFF"/>
                </a:solidFill>
                <a:latin typeface="Montserrat"/>
                <a:ea typeface="Montserrat"/>
                <a:cs typeface="Montserrat"/>
                <a:sym typeface="Montserrat"/>
              </a:rPr>
              <a:t>xxx</a:t>
            </a:r>
            <a:endParaRPr b="0" i="0" sz="800" u="none" cap="none" strike="noStrike">
              <a:solidFill>
                <a:srgbClr val="000000"/>
              </a:solidFill>
              <a:latin typeface="Calibri"/>
              <a:ea typeface="Calibri"/>
              <a:cs typeface="Calibri"/>
              <a:sym typeface="Calibri"/>
            </a:endParaRPr>
          </a:p>
        </p:txBody>
      </p:sp>
      <p:sp>
        <p:nvSpPr>
          <p:cNvPr id="317" name="Google Shape;317;p16"/>
          <p:cNvSpPr/>
          <p:nvPr/>
        </p:nvSpPr>
        <p:spPr>
          <a:xfrm>
            <a:off x="5558768" y="4173725"/>
            <a:ext cx="12822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 name="Google Shape;318;p16"/>
          <p:cNvSpPr txBox="1"/>
          <p:nvPr/>
        </p:nvSpPr>
        <p:spPr>
          <a:xfrm>
            <a:off x="5622230" y="4225252"/>
            <a:ext cx="11550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19" name="Google Shape;319;p16"/>
          <p:cNvSpPr txBox="1"/>
          <p:nvPr/>
        </p:nvSpPr>
        <p:spPr>
          <a:xfrm>
            <a:off x="5622230" y="4324015"/>
            <a:ext cx="11550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lang="en-US" sz="800">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20" name="Google Shape;320;p16"/>
          <p:cNvSpPr/>
          <p:nvPr/>
        </p:nvSpPr>
        <p:spPr>
          <a:xfrm>
            <a:off x="7077456" y="1957050"/>
            <a:ext cx="14886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16"/>
          <p:cNvSpPr txBox="1"/>
          <p:nvPr/>
        </p:nvSpPr>
        <p:spPr>
          <a:xfrm>
            <a:off x="7238197" y="2043075"/>
            <a:ext cx="10959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5</a:t>
            </a:r>
            <a:endParaRPr b="0" i="0" sz="900" u="none" cap="none" strike="noStrike">
              <a:solidFill>
                <a:schemeClr val="dk1"/>
              </a:solidFill>
              <a:latin typeface="Calibri"/>
              <a:ea typeface="Calibri"/>
              <a:cs typeface="Calibri"/>
              <a:sym typeface="Calibri"/>
            </a:endParaRPr>
          </a:p>
        </p:txBody>
      </p:sp>
      <p:sp>
        <p:nvSpPr>
          <p:cNvPr id="322" name="Google Shape;322;p16"/>
          <p:cNvSpPr txBox="1"/>
          <p:nvPr/>
        </p:nvSpPr>
        <p:spPr>
          <a:xfrm>
            <a:off x="7238197" y="2316158"/>
            <a:ext cx="1167000" cy="54630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000033"/>
              </a:buClr>
              <a:buSzPts val="1200"/>
              <a:buFont typeface="Montserrat SemiBold"/>
              <a:buNone/>
            </a:pPr>
            <a:r>
              <a:rPr b="1" lang="en-US" sz="950">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23" name="Google Shape;323;p16"/>
          <p:cNvSpPr txBox="1"/>
          <p:nvPr/>
        </p:nvSpPr>
        <p:spPr>
          <a:xfrm>
            <a:off x="7238182" y="2810644"/>
            <a:ext cx="1167000" cy="13380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rgbClr val="575757"/>
              </a:buClr>
              <a:buSzPts val="1000"/>
              <a:buFont typeface="Montserrat"/>
              <a:buNone/>
            </a:pPr>
            <a:r>
              <a:rPr lang="en-US" sz="900">
                <a:solidFill>
                  <a:srgbClr val="000033"/>
                </a:solidFill>
                <a:latin typeface="Montserrat"/>
                <a:ea typeface="Montserrat"/>
                <a:cs typeface="Montserrat"/>
                <a:sym typeface="Montserrat"/>
              </a:rPr>
              <a:t>Ingresar aquí una descripción breve, de dos o tres líneas.</a:t>
            </a:r>
            <a:endParaRPr sz="900">
              <a:solidFill>
                <a:schemeClr val="dk1"/>
              </a:solidFill>
              <a:latin typeface="Calibri"/>
              <a:ea typeface="Calibri"/>
              <a:cs typeface="Calibri"/>
              <a:sym typeface="Calibri"/>
            </a:endParaRPr>
          </a:p>
          <a:p>
            <a:pPr indent="0" lvl="0" marL="0" marR="0" rtl="0" algn="l">
              <a:lnSpc>
                <a:spcPct val="124000"/>
              </a:lnSpc>
              <a:spcBef>
                <a:spcPts val="0"/>
              </a:spcBef>
              <a:spcAft>
                <a:spcPts val="0"/>
              </a:spcAft>
              <a:buClr>
                <a:srgbClr val="575757"/>
              </a:buClr>
              <a:buSzPts val="1000"/>
              <a:buFont typeface="Montserrat"/>
              <a:buNone/>
            </a:pPr>
            <a:r>
              <a:t/>
            </a:r>
            <a:endParaRPr sz="750">
              <a:solidFill>
                <a:srgbClr val="000033"/>
              </a:solidFill>
              <a:latin typeface="Montserrat"/>
              <a:ea typeface="Montserrat"/>
              <a:cs typeface="Montserrat"/>
              <a:sym typeface="Montserrat"/>
            </a:endParaRPr>
          </a:p>
        </p:txBody>
      </p:sp>
      <p:sp>
        <p:nvSpPr>
          <p:cNvPr id="324" name="Google Shape;324;p16"/>
          <p:cNvSpPr/>
          <p:nvPr/>
        </p:nvSpPr>
        <p:spPr>
          <a:xfrm>
            <a:off x="7186400" y="4173725"/>
            <a:ext cx="12822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p16"/>
          <p:cNvSpPr txBox="1"/>
          <p:nvPr/>
        </p:nvSpPr>
        <p:spPr>
          <a:xfrm>
            <a:off x="7249862" y="4225252"/>
            <a:ext cx="11550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26" name="Google Shape;326;p16"/>
          <p:cNvSpPr txBox="1"/>
          <p:nvPr/>
        </p:nvSpPr>
        <p:spPr>
          <a:xfrm>
            <a:off x="7249862" y="4324015"/>
            <a:ext cx="11550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lang="en-US" sz="800">
                <a:solidFill>
                  <a:srgbClr val="FFFFFF"/>
                </a:solidFill>
                <a:latin typeface="Montserrat"/>
                <a:ea typeface="Montserrat"/>
                <a:cs typeface="Montserrat"/>
                <a:sym typeface="Montserrat"/>
              </a:rPr>
              <a:t>xxxxx</a:t>
            </a:r>
            <a:endParaRPr b="0" i="0" sz="800" u="none" cap="none" strike="noStrike">
              <a:solidFill>
                <a:srgbClr val="000000"/>
              </a:solidFill>
              <a:latin typeface="Calibri"/>
              <a:ea typeface="Calibri"/>
              <a:cs typeface="Calibri"/>
              <a:sym typeface="Calibri"/>
            </a:endParaRPr>
          </a:p>
        </p:txBody>
      </p:sp>
      <p:sp>
        <p:nvSpPr>
          <p:cNvPr id="327" name="Google Shape;327;p16"/>
          <p:cNvSpPr txBox="1"/>
          <p:nvPr/>
        </p:nvSpPr>
        <p:spPr>
          <a:xfrm>
            <a:off x="727670" y="2316158"/>
            <a:ext cx="11670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lang="en-US" sz="950">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32" name="Shape 332"/>
        <p:cNvGrpSpPr/>
        <p:nvPr/>
      </p:nvGrpSpPr>
      <p:grpSpPr>
        <a:xfrm>
          <a:off x="0" y="0"/>
          <a:ext cx="0" cy="0"/>
          <a:chOff x="0" y="0"/>
          <a:chExt cx="0" cy="0"/>
        </a:xfrm>
      </p:grpSpPr>
      <p:pic>
        <p:nvPicPr>
          <p:cNvPr descr="bg-dark-glow.png" id="333" name="Google Shape;333;p17"/>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334" name="Google Shape;334;p17"/>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335" name="Google Shape;335;p17"/>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336" name="Google Shape;336;p17"/>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Detalle del </a:t>
            </a:r>
            <a:r>
              <a:rPr i="1" lang="en-US" sz="4500">
                <a:solidFill>
                  <a:srgbClr val="7E99FE"/>
                </a:solidFill>
                <a:latin typeface="Montserrat ExtraBold"/>
                <a:ea typeface="Montserrat ExtraBold"/>
                <a:cs typeface="Montserrat ExtraBold"/>
                <a:sym typeface="Montserrat ExtraBold"/>
              </a:rPr>
              <a:t>proceso</a:t>
            </a:r>
            <a:endParaRPr b="0" i="1" sz="1400" u="none" cap="none" strike="noStrike">
              <a:solidFill>
                <a:srgbClr val="7E99FE"/>
              </a:solidFill>
              <a:latin typeface="Arial"/>
              <a:ea typeface="Arial"/>
              <a:cs typeface="Arial"/>
              <a:sym typeface="Arial"/>
            </a:endParaRPr>
          </a:p>
        </p:txBody>
      </p:sp>
      <p:sp>
        <p:nvSpPr>
          <p:cNvPr id="337" name="Google Shape;337;p17"/>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42" name="Shape 342"/>
        <p:cNvGrpSpPr/>
        <p:nvPr/>
      </p:nvGrpSpPr>
      <p:grpSpPr>
        <a:xfrm>
          <a:off x="0" y="0"/>
          <a:ext cx="0" cy="0"/>
          <a:chOff x="0" y="0"/>
          <a:chExt cx="0" cy="0"/>
        </a:xfrm>
      </p:grpSpPr>
      <p:sp>
        <p:nvSpPr>
          <p:cNvPr id="343" name="Google Shape;343;p1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344" name="Google Shape;344;p18"/>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345" name="Google Shape;345;p18"/>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346" name="Google Shape;346;p18"/>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347" name="Google Shape;347;p18"/>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348" name="Google Shape;348;p18"/>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349" name="Google Shape;349;p18"/>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350" name="Google Shape;350;p18"/>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351" name="Google Shape;351;p18"/>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18"/>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353" name="Google Shape;353;p18"/>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354" name="Google Shape;354;p18"/>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355" name="Google Shape;355;p18"/>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60" name="Shape 360"/>
        <p:cNvGrpSpPr/>
        <p:nvPr/>
      </p:nvGrpSpPr>
      <p:grpSpPr>
        <a:xfrm>
          <a:off x="0" y="0"/>
          <a:ext cx="0" cy="0"/>
          <a:chOff x="0" y="0"/>
          <a:chExt cx="0" cy="0"/>
        </a:xfrm>
      </p:grpSpPr>
      <p:sp>
        <p:nvSpPr>
          <p:cNvPr id="361" name="Google Shape;361;p19"/>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362" name="Google Shape;362;p19"/>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363" name="Google Shape;363;p19"/>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364" name="Google Shape;364;p19"/>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365" name="Google Shape;365;p19"/>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366" name="Google Shape;366;p19"/>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367" name="Google Shape;367;p19"/>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368" name="Google Shape;368;p19"/>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369" name="Google Shape;369;p19"/>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19"/>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371" name="Google Shape;371;p19"/>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372" name="Google Shape;372;p19"/>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373" name="Google Shape;373;p19"/>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78" name="Shape 378"/>
        <p:cNvGrpSpPr/>
        <p:nvPr/>
      </p:nvGrpSpPr>
      <p:grpSpPr>
        <a:xfrm>
          <a:off x="0" y="0"/>
          <a:ext cx="0" cy="0"/>
          <a:chOff x="0" y="0"/>
          <a:chExt cx="0" cy="0"/>
        </a:xfrm>
      </p:grpSpPr>
      <p:sp>
        <p:nvSpPr>
          <p:cNvPr id="379" name="Google Shape;379;p20"/>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380" name="Google Shape;380;p20"/>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381" name="Google Shape;381;p20"/>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382" name="Google Shape;382;p20"/>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383" name="Google Shape;383;p20"/>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384" name="Google Shape;384;p20"/>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385" name="Google Shape;385;p20"/>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386" name="Google Shape;386;p20"/>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387" name="Google Shape;387;p20"/>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20"/>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389" name="Google Shape;389;p20"/>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390" name="Google Shape;390;p20"/>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391" name="Google Shape;391;p20"/>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96" name="Shape 396"/>
        <p:cNvGrpSpPr/>
        <p:nvPr/>
      </p:nvGrpSpPr>
      <p:grpSpPr>
        <a:xfrm>
          <a:off x="0" y="0"/>
          <a:ext cx="0" cy="0"/>
          <a:chOff x="0" y="0"/>
          <a:chExt cx="0" cy="0"/>
        </a:xfrm>
      </p:grpSpPr>
      <p:sp>
        <p:nvSpPr>
          <p:cNvPr id="397" name="Google Shape;397;p21"/>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398" name="Google Shape;398;p21"/>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399" name="Google Shape;399;p21"/>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00" name="Google Shape;400;p21"/>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01" name="Google Shape;401;p21"/>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02" name="Google Shape;402;p21"/>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03" name="Google Shape;403;p21"/>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04" name="Google Shape;404;p21"/>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05" name="Google Shape;405;p21"/>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 name="Google Shape;406;p21"/>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07" name="Google Shape;407;p21"/>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08" name="Google Shape;408;p21"/>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09" name="Google Shape;409;p21"/>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14" name="Shape 414"/>
        <p:cNvGrpSpPr/>
        <p:nvPr/>
      </p:nvGrpSpPr>
      <p:grpSpPr>
        <a:xfrm>
          <a:off x="0" y="0"/>
          <a:ext cx="0" cy="0"/>
          <a:chOff x="0" y="0"/>
          <a:chExt cx="0" cy="0"/>
        </a:xfrm>
      </p:grpSpPr>
      <p:sp>
        <p:nvSpPr>
          <p:cNvPr id="415" name="Google Shape;415;p22"/>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16" name="Google Shape;416;p22"/>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17" name="Google Shape;417;p22"/>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18" name="Google Shape;418;p22"/>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19" name="Google Shape;419;p22"/>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20" name="Google Shape;420;p22"/>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21" name="Google Shape;421;p22"/>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22" name="Google Shape;422;p22"/>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23" name="Google Shape;423;p22"/>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p22"/>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25" name="Google Shape;425;p22"/>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26" name="Google Shape;426;p22"/>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27" name="Google Shape;427;p22"/>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32" name="Shape 432"/>
        <p:cNvGrpSpPr/>
        <p:nvPr/>
      </p:nvGrpSpPr>
      <p:grpSpPr>
        <a:xfrm>
          <a:off x="0" y="0"/>
          <a:ext cx="0" cy="0"/>
          <a:chOff x="0" y="0"/>
          <a:chExt cx="0" cy="0"/>
        </a:xfrm>
      </p:grpSpPr>
      <p:pic>
        <p:nvPicPr>
          <p:cNvPr descr="bg-dark-glow.png" id="433" name="Google Shape;433;p23"/>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434" name="Google Shape;434;p23"/>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435" name="Google Shape;435;p23"/>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436" name="Google Shape;436;p23"/>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Arquitectura </a:t>
            </a:r>
            <a:r>
              <a:rPr i="1" lang="en-US" sz="4500">
                <a:solidFill>
                  <a:srgbClr val="9AAFFE"/>
                </a:solidFill>
                <a:latin typeface="Montserrat ExtraBold"/>
                <a:ea typeface="Montserrat ExtraBold"/>
                <a:cs typeface="Montserrat ExtraBold"/>
                <a:sym typeface="Montserrat ExtraBold"/>
              </a:rPr>
              <a:t>tentativa</a:t>
            </a:r>
            <a:endParaRPr b="0" i="1" sz="1400" u="none" cap="none" strike="noStrike">
              <a:solidFill>
                <a:srgbClr val="9AAFFE"/>
              </a:solidFill>
              <a:latin typeface="Arial"/>
              <a:ea typeface="Arial"/>
              <a:cs typeface="Arial"/>
              <a:sym typeface="Arial"/>
            </a:endParaRPr>
          </a:p>
        </p:txBody>
      </p:sp>
      <p:sp>
        <p:nvSpPr>
          <p:cNvPr id="437" name="Google Shape;437;p23"/>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41" name="Shape 441"/>
        <p:cNvGrpSpPr/>
        <p:nvPr/>
      </p:nvGrpSpPr>
      <p:grpSpPr>
        <a:xfrm>
          <a:off x="0" y="0"/>
          <a:ext cx="0" cy="0"/>
          <a:chOff x="0" y="0"/>
          <a:chExt cx="0" cy="0"/>
        </a:xfrm>
      </p:grpSpPr>
      <p:pic>
        <p:nvPicPr>
          <p:cNvPr descr="logo_navy.png" id="442" name="Google Shape;442;p24"/>
          <p:cNvPicPr preferRelativeResize="0"/>
          <p:nvPr/>
        </p:nvPicPr>
        <p:blipFill rotWithShape="1">
          <a:blip r:embed="rId3">
            <a:alphaModFix/>
          </a:blip>
          <a:srcRect b="0" l="0" r="0" t="0"/>
          <a:stretch/>
        </p:blipFill>
        <p:spPr>
          <a:xfrm>
            <a:off x="569671" y="389534"/>
            <a:ext cx="1228039" cy="245059"/>
          </a:xfrm>
          <a:prstGeom prst="rect">
            <a:avLst/>
          </a:prstGeom>
          <a:noFill/>
          <a:ln>
            <a:noFill/>
          </a:ln>
        </p:spPr>
      </p:pic>
      <p:sp>
        <p:nvSpPr>
          <p:cNvPr id="443" name="Google Shape;443;p24"/>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ARQUITECTURA TENTATIVA</a:t>
            </a:r>
            <a:endParaRPr b="0" i="0" sz="1100" u="none" cap="none" strike="noStrike">
              <a:solidFill>
                <a:schemeClr val="dk1"/>
              </a:solidFill>
              <a:latin typeface="Calibri"/>
              <a:ea typeface="Calibri"/>
              <a:cs typeface="Calibri"/>
              <a:sym typeface="Calibri"/>
            </a:endParaRPr>
          </a:p>
        </p:txBody>
      </p:sp>
      <p:sp>
        <p:nvSpPr>
          <p:cNvPr id="444" name="Google Shape;444;p24"/>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Nombre del </a:t>
            </a:r>
            <a:r>
              <a:rPr b="1" i="1" lang="en-US" sz="2100">
                <a:solidFill>
                  <a:srgbClr val="2B5BFC"/>
                </a:solidFill>
                <a:latin typeface="Montserrat ExtraBold"/>
                <a:ea typeface="Montserrat ExtraBold"/>
                <a:cs typeface="Montserrat ExtraBold"/>
                <a:sym typeface="Montserrat ExtraBold"/>
              </a:rPr>
              <a:t>Agente</a:t>
            </a:r>
            <a:endParaRPr b="0" i="1" sz="2100" u="none" cap="none" strike="noStrike">
              <a:solidFill>
                <a:srgbClr val="2B5BFC"/>
              </a:solidFill>
              <a:latin typeface="Calibri"/>
              <a:ea typeface="Calibri"/>
              <a:cs typeface="Calibri"/>
              <a:sym typeface="Calibri"/>
            </a:endParaRPr>
          </a:p>
        </p:txBody>
      </p:sp>
      <p:sp>
        <p:nvSpPr>
          <p:cNvPr id="445" name="Google Shape;445;p24"/>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446" name="Google Shape;446;p24"/>
          <p:cNvSpPr/>
          <p:nvPr/>
        </p:nvSpPr>
        <p:spPr>
          <a:xfrm>
            <a:off x="566928" y="1847088"/>
            <a:ext cx="2404800" cy="26976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 name="Google Shape;447;p24"/>
          <p:cNvSpPr/>
          <p:nvPr/>
        </p:nvSpPr>
        <p:spPr>
          <a:xfrm>
            <a:off x="3108960" y="1847088"/>
            <a:ext cx="1737360" cy="269748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 name="Google Shape;448;p24"/>
          <p:cNvSpPr/>
          <p:nvPr/>
        </p:nvSpPr>
        <p:spPr>
          <a:xfrm>
            <a:off x="5029200" y="1847088"/>
            <a:ext cx="1737360" cy="269748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 name="Google Shape;449;p24"/>
          <p:cNvSpPr/>
          <p:nvPr/>
        </p:nvSpPr>
        <p:spPr>
          <a:xfrm>
            <a:off x="6949440" y="1847088"/>
            <a:ext cx="1618488" cy="269748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p24"/>
          <p:cNvSpPr txBox="1"/>
          <p:nvPr/>
        </p:nvSpPr>
        <p:spPr>
          <a:xfrm>
            <a:off x="566928" y="1572768"/>
            <a:ext cx="8001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lang="en-US" sz="900">
                <a:solidFill>
                  <a:srgbClr val="000033"/>
                </a:solidFill>
                <a:latin typeface="Montserrat"/>
                <a:ea typeface="Montserrat"/>
                <a:cs typeface="Montserrat"/>
                <a:sym typeface="Montserrat"/>
              </a:rPr>
              <a:t>Breve descripción del flujo </a:t>
            </a:r>
            <a:endParaRPr b="0" i="0" sz="1400" u="none" cap="none" strike="noStrike">
              <a:solidFill>
                <a:srgbClr val="000000"/>
              </a:solidFill>
              <a:latin typeface="Arial"/>
              <a:ea typeface="Arial"/>
              <a:cs typeface="Arial"/>
              <a:sym typeface="Arial"/>
            </a:endParaRPr>
          </a:p>
        </p:txBody>
      </p:sp>
      <p:sp>
        <p:nvSpPr>
          <p:cNvPr id="451" name="Google Shape;451;p24"/>
          <p:cNvSpPr txBox="1"/>
          <p:nvPr/>
        </p:nvSpPr>
        <p:spPr>
          <a:xfrm>
            <a:off x="713232" y="1956816"/>
            <a:ext cx="2148900" cy="2015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00033"/>
                </a:solidFill>
                <a:latin typeface="Montserrat"/>
                <a:ea typeface="Montserrat"/>
                <a:cs typeface="Montserrat"/>
                <a:sym typeface="Montserrat"/>
              </a:rPr>
              <a:t>Especificaciones técnicas</a:t>
            </a:r>
            <a:endParaRPr b="1" i="0" sz="900" u="none" cap="none" strike="noStrike">
              <a:solidFill>
                <a:srgbClr val="000033"/>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900"/>
              <a:buFont typeface="Arial"/>
              <a:buNone/>
            </a:pPr>
            <a:r>
              <a:t/>
            </a:r>
            <a:endParaRPr b="1" sz="900">
              <a:solidFill>
                <a:srgbClr val="000033"/>
              </a:solidFill>
              <a:latin typeface="Montserrat"/>
              <a:ea typeface="Montserrat"/>
              <a:cs typeface="Montserrat"/>
              <a:sym typeface="Montserrat"/>
            </a:endParaRPr>
          </a:p>
          <a:p>
            <a:pPr indent="0" lvl="0" marL="0" marR="0" rtl="0" algn="l">
              <a:lnSpc>
                <a:spcPct val="100000"/>
              </a:lnSpc>
              <a:spcBef>
                <a:spcPts val="250"/>
              </a:spcBef>
              <a:spcAft>
                <a:spcPts val="0"/>
              </a:spcAft>
              <a:buClr>
                <a:srgbClr val="000000"/>
              </a:buClr>
              <a:buSzPts val="850"/>
              <a:buFont typeface="Arial"/>
              <a:buNone/>
            </a:pPr>
            <a:r>
              <a:rPr b="1" i="0" lang="en-US" sz="850" u="none" cap="none" strike="noStrike">
                <a:solidFill>
                  <a:srgbClr val="2B5BFC"/>
                </a:solidFill>
                <a:latin typeface="Montserrat"/>
                <a:ea typeface="Montserrat"/>
                <a:cs typeface="Montserrat"/>
                <a:sym typeface="Montserrat"/>
              </a:rPr>
              <a:t>Plataforma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50"/>
              </a:spcBef>
              <a:spcAft>
                <a:spcPts val="0"/>
              </a:spcAft>
              <a:buClr>
                <a:srgbClr val="000000"/>
              </a:buClr>
              <a:buSzPts val="800"/>
              <a:buFont typeface="Arial"/>
              <a:buNone/>
            </a:pPr>
            <a:r>
              <a:rPr lang="en-US" sz="800">
                <a:solidFill>
                  <a:srgbClr val="000033"/>
                </a:solidFill>
                <a:latin typeface="Montserrat"/>
                <a:ea typeface="Montserrat"/>
                <a:cs typeface="Montserrat"/>
                <a:sym typeface="Montserrat"/>
              </a:rPr>
              <a:t>xxxxxxx</a:t>
            </a:r>
            <a:endParaRPr sz="800">
              <a:solidFill>
                <a:srgbClr val="000033"/>
              </a:solidFill>
              <a:latin typeface="Montserrat"/>
              <a:ea typeface="Montserrat"/>
              <a:cs typeface="Montserrat"/>
              <a:sym typeface="Montserrat"/>
            </a:endParaRPr>
          </a:p>
          <a:p>
            <a:pPr indent="0" lvl="0" marL="0" marR="0" rtl="0" algn="l">
              <a:lnSpc>
                <a:spcPct val="100000"/>
              </a:lnSpc>
              <a:spcBef>
                <a:spcPts val="250"/>
              </a:spcBef>
              <a:spcAft>
                <a:spcPts val="0"/>
              </a:spcAft>
              <a:buClr>
                <a:srgbClr val="000000"/>
              </a:buClr>
              <a:buSzPts val="800"/>
              <a:buFont typeface="Arial"/>
              <a:buNone/>
            </a:pPr>
            <a:r>
              <a:t/>
            </a:r>
            <a:endParaRPr sz="800">
              <a:solidFill>
                <a:srgbClr val="000033"/>
              </a:solidFill>
              <a:latin typeface="Montserrat"/>
              <a:ea typeface="Montserrat"/>
              <a:cs typeface="Montserrat"/>
              <a:sym typeface="Montserrat"/>
            </a:endParaRPr>
          </a:p>
          <a:p>
            <a:pPr indent="0" lvl="0" marL="0" marR="0" rtl="0" algn="l">
              <a:lnSpc>
                <a:spcPct val="100000"/>
              </a:lnSpc>
              <a:spcBef>
                <a:spcPts val="250"/>
              </a:spcBef>
              <a:spcAft>
                <a:spcPts val="0"/>
              </a:spcAft>
              <a:buClr>
                <a:srgbClr val="000000"/>
              </a:buClr>
              <a:buSzPts val="850"/>
              <a:buFont typeface="Arial"/>
              <a:buNone/>
            </a:pPr>
            <a:r>
              <a:rPr b="1" i="0" lang="en-US" sz="850" u="none" cap="none" strike="noStrike">
                <a:solidFill>
                  <a:srgbClr val="2B5BFC"/>
                </a:solidFill>
                <a:latin typeface="Montserrat"/>
                <a:ea typeface="Montserrat"/>
                <a:cs typeface="Montserrat"/>
                <a:sym typeface="Montserrat"/>
              </a:rPr>
              <a:t>Patrón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50"/>
              </a:spcBef>
              <a:spcAft>
                <a:spcPts val="0"/>
              </a:spcAft>
              <a:buClr>
                <a:srgbClr val="000000"/>
              </a:buClr>
              <a:buSzPts val="800"/>
              <a:buFont typeface="Arial"/>
              <a:buNone/>
            </a:pP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0" lvl="0" marL="0" marR="0" rtl="0" algn="l">
              <a:lnSpc>
                <a:spcPct val="100000"/>
              </a:lnSpc>
              <a:spcBef>
                <a:spcPts val="250"/>
              </a:spcBef>
              <a:spcAft>
                <a:spcPts val="0"/>
              </a:spcAft>
              <a:buClr>
                <a:srgbClr val="000000"/>
              </a:buClr>
              <a:buSzPts val="800"/>
              <a:buFont typeface="Arial"/>
              <a:buNone/>
            </a:pPr>
            <a:r>
              <a:t/>
            </a:r>
            <a:endParaRPr sz="800">
              <a:solidFill>
                <a:srgbClr val="000033"/>
              </a:solidFill>
              <a:latin typeface="Montserrat"/>
              <a:ea typeface="Montserrat"/>
              <a:cs typeface="Montserrat"/>
              <a:sym typeface="Montserrat"/>
            </a:endParaRPr>
          </a:p>
          <a:p>
            <a:pPr indent="0" lvl="0" marL="0" marR="0" rtl="0" algn="l">
              <a:lnSpc>
                <a:spcPct val="100000"/>
              </a:lnSpc>
              <a:spcBef>
                <a:spcPts val="250"/>
              </a:spcBef>
              <a:spcAft>
                <a:spcPts val="0"/>
              </a:spcAft>
              <a:buClr>
                <a:srgbClr val="000000"/>
              </a:buClr>
              <a:buSzPts val="850"/>
              <a:buFont typeface="Arial"/>
              <a:buNone/>
            </a:pPr>
            <a:r>
              <a:rPr b="1" i="0" lang="en-US" sz="850" u="none" cap="none" strike="noStrike">
                <a:solidFill>
                  <a:srgbClr val="2B5BFC"/>
                </a:solidFill>
                <a:latin typeface="Montserrat"/>
                <a:ea typeface="Montserrat"/>
                <a:cs typeface="Montserrat"/>
                <a:sym typeface="Montserrat"/>
              </a:rPr>
              <a:t>Licencias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50"/>
              </a:spcBef>
              <a:spcAft>
                <a:spcPts val="0"/>
              </a:spcAft>
              <a:buClr>
                <a:srgbClr val="000000"/>
              </a:buClr>
              <a:buSzPts val="800"/>
              <a:buFont typeface="Arial"/>
              <a:buNone/>
            </a:pPr>
            <a:r>
              <a:rPr lang="en-US" sz="800">
                <a:solidFill>
                  <a:srgbClr val="000033"/>
                </a:solidFill>
                <a:latin typeface="Montserrat"/>
                <a:ea typeface="Montserrat"/>
                <a:cs typeface="Montserrat"/>
                <a:sym typeface="Montserrat"/>
              </a:rPr>
              <a:t>xxxxxx</a:t>
            </a:r>
            <a:endParaRPr sz="800">
              <a:solidFill>
                <a:srgbClr val="000033"/>
              </a:solidFill>
              <a:latin typeface="Montserrat"/>
              <a:ea typeface="Montserrat"/>
              <a:cs typeface="Montserrat"/>
              <a:sym typeface="Montserrat"/>
            </a:endParaRPr>
          </a:p>
          <a:p>
            <a:pPr indent="0" lvl="0" marL="0" marR="0" rtl="0" algn="l">
              <a:lnSpc>
                <a:spcPct val="100000"/>
              </a:lnSpc>
              <a:spcBef>
                <a:spcPts val="250"/>
              </a:spcBef>
              <a:spcAft>
                <a:spcPts val="0"/>
              </a:spcAft>
              <a:buClr>
                <a:srgbClr val="000000"/>
              </a:buClr>
              <a:buSzPts val="800"/>
              <a:buFont typeface="Arial"/>
              <a:buNone/>
            </a:pPr>
            <a:r>
              <a:t/>
            </a:r>
            <a:endParaRPr sz="800">
              <a:solidFill>
                <a:srgbClr val="000033"/>
              </a:solidFill>
              <a:latin typeface="Montserrat"/>
              <a:ea typeface="Montserrat"/>
              <a:cs typeface="Montserrat"/>
              <a:sym typeface="Montserrat"/>
            </a:endParaRPr>
          </a:p>
          <a:p>
            <a:pPr indent="0" lvl="0" marL="0" marR="0" rtl="0" algn="l">
              <a:lnSpc>
                <a:spcPct val="100000"/>
              </a:lnSpc>
              <a:spcBef>
                <a:spcPts val="250"/>
              </a:spcBef>
              <a:spcAft>
                <a:spcPts val="0"/>
              </a:spcAft>
              <a:buClr>
                <a:srgbClr val="000000"/>
              </a:buClr>
              <a:buSzPts val="850"/>
              <a:buFont typeface="Arial"/>
              <a:buNone/>
            </a:pPr>
            <a:r>
              <a:rPr b="1" i="0" lang="en-US" sz="850" u="none" cap="none" strike="noStrike">
                <a:solidFill>
                  <a:srgbClr val="2B5BFC"/>
                </a:solidFill>
                <a:latin typeface="Montserrat"/>
                <a:ea typeface="Montserrat"/>
                <a:cs typeface="Montserrat"/>
                <a:sym typeface="Montserrat"/>
              </a:rPr>
              <a:t>Propiedad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50"/>
              </a:spcBef>
              <a:spcAft>
                <a:spcPts val="0"/>
              </a:spcAft>
              <a:buClr>
                <a:srgbClr val="000000"/>
              </a:buClr>
              <a:buSzPts val="800"/>
              <a:buFont typeface="Arial"/>
              <a:buNone/>
            </a:pPr>
            <a:r>
              <a:rPr lang="en-US" sz="800">
                <a:solidFill>
                  <a:srgbClr val="000033"/>
                </a:solidFill>
                <a:latin typeface="Montserrat"/>
                <a:ea typeface="Montserrat"/>
                <a:cs typeface="Montserrat"/>
                <a:sym typeface="Montserrat"/>
              </a:rPr>
              <a:t>xxxxxx</a:t>
            </a:r>
            <a:r>
              <a:rPr b="0" i="0" lang="en-US" sz="800" u="none" cap="none" strike="noStrike">
                <a:solidFill>
                  <a:srgbClr val="000033"/>
                </a:solidFill>
                <a:latin typeface="Montserrat"/>
                <a:ea typeface="Montserrat"/>
                <a:cs typeface="Montserrat"/>
                <a:sym typeface="Montserrat"/>
              </a:rPr>
              <a:t>.</a:t>
            </a:r>
            <a:endParaRPr b="0" i="0" sz="1400" u="none" cap="none" strike="noStrike">
              <a:solidFill>
                <a:srgbClr val="000000"/>
              </a:solidFill>
              <a:latin typeface="Arial"/>
              <a:ea typeface="Arial"/>
              <a:cs typeface="Arial"/>
              <a:sym typeface="Arial"/>
            </a:endParaRPr>
          </a:p>
        </p:txBody>
      </p:sp>
      <p:sp>
        <p:nvSpPr>
          <p:cNvPr id="452" name="Google Shape;452;p24"/>
          <p:cNvSpPr txBox="1"/>
          <p:nvPr/>
        </p:nvSpPr>
        <p:spPr>
          <a:xfrm>
            <a:off x="3218688" y="1938528"/>
            <a:ext cx="1517904"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00033"/>
                </a:solidFill>
                <a:latin typeface="Montserrat"/>
                <a:ea typeface="Montserrat"/>
                <a:cs typeface="Montserrat"/>
                <a:sym typeface="Montserrat"/>
              </a:rPr>
              <a:t>Fuentes de información</a:t>
            </a:r>
            <a:endParaRPr b="0" i="0" sz="1400" u="none" cap="none" strike="noStrike">
              <a:solidFill>
                <a:srgbClr val="000000"/>
              </a:solidFill>
              <a:latin typeface="Arial"/>
              <a:ea typeface="Arial"/>
              <a:cs typeface="Arial"/>
              <a:sym typeface="Arial"/>
            </a:endParaRPr>
          </a:p>
        </p:txBody>
      </p:sp>
      <p:sp>
        <p:nvSpPr>
          <p:cNvPr id="453" name="Google Shape;453;p24"/>
          <p:cNvSpPr txBox="1"/>
          <p:nvPr/>
        </p:nvSpPr>
        <p:spPr>
          <a:xfrm>
            <a:off x="5138928" y="1938528"/>
            <a:ext cx="1517904"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00033"/>
                </a:solidFill>
                <a:latin typeface="Montserrat"/>
                <a:ea typeface="Montserrat"/>
                <a:cs typeface="Montserrat"/>
                <a:sym typeface="Montserrat"/>
              </a:rPr>
              <a:t>Orquestación</a:t>
            </a:r>
            <a:endParaRPr b="0" i="0" sz="1400" u="none" cap="none" strike="noStrike">
              <a:solidFill>
                <a:srgbClr val="000000"/>
              </a:solidFill>
              <a:latin typeface="Arial"/>
              <a:ea typeface="Arial"/>
              <a:cs typeface="Arial"/>
              <a:sym typeface="Arial"/>
            </a:endParaRPr>
          </a:p>
        </p:txBody>
      </p:sp>
      <p:sp>
        <p:nvSpPr>
          <p:cNvPr id="454" name="Google Shape;454;p24"/>
          <p:cNvSpPr txBox="1"/>
          <p:nvPr/>
        </p:nvSpPr>
        <p:spPr>
          <a:xfrm>
            <a:off x="7059168" y="1938528"/>
            <a:ext cx="1399032"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00033"/>
                </a:solidFill>
                <a:latin typeface="Montserrat"/>
                <a:ea typeface="Montserrat"/>
                <a:cs typeface="Montserrat"/>
                <a:sym typeface="Montserrat"/>
              </a:rPr>
              <a:t>Canal y salidas</a:t>
            </a:r>
            <a:endParaRPr b="0" i="0" sz="1400" u="none" cap="none" strike="noStrike">
              <a:solidFill>
                <a:srgbClr val="000000"/>
              </a:solidFill>
              <a:latin typeface="Arial"/>
              <a:ea typeface="Arial"/>
              <a:cs typeface="Arial"/>
              <a:sym typeface="Arial"/>
            </a:endParaRPr>
          </a:p>
        </p:txBody>
      </p:sp>
      <p:sp>
        <p:nvSpPr>
          <p:cNvPr id="455" name="Google Shape;455;p24"/>
          <p:cNvSpPr txBox="1"/>
          <p:nvPr/>
        </p:nvSpPr>
        <p:spPr>
          <a:xfrm>
            <a:off x="7059175" y="2167126"/>
            <a:ext cx="1398900" cy="604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lang="en-US" sz="850">
                <a:solidFill>
                  <a:srgbClr val="0066FF"/>
                </a:solidFill>
                <a:latin typeface="Montserrat"/>
                <a:ea typeface="Montserrat"/>
                <a:cs typeface="Montserrat"/>
                <a:sym typeface="Montserrat"/>
              </a:rPr>
              <a:t>Canal</a:t>
            </a:r>
            <a:endParaRPr b="0" i="0" sz="1400" u="none" cap="none" strike="noStrike">
              <a:solidFill>
                <a:srgbClr val="0066FF"/>
              </a:solidFill>
              <a:latin typeface="Arial"/>
              <a:ea typeface="Arial"/>
              <a:cs typeface="Arial"/>
              <a:sym typeface="Arial"/>
            </a:endParaRPr>
          </a:p>
          <a:p>
            <a:pPr indent="0" lvl="0" marL="0" marR="0" rtl="0" algn="l">
              <a:lnSpc>
                <a:spcPct val="100000"/>
              </a:lnSpc>
              <a:spcBef>
                <a:spcPts val="250"/>
              </a:spcBef>
              <a:spcAft>
                <a:spcPts val="0"/>
              </a:spcAft>
              <a:buClr>
                <a:srgbClr val="000000"/>
              </a:buClr>
              <a:buSzPts val="800"/>
              <a:buFont typeface="Arial"/>
              <a:buNone/>
            </a:pPr>
            <a:r>
              <a:rPr lang="en-US" sz="800">
                <a:solidFill>
                  <a:srgbClr val="000033"/>
                </a:solidFill>
                <a:latin typeface="Montserrat"/>
                <a:ea typeface="Montserrat"/>
                <a:cs typeface="Montserrat"/>
                <a:sym typeface="Montserrat"/>
              </a:rPr>
              <a:t>xxxxx</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50"/>
              </a:spcBef>
              <a:spcAft>
                <a:spcPts val="0"/>
              </a:spcAft>
              <a:buClr>
                <a:srgbClr val="000000"/>
              </a:buClr>
              <a:buSzPts val="850"/>
              <a:buFont typeface="Arial"/>
              <a:buNone/>
            </a:pPr>
            <a:r>
              <a:rPr b="1" i="0" lang="en-US" sz="850" u="none" cap="none" strike="noStrike">
                <a:solidFill>
                  <a:srgbClr val="0066FF"/>
                </a:solidFill>
                <a:latin typeface="Montserrat"/>
                <a:ea typeface="Montserrat"/>
                <a:cs typeface="Montserrat"/>
                <a:sym typeface="Montserrat"/>
              </a:rPr>
              <a:t>Salidas</a:t>
            </a:r>
            <a:endParaRPr b="0" i="0" sz="1400" u="none" cap="none" strike="noStrike">
              <a:solidFill>
                <a:srgbClr val="0066FF"/>
              </a:solidFill>
              <a:latin typeface="Arial"/>
              <a:ea typeface="Arial"/>
              <a:cs typeface="Arial"/>
              <a:sym typeface="Arial"/>
            </a:endParaRPr>
          </a:p>
          <a:p>
            <a:pPr indent="0" lvl="0" marL="0" marR="0" rtl="0" algn="l">
              <a:lnSpc>
                <a:spcPct val="100000"/>
              </a:lnSpc>
              <a:spcBef>
                <a:spcPts val="250"/>
              </a:spcBef>
              <a:spcAft>
                <a:spcPts val="0"/>
              </a:spcAft>
              <a:buClr>
                <a:srgbClr val="000000"/>
              </a:buClr>
              <a:buSzPts val="800"/>
              <a:buFont typeface="Arial"/>
              <a:buNone/>
            </a:pPr>
            <a:r>
              <a:rPr lang="en-US" sz="800">
                <a:solidFill>
                  <a:srgbClr val="000033"/>
                </a:solidFill>
                <a:latin typeface="Montserrat"/>
                <a:ea typeface="Montserrat"/>
                <a:cs typeface="Montserrat"/>
                <a:sym typeface="Montserrat"/>
              </a:rPr>
              <a:t>xxxxx</a:t>
            </a:r>
            <a:endParaRPr b="0" i="0" sz="1400" u="none" cap="none" strike="noStrike">
              <a:solidFill>
                <a:srgbClr val="000000"/>
              </a:solidFill>
              <a:latin typeface="Arial"/>
              <a:ea typeface="Arial"/>
              <a:cs typeface="Arial"/>
              <a:sym typeface="Arial"/>
            </a:endParaRPr>
          </a:p>
        </p:txBody>
      </p:sp>
      <p:cxnSp>
        <p:nvCxnSpPr>
          <p:cNvPr id="456" name="Google Shape;456;p24"/>
          <p:cNvCxnSpPr/>
          <p:nvPr/>
        </p:nvCxnSpPr>
        <p:spPr>
          <a:xfrm>
            <a:off x="4846320" y="3200400"/>
            <a:ext cx="182880" cy="0"/>
          </a:xfrm>
          <a:prstGeom prst="straightConnector1">
            <a:avLst/>
          </a:prstGeom>
          <a:noFill/>
          <a:ln cap="flat" cmpd="sng" w="15875">
            <a:solidFill>
              <a:srgbClr val="2B5BFC"/>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457" name="Google Shape;457;p24"/>
          <p:cNvCxnSpPr/>
          <p:nvPr/>
        </p:nvCxnSpPr>
        <p:spPr>
          <a:xfrm>
            <a:off x="6766560" y="3200400"/>
            <a:ext cx="182880" cy="0"/>
          </a:xfrm>
          <a:prstGeom prst="straightConnector1">
            <a:avLst/>
          </a:prstGeom>
          <a:noFill/>
          <a:ln cap="flat" cmpd="sng" w="15875">
            <a:solidFill>
              <a:srgbClr val="2B5BFC"/>
            </a:solidFill>
            <a:prstDash val="solid"/>
            <a:round/>
            <a:headEnd len="sm" w="sm" type="none"/>
            <a:tailEnd len="med" w="med" type="triangle"/>
          </a:ln>
          <a:effectLst>
            <a:outerShdw blurRad="40000" rotWithShape="0" dir="5400000" dist="20000">
              <a:srgbClr val="000000">
                <a:alpha val="38039"/>
              </a:srgbClr>
            </a:outerShdw>
          </a:effectLst>
        </p:spPr>
      </p:cxn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61" name="Shape 461"/>
        <p:cNvGrpSpPr/>
        <p:nvPr/>
      </p:nvGrpSpPr>
      <p:grpSpPr>
        <a:xfrm>
          <a:off x="0" y="0"/>
          <a:ext cx="0" cy="0"/>
          <a:chOff x="0" y="0"/>
          <a:chExt cx="0" cy="0"/>
        </a:xfrm>
      </p:grpSpPr>
      <p:pic>
        <p:nvPicPr>
          <p:cNvPr descr="logo_navy.png" id="462" name="Google Shape;462;p25"/>
          <p:cNvPicPr preferRelativeResize="0"/>
          <p:nvPr/>
        </p:nvPicPr>
        <p:blipFill rotWithShape="1">
          <a:blip r:embed="rId3">
            <a:alphaModFix/>
          </a:blip>
          <a:srcRect b="0" l="0" r="0" t="0"/>
          <a:stretch/>
        </p:blipFill>
        <p:spPr>
          <a:xfrm>
            <a:off x="569671" y="389534"/>
            <a:ext cx="1228039" cy="245059"/>
          </a:xfrm>
          <a:prstGeom prst="rect">
            <a:avLst/>
          </a:prstGeom>
          <a:noFill/>
          <a:ln>
            <a:noFill/>
          </a:ln>
        </p:spPr>
      </p:pic>
      <p:sp>
        <p:nvSpPr>
          <p:cNvPr id="463" name="Google Shape;463;p2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ARQUITECTURA TENTATIVA</a:t>
            </a:r>
            <a:endParaRPr b="0" i="0" sz="1100" u="none" cap="none" strike="noStrike">
              <a:solidFill>
                <a:schemeClr val="dk1"/>
              </a:solidFill>
              <a:latin typeface="Calibri"/>
              <a:ea typeface="Calibri"/>
              <a:cs typeface="Calibri"/>
              <a:sym typeface="Calibri"/>
            </a:endParaRPr>
          </a:p>
        </p:txBody>
      </p:sp>
      <p:sp>
        <p:nvSpPr>
          <p:cNvPr id="464" name="Google Shape;464;p25"/>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Nombre del </a:t>
            </a:r>
            <a:r>
              <a:rPr b="1" i="1" lang="en-US" sz="2100">
                <a:solidFill>
                  <a:srgbClr val="2B5BFC"/>
                </a:solidFill>
                <a:latin typeface="Montserrat ExtraBold"/>
                <a:ea typeface="Montserrat ExtraBold"/>
                <a:cs typeface="Montserrat ExtraBold"/>
                <a:sym typeface="Montserrat ExtraBold"/>
              </a:rPr>
              <a:t>Agente</a:t>
            </a:r>
            <a:endParaRPr b="0" i="1" sz="2100" u="none" cap="none" strike="noStrike">
              <a:solidFill>
                <a:srgbClr val="2B5BFC"/>
              </a:solidFill>
              <a:latin typeface="Calibri"/>
              <a:ea typeface="Calibri"/>
              <a:cs typeface="Calibri"/>
              <a:sym typeface="Calibri"/>
            </a:endParaRPr>
          </a:p>
        </p:txBody>
      </p:sp>
      <p:sp>
        <p:nvSpPr>
          <p:cNvPr id="465" name="Google Shape;465;p25"/>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466" name="Google Shape;466;p25"/>
          <p:cNvSpPr txBox="1"/>
          <p:nvPr/>
        </p:nvSpPr>
        <p:spPr>
          <a:xfrm>
            <a:off x="566928" y="1572768"/>
            <a:ext cx="8001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lang="en-US" sz="900">
                <a:solidFill>
                  <a:srgbClr val="000033"/>
                </a:solidFill>
                <a:latin typeface="Montserrat"/>
                <a:ea typeface="Montserrat"/>
                <a:cs typeface="Montserrat"/>
                <a:sym typeface="Montserrat"/>
              </a:rPr>
              <a:t>Breve descripción del flujo </a:t>
            </a:r>
            <a:endParaRPr b="0" i="0" sz="1400" u="none" cap="none" strike="noStrike">
              <a:solidFill>
                <a:srgbClr val="000000"/>
              </a:solidFill>
              <a:latin typeface="Arial"/>
              <a:ea typeface="Arial"/>
              <a:cs typeface="Arial"/>
              <a:sym typeface="Arial"/>
            </a:endParaRPr>
          </a:p>
        </p:txBody>
      </p:sp>
      <p:sp>
        <p:nvSpPr>
          <p:cNvPr id="467" name="Google Shape;467;p25"/>
          <p:cNvSpPr/>
          <p:nvPr/>
        </p:nvSpPr>
        <p:spPr>
          <a:xfrm>
            <a:off x="518775" y="1845475"/>
            <a:ext cx="8113200" cy="25344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t>diseño del flujo</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72" name="Shape 472"/>
        <p:cNvGrpSpPr/>
        <p:nvPr/>
      </p:nvGrpSpPr>
      <p:grpSpPr>
        <a:xfrm>
          <a:off x="0" y="0"/>
          <a:ext cx="0" cy="0"/>
          <a:chOff x="0" y="0"/>
          <a:chExt cx="0" cy="0"/>
        </a:xfrm>
      </p:grpSpPr>
      <p:pic>
        <p:nvPicPr>
          <p:cNvPr descr="bg-dark-glow.png" id="473" name="Google Shape;473;p26"/>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474" name="Google Shape;474;p26"/>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475" name="Google Shape;475;p26"/>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476" name="Google Shape;476;p26"/>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Consideraciones</a:t>
            </a:r>
            <a:endParaRPr b="0" i="1" sz="1400" u="none" cap="none" strike="noStrike">
              <a:solidFill>
                <a:srgbClr val="9AAFFE"/>
              </a:solidFill>
              <a:latin typeface="Arial"/>
              <a:ea typeface="Arial"/>
              <a:cs typeface="Arial"/>
              <a:sym typeface="Arial"/>
            </a:endParaRPr>
          </a:p>
        </p:txBody>
      </p:sp>
      <p:sp>
        <p:nvSpPr>
          <p:cNvPr id="477" name="Google Shape;477;p26"/>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7</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82" name="Shape 482"/>
        <p:cNvGrpSpPr/>
        <p:nvPr/>
      </p:nvGrpSpPr>
      <p:grpSpPr>
        <a:xfrm>
          <a:off x="0" y="0"/>
          <a:ext cx="0" cy="0"/>
          <a:chOff x="0" y="0"/>
          <a:chExt cx="0" cy="0"/>
        </a:xfrm>
      </p:grpSpPr>
      <p:sp>
        <p:nvSpPr>
          <p:cNvPr id="483" name="Google Shape;483;p2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CONSIDERACIONES</a:t>
            </a:r>
            <a:endParaRPr b="0" i="0" sz="1100" u="none" cap="none" strike="noStrike">
              <a:solidFill>
                <a:schemeClr val="dk1"/>
              </a:solidFill>
              <a:latin typeface="Calibri"/>
              <a:ea typeface="Calibri"/>
              <a:cs typeface="Calibri"/>
              <a:sym typeface="Calibri"/>
            </a:endParaRPr>
          </a:p>
        </p:txBody>
      </p:sp>
      <p:sp>
        <p:nvSpPr>
          <p:cNvPr id="484" name="Google Shape;484;p27"/>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Qué entrega cada</a:t>
            </a:r>
            <a:r>
              <a:rPr b="1" i="1" lang="en-US" sz="2100" u="none" cap="none" strike="noStrike">
                <a:solidFill>
                  <a:srgbClr val="2B5BFC"/>
                </a:solidFill>
                <a:latin typeface="Montserrat Black"/>
                <a:ea typeface="Montserrat Black"/>
                <a:cs typeface="Montserrat Black"/>
                <a:sym typeface="Montserrat Black"/>
              </a:rPr>
              <a:t> parte</a:t>
            </a:r>
            <a:endParaRPr b="0" i="0" sz="2100" u="none" cap="none" strike="noStrike">
              <a:solidFill>
                <a:schemeClr val="dk1"/>
              </a:solidFill>
              <a:latin typeface="Calibri"/>
              <a:ea typeface="Calibri"/>
              <a:cs typeface="Calibri"/>
              <a:sym typeface="Calibri"/>
            </a:endParaRPr>
          </a:p>
        </p:txBody>
      </p:sp>
      <p:sp>
        <p:nvSpPr>
          <p:cNvPr id="485" name="Google Shape;485;p27"/>
          <p:cNvSpPr/>
          <p:nvPr/>
        </p:nvSpPr>
        <p:spPr>
          <a:xfrm>
            <a:off x="571550" y="1713300"/>
            <a:ext cx="3890700" cy="26721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27"/>
          <p:cNvSpPr/>
          <p:nvPr/>
        </p:nvSpPr>
        <p:spPr>
          <a:xfrm>
            <a:off x="754430" y="1909773"/>
            <a:ext cx="1700700" cy="2163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p27"/>
          <p:cNvSpPr txBox="1"/>
          <p:nvPr/>
        </p:nvSpPr>
        <p:spPr>
          <a:xfrm>
            <a:off x="754425" y="1924591"/>
            <a:ext cx="17007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Montserrat SemiBold"/>
              <a:buNone/>
            </a:pPr>
            <a:r>
              <a:rPr b="1" i="0" lang="en-US" sz="900" u="none" cap="none" strike="noStrike">
                <a:solidFill>
                  <a:srgbClr val="FFFFFF"/>
                </a:solidFill>
                <a:latin typeface="Montserrat SemiBold"/>
                <a:ea typeface="Montserrat SemiBold"/>
                <a:cs typeface="Montserrat SemiBold"/>
                <a:sym typeface="Montserrat SemiBold"/>
              </a:rPr>
              <a:t>NEO ENTREGA</a:t>
            </a:r>
            <a:endParaRPr b="0" i="0" sz="900" u="none" cap="none" strike="noStrike">
              <a:solidFill>
                <a:schemeClr val="dk1"/>
              </a:solidFill>
              <a:latin typeface="Calibri"/>
              <a:ea typeface="Calibri"/>
              <a:cs typeface="Calibri"/>
              <a:sym typeface="Calibri"/>
            </a:endParaRPr>
          </a:p>
        </p:txBody>
      </p:sp>
      <p:sp>
        <p:nvSpPr>
          <p:cNvPr id="488" name="Google Shape;488;p27"/>
          <p:cNvSpPr txBox="1"/>
          <p:nvPr/>
        </p:nvSpPr>
        <p:spPr>
          <a:xfrm>
            <a:off x="791000" y="2175675"/>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489" name="Google Shape;489;p27"/>
          <p:cNvSpPr txBox="1"/>
          <p:nvPr/>
        </p:nvSpPr>
        <p:spPr>
          <a:xfrm>
            <a:off x="791000" y="2434441"/>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490" name="Google Shape;490;p27"/>
          <p:cNvSpPr txBox="1"/>
          <p:nvPr/>
        </p:nvSpPr>
        <p:spPr>
          <a:xfrm>
            <a:off x="791000" y="2887282"/>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491" name="Google Shape;491;p27"/>
          <p:cNvSpPr txBox="1"/>
          <p:nvPr/>
        </p:nvSpPr>
        <p:spPr>
          <a:xfrm>
            <a:off x="791000" y="3146049"/>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492" name="Google Shape;492;p27"/>
          <p:cNvSpPr txBox="1"/>
          <p:nvPr/>
        </p:nvSpPr>
        <p:spPr>
          <a:xfrm>
            <a:off x="791000" y="3598890"/>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493" name="Google Shape;493;p27"/>
          <p:cNvSpPr txBox="1"/>
          <p:nvPr/>
        </p:nvSpPr>
        <p:spPr>
          <a:xfrm>
            <a:off x="791000" y="3857656"/>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494" name="Google Shape;494;p27"/>
          <p:cNvSpPr/>
          <p:nvPr/>
        </p:nvSpPr>
        <p:spPr>
          <a:xfrm>
            <a:off x="4681776" y="1713300"/>
            <a:ext cx="3890700" cy="26721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 name="Google Shape;495;p27"/>
          <p:cNvSpPr/>
          <p:nvPr/>
        </p:nvSpPr>
        <p:spPr>
          <a:xfrm>
            <a:off x="4864652" y="1909773"/>
            <a:ext cx="1700700" cy="216300"/>
          </a:xfrm>
          <a:prstGeom prst="roundRect">
            <a:avLst>
              <a:gd fmla="val 50000" name="adj"/>
            </a:avLst>
          </a:prstGeom>
          <a:solidFill>
            <a:srgbClr val="EEF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p27"/>
          <p:cNvSpPr txBox="1"/>
          <p:nvPr/>
        </p:nvSpPr>
        <p:spPr>
          <a:xfrm>
            <a:off x="4864646" y="1924573"/>
            <a:ext cx="17007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EL CLIENTE APORTA</a:t>
            </a:r>
            <a:endParaRPr b="0" i="0" sz="900" u="none" cap="none" strike="noStrike">
              <a:solidFill>
                <a:schemeClr val="dk1"/>
              </a:solidFill>
              <a:latin typeface="Calibri"/>
              <a:ea typeface="Calibri"/>
              <a:cs typeface="Calibri"/>
              <a:sym typeface="Calibri"/>
            </a:endParaRPr>
          </a:p>
        </p:txBody>
      </p:sp>
      <p:sp>
        <p:nvSpPr>
          <p:cNvPr id="497" name="Google Shape;497;p27"/>
          <p:cNvSpPr txBox="1"/>
          <p:nvPr/>
        </p:nvSpPr>
        <p:spPr>
          <a:xfrm>
            <a:off x="4901225" y="2175675"/>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498" name="Google Shape;498;p27"/>
          <p:cNvSpPr txBox="1"/>
          <p:nvPr/>
        </p:nvSpPr>
        <p:spPr>
          <a:xfrm>
            <a:off x="4901225" y="2434441"/>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499" name="Google Shape;499;p27"/>
          <p:cNvSpPr txBox="1"/>
          <p:nvPr/>
        </p:nvSpPr>
        <p:spPr>
          <a:xfrm>
            <a:off x="4901225" y="2887282"/>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500" name="Google Shape;500;p27"/>
          <p:cNvSpPr txBox="1"/>
          <p:nvPr/>
        </p:nvSpPr>
        <p:spPr>
          <a:xfrm>
            <a:off x="4901225" y="3146049"/>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01" name="Google Shape;501;p27"/>
          <p:cNvSpPr txBox="1"/>
          <p:nvPr/>
        </p:nvSpPr>
        <p:spPr>
          <a:xfrm>
            <a:off x="4901225" y="3598890"/>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502" name="Google Shape;502;p27"/>
          <p:cNvSpPr txBox="1"/>
          <p:nvPr/>
        </p:nvSpPr>
        <p:spPr>
          <a:xfrm>
            <a:off x="4901225" y="3857656"/>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03" name="Google Shape;503;p27"/>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08" name="Shape 508"/>
        <p:cNvGrpSpPr/>
        <p:nvPr/>
      </p:nvGrpSpPr>
      <p:grpSpPr>
        <a:xfrm>
          <a:off x="0" y="0"/>
          <a:ext cx="0" cy="0"/>
          <a:chOff x="0" y="0"/>
          <a:chExt cx="0" cy="0"/>
        </a:xfrm>
      </p:grpSpPr>
      <p:pic>
        <p:nvPicPr>
          <p:cNvPr descr="bg-dark-glow.png" id="509" name="Google Shape;509;p28"/>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510" name="Google Shape;510;p28"/>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511" name="Google Shape;511;p28"/>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512" name="Google Shape;512;p28"/>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Cronograma e</a:t>
            </a:r>
            <a:r>
              <a:rPr i="1" lang="en-US" sz="4500">
                <a:solidFill>
                  <a:srgbClr val="7E99FE"/>
                </a:solidFill>
                <a:latin typeface="Montserrat ExtraBold"/>
                <a:ea typeface="Montserrat ExtraBold"/>
                <a:cs typeface="Montserrat ExtraBold"/>
                <a:sym typeface="Montserrat ExtraBold"/>
              </a:rPr>
              <a:t> </a:t>
            </a:r>
            <a:r>
              <a:rPr i="1" lang="en-US" sz="4500">
                <a:solidFill>
                  <a:srgbClr val="9AAFFE"/>
                </a:solidFill>
                <a:latin typeface="Montserrat ExtraBold"/>
                <a:ea typeface="Montserrat ExtraBold"/>
                <a:cs typeface="Montserrat ExtraBold"/>
                <a:sym typeface="Montserrat ExtraBold"/>
              </a:rPr>
              <a:t>inversión</a:t>
            </a:r>
            <a:endParaRPr b="0" i="1" sz="1400" u="none" cap="none" strike="noStrike">
              <a:solidFill>
                <a:srgbClr val="9AAFFE"/>
              </a:solidFill>
              <a:latin typeface="Arial"/>
              <a:ea typeface="Arial"/>
              <a:cs typeface="Arial"/>
              <a:sym typeface="Arial"/>
            </a:endParaRPr>
          </a:p>
        </p:txBody>
      </p:sp>
      <p:sp>
        <p:nvSpPr>
          <p:cNvPr id="513" name="Google Shape;513;p28"/>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8</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18" name="Shape 518"/>
        <p:cNvGrpSpPr/>
        <p:nvPr/>
      </p:nvGrpSpPr>
      <p:grpSpPr>
        <a:xfrm>
          <a:off x="0" y="0"/>
          <a:ext cx="0" cy="0"/>
          <a:chOff x="0" y="0"/>
          <a:chExt cx="0" cy="0"/>
        </a:xfrm>
      </p:grpSpPr>
      <p:sp>
        <p:nvSpPr>
          <p:cNvPr id="519" name="Google Shape;519;p29"/>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520" name="Google Shape;520;p29"/>
          <p:cNvSpPr/>
          <p:nvPr/>
        </p:nvSpPr>
        <p:spPr>
          <a:xfrm>
            <a:off x="590550" y="933450"/>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Cronograma e </a:t>
            </a:r>
            <a:r>
              <a:rPr b="1" i="0" lang="en-US" sz="1700" u="none" cap="none" strike="noStrike">
                <a:solidFill>
                  <a:srgbClr val="2B5BFC"/>
                </a:solidFill>
                <a:latin typeface="Montserrat ExtraBold"/>
                <a:ea typeface="Montserrat ExtraBold"/>
                <a:cs typeface="Montserrat ExtraBold"/>
                <a:sym typeface="Montserrat ExtraBold"/>
              </a:rPr>
              <a:t>Inversión</a:t>
            </a:r>
            <a:endParaRPr b="0" i="0" sz="1700" u="none" cap="none" strike="noStrike">
              <a:solidFill>
                <a:srgbClr val="2B5BFC"/>
              </a:solidFill>
              <a:latin typeface="Calibri"/>
              <a:ea typeface="Calibri"/>
              <a:cs typeface="Calibri"/>
              <a:sym typeface="Calibri"/>
            </a:endParaRPr>
          </a:p>
        </p:txBody>
      </p:sp>
      <p:sp>
        <p:nvSpPr>
          <p:cNvPr id="521" name="Google Shape;521;p29"/>
          <p:cNvSpPr/>
          <p:nvPr/>
        </p:nvSpPr>
        <p:spPr>
          <a:xfrm>
            <a:off x="571500" y="1339350"/>
            <a:ext cx="8001000" cy="23007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42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29"/>
          <p:cNvSpPr txBox="1"/>
          <p:nvPr/>
        </p:nvSpPr>
        <p:spPr>
          <a:xfrm>
            <a:off x="3223252" y="1490750"/>
            <a:ext cx="1062300" cy="151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3" name="Google Shape;523;p29"/>
          <p:cNvSpPr txBox="1"/>
          <p:nvPr/>
        </p:nvSpPr>
        <p:spPr>
          <a:xfrm>
            <a:off x="4501134" y="1490760"/>
            <a:ext cx="1278000" cy="151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4" name="Google Shape;524;p29"/>
          <p:cNvSpPr txBox="1"/>
          <p:nvPr/>
        </p:nvSpPr>
        <p:spPr>
          <a:xfrm>
            <a:off x="5779008" y="1490760"/>
            <a:ext cx="1278000" cy="151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5" name="Google Shape;525;p29"/>
          <p:cNvSpPr txBox="1"/>
          <p:nvPr/>
        </p:nvSpPr>
        <p:spPr>
          <a:xfrm>
            <a:off x="7056882" y="1490760"/>
            <a:ext cx="1278000" cy="151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6" name="Google Shape;526;p29"/>
          <p:cNvSpPr/>
          <p:nvPr/>
        </p:nvSpPr>
        <p:spPr>
          <a:xfrm>
            <a:off x="809250" y="1702746"/>
            <a:ext cx="7525500" cy="135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29"/>
          <p:cNvSpPr txBox="1"/>
          <p:nvPr/>
        </p:nvSpPr>
        <p:spPr>
          <a:xfrm>
            <a:off x="809250" y="1799339"/>
            <a:ext cx="2286000" cy="19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1 · Nombre</a:t>
            </a:r>
            <a:endParaRPr b="0" i="0" sz="1000" u="none" cap="none" strike="noStrike">
              <a:solidFill>
                <a:schemeClr val="dk1"/>
              </a:solidFill>
              <a:latin typeface="Calibri"/>
              <a:ea typeface="Calibri"/>
              <a:cs typeface="Calibri"/>
              <a:sym typeface="Calibri"/>
            </a:endParaRPr>
          </a:p>
        </p:txBody>
      </p:sp>
      <p:sp>
        <p:nvSpPr>
          <p:cNvPr id="528" name="Google Shape;528;p29"/>
          <p:cNvSpPr/>
          <p:nvPr/>
        </p:nvSpPr>
        <p:spPr>
          <a:xfrm>
            <a:off x="3223253" y="1884426"/>
            <a:ext cx="1278000" cy="1209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29"/>
          <p:cNvSpPr/>
          <p:nvPr/>
        </p:nvSpPr>
        <p:spPr>
          <a:xfrm>
            <a:off x="809250" y="2141821"/>
            <a:ext cx="7525500" cy="135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29"/>
          <p:cNvSpPr txBox="1"/>
          <p:nvPr/>
        </p:nvSpPr>
        <p:spPr>
          <a:xfrm>
            <a:off x="809250" y="2197961"/>
            <a:ext cx="2286000" cy="19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2 · Nombre</a:t>
            </a:r>
            <a:endParaRPr b="0" i="0" sz="1000" u="none" cap="none" strike="noStrike">
              <a:solidFill>
                <a:schemeClr val="dk1"/>
              </a:solidFill>
              <a:latin typeface="Calibri"/>
              <a:ea typeface="Calibri"/>
              <a:cs typeface="Calibri"/>
              <a:sym typeface="Calibri"/>
            </a:endParaRPr>
          </a:p>
        </p:txBody>
      </p:sp>
      <p:sp>
        <p:nvSpPr>
          <p:cNvPr id="531" name="Google Shape;531;p29"/>
          <p:cNvSpPr/>
          <p:nvPr/>
        </p:nvSpPr>
        <p:spPr>
          <a:xfrm>
            <a:off x="4501127" y="2262952"/>
            <a:ext cx="1533300" cy="1209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 name="Google Shape;532;p29"/>
          <p:cNvSpPr/>
          <p:nvPr/>
        </p:nvSpPr>
        <p:spPr>
          <a:xfrm>
            <a:off x="809250" y="2520335"/>
            <a:ext cx="7525500" cy="135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29"/>
          <p:cNvSpPr txBox="1"/>
          <p:nvPr/>
        </p:nvSpPr>
        <p:spPr>
          <a:xfrm>
            <a:off x="809250" y="2596583"/>
            <a:ext cx="2286000" cy="19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3 · Nombre</a:t>
            </a:r>
            <a:endParaRPr b="0" i="0" sz="1000" u="none" cap="none" strike="noStrike">
              <a:solidFill>
                <a:schemeClr val="dk1"/>
              </a:solidFill>
              <a:latin typeface="Calibri"/>
              <a:ea typeface="Calibri"/>
              <a:cs typeface="Calibri"/>
              <a:sym typeface="Calibri"/>
            </a:endParaRPr>
          </a:p>
        </p:txBody>
      </p:sp>
      <p:sp>
        <p:nvSpPr>
          <p:cNvPr id="534" name="Google Shape;534;p29"/>
          <p:cNvSpPr/>
          <p:nvPr/>
        </p:nvSpPr>
        <p:spPr>
          <a:xfrm>
            <a:off x="6034577" y="2641476"/>
            <a:ext cx="1278000" cy="1512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29"/>
          <p:cNvSpPr/>
          <p:nvPr/>
        </p:nvSpPr>
        <p:spPr>
          <a:xfrm>
            <a:off x="809250" y="2898897"/>
            <a:ext cx="7525500" cy="135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p29"/>
          <p:cNvSpPr txBox="1"/>
          <p:nvPr/>
        </p:nvSpPr>
        <p:spPr>
          <a:xfrm>
            <a:off x="809250" y="2995205"/>
            <a:ext cx="2286000" cy="19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4 · Nombre</a:t>
            </a:r>
            <a:endParaRPr b="0" i="0" sz="1000" u="none" cap="none" strike="noStrike">
              <a:solidFill>
                <a:schemeClr val="dk1"/>
              </a:solidFill>
              <a:latin typeface="Calibri"/>
              <a:ea typeface="Calibri"/>
              <a:cs typeface="Calibri"/>
              <a:sym typeface="Calibri"/>
            </a:endParaRPr>
          </a:p>
        </p:txBody>
      </p:sp>
      <p:sp>
        <p:nvSpPr>
          <p:cNvPr id="537" name="Google Shape;537;p29"/>
          <p:cNvSpPr/>
          <p:nvPr/>
        </p:nvSpPr>
        <p:spPr>
          <a:xfrm>
            <a:off x="7312457" y="2985988"/>
            <a:ext cx="1022400" cy="166800"/>
          </a:xfrm>
          <a:prstGeom prst="roundRect">
            <a:avLst>
              <a:gd fmla="val 50000"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29"/>
          <p:cNvSpPr/>
          <p:nvPr/>
        </p:nvSpPr>
        <p:spPr>
          <a:xfrm>
            <a:off x="586550" y="3949242"/>
            <a:ext cx="799200" cy="193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549"/>
              <a:buFont typeface="Calibri"/>
              <a:buNone/>
            </a:pPr>
            <a:r>
              <a:rPr b="1" i="0" lang="en-US" sz="849" u="none" cap="none" strike="noStrike">
                <a:solidFill>
                  <a:srgbClr val="000033"/>
                </a:solidFill>
                <a:latin typeface="Montserrat"/>
                <a:ea typeface="Montserrat"/>
                <a:cs typeface="Montserrat"/>
                <a:sym typeface="Montserrat"/>
              </a:rPr>
              <a:t>HITOS DE CONTROL</a:t>
            </a:r>
            <a:endParaRPr b="0" i="0" sz="849" u="none" cap="none" strike="noStrike">
              <a:solidFill>
                <a:srgbClr val="000033"/>
              </a:solidFill>
              <a:latin typeface="Montserrat"/>
              <a:ea typeface="Montserrat"/>
              <a:cs typeface="Montserrat"/>
              <a:sym typeface="Montserrat"/>
            </a:endParaRPr>
          </a:p>
        </p:txBody>
      </p:sp>
      <p:sp>
        <p:nvSpPr>
          <p:cNvPr id="539" name="Google Shape;539;p29"/>
          <p:cNvSpPr/>
          <p:nvPr/>
        </p:nvSpPr>
        <p:spPr>
          <a:xfrm>
            <a:off x="1298200" y="3888368"/>
            <a:ext cx="14277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29"/>
          <p:cNvSpPr/>
          <p:nvPr/>
        </p:nvSpPr>
        <p:spPr>
          <a:xfrm>
            <a:off x="1381075" y="3936748"/>
            <a:ext cx="12615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41" name="Google Shape;541;p29"/>
          <p:cNvSpPr/>
          <p:nvPr/>
        </p:nvSpPr>
        <p:spPr>
          <a:xfrm>
            <a:off x="1381075" y="4072212"/>
            <a:ext cx="12615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42" name="Google Shape;542;p29"/>
          <p:cNvSpPr/>
          <p:nvPr/>
        </p:nvSpPr>
        <p:spPr>
          <a:xfrm>
            <a:off x="2793692" y="3890193"/>
            <a:ext cx="14277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29"/>
          <p:cNvSpPr/>
          <p:nvPr/>
        </p:nvSpPr>
        <p:spPr>
          <a:xfrm>
            <a:off x="2876567" y="3938573"/>
            <a:ext cx="12615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44" name="Google Shape;544;p29"/>
          <p:cNvSpPr/>
          <p:nvPr/>
        </p:nvSpPr>
        <p:spPr>
          <a:xfrm>
            <a:off x="2876567" y="4074037"/>
            <a:ext cx="12615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545" name="Google Shape;545;p29"/>
          <p:cNvSpPr/>
          <p:nvPr/>
        </p:nvSpPr>
        <p:spPr>
          <a:xfrm>
            <a:off x="4285646" y="3892068"/>
            <a:ext cx="14277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6" name="Google Shape;546;p29"/>
          <p:cNvSpPr/>
          <p:nvPr/>
        </p:nvSpPr>
        <p:spPr>
          <a:xfrm>
            <a:off x="4368521" y="3940448"/>
            <a:ext cx="12615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47" name="Google Shape;547;p29"/>
          <p:cNvSpPr/>
          <p:nvPr/>
        </p:nvSpPr>
        <p:spPr>
          <a:xfrm>
            <a:off x="4368521" y="4075912"/>
            <a:ext cx="12615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48" name="Google Shape;548;p29"/>
          <p:cNvSpPr/>
          <p:nvPr/>
        </p:nvSpPr>
        <p:spPr>
          <a:xfrm>
            <a:off x="5777622" y="3888368"/>
            <a:ext cx="13653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29"/>
          <p:cNvSpPr/>
          <p:nvPr/>
        </p:nvSpPr>
        <p:spPr>
          <a:xfrm>
            <a:off x="5860490" y="3936748"/>
            <a:ext cx="12615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50" name="Google Shape;550;p29"/>
          <p:cNvSpPr/>
          <p:nvPr/>
        </p:nvSpPr>
        <p:spPr>
          <a:xfrm>
            <a:off x="5860490" y="4072212"/>
            <a:ext cx="12615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51" name="Google Shape;551;p29"/>
          <p:cNvSpPr/>
          <p:nvPr/>
        </p:nvSpPr>
        <p:spPr>
          <a:xfrm>
            <a:off x="7207197" y="3888368"/>
            <a:ext cx="13653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p29"/>
          <p:cNvSpPr/>
          <p:nvPr/>
        </p:nvSpPr>
        <p:spPr>
          <a:xfrm>
            <a:off x="7290065" y="3936748"/>
            <a:ext cx="12615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53" name="Google Shape;553;p29"/>
          <p:cNvSpPr/>
          <p:nvPr/>
        </p:nvSpPr>
        <p:spPr>
          <a:xfrm>
            <a:off x="7290065" y="4072212"/>
            <a:ext cx="12615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54" name="Google Shape;554;p29"/>
          <p:cNvSpPr/>
          <p:nvPr/>
        </p:nvSpPr>
        <p:spPr>
          <a:xfrm>
            <a:off x="809200" y="3252614"/>
            <a:ext cx="7525500" cy="135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29"/>
          <p:cNvSpPr txBox="1"/>
          <p:nvPr/>
        </p:nvSpPr>
        <p:spPr>
          <a:xfrm>
            <a:off x="809200" y="3348923"/>
            <a:ext cx="2286000" cy="19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a:t>
            </a:r>
            <a:r>
              <a:rPr b="1" lang="en-US" sz="1000">
                <a:solidFill>
                  <a:srgbClr val="000033"/>
                </a:solidFill>
                <a:latin typeface="Montserrat SemiBold"/>
                <a:ea typeface="Montserrat SemiBold"/>
                <a:cs typeface="Montserrat SemiBold"/>
                <a:sym typeface="Montserrat SemiBold"/>
              </a:rPr>
              <a:t>5</a:t>
            </a:r>
            <a:r>
              <a:rPr b="1" i="0" lang="en-US" sz="1000" u="none" cap="none" strike="noStrike">
                <a:solidFill>
                  <a:srgbClr val="000033"/>
                </a:solidFill>
                <a:latin typeface="Montserrat SemiBold"/>
                <a:ea typeface="Montserrat SemiBold"/>
                <a:cs typeface="Montserrat SemiBold"/>
                <a:sym typeface="Montserrat SemiBold"/>
              </a:rPr>
              <a:t> · Nombre</a:t>
            </a:r>
            <a:endParaRPr b="0" i="0" sz="1000" u="none" cap="none" strike="noStrike">
              <a:solidFill>
                <a:schemeClr val="dk1"/>
              </a:solidFill>
              <a:latin typeface="Calibri"/>
              <a:ea typeface="Calibri"/>
              <a:cs typeface="Calibri"/>
              <a:sym typeface="Calibri"/>
            </a:endParaRPr>
          </a:p>
        </p:txBody>
      </p:sp>
      <p:sp>
        <p:nvSpPr>
          <p:cNvPr id="556" name="Google Shape;556;p29"/>
          <p:cNvSpPr/>
          <p:nvPr/>
        </p:nvSpPr>
        <p:spPr>
          <a:xfrm>
            <a:off x="7312407" y="3339705"/>
            <a:ext cx="1022400" cy="166800"/>
          </a:xfrm>
          <a:prstGeom prst="roundRect">
            <a:avLst>
              <a:gd fmla="val 50000"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561" name="Shape 561"/>
        <p:cNvGrpSpPr/>
        <p:nvPr/>
      </p:nvGrpSpPr>
      <p:grpSpPr>
        <a:xfrm>
          <a:off x="0" y="0"/>
          <a:ext cx="0" cy="0"/>
          <a:chOff x="0" y="0"/>
          <a:chExt cx="0" cy="0"/>
        </a:xfrm>
      </p:grpSpPr>
      <p:sp>
        <p:nvSpPr>
          <p:cNvPr id="562" name="Google Shape;562;p30"/>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INVERSIÓN</a:t>
            </a:r>
            <a:endParaRPr b="0" i="0" sz="1100" u="none" cap="none" strike="noStrike">
              <a:solidFill>
                <a:schemeClr val="dk1"/>
              </a:solidFill>
              <a:latin typeface="Calibri"/>
              <a:ea typeface="Calibri"/>
              <a:cs typeface="Calibri"/>
              <a:sym typeface="Calibri"/>
            </a:endParaRPr>
          </a:p>
        </p:txBody>
      </p:sp>
      <p:sp>
        <p:nvSpPr>
          <p:cNvPr id="563" name="Google Shape;563;p30"/>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sp>
        <p:nvSpPr>
          <p:cNvPr id="564" name="Google Shape;564;p30"/>
          <p:cNvSpPr/>
          <p:nvPr/>
        </p:nvSpPr>
        <p:spPr>
          <a:xfrm>
            <a:off x="571500" y="1579174"/>
            <a:ext cx="8001000" cy="1984800"/>
          </a:xfrm>
          <a:prstGeom prst="roundRect">
            <a:avLst>
              <a:gd fmla="val 3333"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 name="Google Shape;565;p30"/>
          <p:cNvSpPr txBox="1"/>
          <p:nvPr/>
        </p:nvSpPr>
        <p:spPr>
          <a:xfrm>
            <a:off x="790956" y="1722788"/>
            <a:ext cx="2286000" cy="14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Etapa</a:t>
            </a:r>
            <a:endParaRPr b="0" i="0" sz="850" u="none" cap="none" strike="noStrike">
              <a:solidFill>
                <a:schemeClr val="dk1"/>
              </a:solidFill>
              <a:latin typeface="Calibri"/>
              <a:ea typeface="Calibri"/>
              <a:cs typeface="Calibri"/>
              <a:sym typeface="Calibri"/>
            </a:endParaRPr>
          </a:p>
        </p:txBody>
      </p:sp>
      <p:sp>
        <p:nvSpPr>
          <p:cNvPr id="566" name="Google Shape;566;p30"/>
          <p:cNvSpPr txBox="1"/>
          <p:nvPr/>
        </p:nvSpPr>
        <p:spPr>
          <a:xfrm>
            <a:off x="3186684" y="1722788"/>
            <a:ext cx="3657600" cy="14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Entregable</a:t>
            </a:r>
            <a:endParaRPr b="0" i="0" sz="850" u="none" cap="none" strike="noStrike">
              <a:solidFill>
                <a:schemeClr val="dk1"/>
              </a:solidFill>
              <a:latin typeface="Calibri"/>
              <a:ea typeface="Calibri"/>
              <a:cs typeface="Calibri"/>
              <a:sym typeface="Calibri"/>
            </a:endParaRPr>
          </a:p>
        </p:txBody>
      </p:sp>
      <p:sp>
        <p:nvSpPr>
          <p:cNvPr id="567" name="Google Shape;567;p30"/>
          <p:cNvSpPr txBox="1"/>
          <p:nvPr/>
        </p:nvSpPr>
        <p:spPr>
          <a:xfrm>
            <a:off x="6890015" y="1711711"/>
            <a:ext cx="1463100" cy="14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Inversión / Total</a:t>
            </a:r>
            <a:endParaRPr b="0" i="0" sz="850" u="none" cap="none" strike="noStrike">
              <a:solidFill>
                <a:schemeClr val="dk1"/>
              </a:solidFill>
              <a:latin typeface="Calibri"/>
              <a:ea typeface="Calibri"/>
              <a:cs typeface="Calibri"/>
              <a:sym typeface="Calibri"/>
            </a:endParaRPr>
          </a:p>
        </p:txBody>
      </p:sp>
      <p:sp>
        <p:nvSpPr>
          <p:cNvPr id="568" name="Google Shape;568;p30"/>
          <p:cNvSpPr/>
          <p:nvPr/>
        </p:nvSpPr>
        <p:spPr>
          <a:xfrm>
            <a:off x="790950" y="1928545"/>
            <a:ext cx="7562100" cy="135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 name="Google Shape;569;p30"/>
          <p:cNvSpPr txBox="1"/>
          <p:nvPr/>
        </p:nvSpPr>
        <p:spPr>
          <a:xfrm>
            <a:off x="790950" y="1998217"/>
            <a:ext cx="2286000" cy="258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1: xxx</a:t>
            </a:r>
            <a:endParaRPr b="0" i="0" sz="800" u="none" cap="none" strike="noStrike">
              <a:solidFill>
                <a:schemeClr val="dk1"/>
              </a:solidFill>
              <a:latin typeface="Calibri"/>
              <a:ea typeface="Calibri"/>
              <a:cs typeface="Calibri"/>
              <a:sym typeface="Calibri"/>
            </a:endParaRPr>
          </a:p>
        </p:txBody>
      </p:sp>
      <p:sp>
        <p:nvSpPr>
          <p:cNvPr id="570" name="Google Shape;570;p30"/>
          <p:cNvSpPr txBox="1"/>
          <p:nvPr/>
        </p:nvSpPr>
        <p:spPr>
          <a:xfrm>
            <a:off x="3186684" y="1998218"/>
            <a:ext cx="3749100" cy="2847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chemeClr val="dk1"/>
              </a:solidFill>
              <a:latin typeface="Calibri"/>
              <a:ea typeface="Calibri"/>
              <a:cs typeface="Calibri"/>
              <a:sym typeface="Calibri"/>
            </a:endParaRPr>
          </a:p>
        </p:txBody>
      </p:sp>
      <p:sp>
        <p:nvSpPr>
          <p:cNvPr id="571" name="Google Shape;571;p30"/>
          <p:cNvSpPr/>
          <p:nvPr/>
        </p:nvSpPr>
        <p:spPr>
          <a:xfrm>
            <a:off x="790950" y="2260902"/>
            <a:ext cx="6144900" cy="135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30"/>
          <p:cNvSpPr txBox="1"/>
          <p:nvPr/>
        </p:nvSpPr>
        <p:spPr>
          <a:xfrm>
            <a:off x="790950" y="2298601"/>
            <a:ext cx="2286000" cy="242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2: xxxxx</a:t>
            </a:r>
            <a:endParaRPr b="0" i="0" sz="800" u="none" cap="none" strike="noStrike">
              <a:solidFill>
                <a:schemeClr val="dk1"/>
              </a:solidFill>
              <a:latin typeface="Calibri"/>
              <a:ea typeface="Calibri"/>
              <a:cs typeface="Calibri"/>
              <a:sym typeface="Calibri"/>
            </a:endParaRPr>
          </a:p>
        </p:txBody>
      </p:sp>
      <p:sp>
        <p:nvSpPr>
          <p:cNvPr id="573" name="Google Shape;573;p30"/>
          <p:cNvSpPr txBox="1"/>
          <p:nvPr/>
        </p:nvSpPr>
        <p:spPr>
          <a:xfrm>
            <a:off x="3186684" y="2314117"/>
            <a:ext cx="3749100" cy="2847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574" name="Google Shape;574;p30"/>
          <p:cNvSpPr/>
          <p:nvPr/>
        </p:nvSpPr>
        <p:spPr>
          <a:xfrm>
            <a:off x="790950" y="2545771"/>
            <a:ext cx="6144900" cy="135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 name="Google Shape;575;p30"/>
          <p:cNvSpPr txBox="1"/>
          <p:nvPr/>
        </p:nvSpPr>
        <p:spPr>
          <a:xfrm>
            <a:off x="790950" y="2583493"/>
            <a:ext cx="2286000" cy="242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3: xxxxx</a:t>
            </a:r>
            <a:endParaRPr b="0" i="0" sz="800" u="none" cap="none" strike="noStrike">
              <a:solidFill>
                <a:schemeClr val="dk1"/>
              </a:solidFill>
              <a:latin typeface="Calibri"/>
              <a:ea typeface="Calibri"/>
              <a:cs typeface="Calibri"/>
              <a:sym typeface="Calibri"/>
            </a:endParaRPr>
          </a:p>
        </p:txBody>
      </p:sp>
      <p:sp>
        <p:nvSpPr>
          <p:cNvPr id="576" name="Google Shape;576;p30"/>
          <p:cNvSpPr txBox="1"/>
          <p:nvPr/>
        </p:nvSpPr>
        <p:spPr>
          <a:xfrm>
            <a:off x="3186684" y="2598998"/>
            <a:ext cx="3749100" cy="2847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577" name="Google Shape;577;p30"/>
          <p:cNvSpPr/>
          <p:nvPr/>
        </p:nvSpPr>
        <p:spPr>
          <a:xfrm>
            <a:off x="790950" y="2830646"/>
            <a:ext cx="6144900" cy="135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30"/>
          <p:cNvSpPr txBox="1"/>
          <p:nvPr/>
        </p:nvSpPr>
        <p:spPr>
          <a:xfrm>
            <a:off x="790950" y="2868367"/>
            <a:ext cx="2286000" cy="258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4: xxxx</a:t>
            </a:r>
            <a:endParaRPr b="0" i="0" sz="800" u="none" cap="none" strike="noStrike">
              <a:solidFill>
                <a:schemeClr val="dk1"/>
              </a:solidFill>
              <a:latin typeface="Calibri"/>
              <a:ea typeface="Calibri"/>
              <a:cs typeface="Calibri"/>
              <a:sym typeface="Calibri"/>
            </a:endParaRPr>
          </a:p>
        </p:txBody>
      </p:sp>
      <p:sp>
        <p:nvSpPr>
          <p:cNvPr id="579" name="Google Shape;579;p30"/>
          <p:cNvSpPr txBox="1"/>
          <p:nvPr/>
        </p:nvSpPr>
        <p:spPr>
          <a:xfrm>
            <a:off x="3186675" y="2883876"/>
            <a:ext cx="3749100" cy="2586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580" name="Google Shape;580;p30"/>
          <p:cNvSpPr/>
          <p:nvPr/>
        </p:nvSpPr>
        <p:spPr>
          <a:xfrm>
            <a:off x="790950" y="3383752"/>
            <a:ext cx="7562100" cy="135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 name="Google Shape;581;p30"/>
          <p:cNvSpPr txBox="1"/>
          <p:nvPr/>
        </p:nvSpPr>
        <p:spPr>
          <a:xfrm>
            <a:off x="6981002" y="2583709"/>
            <a:ext cx="1463100" cy="1584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 completar a mano]</a:t>
            </a:r>
            <a:endParaRPr b="0" i="0" sz="900" u="none" cap="none" strike="noStrike">
              <a:solidFill>
                <a:schemeClr val="dk1"/>
              </a:solidFill>
              <a:latin typeface="Calibri"/>
              <a:ea typeface="Calibri"/>
              <a:cs typeface="Calibri"/>
              <a:sym typeface="Calibri"/>
            </a:endParaRPr>
          </a:p>
        </p:txBody>
      </p:sp>
      <p:sp>
        <p:nvSpPr>
          <p:cNvPr id="582" name="Google Shape;582;p30"/>
          <p:cNvSpPr txBox="1"/>
          <p:nvPr/>
        </p:nvSpPr>
        <p:spPr>
          <a:xfrm>
            <a:off x="571500" y="3724449"/>
            <a:ext cx="8001000" cy="687900"/>
          </a:xfrm>
          <a:prstGeom prst="rect">
            <a:avLst/>
          </a:prstGeom>
          <a:noFill/>
          <a:ln>
            <a:noFill/>
          </a:ln>
        </p:spPr>
        <p:txBody>
          <a:bodyPr anchorCtr="0" anchor="ctr" bIns="0" lIns="0" spcFirstLastPara="1" rIns="0" wrap="square" tIns="0">
            <a:noAutofit/>
          </a:bodyPr>
          <a:lstStyle/>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Facturación: 50% al inicio del proyecto, 50% al terminar</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Los precios no incluyen impuestos (IGV).</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dictado de capacitaciones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costo de licencias de IA ni de servicios de terceros.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Nota adicional de alcance.</a:t>
            </a:r>
            <a:endParaRPr b="0" i="0" sz="700" u="none" cap="none" strike="noStrike">
              <a:solidFill>
                <a:schemeClr val="dk1"/>
              </a:solidFill>
              <a:latin typeface="Calibri"/>
              <a:ea typeface="Calibri"/>
              <a:cs typeface="Calibri"/>
              <a:sym typeface="Calibri"/>
            </a:endParaRPr>
          </a:p>
        </p:txBody>
      </p:sp>
      <p:sp>
        <p:nvSpPr>
          <p:cNvPr id="583" name="Google Shape;583;p30"/>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cxnSp>
        <p:nvCxnSpPr>
          <p:cNvPr id="584" name="Google Shape;584;p30"/>
          <p:cNvCxnSpPr/>
          <p:nvPr/>
        </p:nvCxnSpPr>
        <p:spPr>
          <a:xfrm>
            <a:off x="6924803" y="1945480"/>
            <a:ext cx="10200" cy="1448400"/>
          </a:xfrm>
          <a:prstGeom prst="straightConnector1">
            <a:avLst/>
          </a:prstGeom>
          <a:noFill/>
          <a:ln cap="flat" cmpd="sng" w="9525">
            <a:solidFill>
              <a:srgbClr val="9AAFFE"/>
            </a:solidFill>
            <a:prstDash val="dash"/>
            <a:round/>
            <a:headEnd len="med" w="med" type="none"/>
            <a:tailEnd len="med" w="med" type="none"/>
          </a:ln>
        </p:spPr>
      </p:cxnSp>
      <p:sp>
        <p:nvSpPr>
          <p:cNvPr id="585" name="Google Shape;585;p30"/>
          <p:cNvSpPr/>
          <p:nvPr/>
        </p:nvSpPr>
        <p:spPr>
          <a:xfrm>
            <a:off x="790950" y="3112721"/>
            <a:ext cx="6144900" cy="135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 name="Google Shape;586;p30"/>
          <p:cNvSpPr txBox="1"/>
          <p:nvPr/>
        </p:nvSpPr>
        <p:spPr>
          <a:xfrm>
            <a:off x="790950" y="3150442"/>
            <a:ext cx="2286000" cy="258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a:t>
            </a:r>
            <a:r>
              <a:rPr b="1" lang="en-US" sz="800">
                <a:solidFill>
                  <a:srgbClr val="000033"/>
                </a:solidFill>
                <a:latin typeface="Montserrat SemiBold"/>
                <a:ea typeface="Montserrat SemiBold"/>
                <a:cs typeface="Montserrat SemiBold"/>
                <a:sym typeface="Montserrat SemiBold"/>
              </a:rPr>
              <a:t>5</a:t>
            </a:r>
            <a:r>
              <a:rPr b="1" i="0" lang="en-US" sz="800" u="none" cap="none" strike="noStrike">
                <a:solidFill>
                  <a:srgbClr val="000033"/>
                </a:solidFill>
                <a:latin typeface="Montserrat SemiBold"/>
                <a:ea typeface="Montserrat SemiBold"/>
                <a:cs typeface="Montserrat SemiBold"/>
                <a:sym typeface="Montserrat SemiBold"/>
              </a:rPr>
              <a:t>: xxxx</a:t>
            </a:r>
            <a:endParaRPr b="0" i="0" sz="800" u="none" cap="none" strike="noStrike">
              <a:solidFill>
                <a:schemeClr val="dk1"/>
              </a:solidFill>
              <a:latin typeface="Calibri"/>
              <a:ea typeface="Calibri"/>
              <a:cs typeface="Calibri"/>
              <a:sym typeface="Calibri"/>
            </a:endParaRPr>
          </a:p>
        </p:txBody>
      </p:sp>
      <p:sp>
        <p:nvSpPr>
          <p:cNvPr id="587" name="Google Shape;587;p30"/>
          <p:cNvSpPr txBox="1"/>
          <p:nvPr/>
        </p:nvSpPr>
        <p:spPr>
          <a:xfrm>
            <a:off x="3186675" y="3165951"/>
            <a:ext cx="3749100" cy="2586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92" name="Shape 592"/>
        <p:cNvGrpSpPr/>
        <p:nvPr/>
      </p:nvGrpSpPr>
      <p:grpSpPr>
        <a:xfrm>
          <a:off x="0" y="0"/>
          <a:ext cx="0" cy="0"/>
          <a:chOff x="0" y="0"/>
          <a:chExt cx="0" cy="0"/>
        </a:xfrm>
      </p:grpSpPr>
      <p:pic>
        <p:nvPicPr>
          <p:cNvPr descr="preencoded.png" id="593" name="Google Shape;593;p31"/>
          <p:cNvPicPr preferRelativeResize="0"/>
          <p:nvPr/>
        </p:nvPicPr>
        <p:blipFill rotWithShape="1">
          <a:blip r:embed="rId3">
            <a:alphaModFix/>
          </a:blip>
          <a:srcRect b="0" l="0" r="0" t="0"/>
          <a:stretch/>
        </p:blipFill>
        <p:spPr>
          <a:xfrm>
            <a:off x="571500" y="1200150"/>
            <a:ext cx="8001000" cy="3057525"/>
          </a:xfrm>
          <a:prstGeom prst="rect">
            <a:avLst/>
          </a:prstGeom>
          <a:noFill/>
          <a:ln>
            <a:noFill/>
          </a:ln>
        </p:spPr>
      </p:pic>
      <p:sp>
        <p:nvSpPr>
          <p:cNvPr id="594" name="Google Shape;594;p31"/>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595" name="Google Shape;595;p31"/>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Facturación por </a:t>
            </a:r>
            <a:r>
              <a:rPr b="1" i="1" lang="en-US" sz="1700" u="none" cap="none" strike="noStrike">
                <a:solidFill>
                  <a:srgbClr val="2B5BFC"/>
                </a:solidFill>
                <a:latin typeface="Montserrat ExtraBold"/>
                <a:ea typeface="Montserrat ExtraBold"/>
                <a:cs typeface="Montserrat ExtraBold"/>
                <a:sym typeface="Montserrat ExtraBold"/>
              </a:rPr>
              <a:t>retrasos y pausas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596" name="Google Shape;596;p31"/>
          <p:cNvSpPr/>
          <p:nvPr/>
        </p:nvSpPr>
        <p:spPr>
          <a:xfrm>
            <a:off x="6858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000033"/>
              </a:buClr>
              <a:buSzPts val="1200"/>
              <a:buFont typeface="Montserrat"/>
              <a:buNone/>
            </a:pPr>
            <a:r>
              <a:rPr b="1" i="0" lang="en-US" sz="1200" u="none" cap="none" strike="noStrike">
                <a:solidFill>
                  <a:srgbClr val="000033"/>
                </a:solidFill>
                <a:latin typeface="Montserrat"/>
                <a:ea typeface="Montserrat"/>
                <a:cs typeface="Montserrat"/>
                <a:sym typeface="Montserrat"/>
              </a:rPr>
              <a:t>Retrasos y periodos de Stand By </a:t>
            </a:r>
            <a:endParaRPr b="0" i="0" sz="1200" u="none" cap="none" strike="noStrike">
              <a:solidFill>
                <a:schemeClr val="dk1"/>
              </a:solidFill>
              <a:latin typeface="Calibri"/>
              <a:ea typeface="Calibri"/>
              <a:cs typeface="Calibri"/>
              <a:sym typeface="Calibri"/>
            </a:endParaRPr>
          </a:p>
        </p:txBody>
      </p:sp>
      <p:sp>
        <p:nvSpPr>
          <p:cNvPr id="597" name="Google Shape;597;p31"/>
          <p:cNvSpPr/>
          <p:nvPr/>
        </p:nvSpPr>
        <p:spPr>
          <a:xfrm>
            <a:off x="685800" y="1557350"/>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 cliente:</a:t>
            </a:r>
            <a:r>
              <a:rPr b="0" i="0" lang="en-US" sz="1000" u="none" cap="none" strike="noStrike">
                <a:solidFill>
                  <a:srgbClr val="000033"/>
                </a:solidFill>
                <a:latin typeface="Montserrat"/>
                <a:ea typeface="Montserrat"/>
                <a:cs typeface="Montserrat"/>
                <a:sym typeface="Montserrat"/>
              </a:rPr>
              <a:t> Si el proyecto tiene facturación por hitos o entregables y el retraso del cliente supera los </a:t>
            </a:r>
            <a:r>
              <a:rPr b="1" i="0" lang="en-US" sz="1000" u="none" cap="none" strike="noStrike">
                <a:solidFill>
                  <a:srgbClr val="2B5BFC"/>
                </a:solidFill>
                <a:latin typeface="Montserrat"/>
                <a:ea typeface="Montserrat"/>
                <a:cs typeface="Montserrat"/>
                <a:sym typeface="Montserrat"/>
              </a:rPr>
              <a:t>15 días</a:t>
            </a:r>
            <a:r>
              <a:rPr b="0" i="0" lang="en-US" sz="1000" u="none" cap="none" strike="noStrike">
                <a:solidFill>
                  <a:srgbClr val="000033"/>
                </a:solidFill>
                <a:latin typeface="Montserrat"/>
                <a:ea typeface="Montserrat"/>
                <a:cs typeface="Montserrat"/>
                <a:sym typeface="Montserrat"/>
              </a:rPr>
              <a:t>, este no afectará la facturación programada.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598" name="Google Shape;598;p31"/>
          <p:cNvSpPr/>
          <p:nvPr/>
        </p:nvSpPr>
        <p:spPr>
          <a:xfrm>
            <a:off x="685800" y="2171700"/>
            <a:ext cx="36861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Ingreso a Stand By:</a:t>
            </a:r>
            <a:r>
              <a:rPr b="0" i="0" lang="en-US" sz="1000" u="none" cap="none" strike="noStrike">
                <a:solidFill>
                  <a:srgbClr val="000033"/>
                </a:solidFill>
                <a:latin typeface="Montserrat"/>
                <a:ea typeface="Montserrat"/>
                <a:cs typeface="Montserrat"/>
                <a:sym typeface="Montserrat"/>
              </a:rPr>
              <a:t>  Si el proyecto presenta un retraso del lado del cliente mayor a </a:t>
            </a:r>
            <a:r>
              <a:rPr b="1" i="0" lang="en-US" sz="1000" u="none" cap="none" strike="noStrike">
                <a:solidFill>
                  <a:srgbClr val="2B5BFC"/>
                </a:solidFill>
                <a:latin typeface="Montserrat"/>
                <a:ea typeface="Montserrat"/>
                <a:cs typeface="Montserrat"/>
                <a:sym typeface="Montserrat"/>
              </a:rPr>
              <a:t>30 días</a:t>
            </a:r>
            <a:r>
              <a:rPr b="0" i="0" lang="en-US" sz="1000" u="none" cap="none" strike="noStrike">
                <a:solidFill>
                  <a:srgbClr val="000033"/>
                </a:solidFill>
                <a:latin typeface="Montserrat"/>
                <a:ea typeface="Montserrat"/>
                <a:cs typeface="Montserrat"/>
                <a:sym typeface="Montserrat"/>
              </a:rPr>
              <a:t>, ingresará automáticamente en stand by, periodo durante el cual no se realizarán avances en su ejecución.</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599" name="Google Shape;599;p31"/>
          <p:cNvSpPr/>
          <p:nvPr/>
        </p:nvSpPr>
        <p:spPr>
          <a:xfrm>
            <a:off x="685800" y="2971800"/>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Mínimo:</a:t>
            </a:r>
            <a:r>
              <a:rPr b="0" i="0" lang="en-US" sz="1000" u="none" cap="none" strike="noStrike">
                <a:solidFill>
                  <a:srgbClr val="000033"/>
                </a:solidFill>
                <a:latin typeface="Montserrat"/>
                <a:ea typeface="Montserrat"/>
                <a:cs typeface="Montserrat"/>
                <a:sym typeface="Montserrat"/>
              </a:rPr>
              <a:t> Una vez iniciado el proyecto, se establece un periodo mínimo de </a:t>
            </a:r>
            <a:r>
              <a:rPr b="1" i="0" lang="en-US" sz="1000" u="none" cap="none" strike="noStrike">
                <a:solidFill>
                  <a:srgbClr val="2B5BFC"/>
                </a:solidFill>
                <a:latin typeface="Montserrat"/>
                <a:ea typeface="Montserrat"/>
                <a:cs typeface="Montserrat"/>
                <a:sym typeface="Montserrat"/>
              </a:rPr>
              <a:t>20 días</a:t>
            </a:r>
            <a:r>
              <a:rPr b="0" i="0" lang="en-US" sz="1000" u="none" cap="none" strike="noStrike">
                <a:solidFill>
                  <a:srgbClr val="000033"/>
                </a:solidFill>
                <a:latin typeface="Montserrat"/>
                <a:ea typeface="Montserrat"/>
                <a:cs typeface="Montserrat"/>
                <a:sym typeface="Montserrat"/>
              </a:rPr>
              <a:t> de stand by, durante el cual no se realizarán avances significativos.</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00" name="Google Shape;600;p31"/>
          <p:cNvSpPr/>
          <p:nvPr/>
        </p:nvSpPr>
        <p:spPr>
          <a:xfrm>
            <a:off x="685800" y="3586163"/>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Máximo:</a:t>
            </a:r>
            <a:r>
              <a:rPr b="0" i="0" lang="en-US" sz="1000" u="none" cap="none" strike="noStrike">
                <a:solidFill>
                  <a:srgbClr val="000033"/>
                </a:solidFill>
                <a:latin typeface="Montserrat"/>
                <a:ea typeface="Montserrat"/>
                <a:cs typeface="Montserrat"/>
                <a:sym typeface="Montserrat"/>
              </a:rPr>
              <a:t>  El periodo máximo será acordado entre ambas partes al firmar el contrato y especificado en días o semanas, con un límite de</a:t>
            </a:r>
            <a:r>
              <a:rPr b="1" i="0" lang="en-US" sz="1000" u="none" cap="none" strike="noStrike">
                <a:solidFill>
                  <a:srgbClr val="2B5BFC"/>
                </a:solidFill>
                <a:latin typeface="Montserrat"/>
                <a:ea typeface="Montserrat"/>
                <a:cs typeface="Montserrat"/>
                <a:sym typeface="Montserrat"/>
              </a:rPr>
              <a:t> 3 meses</a:t>
            </a:r>
            <a:r>
              <a:rPr b="0" i="0" lang="en-US" sz="1000" u="none" cap="none" strike="noStrike">
                <a:solidFill>
                  <a:srgbClr val="000033"/>
                </a:solidFill>
                <a:latin typeface="Montserrat"/>
                <a:ea typeface="Montserrat"/>
                <a:cs typeface="Montserrat"/>
                <a:sym typeface="Montserrat"/>
              </a:rPr>
              <a:t>.</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01" name="Google Shape;601;p31"/>
          <p:cNvSpPr/>
          <p:nvPr/>
        </p:nvSpPr>
        <p:spPr>
          <a:xfrm>
            <a:off x="48006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Gestión Financiera &amp; Retorno </a:t>
            </a:r>
            <a:endParaRPr b="0" i="0" sz="1200" u="none" cap="none" strike="noStrike">
              <a:solidFill>
                <a:schemeClr val="dk1"/>
              </a:solidFill>
              <a:latin typeface="Calibri"/>
              <a:ea typeface="Calibri"/>
              <a:cs typeface="Calibri"/>
              <a:sym typeface="Calibri"/>
            </a:endParaRPr>
          </a:p>
        </p:txBody>
      </p:sp>
      <p:sp>
        <p:nvSpPr>
          <p:cNvPr id="602" name="Google Shape;602;p31"/>
          <p:cNvSpPr/>
          <p:nvPr/>
        </p:nvSpPr>
        <p:spPr>
          <a:xfrm>
            <a:off x="4800600" y="1557350"/>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Facturación:</a:t>
            </a:r>
            <a:r>
              <a:rPr b="0" i="0" lang="en-US" sz="1050" u="none" cap="none" strike="noStrike">
                <a:solidFill>
                  <a:srgbClr val="000033"/>
                </a:solidFill>
                <a:latin typeface="Montserrat"/>
                <a:ea typeface="Montserrat"/>
                <a:cs typeface="Montserrat"/>
                <a:sym typeface="Montserrat"/>
              </a:rPr>
              <a:t> Los pagos pendientes deberán realizarse antes del stand by o según el cronograma de facturación mensual.</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603" name="Google Shape;603;p31"/>
          <p:cNvSpPr/>
          <p:nvPr/>
        </p:nvSpPr>
        <p:spPr>
          <a:xfrm>
            <a:off x="4800600" y="2171712"/>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Revisión y renegociación:</a:t>
            </a:r>
            <a:r>
              <a:rPr b="0" i="0" lang="en-US" sz="1050" u="none" cap="none" strike="noStrike">
                <a:solidFill>
                  <a:srgbClr val="000033"/>
                </a:solidFill>
                <a:latin typeface="Montserrat"/>
                <a:ea typeface="Montserrat"/>
                <a:cs typeface="Montserrat"/>
                <a:sym typeface="Montserrat"/>
              </a:rPr>
              <a:t> Si el proyecto no se reanuda tras el periodo máximo de stand by, ambas partes revisarán y renegociarán los términos del contrato.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604" name="Google Shape;604;p31"/>
          <p:cNvSpPr/>
          <p:nvPr/>
        </p:nvSpPr>
        <p:spPr>
          <a:xfrm>
            <a:off x="4800600" y="2786074"/>
            <a:ext cx="37305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Notificación y comunicación:</a:t>
            </a:r>
            <a:r>
              <a:rPr b="0" i="0" lang="en-US" sz="1050" u="none" cap="none" strike="noStrike">
                <a:solidFill>
                  <a:srgbClr val="000033"/>
                </a:solidFill>
                <a:latin typeface="Montserrat"/>
                <a:ea typeface="Montserrat"/>
                <a:cs typeface="Montserrat"/>
                <a:sym typeface="Montserrat"/>
              </a:rPr>
              <a:t> El stand by deberá notificarse por escrito con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de anticipación y mantenerse una comunicación regular durante el </a:t>
            </a:r>
            <a:r>
              <a:rPr b="0" i="0" lang="en-US" sz="1050" u="none" cap="none" strike="noStrike">
                <a:solidFill>
                  <a:srgbClr val="000000"/>
                </a:solidFill>
                <a:latin typeface="Montserrat"/>
                <a:ea typeface="Montserrat"/>
                <a:cs typeface="Montserrat"/>
                <a:sym typeface="Montserrat"/>
              </a:rPr>
              <a:t>dicho</a:t>
            </a:r>
            <a:r>
              <a:rPr b="0" i="0" lang="en-US" sz="1050" u="none" cap="none" strike="noStrike">
                <a:solidFill>
                  <a:srgbClr val="000033"/>
                </a:solidFill>
                <a:latin typeface="Montserrat"/>
                <a:ea typeface="Montserrat"/>
                <a:cs typeface="Montserrat"/>
                <a:sym typeface="Montserrat"/>
              </a:rPr>
              <a:t> periodo.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605" name="Google Shape;605;p31"/>
          <p:cNvSpPr/>
          <p:nvPr/>
        </p:nvSpPr>
        <p:spPr>
          <a:xfrm>
            <a:off x="4800600" y="3586173"/>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Reanudación:</a:t>
            </a:r>
            <a:r>
              <a:rPr b="0" i="0" lang="en-US" sz="1050" u="none" cap="none" strike="noStrike">
                <a:solidFill>
                  <a:srgbClr val="000033"/>
                </a:solidFill>
                <a:latin typeface="Montserrat"/>
                <a:ea typeface="Montserrat"/>
                <a:cs typeface="Montserrat"/>
                <a:sym typeface="Montserrat"/>
              </a:rPr>
              <a:t> El cliente deberá solicitar la reanudación por correo. El proyecto se reanudará en un máximo de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hábiles.</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10" name="Shape 610"/>
        <p:cNvGrpSpPr/>
        <p:nvPr/>
      </p:nvGrpSpPr>
      <p:grpSpPr>
        <a:xfrm>
          <a:off x="0" y="0"/>
          <a:ext cx="0" cy="0"/>
          <a:chOff x="0" y="0"/>
          <a:chExt cx="0" cy="0"/>
        </a:xfrm>
      </p:grpSpPr>
      <p:pic>
        <p:nvPicPr>
          <p:cNvPr descr="preencoded.png" id="611" name="Google Shape;611;p32"/>
          <p:cNvPicPr preferRelativeResize="0"/>
          <p:nvPr/>
        </p:nvPicPr>
        <p:blipFill rotWithShape="1">
          <a:blip r:embed="rId3">
            <a:alphaModFix/>
          </a:blip>
          <a:srcRect b="0" l="0" r="0" t="0"/>
          <a:stretch/>
        </p:blipFill>
        <p:spPr>
          <a:xfrm>
            <a:off x="556013" y="1209675"/>
            <a:ext cx="8016488" cy="3178646"/>
          </a:xfrm>
          <a:prstGeom prst="rect">
            <a:avLst/>
          </a:prstGeom>
          <a:noFill/>
          <a:ln>
            <a:noFill/>
          </a:ln>
        </p:spPr>
      </p:pic>
      <p:sp>
        <p:nvSpPr>
          <p:cNvPr id="612" name="Google Shape;612;p32"/>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13" name="Google Shape;613;p32"/>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lang="en-US" sz="1700">
                <a:solidFill>
                  <a:srgbClr val="000033"/>
                </a:solidFill>
                <a:latin typeface="Montserrat ExtraBold"/>
                <a:ea typeface="Montserrat ExtraBold"/>
                <a:cs typeface="Montserrat ExtraBold"/>
                <a:sym typeface="Montserrat ExtraBold"/>
              </a:rPr>
              <a:t>Términos y condiciones</a:t>
            </a:r>
            <a:r>
              <a:rPr b="1" i="0" lang="en-US" sz="1700" u="none" cap="none" strike="noStrike">
                <a:solidFill>
                  <a:srgbClr val="000033"/>
                </a:solidFill>
                <a:latin typeface="Montserrat ExtraBold"/>
                <a:ea typeface="Montserrat ExtraBold"/>
                <a:cs typeface="Montserrat ExtraBold"/>
                <a:sym typeface="Montserrat ExtraBold"/>
              </a:rPr>
              <a:t> </a:t>
            </a:r>
            <a:r>
              <a:rPr b="1" i="1" lang="en-US" sz="1700" u="none" cap="none" strike="noStrike">
                <a:solidFill>
                  <a:srgbClr val="2B5BFC"/>
                </a:solidFill>
                <a:latin typeface="Montserrat ExtraBold"/>
                <a:ea typeface="Montserrat ExtraBold"/>
                <a:cs typeface="Montserrat ExtraBold"/>
                <a:sym typeface="Montserrat ExtraBold"/>
              </a:rPr>
              <a:t>generales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614" name="Google Shape;614;p32"/>
          <p:cNvSpPr/>
          <p:nvPr/>
        </p:nvSpPr>
        <p:spPr>
          <a:xfrm>
            <a:off x="571500" y="1209675"/>
            <a:ext cx="35244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los alcances y tiempos del proyecto: </a:t>
            </a:r>
            <a:endParaRPr b="0" i="0" sz="1200" u="none" cap="none" strike="noStrike">
              <a:solidFill>
                <a:schemeClr val="dk1"/>
              </a:solidFill>
              <a:latin typeface="Calibri"/>
              <a:ea typeface="Calibri"/>
              <a:cs typeface="Calibri"/>
              <a:sym typeface="Calibri"/>
            </a:endParaRPr>
          </a:p>
        </p:txBody>
      </p:sp>
      <p:sp>
        <p:nvSpPr>
          <p:cNvPr id="615" name="Google Shape;615;p32"/>
          <p:cNvSpPr/>
          <p:nvPr/>
        </p:nvSpPr>
        <p:spPr>
          <a:xfrm>
            <a:off x="557213" y="1471613"/>
            <a:ext cx="43530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Tiempos de aceptación:</a:t>
            </a:r>
            <a:r>
              <a:rPr b="0" i="0" lang="en-US" sz="1000" u="none" cap="none" strike="noStrike">
                <a:solidFill>
                  <a:srgbClr val="000033"/>
                </a:solidFill>
                <a:latin typeface="Montserrat"/>
                <a:ea typeface="Montserrat"/>
                <a:cs typeface="Montserrat"/>
                <a:sym typeface="Montserrat"/>
              </a:rPr>
              <a:t> El cliente tendrá hasta 5 días útiles para solicitar ajustes justificados a los entregables. Pasado este plazo, se considerará la etapa finalizada.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6" name="Google Shape;616;p32"/>
          <p:cNvSpPr/>
          <p:nvPr/>
        </p:nvSpPr>
        <p:spPr>
          <a:xfrm>
            <a:off x="557213" y="2057400"/>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Conformidad de cierre:</a:t>
            </a:r>
            <a:r>
              <a:rPr b="0" i="0" lang="en-US" sz="1000" u="none" cap="none" strike="noStrike">
                <a:solidFill>
                  <a:srgbClr val="000033"/>
                </a:solidFill>
                <a:latin typeface="Montserrat"/>
                <a:ea typeface="Montserrat"/>
                <a:cs typeface="Montserrat"/>
                <a:sym typeface="Montserrat"/>
              </a:rPr>
              <a:t> Al finalizar, se enviará un acta de conformidad para revisión y aceptación. Si no hay respuesta en 5 días útiles, el proyecto se considerará finalizado.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7" name="Google Shape;617;p32"/>
          <p:cNvSpPr/>
          <p:nvPr/>
        </p:nvSpPr>
        <p:spPr>
          <a:xfrm>
            <a:off x="557224" y="2643200"/>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Alcance adicional:</a:t>
            </a:r>
            <a:r>
              <a:rPr b="0" i="0" lang="en-US" sz="1000" u="none" cap="none" strike="noStrike">
                <a:solidFill>
                  <a:srgbClr val="000033"/>
                </a:solidFill>
                <a:latin typeface="Montserrat"/>
                <a:ea typeface="Montserrat"/>
                <a:cs typeface="Montserrat"/>
                <a:sym typeface="Montserrat"/>
              </a:rPr>
              <a:t> Requerimientos fuera del alcance generarán un cobro adicional basado en la tarifa por hora promedio del proyecto.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8" name="Google Shape;618;p32"/>
          <p:cNvSpPr/>
          <p:nvPr/>
        </p:nvSpPr>
        <p:spPr>
          <a:xfrm>
            <a:off x="557213" y="3057525"/>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Implementaciones:</a:t>
            </a:r>
            <a:r>
              <a:rPr b="0" i="0" lang="en-US" sz="1000" u="none" cap="none" strike="noStrike">
                <a:solidFill>
                  <a:srgbClr val="000033"/>
                </a:solidFill>
                <a:latin typeface="Montserrat"/>
                <a:ea typeface="Montserrat"/>
                <a:cs typeface="Montserrat"/>
                <a:sym typeface="Montserrat"/>
              </a:rPr>
              <a:t> Serán responsabilidad del equipo del cliente. Cualquier retraso por no ejecutar las mejoras en el tiempo estimado será responsabilidad del cliente.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9" name="Google Shape;619;p32"/>
          <p:cNvSpPr/>
          <p:nvPr/>
        </p:nvSpPr>
        <p:spPr>
          <a:xfrm>
            <a:off x="557213" y="3643313"/>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del cliente: </a:t>
            </a:r>
            <a:r>
              <a:rPr b="0" i="0" lang="en-US" sz="1000" u="none" cap="none" strike="noStrike">
                <a:solidFill>
                  <a:srgbClr val="000033"/>
                </a:solidFill>
                <a:latin typeface="Montserrat"/>
                <a:ea typeface="Montserrat"/>
                <a:cs typeface="Montserrat"/>
                <a:sym typeface="Montserrat"/>
              </a:rPr>
              <a:t>Si el retraso es atribuible al cliente, las fechas de facturación se mantienen según contrato.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20" name="Google Shape;620;p32"/>
          <p:cNvSpPr/>
          <p:nvPr/>
        </p:nvSpPr>
        <p:spPr>
          <a:xfrm>
            <a:off x="557213" y="4057650"/>
            <a:ext cx="44769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Inicio de proyecto:</a:t>
            </a:r>
            <a:r>
              <a:rPr b="0" i="0" lang="en-US" sz="1000" u="none" cap="none" strike="noStrike">
                <a:solidFill>
                  <a:srgbClr val="000033"/>
                </a:solidFill>
                <a:latin typeface="Montserrat"/>
                <a:ea typeface="Montserrat"/>
                <a:cs typeface="Montserrat"/>
                <a:sym typeface="Montserrat"/>
              </a:rPr>
              <a:t> El proyecto se dará inicio una vez se tenga la firma formal del contrato correspondiente.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21" name="Google Shape;621;p32"/>
          <p:cNvSpPr/>
          <p:nvPr/>
        </p:nvSpPr>
        <p:spPr>
          <a:xfrm>
            <a:off x="5414963" y="1323975"/>
            <a:ext cx="1828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Horario &amp; Colaboración: </a:t>
            </a:r>
            <a:endParaRPr b="0" i="0" sz="1100" u="none" cap="none" strike="noStrike">
              <a:solidFill>
                <a:schemeClr val="dk1"/>
              </a:solidFill>
              <a:latin typeface="Calibri"/>
              <a:ea typeface="Calibri"/>
              <a:cs typeface="Calibri"/>
              <a:sym typeface="Calibri"/>
            </a:endParaRPr>
          </a:p>
        </p:txBody>
      </p:sp>
      <p:sp>
        <p:nvSpPr>
          <p:cNvPr id="622" name="Google Shape;622;p32"/>
          <p:cNvSpPr/>
          <p:nvPr/>
        </p:nvSpPr>
        <p:spPr>
          <a:xfrm>
            <a:off x="5414963" y="1576388"/>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Horario de atención: Lunes a Viernes de 9:00 am a 6:00 pm. </a:t>
            </a:r>
            <a:endParaRPr b="0" i="0" sz="1100" u="none" cap="none" strike="noStrike">
              <a:solidFill>
                <a:schemeClr val="dk1"/>
              </a:solidFill>
              <a:latin typeface="Calibri"/>
              <a:ea typeface="Calibri"/>
              <a:cs typeface="Calibri"/>
              <a:sym typeface="Calibri"/>
            </a:endParaRPr>
          </a:p>
        </p:txBody>
      </p:sp>
      <p:sp>
        <p:nvSpPr>
          <p:cNvPr id="623" name="Google Shape;623;p32"/>
          <p:cNvSpPr/>
          <p:nvPr/>
        </p:nvSpPr>
        <p:spPr>
          <a:xfrm>
            <a:off x="5414963" y="2024063"/>
            <a:ext cx="27669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Cláusula de no contratación de personal del equipo asignado durante el proyecto y hasta 6 meses después. </a:t>
            </a:r>
            <a:endParaRPr b="0" i="0" sz="1100" u="none" cap="none" strike="noStrike">
              <a:solidFill>
                <a:schemeClr val="dk1"/>
              </a:solidFill>
              <a:latin typeface="Calibri"/>
              <a:ea typeface="Calibri"/>
              <a:cs typeface="Calibri"/>
              <a:sym typeface="Calibri"/>
            </a:endParaRPr>
          </a:p>
        </p:txBody>
      </p:sp>
      <p:sp>
        <p:nvSpPr>
          <p:cNvPr id="624" name="Google Shape;624;p32"/>
          <p:cNvSpPr/>
          <p:nvPr/>
        </p:nvSpPr>
        <p:spPr>
          <a:xfrm>
            <a:off x="5414963" y="2924175"/>
            <a:ext cx="2148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las formas de pago: </a:t>
            </a:r>
            <a:endParaRPr b="0" i="0" sz="1200" u="none" cap="none" strike="noStrike">
              <a:solidFill>
                <a:schemeClr val="dk1"/>
              </a:solidFill>
              <a:latin typeface="Calibri"/>
              <a:ea typeface="Calibri"/>
              <a:cs typeface="Calibri"/>
              <a:sym typeface="Calibri"/>
            </a:endParaRPr>
          </a:p>
        </p:txBody>
      </p:sp>
      <p:sp>
        <p:nvSpPr>
          <p:cNvPr id="625" name="Google Shape;625;p32"/>
          <p:cNvSpPr/>
          <p:nvPr/>
        </p:nvSpPr>
        <p:spPr>
          <a:xfrm>
            <a:off x="5414963" y="3186113"/>
            <a:ext cx="22098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Los precios </a:t>
            </a:r>
            <a:r>
              <a:rPr b="1" i="0" lang="en-US" sz="1100" u="none" cap="none" strike="noStrike">
                <a:solidFill>
                  <a:srgbClr val="000033"/>
                </a:solidFill>
                <a:latin typeface="Montserrat"/>
                <a:ea typeface="Montserrat"/>
                <a:cs typeface="Montserrat"/>
                <a:sym typeface="Montserrat"/>
              </a:rPr>
              <a:t>no incluyen IGV</a:t>
            </a:r>
            <a:r>
              <a:rPr b="0" i="0" lang="en-US" sz="1100" u="none" cap="none" strike="noStrike">
                <a:solidFill>
                  <a:srgbClr val="000033"/>
                </a:solidFill>
                <a:latin typeface="Montserrat"/>
                <a:ea typeface="Montserrat"/>
                <a:cs typeface="Montserrat"/>
                <a:sym typeface="Montserrat"/>
              </a:rPr>
              <a:t>. </a:t>
            </a:r>
            <a:endParaRPr b="0" i="0" sz="1100" u="none" cap="none" strike="noStrike">
              <a:solidFill>
                <a:schemeClr val="dk1"/>
              </a:solidFill>
              <a:latin typeface="Calibri"/>
              <a:ea typeface="Calibri"/>
              <a:cs typeface="Calibri"/>
              <a:sym typeface="Calibri"/>
            </a:endParaRPr>
          </a:p>
        </p:txBody>
      </p:sp>
      <p:sp>
        <p:nvSpPr>
          <p:cNvPr id="626" name="Google Shape;626;p32"/>
          <p:cNvSpPr/>
          <p:nvPr/>
        </p:nvSpPr>
        <p:spPr>
          <a:xfrm>
            <a:off x="5414963" y="3448050"/>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Vigencia de propuesta: 30 días calendario. </a:t>
            </a:r>
            <a:endParaRPr b="0" i="0" sz="1100" u="none" cap="none" strike="noStrike">
              <a:solidFill>
                <a:schemeClr val="dk1"/>
              </a:solidFill>
              <a:latin typeface="Calibri"/>
              <a:ea typeface="Calibri"/>
              <a:cs typeface="Calibri"/>
              <a:sym typeface="Calibri"/>
            </a:endParaRPr>
          </a:p>
        </p:txBody>
      </p:sp>
      <p:sp>
        <p:nvSpPr>
          <p:cNvPr id="627" name="Google Shape;627;p32"/>
          <p:cNvSpPr/>
          <p:nvPr/>
        </p:nvSpPr>
        <p:spPr>
          <a:xfrm>
            <a:off x="5414963" y="3895725"/>
            <a:ext cx="27003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2B5BFC"/>
              </a:buClr>
              <a:buSzPts val="1100"/>
              <a:buFont typeface="Montserrat"/>
              <a:buNone/>
            </a:pPr>
            <a:r>
              <a:rPr b="1" i="0" lang="en-US" sz="1100" u="none" cap="none" strike="noStrike">
                <a:solidFill>
                  <a:srgbClr val="2B5BFC"/>
                </a:solidFill>
                <a:latin typeface="Montserrat"/>
                <a:ea typeface="Montserrat"/>
                <a:cs typeface="Montserrat"/>
                <a:sym typeface="Montserrat"/>
              </a:rPr>
              <a:t>Facturación del Proyecto: 100% al inicio del proyecto.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32" name="Shape 632"/>
        <p:cNvGrpSpPr/>
        <p:nvPr/>
      </p:nvGrpSpPr>
      <p:grpSpPr>
        <a:xfrm>
          <a:off x="0" y="0"/>
          <a:ext cx="0" cy="0"/>
          <a:chOff x="0" y="0"/>
          <a:chExt cx="0" cy="0"/>
        </a:xfrm>
      </p:grpSpPr>
      <p:pic>
        <p:nvPicPr>
          <p:cNvPr descr="bg-dark-glow.png" id="633" name="Google Shape;633;p33"/>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634" name="Google Shape;634;p33"/>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635" name="Google Shape;635;p33"/>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636" name="Google Shape;636;p33"/>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Estimación de </a:t>
            </a:r>
            <a:r>
              <a:rPr i="1" lang="en-US" sz="4500">
                <a:solidFill>
                  <a:srgbClr val="7E99FE"/>
                </a:solidFill>
                <a:latin typeface="Montserrat ExtraBold"/>
                <a:ea typeface="Montserrat ExtraBold"/>
                <a:cs typeface="Montserrat ExtraBold"/>
                <a:sym typeface="Montserrat ExtraBold"/>
              </a:rPr>
              <a:t>impacto</a:t>
            </a:r>
            <a:endParaRPr i="1" sz="4500">
              <a:solidFill>
                <a:srgbClr val="7E99FE"/>
              </a:solidFill>
              <a:latin typeface="Montserrat ExtraBold"/>
              <a:ea typeface="Montserrat ExtraBold"/>
              <a:cs typeface="Montserrat ExtraBold"/>
              <a:sym typeface="Montserrat ExtraBold"/>
            </a:endParaRPr>
          </a:p>
        </p:txBody>
      </p:sp>
      <p:sp>
        <p:nvSpPr>
          <p:cNvPr id="637" name="Google Shape;637;p33"/>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42" name="Shape 642"/>
        <p:cNvGrpSpPr/>
        <p:nvPr/>
      </p:nvGrpSpPr>
      <p:grpSpPr>
        <a:xfrm>
          <a:off x="0" y="0"/>
          <a:ext cx="0" cy="0"/>
          <a:chOff x="0" y="0"/>
          <a:chExt cx="0" cy="0"/>
        </a:xfrm>
      </p:grpSpPr>
      <p:sp>
        <p:nvSpPr>
          <p:cNvPr id="643" name="Google Shape;643;p34"/>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ESTIMACIÓN DE IMPACTO</a:t>
            </a:r>
            <a:endParaRPr b="0" i="0" sz="1100" u="none" cap="none" strike="noStrike">
              <a:solidFill>
                <a:schemeClr val="dk1"/>
              </a:solidFill>
              <a:latin typeface="Calibri"/>
              <a:ea typeface="Calibri"/>
              <a:cs typeface="Calibri"/>
              <a:sym typeface="Calibri"/>
            </a:endParaRPr>
          </a:p>
        </p:txBody>
      </p:sp>
      <p:sp>
        <p:nvSpPr>
          <p:cNvPr id="644" name="Google Shape;644;p34"/>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645" name="Google Shape;645;p34"/>
          <p:cNvSpPr/>
          <p:nvPr/>
        </p:nvSpPr>
        <p:spPr>
          <a:xfrm>
            <a:off x="571500" y="1909384"/>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36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 name="Google Shape;646;p34"/>
          <p:cNvSpPr/>
          <p:nvPr/>
        </p:nvSpPr>
        <p:spPr>
          <a:xfrm>
            <a:off x="3332400" y="1909384"/>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36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34"/>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648" name="Google Shape;648;p34"/>
          <p:cNvSpPr/>
          <p:nvPr/>
        </p:nvSpPr>
        <p:spPr>
          <a:xfrm>
            <a:off x="6093300" y="1909384"/>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36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 name="Google Shape;649;p34"/>
          <p:cNvSpPr/>
          <p:nvPr/>
        </p:nvSpPr>
        <p:spPr>
          <a:xfrm>
            <a:off x="731804" y="1987572"/>
            <a:ext cx="24291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50" name="Google Shape;650;p34"/>
          <p:cNvSpPr/>
          <p:nvPr/>
        </p:nvSpPr>
        <p:spPr>
          <a:xfrm>
            <a:off x="731812" y="2472469"/>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51" name="Google Shape;651;p34"/>
          <p:cNvSpPr/>
          <p:nvPr/>
        </p:nvSpPr>
        <p:spPr>
          <a:xfrm>
            <a:off x="731824" y="2930410"/>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52" name="Google Shape;652;p34"/>
          <p:cNvSpPr/>
          <p:nvPr/>
        </p:nvSpPr>
        <p:spPr>
          <a:xfrm>
            <a:off x="3491238" y="1987574"/>
            <a:ext cx="22953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53" name="Google Shape;653;p34"/>
          <p:cNvSpPr/>
          <p:nvPr/>
        </p:nvSpPr>
        <p:spPr>
          <a:xfrm>
            <a:off x="3424338" y="2472469"/>
            <a:ext cx="22953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54" name="Google Shape;654;p34"/>
          <p:cNvSpPr/>
          <p:nvPr/>
        </p:nvSpPr>
        <p:spPr>
          <a:xfrm>
            <a:off x="3424350" y="2930410"/>
            <a:ext cx="22953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55" name="Google Shape;655;p34"/>
          <p:cNvSpPr/>
          <p:nvPr/>
        </p:nvSpPr>
        <p:spPr>
          <a:xfrm>
            <a:off x="6263287" y="1987574"/>
            <a:ext cx="21489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56" name="Google Shape;656;p34"/>
          <p:cNvSpPr/>
          <p:nvPr/>
        </p:nvSpPr>
        <p:spPr>
          <a:xfrm>
            <a:off x="6263287" y="2472476"/>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57" name="Google Shape;657;p34"/>
          <p:cNvSpPr/>
          <p:nvPr/>
        </p:nvSpPr>
        <p:spPr>
          <a:xfrm>
            <a:off x="6263299" y="2930412"/>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58" name="Google Shape;658;p34"/>
          <p:cNvSpPr/>
          <p:nvPr/>
        </p:nvSpPr>
        <p:spPr>
          <a:xfrm>
            <a:off x="571500" y="1600327"/>
            <a:ext cx="8001000" cy="3291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1150"/>
              <a:buFont typeface="Calibri"/>
              <a:buNone/>
            </a:pPr>
            <a:r>
              <a:rPr b="0" i="0" lang="en-US" sz="1000" u="none" cap="none" strike="noStrike">
                <a:solidFill>
                  <a:srgbClr val="4A4A5F"/>
                </a:solidFill>
                <a:latin typeface="Montserrat"/>
                <a:ea typeface="Montserrat"/>
                <a:cs typeface="Montserrat"/>
                <a:sym typeface="Montserrat"/>
              </a:rPr>
              <a:t>xxxxxxx</a:t>
            </a:r>
            <a:endParaRPr b="0" i="0" sz="1000" u="none" cap="none" strike="noStrike">
              <a:solidFill>
                <a:srgbClr val="000000"/>
              </a:solidFill>
              <a:latin typeface="Montserrat"/>
              <a:ea typeface="Montserrat"/>
              <a:cs typeface="Montserrat"/>
              <a:sym typeface="Montserrat"/>
            </a:endParaRPr>
          </a:p>
        </p:txBody>
      </p:sp>
      <p:sp>
        <p:nvSpPr>
          <p:cNvPr id="659" name="Google Shape;659;p34"/>
          <p:cNvSpPr/>
          <p:nvPr/>
        </p:nvSpPr>
        <p:spPr>
          <a:xfrm>
            <a:off x="645400" y="4061850"/>
            <a:ext cx="7838700" cy="53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6E6BBF"/>
              </a:buClr>
              <a:buSzPts val="950"/>
              <a:buFont typeface="Calibri"/>
              <a:buNone/>
            </a:pPr>
            <a:r>
              <a:rPr b="1" i="1" lang="en-US" sz="700" u="none" cap="none" strike="noStrike">
                <a:solidFill>
                  <a:srgbClr val="2B5BFC"/>
                </a:solidFill>
                <a:latin typeface="Montserrat"/>
                <a:ea typeface="Montserrat"/>
                <a:cs typeface="Montserrat"/>
                <a:sym typeface="Montserrat"/>
              </a:rPr>
              <a:t>Nota:</a:t>
            </a:r>
            <a:r>
              <a:rPr b="1" i="1" lang="en-US" sz="650" u="none" cap="none" strike="noStrike">
                <a:solidFill>
                  <a:srgbClr val="6E6BBF"/>
                </a:solidFill>
                <a:latin typeface="Montserrat"/>
                <a:ea typeface="Montserrat"/>
                <a:cs typeface="Montserrat"/>
                <a:sym typeface="Montserrat"/>
              </a:rPr>
              <a:t>   </a:t>
            </a:r>
            <a:r>
              <a:rPr b="0" i="1" lang="en-US" sz="700" u="none" cap="none" strike="noStrike">
                <a:solidFill>
                  <a:srgbClr val="4A4A5F"/>
                </a:solidFill>
                <a:latin typeface="Montserrat"/>
                <a:ea typeface="Montserrat"/>
                <a:cs typeface="Montserrat"/>
                <a:sym typeface="Montserrat"/>
              </a:rPr>
              <a:t>No existe todavía una cifra de impacto verificada para “nombre del cliente”. Las cifras de arriba corresponden a otros clientes y no son una proyección de resultados. Las metas de “el nombre del cliente” se fijan en la Etapa 1 contra la línea base medida.</a:t>
            </a:r>
            <a:endParaRPr b="0" i="1" sz="65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4" name="Shape 664"/>
        <p:cNvGrpSpPr/>
        <p:nvPr/>
      </p:nvGrpSpPr>
      <p:grpSpPr>
        <a:xfrm>
          <a:off x="0" y="0"/>
          <a:ext cx="0" cy="0"/>
          <a:chOff x="0" y="0"/>
          <a:chExt cx="0" cy="0"/>
        </a:xfrm>
      </p:grpSpPr>
      <p:pic>
        <p:nvPicPr>
          <p:cNvPr descr="bg-dark-glow.png" id="665" name="Google Shape;665;p35"/>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666" name="Google Shape;666;p35"/>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667" name="Google Shape;667;p35"/>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668" name="Google Shape;668;p35"/>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Casos </a:t>
            </a:r>
            <a:r>
              <a:rPr b="0" i="1" lang="en-US" sz="4500" u="none" cap="none" strike="noStrike">
                <a:solidFill>
                  <a:srgbClr val="9AAFFE"/>
                </a:solidFill>
                <a:latin typeface="Montserrat Black"/>
                <a:ea typeface="Montserrat Black"/>
                <a:cs typeface="Montserrat Black"/>
                <a:sym typeface="Montserrat Black"/>
              </a:rPr>
              <a:t>similares</a:t>
            </a:r>
            <a:endParaRPr b="0" i="0" sz="1400" u="none" cap="none" strike="noStrike">
              <a:solidFill>
                <a:srgbClr val="9AAFFE"/>
              </a:solidFill>
              <a:latin typeface="Arial"/>
              <a:ea typeface="Arial"/>
              <a:cs typeface="Arial"/>
              <a:sym typeface="Arial"/>
            </a:endParaRPr>
          </a:p>
        </p:txBody>
      </p:sp>
      <p:sp>
        <p:nvSpPr>
          <p:cNvPr id="669" name="Google Shape;669;p35"/>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1</a:t>
            </a:r>
            <a:r>
              <a:rPr b="1" lang="en-US" sz="1200">
                <a:solidFill>
                  <a:srgbClr val="C5D5F7"/>
                </a:solidFill>
                <a:latin typeface="Montserrat SemiBold"/>
                <a:ea typeface="Montserrat SemiBold"/>
                <a:cs typeface="Montserrat SemiBold"/>
                <a:sym typeface="Montserrat SemiBold"/>
              </a:rPr>
              <a:t>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74" name="Shape 674"/>
        <p:cNvGrpSpPr/>
        <p:nvPr/>
      </p:nvGrpSpPr>
      <p:grpSpPr>
        <a:xfrm>
          <a:off x="0" y="0"/>
          <a:ext cx="0" cy="0"/>
          <a:chOff x="0" y="0"/>
          <a:chExt cx="0" cy="0"/>
        </a:xfrm>
      </p:grpSpPr>
      <p:pic>
        <p:nvPicPr>
          <p:cNvPr descr="preencoded.png" id="675" name="Google Shape;675;p36"/>
          <p:cNvPicPr preferRelativeResize="0"/>
          <p:nvPr/>
        </p:nvPicPr>
        <p:blipFill rotWithShape="1">
          <a:blip r:embed="rId3">
            <a:alphaModFix/>
          </a:blip>
          <a:srcRect b="0" l="0" r="0" t="0"/>
          <a:stretch/>
        </p:blipFill>
        <p:spPr>
          <a:xfrm>
            <a:off x="571500" y="877313"/>
            <a:ext cx="8001000" cy="871537"/>
          </a:xfrm>
          <a:prstGeom prst="rect">
            <a:avLst/>
          </a:prstGeom>
          <a:noFill/>
          <a:ln>
            <a:noFill/>
          </a:ln>
        </p:spPr>
      </p:pic>
      <p:pic>
        <p:nvPicPr>
          <p:cNvPr descr="preencoded.png" id="676" name="Google Shape;676;p36"/>
          <p:cNvPicPr preferRelativeResize="0"/>
          <p:nvPr/>
        </p:nvPicPr>
        <p:blipFill rotWithShape="1">
          <a:blip r:embed="rId4">
            <a:alphaModFix/>
          </a:blip>
          <a:srcRect b="0" l="0" r="0" t="0"/>
          <a:stretch/>
        </p:blipFill>
        <p:spPr>
          <a:xfrm>
            <a:off x="382982" y="1769917"/>
            <a:ext cx="8189517" cy="2501112"/>
          </a:xfrm>
          <a:prstGeom prst="rect">
            <a:avLst/>
          </a:prstGeom>
          <a:noFill/>
          <a:ln>
            <a:noFill/>
          </a:ln>
        </p:spPr>
      </p:pic>
      <p:pic>
        <p:nvPicPr>
          <p:cNvPr descr="preencoded.png" id="677" name="Google Shape;677;p36"/>
          <p:cNvPicPr preferRelativeResize="0"/>
          <p:nvPr/>
        </p:nvPicPr>
        <p:blipFill rotWithShape="1">
          <a:blip r:embed="rId5">
            <a:alphaModFix/>
          </a:blip>
          <a:srcRect b="0" l="0" r="0" t="0"/>
          <a:stretch/>
        </p:blipFill>
        <p:spPr>
          <a:xfrm>
            <a:off x="571500" y="4357163"/>
            <a:ext cx="8001000" cy="514350"/>
          </a:xfrm>
          <a:prstGeom prst="rect">
            <a:avLst/>
          </a:prstGeom>
          <a:noFill/>
          <a:ln>
            <a:noFill/>
          </a:ln>
        </p:spPr>
      </p:pic>
      <p:sp>
        <p:nvSpPr>
          <p:cNvPr id="678" name="Google Shape;678;p36"/>
          <p:cNvSpPr/>
          <p:nvPr/>
        </p:nvSpPr>
        <p:spPr>
          <a:xfrm>
            <a:off x="4191000" y="1928275"/>
            <a:ext cx="1451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RETO</a:t>
            </a:r>
            <a:endParaRPr b="0" i="0" sz="1200" u="none" cap="none" strike="noStrike">
              <a:solidFill>
                <a:schemeClr val="dk1"/>
              </a:solidFill>
              <a:latin typeface="Calibri"/>
              <a:ea typeface="Calibri"/>
              <a:cs typeface="Calibri"/>
              <a:sym typeface="Calibri"/>
            </a:endParaRPr>
          </a:p>
        </p:txBody>
      </p:sp>
      <p:sp>
        <p:nvSpPr>
          <p:cNvPr id="679" name="Google Shape;679;p36"/>
          <p:cNvSpPr/>
          <p:nvPr/>
        </p:nvSpPr>
        <p:spPr>
          <a:xfrm>
            <a:off x="4191000" y="2171175"/>
            <a:ext cx="4106400" cy="8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680" name="Google Shape;680;p36"/>
          <p:cNvSpPr/>
          <p:nvPr/>
        </p:nvSpPr>
        <p:spPr>
          <a:xfrm>
            <a:off x="4191000" y="3142715"/>
            <a:ext cx="2252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SOLUCIÓN</a:t>
            </a:r>
            <a:endParaRPr b="1" i="0" sz="1200" u="none" cap="none" strike="noStrike">
              <a:solidFill>
                <a:srgbClr val="2B5BFC"/>
              </a:solidFill>
              <a:latin typeface="Montserrat ExtraBold"/>
              <a:ea typeface="Montserrat ExtraBold"/>
              <a:cs typeface="Montserrat ExtraBold"/>
              <a:sym typeface="Montserrat ExtraBold"/>
            </a:endParaRPr>
          </a:p>
        </p:txBody>
      </p:sp>
      <p:sp>
        <p:nvSpPr>
          <p:cNvPr id="681" name="Google Shape;681;p36"/>
          <p:cNvSpPr/>
          <p:nvPr/>
        </p:nvSpPr>
        <p:spPr>
          <a:xfrm>
            <a:off x="4191000" y="3418940"/>
            <a:ext cx="39528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682" name="Google Shape;682;p36"/>
          <p:cNvSpPr/>
          <p:nvPr/>
        </p:nvSpPr>
        <p:spPr>
          <a:xfrm>
            <a:off x="670012" y="4455679"/>
            <a:ext cx="442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683" name="Google Shape;683;p36"/>
          <p:cNvSpPr/>
          <p:nvPr/>
        </p:nvSpPr>
        <p:spPr>
          <a:xfrm>
            <a:off x="1095375" y="4466700"/>
            <a:ext cx="10488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0" i="0" sz="1000" u="none" cap="none" strike="noStrike">
              <a:solidFill>
                <a:schemeClr val="dk1"/>
              </a:solidFill>
              <a:latin typeface="Calibri"/>
              <a:ea typeface="Calibri"/>
              <a:cs typeface="Calibri"/>
              <a:sym typeface="Calibri"/>
            </a:endParaRPr>
          </a:p>
        </p:txBody>
      </p:sp>
      <p:sp>
        <p:nvSpPr>
          <p:cNvPr id="684" name="Google Shape;684;p36"/>
          <p:cNvSpPr/>
          <p:nvPr/>
        </p:nvSpPr>
        <p:spPr>
          <a:xfrm>
            <a:off x="4696621" y="4455679"/>
            <a:ext cx="3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685" name="Google Shape;685;p36"/>
          <p:cNvSpPr/>
          <p:nvPr/>
        </p:nvSpPr>
        <p:spPr>
          <a:xfrm>
            <a:off x="5121974"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686" name="Google Shape;686;p36"/>
          <p:cNvSpPr/>
          <p:nvPr/>
        </p:nvSpPr>
        <p:spPr>
          <a:xfrm>
            <a:off x="6611291"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687" name="Google Shape;687;p36"/>
          <p:cNvSpPr/>
          <p:nvPr/>
        </p:nvSpPr>
        <p:spPr>
          <a:xfrm>
            <a:off x="7036649"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688" name="Google Shape;688;p36"/>
          <p:cNvSpPr/>
          <p:nvPr/>
        </p:nvSpPr>
        <p:spPr>
          <a:xfrm>
            <a:off x="2584682"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689" name="Google Shape;689;p36"/>
          <p:cNvSpPr/>
          <p:nvPr/>
        </p:nvSpPr>
        <p:spPr>
          <a:xfrm>
            <a:off x="3010051" y="4466700"/>
            <a:ext cx="1451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690" name="Google Shape;690;p36"/>
          <p:cNvSpPr/>
          <p:nvPr/>
        </p:nvSpPr>
        <p:spPr>
          <a:xfrm>
            <a:off x="745300" y="2146725"/>
            <a:ext cx="2888700" cy="1748400"/>
          </a:xfrm>
          <a:prstGeom prst="roundRect">
            <a:avLst>
              <a:gd fmla="val 7346" name="adj"/>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Imagen </a:t>
            </a:r>
            <a:endParaRPr b="0" i="0" sz="1400" u="none" cap="none" strike="noStrike">
              <a:solidFill>
                <a:srgbClr val="000000"/>
              </a:solidFill>
              <a:latin typeface="Arial"/>
              <a:ea typeface="Arial"/>
              <a:cs typeface="Arial"/>
              <a:sym typeface="Arial"/>
            </a:endParaRPr>
          </a:p>
        </p:txBody>
      </p:sp>
      <p:sp>
        <p:nvSpPr>
          <p:cNvPr id="691" name="Google Shape;691;p36"/>
          <p:cNvSpPr/>
          <p:nvPr/>
        </p:nvSpPr>
        <p:spPr>
          <a:xfrm>
            <a:off x="571500" y="4131470"/>
            <a:ext cx="18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D1B3E"/>
              </a:buClr>
              <a:buSzPts val="1100"/>
              <a:buFont typeface="Montserrat"/>
              <a:buNone/>
            </a:pPr>
            <a:r>
              <a:rPr b="0" i="0" lang="en-US" sz="1100" u="none" cap="none" strike="noStrike">
                <a:solidFill>
                  <a:srgbClr val="000033"/>
                </a:solidFill>
                <a:latin typeface="Montserrat Black"/>
                <a:ea typeface="Montserrat Black"/>
                <a:cs typeface="Montserrat Black"/>
                <a:sym typeface="Montserrat Black"/>
              </a:rPr>
              <a:t>LOGROS DESTACADOS: </a:t>
            </a:r>
            <a:endParaRPr b="0" i="0" sz="1100" u="none" cap="none" strike="noStrike">
              <a:solidFill>
                <a:srgbClr val="000033"/>
              </a:solidFill>
              <a:latin typeface="Montserrat Black"/>
              <a:ea typeface="Montserrat Black"/>
              <a:cs typeface="Montserrat Black"/>
              <a:sym typeface="Montserrat Black"/>
            </a:endParaRPr>
          </a:p>
        </p:txBody>
      </p:sp>
      <p:sp>
        <p:nvSpPr>
          <p:cNvPr id="692" name="Google Shape;692;p3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CASOS SIMILARES</a:t>
            </a:r>
            <a:endParaRPr b="0" i="0" sz="1100" u="none" cap="none" strike="noStrike">
              <a:solidFill>
                <a:schemeClr val="dk1"/>
              </a:solidFill>
              <a:latin typeface="Calibri"/>
              <a:ea typeface="Calibri"/>
              <a:cs typeface="Calibri"/>
              <a:sym typeface="Calibri"/>
            </a:endParaRPr>
          </a:p>
        </p:txBody>
      </p:sp>
      <p:sp>
        <p:nvSpPr>
          <p:cNvPr id="693" name="Google Shape;693;p3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Titular del</a:t>
            </a:r>
            <a:r>
              <a:rPr b="1" i="1" lang="en-US" sz="2100" u="none" cap="none" strike="noStrike">
                <a:solidFill>
                  <a:srgbClr val="2B5BFC"/>
                </a:solidFill>
                <a:latin typeface="Montserrat Black"/>
                <a:ea typeface="Montserrat Black"/>
                <a:cs typeface="Montserrat Black"/>
                <a:sym typeface="Montserrat Black"/>
              </a:rPr>
              <a:t> caso</a:t>
            </a:r>
            <a:endParaRPr b="0" i="0" sz="2100" u="none" cap="none" strike="noStrike">
              <a:solidFill>
                <a:schemeClr val="dk1"/>
              </a:solidFill>
              <a:latin typeface="Calibri"/>
              <a:ea typeface="Calibri"/>
              <a:cs typeface="Calibri"/>
              <a:sym typeface="Calibri"/>
            </a:endParaRPr>
          </a:p>
        </p:txBody>
      </p:sp>
      <p:sp>
        <p:nvSpPr>
          <p:cNvPr id="694" name="Google Shape;694;p36"/>
          <p:cNvSpPr txBox="1"/>
          <p:nvPr/>
        </p:nvSpPr>
        <p:spPr>
          <a:xfrm>
            <a:off x="571500" y="1572768"/>
            <a:ext cx="54864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Industria: XXXX  ·  Área: XXXX  ·  Tecnología: XXXX</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99" name="Shape 699"/>
        <p:cNvGrpSpPr/>
        <p:nvPr/>
      </p:nvGrpSpPr>
      <p:grpSpPr>
        <a:xfrm>
          <a:off x="0" y="0"/>
          <a:ext cx="0" cy="0"/>
          <a:chOff x="0" y="0"/>
          <a:chExt cx="0" cy="0"/>
        </a:xfrm>
      </p:grpSpPr>
      <p:pic>
        <p:nvPicPr>
          <p:cNvPr descr="preencoded.png" id="700" name="Google Shape;700;p37"/>
          <p:cNvPicPr preferRelativeResize="0"/>
          <p:nvPr/>
        </p:nvPicPr>
        <p:blipFill rotWithShape="1">
          <a:blip r:embed="rId3">
            <a:alphaModFix/>
          </a:blip>
          <a:srcRect b="0" l="0" r="0" t="0"/>
          <a:stretch/>
        </p:blipFill>
        <p:spPr>
          <a:xfrm>
            <a:off x="570786" y="1004813"/>
            <a:ext cx="8001714" cy="614363"/>
          </a:xfrm>
          <a:prstGeom prst="rect">
            <a:avLst/>
          </a:prstGeom>
          <a:noFill/>
          <a:ln>
            <a:noFill/>
          </a:ln>
        </p:spPr>
      </p:pic>
      <p:pic>
        <p:nvPicPr>
          <p:cNvPr descr="preencoded.png" id="701" name="Google Shape;701;p37"/>
          <p:cNvPicPr preferRelativeResize="0"/>
          <p:nvPr/>
        </p:nvPicPr>
        <p:blipFill rotWithShape="1">
          <a:blip r:embed="rId4">
            <a:alphaModFix/>
          </a:blip>
          <a:srcRect b="0" l="49741" r="0" t="0"/>
          <a:stretch/>
        </p:blipFill>
        <p:spPr>
          <a:xfrm>
            <a:off x="4579675" y="1941325"/>
            <a:ext cx="4049976" cy="2200275"/>
          </a:xfrm>
          <a:prstGeom prst="rect">
            <a:avLst/>
          </a:prstGeom>
          <a:noFill/>
          <a:ln>
            <a:noFill/>
          </a:ln>
        </p:spPr>
      </p:pic>
      <p:sp>
        <p:nvSpPr>
          <p:cNvPr id="702" name="Google Shape;702;p37"/>
          <p:cNvSpPr/>
          <p:nvPr/>
        </p:nvSpPr>
        <p:spPr>
          <a:xfrm>
            <a:off x="571500" y="1004813"/>
            <a:ext cx="20049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AGENDA UNA REUNIÓN </a:t>
            </a:r>
            <a:endParaRPr b="0" i="0" sz="1100" u="none" cap="none" strike="noStrike">
              <a:solidFill>
                <a:schemeClr val="dk1"/>
              </a:solidFill>
              <a:latin typeface="Calibri"/>
              <a:ea typeface="Calibri"/>
              <a:cs typeface="Calibri"/>
              <a:sym typeface="Calibri"/>
            </a:endParaRPr>
          </a:p>
        </p:txBody>
      </p:sp>
      <p:sp>
        <p:nvSpPr>
          <p:cNvPr id="703" name="Google Shape;703;p37"/>
          <p:cNvSpPr/>
          <p:nvPr/>
        </p:nvSpPr>
        <p:spPr>
          <a:xfrm>
            <a:off x="571500" y="1238175"/>
            <a:ext cx="80295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Contáctanos </a:t>
            </a:r>
            <a:endParaRPr b="0" i="0" sz="2100" u="none" cap="none" strike="noStrike">
              <a:solidFill>
                <a:schemeClr val="dk1"/>
              </a:solidFill>
              <a:latin typeface="Calibri"/>
              <a:ea typeface="Calibri"/>
              <a:cs typeface="Calibri"/>
              <a:sym typeface="Calibri"/>
            </a:endParaRPr>
          </a:p>
        </p:txBody>
      </p:sp>
      <p:sp>
        <p:nvSpPr>
          <p:cNvPr id="704" name="Google Shape;704;p37"/>
          <p:cNvSpPr/>
          <p:nvPr/>
        </p:nvSpPr>
        <p:spPr>
          <a:xfrm>
            <a:off x="571500" y="2092630"/>
            <a:ext cx="3838500" cy="957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Llevemos su empresa al siguiente nivel con </a:t>
            </a:r>
            <a:r>
              <a:rPr b="1" i="0" lang="en-US" sz="2100" u="none" cap="none" strike="noStrike">
                <a:solidFill>
                  <a:srgbClr val="2B5BFC"/>
                </a:solidFill>
                <a:latin typeface="Montserrat ExtraBold"/>
                <a:ea typeface="Montserrat ExtraBold"/>
                <a:cs typeface="Montserrat ExtraBold"/>
                <a:sym typeface="Montserrat ExtraBold"/>
              </a:rPr>
              <a:t>Datos e IA</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chemeClr val="dk1"/>
              </a:solidFill>
              <a:latin typeface="Calibri"/>
              <a:ea typeface="Calibri"/>
              <a:cs typeface="Calibri"/>
              <a:sym typeface="Calibri"/>
            </a:endParaRPr>
          </a:p>
        </p:txBody>
      </p:sp>
      <p:sp>
        <p:nvSpPr>
          <p:cNvPr id="705" name="Google Shape;705;p37"/>
          <p:cNvSpPr/>
          <p:nvPr/>
        </p:nvSpPr>
        <p:spPr>
          <a:xfrm>
            <a:off x="5276850" y="2084187"/>
            <a:ext cx="838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Escríbenos </a:t>
            </a:r>
            <a:endParaRPr b="0" i="0" sz="1100" u="none" cap="none" strike="noStrike">
              <a:solidFill>
                <a:schemeClr val="dk1"/>
              </a:solidFill>
              <a:latin typeface="Calibri"/>
              <a:ea typeface="Calibri"/>
              <a:cs typeface="Calibri"/>
              <a:sym typeface="Calibri"/>
            </a:endParaRPr>
          </a:p>
        </p:txBody>
      </p:sp>
      <p:sp>
        <p:nvSpPr>
          <p:cNvPr id="706" name="Google Shape;706;p37"/>
          <p:cNvSpPr/>
          <p:nvPr/>
        </p:nvSpPr>
        <p:spPr>
          <a:xfrm>
            <a:off x="5276850" y="2279450"/>
            <a:ext cx="32955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informes@neoconsulting.ai </a:t>
            </a:r>
            <a:endParaRPr b="0" i="0" sz="1300" u="none" cap="none" strike="noStrike">
              <a:solidFill>
                <a:schemeClr val="dk1"/>
              </a:solidFill>
              <a:latin typeface="Calibri"/>
              <a:ea typeface="Calibri"/>
              <a:cs typeface="Calibri"/>
              <a:sym typeface="Calibri"/>
            </a:endParaRPr>
          </a:p>
        </p:txBody>
      </p:sp>
      <p:sp>
        <p:nvSpPr>
          <p:cNvPr id="707" name="Google Shape;707;p37"/>
          <p:cNvSpPr/>
          <p:nvPr/>
        </p:nvSpPr>
        <p:spPr>
          <a:xfrm>
            <a:off x="5276850" y="2817612"/>
            <a:ext cx="7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Visítanos </a:t>
            </a:r>
            <a:endParaRPr b="0" i="0" sz="1100" u="none" cap="none" strike="noStrike">
              <a:solidFill>
                <a:schemeClr val="dk1"/>
              </a:solidFill>
              <a:latin typeface="Calibri"/>
              <a:ea typeface="Calibri"/>
              <a:cs typeface="Calibri"/>
              <a:sym typeface="Calibri"/>
            </a:endParaRPr>
          </a:p>
        </p:txBody>
      </p:sp>
      <p:sp>
        <p:nvSpPr>
          <p:cNvPr id="708" name="Google Shape;708;p37"/>
          <p:cNvSpPr/>
          <p:nvPr/>
        </p:nvSpPr>
        <p:spPr>
          <a:xfrm>
            <a:off x="5276850" y="3012875"/>
            <a:ext cx="27906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www.neoconsulting.ai </a:t>
            </a:r>
            <a:endParaRPr b="0" i="0" sz="1300" u="none" cap="none" strike="noStrike">
              <a:solidFill>
                <a:schemeClr val="dk1"/>
              </a:solidFill>
              <a:latin typeface="Calibri"/>
              <a:ea typeface="Calibri"/>
              <a:cs typeface="Calibri"/>
              <a:sym typeface="Calibri"/>
            </a:endParaRPr>
          </a:p>
        </p:txBody>
      </p:sp>
      <p:sp>
        <p:nvSpPr>
          <p:cNvPr id="709" name="Google Shape;709;p37"/>
          <p:cNvSpPr/>
          <p:nvPr/>
        </p:nvSpPr>
        <p:spPr>
          <a:xfrm>
            <a:off x="5276850" y="3551037"/>
            <a:ext cx="743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Llámanos </a:t>
            </a:r>
            <a:endParaRPr b="0" i="0" sz="1100" u="none" cap="none" strike="noStrike">
              <a:solidFill>
                <a:schemeClr val="dk1"/>
              </a:solidFill>
              <a:latin typeface="Calibri"/>
              <a:ea typeface="Calibri"/>
              <a:cs typeface="Calibri"/>
              <a:sym typeface="Calibri"/>
            </a:endParaRPr>
          </a:p>
        </p:txBody>
      </p:sp>
      <p:sp>
        <p:nvSpPr>
          <p:cNvPr id="710" name="Google Shape;710;p37"/>
          <p:cNvSpPr/>
          <p:nvPr/>
        </p:nvSpPr>
        <p:spPr>
          <a:xfrm>
            <a:off x="5276850" y="3746300"/>
            <a:ext cx="24921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+51 924 273 801 </a:t>
            </a:r>
            <a:endParaRPr b="0" i="0" sz="1300" u="none" cap="none" strike="noStrike">
              <a:solidFill>
                <a:schemeClr val="dk1"/>
              </a:solidFill>
              <a:latin typeface="Calibri"/>
              <a:ea typeface="Calibri"/>
              <a:cs typeface="Calibri"/>
              <a:sym typeface="Calibri"/>
            </a:endParaRPr>
          </a:p>
        </p:txBody>
      </p:sp>
      <p:pic>
        <p:nvPicPr>
          <p:cNvPr descr="preencoded.png" id="711" name="Google Shape;711;p37"/>
          <p:cNvPicPr preferRelativeResize="0"/>
          <p:nvPr/>
        </p:nvPicPr>
        <p:blipFill rotWithShape="1">
          <a:blip r:embed="rId4">
            <a:alphaModFix/>
          </a:blip>
          <a:srcRect b="24471" l="0" r="49741" t="72079"/>
          <a:stretch/>
        </p:blipFill>
        <p:spPr>
          <a:xfrm>
            <a:off x="571500" y="3180886"/>
            <a:ext cx="4049976" cy="75925"/>
          </a:xfrm>
          <a:prstGeom prst="rect">
            <a:avLst/>
          </a:prstGeom>
          <a:noFill/>
          <a:ln>
            <a:noFill/>
          </a:ln>
        </p:spPr>
      </p:pic>
      <p:sp>
        <p:nvSpPr>
          <p:cNvPr id="712" name="Google Shape;712;p37"/>
          <p:cNvSpPr txBox="1"/>
          <p:nvPr/>
        </p:nvSpPr>
        <p:spPr>
          <a:xfrm>
            <a:off x="1188425" y="3474364"/>
            <a:ext cx="2962800" cy="387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b="1" lang="en-US" sz="1200">
                <a:solidFill>
                  <a:srgbClr val="000033"/>
                </a:solidFill>
                <a:latin typeface="Montserrat"/>
                <a:ea typeface="Montserrat"/>
                <a:cs typeface="Montserrat"/>
                <a:sym typeface="Montserrat"/>
              </a:rPr>
              <a:t>Agenda una</a:t>
            </a:r>
            <a:r>
              <a:rPr b="1" lang="en-US" sz="1200">
                <a:solidFill>
                  <a:srgbClr val="FFFFFF"/>
                </a:solidFill>
                <a:latin typeface="Montserrat"/>
                <a:ea typeface="Montserrat"/>
                <a:cs typeface="Montserrat"/>
                <a:sym typeface="Montserrat"/>
              </a:rPr>
              <a:t> </a:t>
            </a:r>
            <a:r>
              <a:rPr b="1" lang="en-US" sz="1200" u="sng">
                <a:solidFill>
                  <a:srgbClr val="2B5BFC"/>
                </a:solidFill>
                <a:latin typeface="Montserrat"/>
                <a:ea typeface="Montserrat"/>
                <a:cs typeface="Montserrat"/>
                <a:sym typeface="Montserrat"/>
                <a:hlinkClick r:id="rId5">
                  <a:extLst>
                    <a:ext uri="{A12FA001-AC4F-418D-AE19-62706E023703}">
                      <ahyp:hlinkClr val="tx"/>
                    </a:ext>
                  </a:extLst>
                </a:hlinkClick>
              </a:rPr>
              <a:t>reunión</a:t>
            </a:r>
            <a:r>
              <a:rPr b="1" lang="en-US" sz="1200">
                <a:solidFill>
                  <a:srgbClr val="FFFFFF"/>
                </a:solidFill>
                <a:latin typeface="Montserrat"/>
                <a:ea typeface="Montserrat"/>
                <a:cs typeface="Montserrat"/>
                <a:sym typeface="Montserrat"/>
              </a:rPr>
              <a:t> </a:t>
            </a:r>
            <a:r>
              <a:rPr b="1" lang="en-US" sz="1200">
                <a:solidFill>
                  <a:srgbClr val="000033"/>
                </a:solidFill>
                <a:latin typeface="Montserrat"/>
                <a:ea typeface="Montserrat"/>
                <a:cs typeface="Montserrat"/>
                <a:sym typeface="Montserrat"/>
              </a:rPr>
              <a:t>con nosotros</a:t>
            </a:r>
            <a:endParaRPr b="1" sz="1200">
              <a:solidFill>
                <a:srgbClr val="000033"/>
              </a:solidFill>
              <a:latin typeface="Montserrat"/>
              <a:ea typeface="Montserrat"/>
              <a:cs typeface="Montserrat"/>
              <a:sym typeface="Montserrat"/>
            </a:endParaRPr>
          </a:p>
        </p:txBody>
      </p:sp>
      <p:pic>
        <p:nvPicPr>
          <p:cNvPr id="713" name="Google Shape;713;p37" title="Screenshot 2025-10-27 at 12.16.38 PM.png"/>
          <p:cNvPicPr preferRelativeResize="0"/>
          <p:nvPr/>
        </p:nvPicPr>
        <p:blipFill>
          <a:blip r:embed="rId6">
            <a:alphaModFix/>
          </a:blip>
          <a:stretch>
            <a:fillRect/>
          </a:stretch>
        </p:blipFill>
        <p:spPr>
          <a:xfrm>
            <a:off x="571507" y="3368826"/>
            <a:ext cx="616919" cy="5983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