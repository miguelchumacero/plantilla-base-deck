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5143500" cx="9144000"/>
  <p:notesSz cx="5143500" cy="9144000"/>
  <p:embeddedFontLst>
    <p:embeddedFont>
      <p:font typeface="Montserrat SemiBold"/>
      <p:regular r:id="rId40"/>
      <p:bold r:id="rId41"/>
      <p:italic r:id="rId42"/>
      <p:boldItalic r:id="rId43"/>
    </p:embeddedFont>
    <p:embeddedFont>
      <p:font typeface="Montserrat"/>
      <p:regular r:id="rId44"/>
      <p:bold r:id="rId45"/>
      <p:italic r:id="rId46"/>
      <p:boldItalic r:id="rId47"/>
    </p:embeddedFont>
    <p:embeddedFont>
      <p:font typeface="Montserrat Black"/>
      <p:bold r:id="rId48"/>
      <p:boldItalic r:id="rId49"/>
    </p:embeddedFont>
    <p:embeddedFont>
      <p:font typeface="Montserrat Medium"/>
      <p:regular r:id="rId50"/>
      <p:bold r:id="rId51"/>
      <p:italic r:id="rId52"/>
      <p:boldItalic r:id="rId53"/>
    </p:embeddedFont>
    <p:embeddedFont>
      <p:font typeface="Montserrat ExtraBold"/>
      <p:bold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SemiBold-regular.fntdata"/><Relationship Id="rId42" Type="http://schemas.openxmlformats.org/officeDocument/2006/relationships/font" Target="fonts/MontserratSemiBold-italic.fntdata"/><Relationship Id="rId41" Type="http://schemas.openxmlformats.org/officeDocument/2006/relationships/font" Target="fonts/MontserratSemiBold-bold.fntdata"/><Relationship Id="rId44" Type="http://schemas.openxmlformats.org/officeDocument/2006/relationships/font" Target="fonts/Montserrat-regular.fntdata"/><Relationship Id="rId43" Type="http://schemas.openxmlformats.org/officeDocument/2006/relationships/font" Target="fonts/MontserratSemiBold-boldItalic.fntdata"/><Relationship Id="rId46" Type="http://schemas.openxmlformats.org/officeDocument/2006/relationships/font" Target="fonts/Montserrat-italic.fntdata"/><Relationship Id="rId45"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MontserratBlack-bold.fntdata"/><Relationship Id="rId47" Type="http://schemas.openxmlformats.org/officeDocument/2006/relationships/font" Target="fonts/Montserrat-boldItalic.fntdata"/><Relationship Id="rId49" Type="http://schemas.openxmlformats.org/officeDocument/2006/relationships/font" Target="fonts/MontserratBlack-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MontserratMedium-bold.fntdata"/><Relationship Id="rId50" Type="http://schemas.openxmlformats.org/officeDocument/2006/relationships/font" Target="fonts/MontserratMedium-regular.fntdata"/><Relationship Id="rId53" Type="http://schemas.openxmlformats.org/officeDocument/2006/relationships/font" Target="fonts/MontserratMedium-boldItalic.fntdata"/><Relationship Id="rId52" Type="http://schemas.openxmlformats.org/officeDocument/2006/relationships/font" Target="fonts/MontserratMedium-italic.fntdata"/><Relationship Id="rId11" Type="http://schemas.openxmlformats.org/officeDocument/2006/relationships/slide" Target="slides/slide7.xml"/><Relationship Id="rId55" Type="http://schemas.openxmlformats.org/officeDocument/2006/relationships/font" Target="fonts/MontserratExtraBold-boldItalic.fntdata"/><Relationship Id="rId10" Type="http://schemas.openxmlformats.org/officeDocument/2006/relationships/slide" Target="slides/slide6.xml"/><Relationship Id="rId54" Type="http://schemas.openxmlformats.org/officeDocument/2006/relationships/font" Target="fonts/MontserratExtraBold-bold.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h5a873ddbba0cf038_2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h5a873ddbba0cf038_2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L01 · PORTADA DE MARCA — Primera slide de credenciales. No lleva nombre de cliente. - PLANTILLA FIJA</a:t>
            </a:r>
            <a:endParaRPr/>
          </a:p>
        </p:txBody>
      </p:sp>
      <p:sp>
        <p:nvSpPr>
          <p:cNvPr id="16" name="Google Shape;16;h5a873ddbba0cf038_2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5a873ddbba0cf038_2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h5a873ddbba0cf038_2_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L02 · PORTADA DE PROPUESTA — Reemplazar servicio, área, cliente y mes. El mes se escribe con inicial mayúscula. - PLANTILLA FIJA</a:t>
            </a:r>
            <a:endParaRPr/>
          </a:p>
        </p:txBody>
      </p:sp>
      <p:sp>
        <p:nvSpPr>
          <p:cNvPr id="26" name="Google Shape;26;h5a873ddbba0cf038_2_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h5a873ddbba0cf038_2_10: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h5a873ddbba0cf038_2_10: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37" name="Google Shape;37;h5a873ddbba0cf038_2_10: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h5a873ddbba0cf038_2_26: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h5a873ddbba0cf038_2_26: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4" name="Google Shape;54;h5a873ddbba0cf038_2_26: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5a873ddbba0cf038_2_42: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h5a873ddbba0cf038_2_42: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71" name="Google Shape;71;h5a873ddbba0cf038_2_42: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5a873ddbba0cf038_2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h5a873ddbba0cf038_2_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h5a873ddbba0cf038_2_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5696575953dbcafd_0_3: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h5696575953dbcafd_0_3: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t/>
            </a:r>
            <a:endParaRPr/>
          </a:p>
        </p:txBody>
      </p:sp>
      <p:sp>
        <p:nvSpPr>
          <p:cNvPr id="179" name="Google Shape;179;h5696575953dbcafd_0_3: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5696575953dbcaf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h5696575953dbcafd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h5696575953dbcafd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5a873ddbba0cf038_2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h5a873ddbba0cf038_2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h5a873ddbba0cf038_2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5a873ddbba0cf038_2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h5a873ddbba0cf038_2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h5a873ddbba0cf038_2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5a873ddbba0cf038_2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h5a873ddbba0cf038_2_2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h5a873ddbba0cf038_2_2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h5a873ddbba0cf038_2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h5a873ddbba0cf038_2_2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h5a873ddbba0cf038_2_2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h5a873ddbba0cf038_2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h5a873ddbba0cf038_2_2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h5a873ddbba0cf038_2_2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5a873ddbba0cf038_2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h5a873ddbba0cf038_2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341" name="Google Shape;341;h5a873ddbba0cf038_2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5a873ddbba0cf038_2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h5a873ddbba0cf038_2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359" name="Google Shape;359;h5a873ddbba0cf038_2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h5a873ddbba0cf038_2_3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h5a873ddbba0cf038_2_3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377" name="Google Shape;377;h5a873ddbba0cf038_2_3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5a873ddbba0cf038_2_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h5a873ddbba0cf038_2_3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395" name="Google Shape;395;h5a873ddbba0cf038_2_3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h5a873ddbba0cf038_2_3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h5a873ddbba0cf038_2_3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L09 · DETALLE DE ETAPA/PASO — Una por Etapa. Actividades de NEO a la izquierda, requerimientos del cliente al centro, entregables abajo.</a:t>
            </a:r>
            <a:endParaRPr/>
          </a:p>
        </p:txBody>
      </p:sp>
      <p:sp>
        <p:nvSpPr>
          <p:cNvPr id="413" name="Google Shape;413;h5a873ddbba0cf038_2_3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h5a873ddbba0cf038_2_3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h5a873ddbba0cf038_2_3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h5a873ddbba0cf038_2_3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5a873ddbba0cf038_2_4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h5a873ddbba0cf038_2_4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h5a873ddbba0cf038_2_5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h5a873ddbba0cf038_2_5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h5a873ddbba0cf038_2_5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h5a873ddbba0cf038_2_4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h5a873ddbba0cf038_2_4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L11 · COMPARATIVA — Qué entrega NEO frente a qué ejecuta el cliente, o antes/después. Nunca más de dos columnas.</a:t>
            </a:r>
            <a:endParaRPr/>
          </a:p>
        </p:txBody>
      </p:sp>
      <p:sp>
        <p:nvSpPr>
          <p:cNvPr id="481" name="Google Shape;481;h5a873ddbba0cf038_2_4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h5a873ddbba0cf038_2_4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h5a873ddbba0cf038_2_4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h5a873ddbba0cf038_2_4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h5a873ddbba0cf038_2_43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h5a873ddbba0cf038_2_43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17" name="Google Shape;517;h5a873ddbba0cf038_2_43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5a873ddbba0cf038_2_6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h5a873ddbba0cf038_2_6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h5a873ddbba0cf038_2_6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h5a873ddbba0cf038_2_663: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h5a873ddbba0cf038_2_663: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591" name="Google Shape;591;h5a873ddbba0cf038_2_663: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h5a873ddbba0cf038_2_680: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h5a873ddbba0cf038_2_680: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609" name="Google Shape;609;h5a873ddbba0cf038_2_680: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h5a873ddbba0cf038_2_5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h5a873ddbba0cf038_2_5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h5a873ddbba0cf038_2_5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5a873ddbba0cf038_2_5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h5a873ddbba0cf038_2_5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h5a873ddbba0cf038_2_5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h5a873ddbba0cf038_2_705: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h5a873ddbba0cf038_2_705: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663" name="Google Shape;663;h5a873ddbba0cf038_2_705: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h5a873ddbba0cf038_2_714: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h5a873ddbba0cf038_2_714: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673" name="Google Shape;673;h5a873ddbba0cf038_2_714: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h5a873ddbba0cf038_2_738:notes"/>
          <p:cNvSpPr/>
          <p:nvPr>
            <p:ph idx="2" type="sldImg"/>
          </p:nvPr>
        </p:nvSpPr>
        <p:spPr>
          <a:xfrm>
            <a:off x="3429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h5a873ddbba0cf038_2_738:notes"/>
          <p:cNvSpPr txBox="1"/>
          <p:nvPr>
            <p:ph idx="1" type="body"/>
          </p:nvPr>
        </p:nvSpPr>
        <p:spPr>
          <a:xfrm>
            <a:off x="342900" y="2200275"/>
            <a:ext cx="27432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1400"/>
              <a:buNone/>
            </a:pPr>
            <a:r>
              <a:t/>
            </a:r>
            <a:endParaRPr sz="900"/>
          </a:p>
        </p:txBody>
      </p:sp>
      <p:sp>
        <p:nvSpPr>
          <p:cNvPr id="698" name="Google Shape;698;h5a873ddbba0cf038_2_738:notes"/>
          <p:cNvSpPr txBox="1"/>
          <p:nvPr>
            <p:ph idx="12" type="sldNum"/>
          </p:nvPr>
        </p:nvSpPr>
        <p:spPr>
          <a:xfrm>
            <a:off x="1942306" y="4342607"/>
            <a:ext cx="14859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gradFill>
          <a:gsLst>
            <a:gs pos="0">
              <a:schemeClr val="lt1"/>
            </a:gs>
            <a:gs pos="100000">
              <a:srgbClr val="EEF3FF"/>
            </a:gs>
          </a:gsLst>
          <a:lin ang="16198662" scaled="0"/>
        </a:gradFill>
      </p:bgPr>
    </p:bg>
    <p:spTree>
      <p:nvGrpSpPr>
        <p:cNvPr id="10" name="Shape 10"/>
        <p:cNvGrpSpPr/>
        <p:nvPr/>
      </p:nvGrpSpPr>
      <p:grpSpPr>
        <a:xfrm>
          <a:off x="0" y="0"/>
          <a:ext cx="0" cy="0"/>
          <a:chOff x="0" y="0"/>
          <a:chExt cx="0" cy="0"/>
        </a:xfrm>
      </p:grpSpPr>
      <p:sp>
        <p:nvSpPr>
          <p:cNvPr id="11" name="Google Shape;11;p2"/>
          <p:cNvSpPr/>
          <p:nvPr/>
        </p:nvSpPr>
        <p:spPr>
          <a:xfrm>
            <a:off x="1728269" y="505621"/>
            <a:ext cx="162000" cy="52500"/>
          </a:xfrm>
          <a:prstGeom prst="rect">
            <a:avLst/>
          </a:prstGeom>
          <a:noFill/>
          <a:ln>
            <a:noFill/>
          </a:ln>
        </p:spPr>
        <p:txBody>
          <a:bodyPr anchorCtr="0" anchor="t" bIns="0" lIns="0" spcFirstLastPara="1" rIns="0" wrap="square" tIns="0">
            <a:noAutofit/>
          </a:bodyPr>
          <a:lstStyle/>
          <a:p>
            <a:pPr indent="0" lvl="0" marL="0" marR="0" rtl="0" algn="l">
              <a:lnSpc>
                <a:spcPct val="88449"/>
              </a:lnSpc>
              <a:spcBef>
                <a:spcPts val="0"/>
              </a:spcBef>
              <a:spcAft>
                <a:spcPts val="0"/>
              </a:spcAft>
              <a:buClr>
                <a:srgbClr val="000033"/>
              </a:buClr>
              <a:buSzPts val="300"/>
              <a:buFont typeface="Montserrat SemiBold"/>
              <a:buNone/>
            </a:pPr>
            <a:r>
              <a:rPr b="1" i="0" lang="en-US" sz="300" u="none" cap="none" strike="noStrike">
                <a:solidFill>
                  <a:srgbClr val="000033"/>
                </a:solidFill>
                <a:latin typeface="Montserrat"/>
                <a:ea typeface="Montserrat"/>
                <a:cs typeface="Montserrat"/>
                <a:sym typeface="Montserrat"/>
              </a:rPr>
              <a:t>AÑOS </a:t>
            </a:r>
            <a:endParaRPr b="0" i="0" sz="300" u="none" cap="none" strike="noStrike">
              <a:solidFill>
                <a:srgbClr val="000000"/>
              </a:solidFill>
              <a:latin typeface="Montserrat"/>
              <a:ea typeface="Montserrat"/>
              <a:cs typeface="Montserrat"/>
              <a:sym typeface="Montserrat"/>
            </a:endParaRPr>
          </a:p>
        </p:txBody>
      </p:sp>
      <p:pic>
        <p:nvPicPr>
          <p:cNvPr descr="logo_navy.png" id="12" name="Google Shape;12;p2"/>
          <p:cNvPicPr preferRelativeResize="0"/>
          <p:nvPr/>
        </p:nvPicPr>
        <p:blipFill rotWithShape="1">
          <a:blip r:embed="rId2">
            <a:alphaModFix/>
          </a:blip>
          <a:srcRect b="0" l="0" r="0" t="0"/>
          <a:stretch/>
        </p:blipFill>
        <p:spPr>
          <a:xfrm>
            <a:off x="569671" y="389534"/>
            <a:ext cx="1228039" cy="2450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40" Type="http://schemas.openxmlformats.org/officeDocument/2006/relationships/image" Target="../media/image49.png"/><Relationship Id="rId20" Type="http://schemas.openxmlformats.org/officeDocument/2006/relationships/image" Target="../media/image29.png"/><Relationship Id="rId42" Type="http://schemas.openxmlformats.org/officeDocument/2006/relationships/image" Target="../media/image54.png"/><Relationship Id="rId41" Type="http://schemas.openxmlformats.org/officeDocument/2006/relationships/image" Target="../media/image51.png"/><Relationship Id="rId22" Type="http://schemas.openxmlformats.org/officeDocument/2006/relationships/image" Target="../media/image31.png"/><Relationship Id="rId44" Type="http://schemas.openxmlformats.org/officeDocument/2006/relationships/image" Target="../media/image53.png"/><Relationship Id="rId21" Type="http://schemas.openxmlformats.org/officeDocument/2006/relationships/image" Target="../media/image27.png"/><Relationship Id="rId43" Type="http://schemas.openxmlformats.org/officeDocument/2006/relationships/image" Target="../media/image50.png"/><Relationship Id="rId24" Type="http://schemas.openxmlformats.org/officeDocument/2006/relationships/image" Target="../media/image32.png"/><Relationship Id="rId23"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9" Type="http://schemas.openxmlformats.org/officeDocument/2006/relationships/image" Target="../media/image20.png"/><Relationship Id="rId26" Type="http://schemas.openxmlformats.org/officeDocument/2006/relationships/image" Target="../media/image35.png"/><Relationship Id="rId25" Type="http://schemas.openxmlformats.org/officeDocument/2006/relationships/image" Target="../media/image34.png"/><Relationship Id="rId28" Type="http://schemas.openxmlformats.org/officeDocument/2006/relationships/image" Target="../media/image39.png"/><Relationship Id="rId27" Type="http://schemas.openxmlformats.org/officeDocument/2006/relationships/image" Target="../media/image37.png"/><Relationship Id="rId5" Type="http://schemas.openxmlformats.org/officeDocument/2006/relationships/image" Target="../media/image14.png"/><Relationship Id="rId6" Type="http://schemas.openxmlformats.org/officeDocument/2006/relationships/image" Target="../media/image16.png"/><Relationship Id="rId29" Type="http://schemas.openxmlformats.org/officeDocument/2006/relationships/image" Target="../media/image36.png"/><Relationship Id="rId7" Type="http://schemas.openxmlformats.org/officeDocument/2006/relationships/image" Target="../media/image15.png"/><Relationship Id="rId8" Type="http://schemas.openxmlformats.org/officeDocument/2006/relationships/image" Target="../media/image17.png"/><Relationship Id="rId31" Type="http://schemas.openxmlformats.org/officeDocument/2006/relationships/image" Target="../media/image40.png"/><Relationship Id="rId30" Type="http://schemas.openxmlformats.org/officeDocument/2006/relationships/image" Target="../media/image38.png"/><Relationship Id="rId11" Type="http://schemas.openxmlformats.org/officeDocument/2006/relationships/image" Target="../media/image19.png"/><Relationship Id="rId33" Type="http://schemas.openxmlformats.org/officeDocument/2006/relationships/image" Target="../media/image43.png"/><Relationship Id="rId10" Type="http://schemas.openxmlformats.org/officeDocument/2006/relationships/image" Target="../media/image21.png"/><Relationship Id="rId32" Type="http://schemas.openxmlformats.org/officeDocument/2006/relationships/image" Target="../media/image41.png"/><Relationship Id="rId13" Type="http://schemas.openxmlformats.org/officeDocument/2006/relationships/image" Target="../media/image23.png"/><Relationship Id="rId35" Type="http://schemas.openxmlformats.org/officeDocument/2006/relationships/image" Target="../media/image46.png"/><Relationship Id="rId12" Type="http://schemas.openxmlformats.org/officeDocument/2006/relationships/image" Target="../media/image18.png"/><Relationship Id="rId34" Type="http://schemas.openxmlformats.org/officeDocument/2006/relationships/image" Target="../media/image42.png"/><Relationship Id="rId15" Type="http://schemas.openxmlformats.org/officeDocument/2006/relationships/image" Target="../media/image22.png"/><Relationship Id="rId37" Type="http://schemas.openxmlformats.org/officeDocument/2006/relationships/image" Target="../media/image45.png"/><Relationship Id="rId14" Type="http://schemas.openxmlformats.org/officeDocument/2006/relationships/image" Target="../media/image24.png"/><Relationship Id="rId36" Type="http://schemas.openxmlformats.org/officeDocument/2006/relationships/image" Target="../media/image44.png"/><Relationship Id="rId17" Type="http://schemas.openxmlformats.org/officeDocument/2006/relationships/image" Target="../media/image28.png"/><Relationship Id="rId39" Type="http://schemas.openxmlformats.org/officeDocument/2006/relationships/image" Target="../media/image48.png"/><Relationship Id="rId16" Type="http://schemas.openxmlformats.org/officeDocument/2006/relationships/image" Target="../media/image25.png"/><Relationship Id="rId38" Type="http://schemas.openxmlformats.org/officeDocument/2006/relationships/image" Target="../media/image47.png"/><Relationship Id="rId19" Type="http://schemas.openxmlformats.org/officeDocument/2006/relationships/image" Target="../media/image26.png"/><Relationship Id="rId18" Type="http://schemas.openxmlformats.org/officeDocument/2006/relationships/image" Target="../media/image3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3.png"/><Relationship Id="rId4" Type="http://schemas.openxmlformats.org/officeDocument/2006/relationships/image" Target="../media/image56.png"/><Relationship Id="rId5" Type="http://schemas.openxmlformats.org/officeDocument/2006/relationships/image" Target="../media/image6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8.png"/><Relationship Id="rId4" Type="http://schemas.openxmlformats.org/officeDocument/2006/relationships/image" Target="../media/image62.png"/><Relationship Id="rId5" Type="http://schemas.openxmlformats.org/officeDocument/2006/relationships/hyperlink" Target="https://calendar.app.google/1maZfBCTfF8Utm1U6" TargetMode="External"/><Relationship Id="rId6"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17" name="Shape 17"/>
        <p:cNvGrpSpPr/>
        <p:nvPr/>
      </p:nvGrpSpPr>
      <p:grpSpPr>
        <a:xfrm>
          <a:off x="0" y="0"/>
          <a:ext cx="0" cy="0"/>
          <a:chOff x="0" y="0"/>
          <a:chExt cx="0" cy="0"/>
        </a:xfrm>
      </p:grpSpPr>
      <p:pic>
        <p:nvPicPr>
          <p:cNvPr descr="bg-dark-glow.png" id="18" name="Google Shape;18;p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19" name="Google Shape;19;p3"/>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20" name="Google Shape;20;p3"/>
          <p:cNvSpPr txBox="1"/>
          <p:nvPr/>
        </p:nvSpPr>
        <p:spPr>
          <a:xfrm>
            <a:off x="3556000" y="4607805"/>
            <a:ext cx="2031900" cy="185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1" name="Google Shape;21;p3"/>
          <p:cNvSpPr txBox="1"/>
          <p:nvPr/>
        </p:nvSpPr>
        <p:spPr>
          <a:xfrm>
            <a:off x="571500" y="2159000"/>
            <a:ext cx="8001000" cy="6426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Neo Consulting</a:t>
            </a:r>
            <a:endParaRPr b="0" i="0" sz="1400" u="none" cap="none" strike="noStrike">
              <a:solidFill>
                <a:srgbClr val="000000"/>
              </a:solidFill>
              <a:latin typeface="Arial"/>
              <a:ea typeface="Arial"/>
              <a:cs typeface="Arial"/>
              <a:sym typeface="Arial"/>
            </a:endParaRPr>
          </a:p>
        </p:txBody>
      </p:sp>
      <p:sp>
        <p:nvSpPr>
          <p:cNvPr id="22" name="Google Shape;22;p3"/>
          <p:cNvSpPr txBox="1"/>
          <p:nvPr/>
        </p:nvSpPr>
        <p:spPr>
          <a:xfrm>
            <a:off x="571500" y="2979425"/>
            <a:ext cx="8001000" cy="445500"/>
          </a:xfrm>
          <a:prstGeom prst="rect">
            <a:avLst/>
          </a:prstGeom>
          <a:noFill/>
          <a:ln>
            <a:noFill/>
          </a:ln>
        </p:spPr>
        <p:txBody>
          <a:bodyPr anchorCtr="0" anchor="t" bIns="0" lIns="0" spcFirstLastPara="1" rIns="0" wrap="square" tIns="0">
            <a:noAutofit/>
          </a:bodyPr>
          <a:lstStyle/>
          <a:p>
            <a:pPr indent="0" lvl="0" marL="0" marR="0" rtl="0" algn="ctr">
              <a:lnSpc>
                <a:spcPct val="106000"/>
              </a:lnSpc>
              <a:spcBef>
                <a:spcPts val="0"/>
              </a:spcBef>
              <a:spcAft>
                <a:spcPts val="0"/>
              </a:spcAft>
              <a:buClr>
                <a:srgbClr val="000000"/>
              </a:buClr>
              <a:buSzPts val="1300"/>
              <a:buFont typeface="Arial"/>
              <a:buNone/>
            </a:pPr>
            <a:r>
              <a:rPr b="0" i="0" lang="en-US" sz="1300" u="none" cap="none" strike="noStrike">
                <a:solidFill>
                  <a:srgbClr val="C5D5F7"/>
                </a:solidFill>
                <a:latin typeface="Montserrat Medium"/>
                <a:ea typeface="Montserrat Medium"/>
                <a:cs typeface="Montserrat Medium"/>
                <a:sym typeface="Montserrat Medium"/>
              </a:rPr>
              <a:t>Logra tus objetivos de negocio utilizando data e inteligencia artificial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7" name="Shape 27"/>
        <p:cNvGrpSpPr/>
        <p:nvPr/>
      </p:nvGrpSpPr>
      <p:grpSpPr>
        <a:xfrm>
          <a:off x="0" y="0"/>
          <a:ext cx="0" cy="0"/>
          <a:chOff x="0" y="0"/>
          <a:chExt cx="0" cy="0"/>
        </a:xfrm>
      </p:grpSpPr>
      <p:pic>
        <p:nvPicPr>
          <p:cNvPr descr="bg-dark-glow.png" id="28" name="Google Shape;28;p4"/>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9" name="Google Shape;29;p4"/>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30" name="Google Shape;30;p4"/>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1" name="Google Shape;31;p4"/>
          <p:cNvSpPr txBox="1"/>
          <p:nvPr/>
        </p:nvSpPr>
        <p:spPr>
          <a:xfrm>
            <a:off x="571500" y="1915513"/>
            <a:ext cx="8001000" cy="125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500"/>
              <a:buFont typeface="Arial"/>
              <a:buNone/>
            </a:pPr>
            <a:r>
              <a:rPr b="0" lang="en-US" sz="4500" u="none" cap="none" strike="noStrike">
                <a:solidFill>
                  <a:srgbClr val="FFFFFF"/>
                </a:solidFill>
                <a:latin typeface="Montserrat ExtraBold"/>
                <a:ea typeface="Montserrat ExtraBold"/>
                <a:cs typeface="Montserrat ExtraBold"/>
                <a:sym typeface="Montserrat ExtraBold"/>
              </a:rPr>
              <a:t>Nombre del servicio</a:t>
            </a:r>
            <a:endParaRPr b="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500"/>
              <a:buFont typeface="Arial"/>
              <a:buNone/>
            </a:pPr>
            <a:r>
              <a:rPr b="0" i="1" lang="en-US" sz="4500" u="none" cap="none" strike="noStrike">
                <a:solidFill>
                  <a:srgbClr val="9AAFFE"/>
                </a:solidFill>
                <a:latin typeface="Montserrat Black"/>
                <a:ea typeface="Montserrat Black"/>
                <a:cs typeface="Montserrat Black"/>
                <a:sym typeface="Montserrat Black"/>
              </a:rPr>
              <a:t>Área o alcance</a:t>
            </a:r>
            <a:endParaRPr b="0" i="1" sz="1400" u="none" cap="none" strike="noStrike">
              <a:solidFill>
                <a:srgbClr val="9AAFFE"/>
              </a:solidFill>
              <a:latin typeface="Arial"/>
              <a:ea typeface="Arial"/>
              <a:cs typeface="Arial"/>
              <a:sym typeface="Arial"/>
            </a:endParaRPr>
          </a:p>
        </p:txBody>
      </p:sp>
      <p:sp>
        <p:nvSpPr>
          <p:cNvPr id="32" name="Google Shape;32;p4"/>
          <p:cNvSpPr txBox="1"/>
          <p:nvPr/>
        </p:nvSpPr>
        <p:spPr>
          <a:xfrm>
            <a:off x="571500" y="1554833"/>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D5F7"/>
                </a:solidFill>
                <a:latin typeface="Montserrat SemiBold"/>
                <a:ea typeface="Montserrat SemiBold"/>
                <a:cs typeface="Montserrat SemiBold"/>
                <a:sym typeface="Montserrat SemiBold"/>
              </a:rPr>
              <a:t>PROPUESTA</a:t>
            </a:r>
            <a:endParaRPr b="0" i="0" sz="1400" u="none" cap="none" strike="noStrike">
              <a:solidFill>
                <a:srgbClr val="000000"/>
              </a:solidFill>
              <a:latin typeface="Arial"/>
              <a:ea typeface="Arial"/>
              <a:cs typeface="Arial"/>
              <a:sym typeface="Arial"/>
            </a:endParaRPr>
          </a:p>
        </p:txBody>
      </p:sp>
      <p:sp>
        <p:nvSpPr>
          <p:cNvPr id="33" name="Google Shape;33;p4"/>
          <p:cNvSpPr txBox="1"/>
          <p:nvPr/>
        </p:nvSpPr>
        <p:spPr>
          <a:xfrm>
            <a:off x="571500" y="3353153"/>
            <a:ext cx="4800600" cy="235500"/>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rgbClr val="000000"/>
              </a:buClr>
              <a:buSzPts val="1300"/>
              <a:buFont typeface="Arial"/>
              <a:buNone/>
            </a:pPr>
            <a:r>
              <a:rPr b="0" i="0" lang="en-US" sz="1300" u="none" cap="none" strike="noStrike">
                <a:solidFill>
                  <a:srgbClr val="C5D5F7"/>
                </a:solidFill>
                <a:latin typeface="Montserrat Medium"/>
                <a:ea typeface="Montserrat Medium"/>
                <a:cs typeface="Montserrat Medium"/>
                <a:sym typeface="Montserrat Medium"/>
              </a:rPr>
              <a:t>Nombre del Cliente  ·  Mes 20XX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8" name="Shape 38"/>
        <p:cNvGrpSpPr/>
        <p:nvPr/>
      </p:nvGrpSpPr>
      <p:grpSpPr>
        <a:xfrm>
          <a:off x="0" y="0"/>
          <a:ext cx="0" cy="0"/>
          <a:chOff x="0" y="0"/>
          <a:chExt cx="0" cy="0"/>
        </a:xfrm>
      </p:grpSpPr>
      <p:pic>
        <p:nvPicPr>
          <p:cNvPr descr="preencoded.png" id="39" name="Google Shape;39;p5"/>
          <p:cNvPicPr preferRelativeResize="0"/>
          <p:nvPr/>
        </p:nvPicPr>
        <p:blipFill rotWithShape="1">
          <a:blip r:embed="rId3">
            <a:alphaModFix/>
          </a:blip>
          <a:srcRect b="0" l="0" r="0" t="0"/>
          <a:stretch/>
        </p:blipFill>
        <p:spPr>
          <a:xfrm>
            <a:off x="485775" y="2562225"/>
            <a:ext cx="8172451" cy="1576387"/>
          </a:xfrm>
          <a:prstGeom prst="rect">
            <a:avLst/>
          </a:prstGeom>
          <a:noFill/>
          <a:ln>
            <a:noFill/>
          </a:ln>
        </p:spPr>
      </p:pic>
      <p:sp>
        <p:nvSpPr>
          <p:cNvPr id="40" name="Google Shape;40;p5"/>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41" name="Google Shape;41;p5"/>
          <p:cNvSpPr/>
          <p:nvPr/>
        </p:nvSpPr>
        <p:spPr>
          <a:xfrm>
            <a:off x="571500" y="1281113"/>
            <a:ext cx="8029500" cy="5526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1800" u="none" cap="none" strike="noStrike">
                <a:solidFill>
                  <a:srgbClr val="000033"/>
                </a:solidFill>
                <a:latin typeface="Montserrat ExtraBold"/>
                <a:ea typeface="Montserrat ExtraBold"/>
                <a:cs typeface="Montserrat ExtraBold"/>
                <a:sym typeface="Montserrat ExtraBold"/>
              </a:rPr>
              <a:t>Logra tus objetivos de negocio utilizando</a:t>
            </a:r>
            <a:endParaRPr b="0" i="0" sz="1800" u="none" cap="none" strike="noStrike">
              <a:solidFill>
                <a:schemeClr val="dk1"/>
              </a:solidFill>
              <a:latin typeface="Calibri"/>
              <a:ea typeface="Calibri"/>
              <a:cs typeface="Calibri"/>
              <a:sym typeface="Calibri"/>
            </a:endParaRPr>
          </a:p>
          <a:p>
            <a:pPr indent="0" lvl="0" marL="0" marR="0" rtl="0" algn="l">
              <a:lnSpc>
                <a:spcPct val="84666"/>
              </a:lnSpc>
              <a:spcBef>
                <a:spcPts val="0"/>
              </a:spcBef>
              <a:spcAft>
                <a:spcPts val="0"/>
              </a:spcAft>
              <a:buClr>
                <a:srgbClr val="2B5BFC"/>
              </a:buClr>
              <a:buSzPts val="1800"/>
              <a:buFont typeface="Montserrat ExtraBold"/>
              <a:buNone/>
            </a:pPr>
            <a:r>
              <a:rPr b="1" i="1" lang="en-US" sz="1800" u="none" cap="none" strike="noStrike">
                <a:solidFill>
                  <a:srgbClr val="2B5BFC"/>
                </a:solidFill>
                <a:latin typeface="Montserrat ExtraBold"/>
                <a:ea typeface="Montserrat ExtraBold"/>
                <a:cs typeface="Montserrat ExtraBold"/>
                <a:sym typeface="Montserrat ExtraBold"/>
              </a:rPr>
              <a:t>data e inteligencia artificial</a:t>
            </a:r>
            <a:r>
              <a:rPr b="1" i="0" lang="en-US" sz="18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42" name="Google Shape;42;p5"/>
          <p:cNvSpPr/>
          <p:nvPr/>
        </p:nvSpPr>
        <p:spPr>
          <a:xfrm>
            <a:off x="571500" y="1947863"/>
            <a:ext cx="6000900" cy="428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Combinamos estrategia, tecnología y talento AI-first para transformar empresas líderes en LATAM y convertir su ambición digital en resultados medibles. </a:t>
            </a:r>
            <a:endParaRPr b="0" i="0" sz="1100" u="none" cap="none" strike="noStrike">
              <a:solidFill>
                <a:schemeClr val="dk1"/>
              </a:solidFill>
              <a:latin typeface="Calibri"/>
              <a:ea typeface="Calibri"/>
              <a:cs typeface="Calibri"/>
              <a:sym typeface="Calibri"/>
            </a:endParaRPr>
          </a:p>
        </p:txBody>
      </p:sp>
      <p:sp>
        <p:nvSpPr>
          <p:cNvPr id="43" name="Google Shape;43;p5"/>
          <p:cNvSpPr/>
          <p:nvPr/>
        </p:nvSpPr>
        <p:spPr>
          <a:xfrm>
            <a:off x="723900" y="2771775"/>
            <a:ext cx="15090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+25 </a:t>
            </a:r>
            <a:endParaRPr b="0" i="0" sz="3000" u="none" cap="none" strike="noStrike">
              <a:solidFill>
                <a:schemeClr val="dk1"/>
              </a:solidFill>
              <a:latin typeface="Calibri"/>
              <a:ea typeface="Calibri"/>
              <a:cs typeface="Calibri"/>
              <a:sym typeface="Calibri"/>
            </a:endParaRPr>
          </a:p>
        </p:txBody>
      </p:sp>
      <p:sp>
        <p:nvSpPr>
          <p:cNvPr id="44" name="Google Shape;44;p5"/>
          <p:cNvSpPr/>
          <p:nvPr/>
        </p:nvSpPr>
        <p:spPr>
          <a:xfrm>
            <a:off x="723900" y="3314700"/>
            <a:ext cx="16098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Años de experiencia transformando negocios </a:t>
            </a:r>
            <a:endParaRPr b="0" i="0" sz="1100" u="none" cap="none" strike="noStrike">
              <a:solidFill>
                <a:schemeClr val="dk1"/>
              </a:solidFill>
              <a:latin typeface="Calibri"/>
              <a:ea typeface="Calibri"/>
              <a:cs typeface="Calibri"/>
              <a:sym typeface="Calibri"/>
            </a:endParaRPr>
          </a:p>
        </p:txBody>
      </p:sp>
      <p:sp>
        <p:nvSpPr>
          <p:cNvPr id="45" name="Google Shape;45;p5"/>
          <p:cNvSpPr/>
          <p:nvPr/>
        </p:nvSpPr>
        <p:spPr>
          <a:xfrm>
            <a:off x="2762250" y="2771775"/>
            <a:ext cx="16098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+800 </a:t>
            </a:r>
            <a:endParaRPr b="0" i="0" sz="3000" u="none" cap="none" strike="noStrike">
              <a:solidFill>
                <a:schemeClr val="dk1"/>
              </a:solidFill>
              <a:latin typeface="Calibri"/>
              <a:ea typeface="Calibri"/>
              <a:cs typeface="Calibri"/>
              <a:sym typeface="Calibri"/>
            </a:endParaRPr>
          </a:p>
        </p:txBody>
      </p:sp>
      <p:sp>
        <p:nvSpPr>
          <p:cNvPr id="46" name="Google Shape;46;p5"/>
          <p:cNvSpPr/>
          <p:nvPr/>
        </p:nvSpPr>
        <p:spPr>
          <a:xfrm>
            <a:off x="27622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Proyectos exitosos en los últimos 5 años </a:t>
            </a:r>
            <a:endParaRPr b="0" i="0" sz="1100" u="none" cap="none" strike="noStrike">
              <a:solidFill>
                <a:schemeClr val="dk1"/>
              </a:solidFill>
              <a:latin typeface="Calibri"/>
              <a:ea typeface="Calibri"/>
              <a:cs typeface="Calibri"/>
              <a:sym typeface="Calibri"/>
            </a:endParaRPr>
          </a:p>
        </p:txBody>
      </p:sp>
      <p:sp>
        <p:nvSpPr>
          <p:cNvPr id="47" name="Google Shape;47;p5"/>
          <p:cNvSpPr/>
          <p:nvPr/>
        </p:nvSpPr>
        <p:spPr>
          <a:xfrm>
            <a:off x="4800600" y="2771775"/>
            <a:ext cx="15930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48" name="Google Shape;48;p5"/>
          <p:cNvSpPr/>
          <p:nvPr/>
        </p:nvSpPr>
        <p:spPr>
          <a:xfrm>
            <a:off x="480060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Clientes en 15 sectores distintos </a:t>
            </a:r>
            <a:endParaRPr b="0" i="0" sz="1100" u="none" cap="none" strike="noStrike">
              <a:solidFill>
                <a:schemeClr val="dk1"/>
              </a:solidFill>
              <a:latin typeface="Calibri"/>
              <a:ea typeface="Calibri"/>
              <a:cs typeface="Calibri"/>
              <a:sym typeface="Calibri"/>
            </a:endParaRPr>
          </a:p>
        </p:txBody>
      </p:sp>
      <p:sp>
        <p:nvSpPr>
          <p:cNvPr id="49" name="Google Shape;49;p5"/>
          <p:cNvSpPr/>
          <p:nvPr/>
        </p:nvSpPr>
        <p:spPr>
          <a:xfrm>
            <a:off x="6838950" y="2771775"/>
            <a:ext cx="1663200" cy="466800"/>
          </a:xfrm>
          <a:prstGeom prst="rect">
            <a:avLst/>
          </a:prstGeom>
          <a:noFill/>
          <a:ln>
            <a:noFill/>
          </a:ln>
        </p:spPr>
        <p:txBody>
          <a:bodyPr anchorCtr="0" anchor="t" bIns="0" lIns="0" spcFirstLastPara="1" rIns="0" wrap="square" tIns="0">
            <a:noAutofit/>
          </a:bodyPr>
          <a:lstStyle/>
          <a:p>
            <a:pPr indent="0" lvl="0" marL="0" marR="0" rtl="0" algn="l">
              <a:lnSpc>
                <a:spcPct val="88183"/>
              </a:lnSpc>
              <a:spcBef>
                <a:spcPts val="0"/>
              </a:spcBef>
              <a:spcAft>
                <a:spcPts val="0"/>
              </a:spcAft>
              <a:buClr>
                <a:srgbClr val="2B5BFC"/>
              </a:buClr>
              <a:buSzPts val="3000"/>
              <a:buFont typeface="Montserrat Black"/>
              <a:buNone/>
            </a:pPr>
            <a:r>
              <a:rPr b="1" i="0" lang="en-US" sz="3000" u="none" cap="none" strike="noStrike">
                <a:solidFill>
                  <a:srgbClr val="2B5BFC"/>
                </a:solidFill>
                <a:latin typeface="Montserrat Black"/>
                <a:ea typeface="Montserrat Black"/>
                <a:cs typeface="Montserrat Black"/>
                <a:sym typeface="Montserrat Black"/>
              </a:rPr>
              <a:t>100% </a:t>
            </a:r>
            <a:endParaRPr b="0" i="0" sz="3000" u="none" cap="none" strike="noStrike">
              <a:solidFill>
                <a:schemeClr val="dk1"/>
              </a:solidFill>
              <a:latin typeface="Calibri"/>
              <a:ea typeface="Calibri"/>
              <a:cs typeface="Calibri"/>
              <a:sym typeface="Calibri"/>
            </a:endParaRPr>
          </a:p>
        </p:txBody>
      </p:sp>
      <p:sp>
        <p:nvSpPr>
          <p:cNvPr id="50" name="Google Shape;50;p5"/>
          <p:cNvSpPr/>
          <p:nvPr/>
        </p:nvSpPr>
        <p:spPr>
          <a:xfrm>
            <a:off x="6838950" y="3314700"/>
            <a:ext cx="16098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Del staff certificado en IA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5" name="Shape 55"/>
        <p:cNvGrpSpPr/>
        <p:nvPr/>
      </p:nvGrpSpPr>
      <p:grpSpPr>
        <a:xfrm>
          <a:off x="0" y="0"/>
          <a:ext cx="0" cy="0"/>
          <a:chOff x="0" y="0"/>
          <a:chExt cx="0" cy="0"/>
        </a:xfrm>
      </p:grpSpPr>
      <p:pic>
        <p:nvPicPr>
          <p:cNvPr descr="preencoded.png" id="56" name="Google Shape;56;p6"/>
          <p:cNvPicPr preferRelativeResize="0"/>
          <p:nvPr/>
        </p:nvPicPr>
        <p:blipFill rotWithShape="1">
          <a:blip r:embed="rId3">
            <a:alphaModFix/>
          </a:blip>
          <a:srcRect b="0" l="0" r="0" t="0"/>
          <a:stretch/>
        </p:blipFill>
        <p:spPr>
          <a:xfrm>
            <a:off x="1896363" y="2321613"/>
            <a:ext cx="2712793" cy="971509"/>
          </a:xfrm>
          <a:prstGeom prst="rect">
            <a:avLst/>
          </a:prstGeom>
          <a:noFill/>
          <a:ln>
            <a:noFill/>
          </a:ln>
        </p:spPr>
      </p:pic>
      <p:pic>
        <p:nvPicPr>
          <p:cNvPr descr="preencoded.png" id="57" name="Google Shape;57;p6"/>
          <p:cNvPicPr preferRelativeResize="0"/>
          <p:nvPr/>
        </p:nvPicPr>
        <p:blipFill rotWithShape="1">
          <a:blip r:embed="rId3">
            <a:alphaModFix/>
          </a:blip>
          <a:srcRect b="0" l="0" r="0" t="0"/>
          <a:stretch/>
        </p:blipFill>
        <p:spPr>
          <a:xfrm>
            <a:off x="4534849" y="2321613"/>
            <a:ext cx="2712793" cy="971509"/>
          </a:xfrm>
          <a:prstGeom prst="rect">
            <a:avLst/>
          </a:prstGeom>
          <a:noFill/>
          <a:ln>
            <a:noFill/>
          </a:ln>
        </p:spPr>
      </p:pic>
      <p:pic>
        <p:nvPicPr>
          <p:cNvPr descr="preencoded.png" id="58" name="Google Shape;58;p6"/>
          <p:cNvPicPr preferRelativeResize="0"/>
          <p:nvPr/>
        </p:nvPicPr>
        <p:blipFill rotWithShape="1">
          <a:blip r:embed="rId3">
            <a:alphaModFix/>
          </a:blip>
          <a:srcRect b="0" l="0" r="0" t="0"/>
          <a:stretch/>
        </p:blipFill>
        <p:spPr>
          <a:xfrm>
            <a:off x="1896363" y="3213490"/>
            <a:ext cx="2712793" cy="971509"/>
          </a:xfrm>
          <a:prstGeom prst="rect">
            <a:avLst/>
          </a:prstGeom>
          <a:noFill/>
          <a:ln>
            <a:noFill/>
          </a:ln>
        </p:spPr>
      </p:pic>
      <p:pic>
        <p:nvPicPr>
          <p:cNvPr descr="preencoded.png" id="59" name="Google Shape;59;p6"/>
          <p:cNvPicPr preferRelativeResize="0"/>
          <p:nvPr/>
        </p:nvPicPr>
        <p:blipFill rotWithShape="1">
          <a:blip r:embed="rId3">
            <a:alphaModFix/>
          </a:blip>
          <a:srcRect b="0" l="0" r="0" t="0"/>
          <a:stretch/>
        </p:blipFill>
        <p:spPr>
          <a:xfrm>
            <a:off x="4534849" y="3213490"/>
            <a:ext cx="2712793" cy="971509"/>
          </a:xfrm>
          <a:prstGeom prst="rect">
            <a:avLst/>
          </a:prstGeom>
          <a:noFill/>
          <a:ln>
            <a:noFill/>
          </a:ln>
        </p:spPr>
      </p:pic>
      <p:sp>
        <p:nvSpPr>
          <p:cNvPr id="60" name="Google Shape;60;p6"/>
          <p:cNvSpPr/>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D5BFF"/>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61" name="Google Shape;61;p6"/>
          <p:cNvSpPr/>
          <p:nvPr/>
        </p:nvSpPr>
        <p:spPr>
          <a:xfrm>
            <a:off x="571500" y="1088390"/>
            <a:ext cx="4591200" cy="3288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Nuestros </a:t>
            </a:r>
            <a:r>
              <a:rPr b="1" i="1" lang="en-US" sz="2100" u="none" cap="none" strike="noStrike">
                <a:solidFill>
                  <a:srgbClr val="2D5BFF"/>
                </a:solidFill>
                <a:latin typeface="Montserrat ExtraBold"/>
                <a:ea typeface="Montserrat ExtraBold"/>
                <a:cs typeface="Montserrat ExtraBold"/>
                <a:sym typeface="Montserrat ExtraBold"/>
              </a:rPr>
              <a:t>partners</a:t>
            </a:r>
            <a:r>
              <a:rPr b="1" i="0" lang="en-US" sz="21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62" name="Google Shape;62;p6"/>
          <p:cNvSpPr/>
          <p:nvPr/>
        </p:nvSpPr>
        <p:spPr>
          <a:xfrm>
            <a:off x="571500" y="1476375"/>
            <a:ext cx="6473100" cy="3675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Somos partners certificados de las principales plataformas de data, marketing e IA del mundo — y trabajamos con los modelos frontera de la industria. </a:t>
            </a:r>
            <a:endParaRPr b="0" i="0" sz="1100" u="none" cap="none" strike="noStrike">
              <a:solidFill>
                <a:schemeClr val="dk1"/>
              </a:solidFill>
              <a:latin typeface="Calibri"/>
              <a:ea typeface="Calibri"/>
              <a:cs typeface="Calibri"/>
              <a:sym typeface="Calibri"/>
            </a:endParaRPr>
          </a:p>
        </p:txBody>
      </p:sp>
      <p:sp>
        <p:nvSpPr>
          <p:cNvPr id="63" name="Google Shape;63;p6"/>
          <p:cNvSpPr/>
          <p:nvPr/>
        </p:nvSpPr>
        <p:spPr>
          <a:xfrm>
            <a:off x="571509" y="2015738"/>
            <a:ext cx="3413700" cy="1965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226"/>
              <a:buFont typeface="Montserrat"/>
              <a:buNone/>
            </a:pPr>
            <a:r>
              <a:rPr b="1" i="0" lang="en-US" sz="1226" u="none" cap="none" strike="noStrike">
                <a:solidFill>
                  <a:srgbClr val="2D5BFF"/>
                </a:solidFill>
                <a:latin typeface="Montserrat"/>
                <a:ea typeface="Montserrat"/>
                <a:cs typeface="Montserrat"/>
                <a:sym typeface="Montserrat"/>
              </a:rPr>
              <a:t>PLATAFORMAS TECNOLÓGICAS &amp; IA: </a:t>
            </a:r>
            <a:endParaRPr b="0" i="0" sz="1226" u="none" cap="none" strike="noStrike">
              <a:solidFill>
                <a:schemeClr val="dk1"/>
              </a:solidFill>
              <a:latin typeface="Calibri"/>
              <a:ea typeface="Calibri"/>
              <a:cs typeface="Calibri"/>
              <a:sym typeface="Calibri"/>
            </a:endParaRPr>
          </a:p>
        </p:txBody>
      </p:sp>
      <p:pic>
        <p:nvPicPr>
          <p:cNvPr id="64" name="Google Shape;64;p6"/>
          <p:cNvPicPr preferRelativeResize="0"/>
          <p:nvPr/>
        </p:nvPicPr>
        <p:blipFill rotWithShape="1">
          <a:blip r:embed="rId4">
            <a:alphaModFix/>
          </a:blip>
          <a:srcRect b="0" l="0" r="0" t="0"/>
          <a:stretch/>
        </p:blipFill>
        <p:spPr>
          <a:xfrm>
            <a:off x="2239304" y="2409215"/>
            <a:ext cx="2026927" cy="716700"/>
          </a:xfrm>
          <a:prstGeom prst="rect">
            <a:avLst/>
          </a:prstGeom>
          <a:noFill/>
          <a:ln>
            <a:noFill/>
          </a:ln>
        </p:spPr>
      </p:pic>
      <p:pic>
        <p:nvPicPr>
          <p:cNvPr id="65" name="Google Shape;65;p6"/>
          <p:cNvPicPr preferRelativeResize="0"/>
          <p:nvPr/>
        </p:nvPicPr>
        <p:blipFill rotWithShape="1">
          <a:blip r:embed="rId5">
            <a:alphaModFix/>
          </a:blip>
          <a:srcRect b="0" l="0" r="0" t="0"/>
          <a:stretch/>
        </p:blipFill>
        <p:spPr>
          <a:xfrm>
            <a:off x="2166391" y="3304477"/>
            <a:ext cx="2223934" cy="716701"/>
          </a:xfrm>
          <a:prstGeom prst="rect">
            <a:avLst/>
          </a:prstGeom>
          <a:noFill/>
          <a:ln>
            <a:noFill/>
          </a:ln>
        </p:spPr>
      </p:pic>
      <p:pic>
        <p:nvPicPr>
          <p:cNvPr descr="preencoded.png" id="66" name="Google Shape;66;p6"/>
          <p:cNvPicPr preferRelativeResize="0"/>
          <p:nvPr/>
        </p:nvPicPr>
        <p:blipFill rotWithShape="1">
          <a:blip r:embed="rId6">
            <a:alphaModFix/>
          </a:blip>
          <a:srcRect b="0" l="0" r="0" t="0"/>
          <a:stretch/>
        </p:blipFill>
        <p:spPr>
          <a:xfrm>
            <a:off x="5475486" y="2351794"/>
            <a:ext cx="831543" cy="831543"/>
          </a:xfrm>
          <a:prstGeom prst="rect">
            <a:avLst/>
          </a:prstGeom>
          <a:noFill/>
          <a:ln>
            <a:noFill/>
          </a:ln>
        </p:spPr>
      </p:pic>
      <p:pic>
        <p:nvPicPr>
          <p:cNvPr id="67" name="Google Shape;67;p6"/>
          <p:cNvPicPr preferRelativeResize="0"/>
          <p:nvPr/>
        </p:nvPicPr>
        <p:blipFill rotWithShape="1">
          <a:blip r:embed="rId7">
            <a:alphaModFix/>
          </a:blip>
          <a:srcRect b="0" l="0" r="0" t="0"/>
          <a:stretch/>
        </p:blipFill>
        <p:spPr>
          <a:xfrm>
            <a:off x="4697168" y="3515530"/>
            <a:ext cx="2388175" cy="36743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72" name="Shape 72"/>
        <p:cNvGrpSpPr/>
        <p:nvPr/>
      </p:nvGrpSpPr>
      <p:grpSpPr>
        <a:xfrm>
          <a:off x="0" y="0"/>
          <a:ext cx="0" cy="0"/>
          <a:chOff x="0" y="0"/>
          <a:chExt cx="0" cy="0"/>
        </a:xfrm>
      </p:grpSpPr>
      <p:pic>
        <p:nvPicPr>
          <p:cNvPr descr="preencoded.png" id="73" name="Google Shape;73;p7"/>
          <p:cNvPicPr preferRelativeResize="0"/>
          <p:nvPr/>
        </p:nvPicPr>
        <p:blipFill rotWithShape="1">
          <a:blip r:embed="rId3">
            <a:alphaModFix/>
          </a:blip>
          <a:srcRect b="0" l="0" r="0" t="0"/>
          <a:stretch/>
        </p:blipFill>
        <p:spPr>
          <a:xfrm>
            <a:off x="671778" y="1604977"/>
            <a:ext cx="2647044" cy="1387196"/>
          </a:xfrm>
          <a:prstGeom prst="rect">
            <a:avLst/>
          </a:prstGeom>
          <a:noFill/>
          <a:ln>
            <a:noFill/>
          </a:ln>
        </p:spPr>
      </p:pic>
      <p:pic>
        <p:nvPicPr>
          <p:cNvPr descr="preencoded.png" id="74" name="Google Shape;74;p7"/>
          <p:cNvPicPr preferRelativeResize="0"/>
          <p:nvPr/>
        </p:nvPicPr>
        <p:blipFill rotWithShape="1">
          <a:blip r:embed="rId3">
            <a:alphaModFix/>
          </a:blip>
          <a:srcRect b="0" l="0" r="0" t="0"/>
          <a:stretch/>
        </p:blipFill>
        <p:spPr>
          <a:xfrm>
            <a:off x="3246052" y="1604977"/>
            <a:ext cx="2647044" cy="1387196"/>
          </a:xfrm>
          <a:prstGeom prst="rect">
            <a:avLst/>
          </a:prstGeom>
          <a:noFill/>
          <a:ln>
            <a:noFill/>
          </a:ln>
        </p:spPr>
      </p:pic>
      <p:pic>
        <p:nvPicPr>
          <p:cNvPr descr="preencoded.png" id="75" name="Google Shape;75;p7"/>
          <p:cNvPicPr preferRelativeResize="0"/>
          <p:nvPr/>
        </p:nvPicPr>
        <p:blipFill rotWithShape="1">
          <a:blip r:embed="rId4">
            <a:alphaModFix/>
          </a:blip>
          <a:srcRect b="0" l="0" r="0" t="0"/>
          <a:stretch/>
        </p:blipFill>
        <p:spPr>
          <a:xfrm>
            <a:off x="5820326" y="1604977"/>
            <a:ext cx="2651593" cy="1387196"/>
          </a:xfrm>
          <a:prstGeom prst="rect">
            <a:avLst/>
          </a:prstGeom>
          <a:noFill/>
          <a:ln>
            <a:noFill/>
          </a:ln>
        </p:spPr>
      </p:pic>
      <p:pic>
        <p:nvPicPr>
          <p:cNvPr descr="preencoded.png" id="76" name="Google Shape;76;p7"/>
          <p:cNvPicPr preferRelativeResize="0"/>
          <p:nvPr/>
        </p:nvPicPr>
        <p:blipFill rotWithShape="1">
          <a:blip r:embed="rId3">
            <a:alphaModFix/>
          </a:blip>
          <a:srcRect b="0" l="0" r="0" t="0"/>
          <a:stretch/>
        </p:blipFill>
        <p:spPr>
          <a:xfrm>
            <a:off x="671778" y="3019463"/>
            <a:ext cx="2647044" cy="1387197"/>
          </a:xfrm>
          <a:prstGeom prst="rect">
            <a:avLst/>
          </a:prstGeom>
          <a:noFill/>
          <a:ln>
            <a:noFill/>
          </a:ln>
        </p:spPr>
      </p:pic>
      <p:pic>
        <p:nvPicPr>
          <p:cNvPr descr="preencoded.png" id="77" name="Google Shape;77;p7"/>
          <p:cNvPicPr preferRelativeResize="0"/>
          <p:nvPr/>
        </p:nvPicPr>
        <p:blipFill rotWithShape="1">
          <a:blip r:embed="rId3">
            <a:alphaModFix/>
          </a:blip>
          <a:srcRect b="0" l="0" r="0" t="0"/>
          <a:stretch/>
        </p:blipFill>
        <p:spPr>
          <a:xfrm>
            <a:off x="3246052" y="3019463"/>
            <a:ext cx="2647044" cy="1387197"/>
          </a:xfrm>
          <a:prstGeom prst="rect">
            <a:avLst/>
          </a:prstGeom>
          <a:noFill/>
          <a:ln>
            <a:noFill/>
          </a:ln>
        </p:spPr>
      </p:pic>
      <p:pic>
        <p:nvPicPr>
          <p:cNvPr descr="preencoded.png" id="78" name="Google Shape;78;p7"/>
          <p:cNvPicPr preferRelativeResize="0"/>
          <p:nvPr/>
        </p:nvPicPr>
        <p:blipFill rotWithShape="1">
          <a:blip r:embed="rId4">
            <a:alphaModFix/>
          </a:blip>
          <a:srcRect b="0" l="0" r="0" t="0"/>
          <a:stretch/>
        </p:blipFill>
        <p:spPr>
          <a:xfrm>
            <a:off x="5820326" y="3019463"/>
            <a:ext cx="2651593" cy="1387197"/>
          </a:xfrm>
          <a:prstGeom prst="rect">
            <a:avLst/>
          </a:prstGeom>
          <a:noFill/>
          <a:ln>
            <a:noFill/>
          </a:ln>
        </p:spPr>
      </p:pic>
      <p:sp>
        <p:nvSpPr>
          <p:cNvPr id="79" name="Google Shape;79;p7"/>
          <p:cNvSpPr/>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D5BFF"/>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80" name="Google Shape;80;p7"/>
          <p:cNvSpPr/>
          <p:nvPr/>
        </p:nvSpPr>
        <p:spPr>
          <a:xfrm>
            <a:off x="3619500" y="1016000"/>
            <a:ext cx="4953000" cy="431700"/>
          </a:xfrm>
          <a:prstGeom prst="rect">
            <a:avLst/>
          </a:prstGeom>
          <a:noFill/>
          <a:ln>
            <a:noFill/>
          </a:ln>
        </p:spPr>
        <p:txBody>
          <a:bodyPr anchorCtr="0" anchor="t" bIns="0" lIns="0" spcFirstLastPara="1" rIns="0" wrap="square" tIns="0">
            <a:noAutofit/>
          </a:bodyPr>
          <a:lstStyle/>
          <a:p>
            <a:pPr indent="0" lvl="0" marL="0" marR="0" rtl="0" algn="l">
              <a:lnSpc>
                <a:spcPct val="105822"/>
              </a:lnSpc>
              <a:spcBef>
                <a:spcPts val="0"/>
              </a:spcBef>
              <a:spcAft>
                <a:spcPts val="0"/>
              </a:spcAft>
              <a:buClr>
                <a:srgbClr val="000000"/>
              </a:buClr>
              <a:buSzPts val="1100"/>
              <a:buFont typeface="Montserrat Medium"/>
              <a:buNone/>
            </a:pPr>
            <a:r>
              <a:rPr b="0" i="0" lang="en-US" sz="1100" u="none" cap="none" strike="noStrike">
                <a:solidFill>
                  <a:srgbClr val="000033"/>
                </a:solidFill>
                <a:latin typeface="Montserrat Medium"/>
                <a:ea typeface="Montserrat Medium"/>
                <a:cs typeface="Montserrat Medium"/>
                <a:sym typeface="Montserrat Medium"/>
              </a:rPr>
              <a:t>+100 empresas líderes en 15 sectores confían en NEO para transformar su negocio con data e inteligencia artificial. </a:t>
            </a:r>
            <a:endParaRPr b="0" i="0" sz="1100" u="none" cap="none" strike="noStrike">
              <a:solidFill>
                <a:schemeClr val="dk1"/>
              </a:solidFill>
              <a:latin typeface="Calibri"/>
              <a:ea typeface="Calibri"/>
              <a:cs typeface="Calibri"/>
              <a:sym typeface="Calibri"/>
            </a:endParaRPr>
          </a:p>
        </p:txBody>
      </p:sp>
      <p:sp>
        <p:nvSpPr>
          <p:cNvPr id="81" name="Google Shape;81;p7"/>
          <p:cNvSpPr/>
          <p:nvPr/>
        </p:nvSpPr>
        <p:spPr>
          <a:xfrm>
            <a:off x="571500" y="850900"/>
            <a:ext cx="2857500" cy="1929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D5BFF"/>
                </a:solidFill>
                <a:latin typeface="Montserrat SemiBold"/>
                <a:ea typeface="Montserrat SemiBold"/>
                <a:cs typeface="Montserrat SemiBold"/>
                <a:sym typeface="Montserrat SemiBold"/>
              </a:rPr>
              <a:t>TRACK RECORD </a:t>
            </a:r>
            <a:endParaRPr b="0" i="0" sz="1100" u="none" cap="none" strike="noStrike">
              <a:solidFill>
                <a:schemeClr val="dk1"/>
              </a:solidFill>
              <a:latin typeface="Calibri"/>
              <a:ea typeface="Calibri"/>
              <a:cs typeface="Calibri"/>
              <a:sym typeface="Calibri"/>
            </a:endParaRPr>
          </a:p>
        </p:txBody>
      </p:sp>
      <p:sp>
        <p:nvSpPr>
          <p:cNvPr id="82" name="Google Shape;82;p7"/>
          <p:cNvSpPr/>
          <p:nvPr/>
        </p:nvSpPr>
        <p:spPr>
          <a:xfrm>
            <a:off x="571500" y="1088390"/>
            <a:ext cx="2857500" cy="3288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000033"/>
              </a:buClr>
              <a:buSzPts val="18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Nuestros </a:t>
            </a:r>
            <a:r>
              <a:rPr b="1" i="1" lang="en-US" sz="2100" u="none" cap="none" strike="noStrike">
                <a:solidFill>
                  <a:srgbClr val="2D5BFF"/>
                </a:solidFill>
                <a:latin typeface="Montserrat ExtraBold"/>
                <a:ea typeface="Montserrat ExtraBold"/>
                <a:cs typeface="Montserrat ExtraBold"/>
                <a:sym typeface="Montserrat ExtraBold"/>
              </a:rPr>
              <a:t>Clientes</a:t>
            </a:r>
            <a:r>
              <a:rPr b="1" i="0" lang="en-US" sz="2100" u="none" cap="none" strike="noStrike">
                <a:solidFill>
                  <a:srgbClr val="000033"/>
                </a:solidFill>
                <a:latin typeface="Montserrat ExtraBold"/>
                <a:ea typeface="Montserrat ExtraBold"/>
                <a:cs typeface="Montserrat ExtraBold"/>
                <a:sym typeface="Montserrat ExtraBold"/>
              </a:rPr>
              <a:t> </a:t>
            </a:r>
            <a:endParaRPr b="0" i="0" sz="1800" u="none" cap="none" strike="noStrike">
              <a:solidFill>
                <a:schemeClr val="dk1"/>
              </a:solidFill>
              <a:latin typeface="Calibri"/>
              <a:ea typeface="Calibri"/>
              <a:cs typeface="Calibri"/>
              <a:sym typeface="Calibri"/>
            </a:endParaRPr>
          </a:p>
        </p:txBody>
      </p:sp>
      <p:sp>
        <p:nvSpPr>
          <p:cNvPr id="83" name="Google Shape;83;p7"/>
          <p:cNvSpPr/>
          <p:nvPr/>
        </p:nvSpPr>
        <p:spPr>
          <a:xfrm>
            <a:off x="722578" y="1732326"/>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BANCA, SEGUROS &amp; FINANZAS </a:t>
            </a:r>
            <a:endParaRPr b="0" i="0" sz="1100" u="none" cap="none" strike="noStrike">
              <a:solidFill>
                <a:schemeClr val="dk1"/>
              </a:solidFill>
              <a:latin typeface="Calibri"/>
              <a:ea typeface="Calibri"/>
              <a:cs typeface="Calibri"/>
              <a:sym typeface="Calibri"/>
            </a:endParaRPr>
          </a:p>
        </p:txBody>
      </p:sp>
      <p:sp>
        <p:nvSpPr>
          <p:cNvPr id="84" name="Google Shape;84;p7"/>
          <p:cNvSpPr/>
          <p:nvPr/>
        </p:nvSpPr>
        <p:spPr>
          <a:xfrm>
            <a:off x="3296852" y="1732326"/>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RETAIL &amp; COMERCIO </a:t>
            </a:r>
            <a:endParaRPr b="0" i="0" sz="1100" u="none" cap="none" strike="noStrike">
              <a:solidFill>
                <a:schemeClr val="dk1"/>
              </a:solidFill>
              <a:latin typeface="Calibri"/>
              <a:ea typeface="Calibri"/>
              <a:cs typeface="Calibri"/>
              <a:sym typeface="Calibri"/>
            </a:endParaRPr>
          </a:p>
        </p:txBody>
      </p:sp>
      <p:sp>
        <p:nvSpPr>
          <p:cNvPr id="85" name="Google Shape;85;p7"/>
          <p:cNvSpPr/>
          <p:nvPr/>
        </p:nvSpPr>
        <p:spPr>
          <a:xfrm>
            <a:off x="5871126" y="1732326"/>
            <a:ext cx="25500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CONSUMO MASIVO &amp; BELLEZA </a:t>
            </a:r>
            <a:endParaRPr b="0" i="0" sz="1100" u="none" cap="none" strike="noStrike">
              <a:solidFill>
                <a:schemeClr val="dk1"/>
              </a:solidFill>
              <a:latin typeface="Calibri"/>
              <a:ea typeface="Calibri"/>
              <a:cs typeface="Calibri"/>
              <a:sym typeface="Calibri"/>
            </a:endParaRPr>
          </a:p>
        </p:txBody>
      </p:sp>
      <p:sp>
        <p:nvSpPr>
          <p:cNvPr id="86" name="Google Shape;86;p7"/>
          <p:cNvSpPr/>
          <p:nvPr/>
        </p:nvSpPr>
        <p:spPr>
          <a:xfrm>
            <a:off x="722578" y="3146812"/>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TELECOM &amp; TECNOLOGÍA </a:t>
            </a:r>
            <a:endParaRPr b="0" i="0" sz="1100" u="none" cap="none" strike="noStrike">
              <a:solidFill>
                <a:schemeClr val="dk1"/>
              </a:solidFill>
              <a:latin typeface="Calibri"/>
              <a:ea typeface="Calibri"/>
              <a:cs typeface="Calibri"/>
              <a:sym typeface="Calibri"/>
            </a:endParaRPr>
          </a:p>
        </p:txBody>
      </p:sp>
      <p:sp>
        <p:nvSpPr>
          <p:cNvPr id="87" name="Google Shape;87;p7"/>
          <p:cNvSpPr/>
          <p:nvPr/>
        </p:nvSpPr>
        <p:spPr>
          <a:xfrm>
            <a:off x="3296852" y="3146812"/>
            <a:ext cx="2545500" cy="1683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SALUD &amp; EDUCACIÓN </a:t>
            </a:r>
            <a:endParaRPr b="0" i="0" sz="1100" u="none" cap="none" strike="noStrike">
              <a:solidFill>
                <a:schemeClr val="dk1"/>
              </a:solidFill>
              <a:latin typeface="Calibri"/>
              <a:ea typeface="Calibri"/>
              <a:cs typeface="Calibri"/>
              <a:sym typeface="Calibri"/>
            </a:endParaRPr>
          </a:p>
        </p:txBody>
      </p:sp>
      <p:sp>
        <p:nvSpPr>
          <p:cNvPr id="88" name="Google Shape;88;p7"/>
          <p:cNvSpPr/>
          <p:nvPr/>
        </p:nvSpPr>
        <p:spPr>
          <a:xfrm>
            <a:off x="5871126" y="3149175"/>
            <a:ext cx="2550000" cy="138600"/>
          </a:xfrm>
          <a:prstGeom prst="rect">
            <a:avLst/>
          </a:prstGeom>
          <a:noFill/>
          <a:ln>
            <a:noFill/>
          </a:ln>
        </p:spPr>
        <p:txBody>
          <a:bodyPr anchorCtr="0" anchor="t" bIns="0" lIns="0" spcFirstLastPara="1" rIns="0" wrap="square" tIns="0">
            <a:noAutofit/>
          </a:bodyPr>
          <a:lstStyle/>
          <a:p>
            <a:pPr indent="0" lvl="0" marL="0" marR="0" rtl="0" algn="ctr">
              <a:lnSpc>
                <a:spcPct val="89377"/>
              </a:lnSpc>
              <a:spcBef>
                <a:spcPts val="0"/>
              </a:spcBef>
              <a:spcAft>
                <a:spcPts val="0"/>
              </a:spcAft>
              <a:buClr>
                <a:srgbClr val="2B5BFC"/>
              </a:buClr>
              <a:buSzPts val="1100"/>
              <a:buFont typeface="Montserrat ExtraBold"/>
              <a:buNone/>
            </a:pPr>
            <a:r>
              <a:rPr b="1" i="0" lang="en-US" sz="1100" u="none" cap="none" strike="noStrike">
                <a:solidFill>
                  <a:srgbClr val="2D5BFF"/>
                </a:solidFill>
                <a:latin typeface="Montserrat ExtraBold"/>
                <a:ea typeface="Montserrat ExtraBold"/>
                <a:cs typeface="Montserrat ExtraBold"/>
                <a:sym typeface="Montserrat ExtraBold"/>
              </a:rPr>
              <a:t>INDUSTRIA, MEDIOS &amp; SERVICIOS </a:t>
            </a:r>
            <a:endParaRPr b="0" i="0" sz="1100" u="none" cap="none" strike="noStrike">
              <a:solidFill>
                <a:schemeClr val="dk1"/>
              </a:solidFill>
              <a:latin typeface="Calibri"/>
              <a:ea typeface="Calibri"/>
              <a:cs typeface="Calibri"/>
              <a:sym typeface="Calibri"/>
            </a:endParaRPr>
          </a:p>
        </p:txBody>
      </p:sp>
      <p:pic>
        <p:nvPicPr>
          <p:cNvPr id="89" name="Google Shape;89;p7"/>
          <p:cNvPicPr preferRelativeResize="0"/>
          <p:nvPr/>
        </p:nvPicPr>
        <p:blipFill rotWithShape="1">
          <a:blip r:embed="rId5">
            <a:alphaModFix/>
          </a:blip>
          <a:srcRect b="0" l="0" r="0" t="0"/>
          <a:stretch/>
        </p:blipFill>
        <p:spPr>
          <a:xfrm>
            <a:off x="1029584" y="2023753"/>
            <a:ext cx="511655" cy="130571"/>
          </a:xfrm>
          <a:prstGeom prst="rect">
            <a:avLst/>
          </a:prstGeom>
          <a:noFill/>
          <a:ln>
            <a:noFill/>
          </a:ln>
        </p:spPr>
      </p:pic>
      <p:pic>
        <p:nvPicPr>
          <p:cNvPr id="90" name="Google Shape;90;p7"/>
          <p:cNvPicPr preferRelativeResize="0"/>
          <p:nvPr/>
        </p:nvPicPr>
        <p:blipFill rotWithShape="1">
          <a:blip r:embed="rId6">
            <a:alphaModFix/>
          </a:blip>
          <a:srcRect b="0" l="0" r="0" t="0"/>
          <a:stretch/>
        </p:blipFill>
        <p:spPr>
          <a:xfrm>
            <a:off x="1754258" y="2007721"/>
            <a:ext cx="497137" cy="156369"/>
          </a:xfrm>
          <a:prstGeom prst="rect">
            <a:avLst/>
          </a:prstGeom>
          <a:noFill/>
          <a:ln>
            <a:noFill/>
          </a:ln>
        </p:spPr>
      </p:pic>
      <p:pic>
        <p:nvPicPr>
          <p:cNvPr id="91" name="Google Shape;91;p7"/>
          <p:cNvPicPr preferRelativeResize="0"/>
          <p:nvPr/>
        </p:nvPicPr>
        <p:blipFill rotWithShape="1">
          <a:blip r:embed="rId7">
            <a:alphaModFix/>
          </a:blip>
          <a:srcRect b="0" l="0" r="0" t="0"/>
          <a:stretch/>
        </p:blipFill>
        <p:spPr>
          <a:xfrm>
            <a:off x="2393614" y="1940515"/>
            <a:ext cx="606286" cy="316967"/>
          </a:xfrm>
          <a:prstGeom prst="rect">
            <a:avLst/>
          </a:prstGeom>
          <a:noFill/>
          <a:ln>
            <a:noFill/>
          </a:ln>
        </p:spPr>
      </p:pic>
      <p:pic>
        <p:nvPicPr>
          <p:cNvPr id="92" name="Google Shape;92;p7"/>
          <p:cNvPicPr preferRelativeResize="0"/>
          <p:nvPr/>
        </p:nvPicPr>
        <p:blipFill rotWithShape="1">
          <a:blip r:embed="rId8">
            <a:alphaModFix/>
          </a:blip>
          <a:srcRect b="0" l="0" r="0" t="0"/>
          <a:stretch/>
        </p:blipFill>
        <p:spPr>
          <a:xfrm>
            <a:off x="1799861" y="2271336"/>
            <a:ext cx="405951" cy="216314"/>
          </a:xfrm>
          <a:prstGeom prst="rect">
            <a:avLst/>
          </a:prstGeom>
          <a:noFill/>
          <a:ln>
            <a:noFill/>
          </a:ln>
        </p:spPr>
      </p:pic>
      <p:pic>
        <p:nvPicPr>
          <p:cNvPr id="93" name="Google Shape;93;p7"/>
          <p:cNvPicPr preferRelativeResize="0"/>
          <p:nvPr/>
        </p:nvPicPr>
        <p:blipFill rotWithShape="1">
          <a:blip r:embed="rId9">
            <a:alphaModFix/>
          </a:blip>
          <a:srcRect b="0" l="0" r="0" t="0"/>
          <a:stretch/>
        </p:blipFill>
        <p:spPr>
          <a:xfrm>
            <a:off x="2259116" y="2297494"/>
            <a:ext cx="701916" cy="241971"/>
          </a:xfrm>
          <a:prstGeom prst="rect">
            <a:avLst/>
          </a:prstGeom>
          <a:noFill/>
          <a:ln>
            <a:noFill/>
          </a:ln>
        </p:spPr>
      </p:pic>
      <p:pic>
        <p:nvPicPr>
          <p:cNvPr id="94" name="Google Shape;94;p7"/>
          <p:cNvPicPr preferRelativeResize="0"/>
          <p:nvPr/>
        </p:nvPicPr>
        <p:blipFill rotWithShape="1">
          <a:blip r:embed="rId10">
            <a:alphaModFix/>
          </a:blip>
          <a:srcRect b="37814" l="2268" r="3232" t="40187"/>
          <a:stretch/>
        </p:blipFill>
        <p:spPr>
          <a:xfrm>
            <a:off x="1058064" y="2594791"/>
            <a:ext cx="805661" cy="187544"/>
          </a:xfrm>
          <a:prstGeom prst="rect">
            <a:avLst/>
          </a:prstGeom>
          <a:noFill/>
          <a:ln>
            <a:noFill/>
          </a:ln>
        </p:spPr>
      </p:pic>
      <p:pic>
        <p:nvPicPr>
          <p:cNvPr id="95" name="Google Shape;95;p7"/>
          <p:cNvPicPr preferRelativeResize="0"/>
          <p:nvPr/>
        </p:nvPicPr>
        <p:blipFill rotWithShape="1">
          <a:blip r:embed="rId11">
            <a:alphaModFix/>
          </a:blip>
          <a:srcRect b="0" l="0" r="0" t="0"/>
          <a:stretch/>
        </p:blipFill>
        <p:spPr>
          <a:xfrm>
            <a:off x="2030109" y="2594791"/>
            <a:ext cx="920971" cy="156365"/>
          </a:xfrm>
          <a:prstGeom prst="rect">
            <a:avLst/>
          </a:prstGeom>
          <a:noFill/>
          <a:ln>
            <a:noFill/>
          </a:ln>
        </p:spPr>
      </p:pic>
      <p:pic>
        <p:nvPicPr>
          <p:cNvPr id="96" name="Google Shape;96;p7"/>
          <p:cNvPicPr preferRelativeResize="0"/>
          <p:nvPr/>
        </p:nvPicPr>
        <p:blipFill rotWithShape="1">
          <a:blip r:embed="rId12">
            <a:alphaModFix/>
          </a:blip>
          <a:srcRect b="0" l="0" r="0" t="0"/>
          <a:stretch/>
        </p:blipFill>
        <p:spPr>
          <a:xfrm>
            <a:off x="3521223" y="1984397"/>
            <a:ext cx="682270" cy="266485"/>
          </a:xfrm>
          <a:prstGeom prst="rect">
            <a:avLst/>
          </a:prstGeom>
          <a:noFill/>
          <a:ln>
            <a:noFill/>
          </a:ln>
        </p:spPr>
      </p:pic>
      <p:pic>
        <p:nvPicPr>
          <p:cNvPr id="97" name="Google Shape;97;p7"/>
          <p:cNvPicPr preferRelativeResize="0"/>
          <p:nvPr/>
        </p:nvPicPr>
        <p:blipFill rotWithShape="1">
          <a:blip r:embed="rId13">
            <a:alphaModFix/>
          </a:blip>
          <a:srcRect b="0" l="0" r="0" t="0"/>
          <a:stretch/>
        </p:blipFill>
        <p:spPr>
          <a:xfrm>
            <a:off x="4309704" y="1977082"/>
            <a:ext cx="682270" cy="253838"/>
          </a:xfrm>
          <a:prstGeom prst="rect">
            <a:avLst/>
          </a:prstGeom>
          <a:noFill/>
          <a:ln>
            <a:noFill/>
          </a:ln>
        </p:spPr>
      </p:pic>
      <p:pic>
        <p:nvPicPr>
          <p:cNvPr id="98" name="Google Shape;98;p7"/>
          <p:cNvPicPr preferRelativeResize="0"/>
          <p:nvPr/>
        </p:nvPicPr>
        <p:blipFill rotWithShape="1">
          <a:blip r:embed="rId14">
            <a:alphaModFix/>
          </a:blip>
          <a:srcRect b="0" l="0" r="0" t="0"/>
          <a:stretch/>
        </p:blipFill>
        <p:spPr>
          <a:xfrm>
            <a:off x="5072679" y="1964117"/>
            <a:ext cx="532092" cy="279765"/>
          </a:xfrm>
          <a:prstGeom prst="rect">
            <a:avLst/>
          </a:prstGeom>
          <a:noFill/>
          <a:ln>
            <a:noFill/>
          </a:ln>
        </p:spPr>
      </p:pic>
      <p:pic>
        <p:nvPicPr>
          <p:cNvPr id="99" name="Google Shape;99;p7"/>
          <p:cNvPicPr preferRelativeResize="0"/>
          <p:nvPr/>
        </p:nvPicPr>
        <p:blipFill rotWithShape="1">
          <a:blip r:embed="rId15">
            <a:alphaModFix/>
          </a:blip>
          <a:srcRect b="0" l="0" r="0" t="0"/>
          <a:stretch/>
        </p:blipFill>
        <p:spPr>
          <a:xfrm>
            <a:off x="3538768" y="2313373"/>
            <a:ext cx="1024594" cy="162445"/>
          </a:xfrm>
          <a:prstGeom prst="rect">
            <a:avLst/>
          </a:prstGeom>
          <a:noFill/>
          <a:ln>
            <a:noFill/>
          </a:ln>
        </p:spPr>
      </p:pic>
      <p:pic>
        <p:nvPicPr>
          <p:cNvPr id="100" name="Google Shape;100;p7"/>
          <p:cNvPicPr preferRelativeResize="0"/>
          <p:nvPr/>
        </p:nvPicPr>
        <p:blipFill rotWithShape="1">
          <a:blip r:embed="rId16">
            <a:alphaModFix/>
          </a:blip>
          <a:srcRect b="0" l="0" r="0" t="0"/>
          <a:stretch/>
        </p:blipFill>
        <p:spPr>
          <a:xfrm>
            <a:off x="4689183" y="2287574"/>
            <a:ext cx="928789" cy="214043"/>
          </a:xfrm>
          <a:prstGeom prst="rect">
            <a:avLst/>
          </a:prstGeom>
          <a:noFill/>
          <a:ln>
            <a:noFill/>
          </a:ln>
        </p:spPr>
      </p:pic>
      <p:pic>
        <p:nvPicPr>
          <p:cNvPr id="101" name="Google Shape;101;p7"/>
          <p:cNvPicPr preferRelativeResize="0"/>
          <p:nvPr/>
        </p:nvPicPr>
        <p:blipFill rotWithShape="1">
          <a:blip r:embed="rId17">
            <a:alphaModFix/>
          </a:blip>
          <a:srcRect b="0" l="0" r="0" t="0"/>
          <a:stretch/>
        </p:blipFill>
        <p:spPr>
          <a:xfrm>
            <a:off x="4640656" y="2585301"/>
            <a:ext cx="756782" cy="136554"/>
          </a:xfrm>
          <a:prstGeom prst="rect">
            <a:avLst/>
          </a:prstGeom>
          <a:noFill/>
          <a:ln>
            <a:noFill/>
          </a:ln>
        </p:spPr>
      </p:pic>
      <p:pic>
        <p:nvPicPr>
          <p:cNvPr id="102" name="Google Shape;102;p7"/>
          <p:cNvPicPr preferRelativeResize="0"/>
          <p:nvPr/>
        </p:nvPicPr>
        <p:blipFill rotWithShape="1">
          <a:blip r:embed="rId18">
            <a:alphaModFix/>
          </a:blip>
          <a:srcRect b="0" l="0" r="0" t="0"/>
          <a:stretch/>
        </p:blipFill>
        <p:spPr>
          <a:xfrm>
            <a:off x="3538785" y="2546564"/>
            <a:ext cx="935684" cy="214042"/>
          </a:xfrm>
          <a:prstGeom prst="rect">
            <a:avLst/>
          </a:prstGeom>
          <a:noFill/>
          <a:ln>
            <a:noFill/>
          </a:ln>
        </p:spPr>
      </p:pic>
      <p:pic>
        <p:nvPicPr>
          <p:cNvPr id="103" name="Google Shape;103;p7"/>
          <p:cNvPicPr preferRelativeResize="0"/>
          <p:nvPr/>
        </p:nvPicPr>
        <p:blipFill rotWithShape="1">
          <a:blip r:embed="rId19">
            <a:alphaModFix/>
          </a:blip>
          <a:srcRect b="10" l="23542" r="22953" t="-10"/>
          <a:stretch/>
        </p:blipFill>
        <p:spPr>
          <a:xfrm>
            <a:off x="7678266" y="1977079"/>
            <a:ext cx="443643" cy="466399"/>
          </a:xfrm>
          <a:prstGeom prst="rect">
            <a:avLst/>
          </a:prstGeom>
          <a:noFill/>
          <a:ln>
            <a:noFill/>
          </a:ln>
        </p:spPr>
      </p:pic>
      <p:pic>
        <p:nvPicPr>
          <p:cNvPr id="104" name="Google Shape;104;p7"/>
          <p:cNvPicPr preferRelativeResize="0"/>
          <p:nvPr/>
        </p:nvPicPr>
        <p:blipFill rotWithShape="1">
          <a:blip r:embed="rId20">
            <a:alphaModFix/>
          </a:blip>
          <a:srcRect b="0" l="0" r="0" t="0"/>
          <a:stretch/>
        </p:blipFill>
        <p:spPr>
          <a:xfrm>
            <a:off x="6685894" y="1999230"/>
            <a:ext cx="729079" cy="207901"/>
          </a:xfrm>
          <a:prstGeom prst="rect">
            <a:avLst/>
          </a:prstGeom>
          <a:noFill/>
          <a:ln>
            <a:noFill/>
          </a:ln>
        </p:spPr>
      </p:pic>
      <p:pic>
        <p:nvPicPr>
          <p:cNvPr id="105" name="Google Shape;105;p7"/>
          <p:cNvPicPr preferRelativeResize="0"/>
          <p:nvPr/>
        </p:nvPicPr>
        <p:blipFill rotWithShape="1">
          <a:blip r:embed="rId21">
            <a:alphaModFix/>
          </a:blip>
          <a:srcRect b="0" l="0" r="0" t="0"/>
          <a:stretch/>
        </p:blipFill>
        <p:spPr>
          <a:xfrm>
            <a:off x="7586467" y="2536769"/>
            <a:ext cx="660514" cy="119718"/>
          </a:xfrm>
          <a:prstGeom prst="rect">
            <a:avLst/>
          </a:prstGeom>
          <a:noFill/>
          <a:ln>
            <a:noFill/>
          </a:ln>
        </p:spPr>
      </p:pic>
      <p:pic>
        <p:nvPicPr>
          <p:cNvPr id="106" name="Google Shape;106;p7"/>
          <p:cNvPicPr preferRelativeResize="0"/>
          <p:nvPr/>
        </p:nvPicPr>
        <p:blipFill rotWithShape="1">
          <a:blip r:embed="rId22">
            <a:alphaModFix/>
          </a:blip>
          <a:srcRect b="21388" l="6969" r="7939" t="16018"/>
          <a:stretch/>
        </p:blipFill>
        <p:spPr>
          <a:xfrm>
            <a:off x="6127538" y="2372222"/>
            <a:ext cx="415151" cy="305360"/>
          </a:xfrm>
          <a:prstGeom prst="rect">
            <a:avLst/>
          </a:prstGeom>
          <a:noFill/>
          <a:ln>
            <a:noFill/>
          </a:ln>
        </p:spPr>
      </p:pic>
      <p:pic>
        <p:nvPicPr>
          <p:cNvPr id="107" name="Google Shape;107;p7"/>
          <p:cNvPicPr preferRelativeResize="0"/>
          <p:nvPr/>
        </p:nvPicPr>
        <p:blipFill rotWithShape="1">
          <a:blip r:embed="rId23">
            <a:alphaModFix/>
          </a:blip>
          <a:srcRect b="0" l="0" r="0" t="0"/>
          <a:stretch/>
        </p:blipFill>
        <p:spPr>
          <a:xfrm>
            <a:off x="6691959" y="2257760"/>
            <a:ext cx="716958" cy="135573"/>
          </a:xfrm>
          <a:prstGeom prst="rect">
            <a:avLst/>
          </a:prstGeom>
          <a:noFill/>
          <a:ln>
            <a:noFill/>
          </a:ln>
        </p:spPr>
      </p:pic>
      <p:pic>
        <p:nvPicPr>
          <p:cNvPr id="108" name="Google Shape;108;p7"/>
          <p:cNvPicPr preferRelativeResize="0"/>
          <p:nvPr/>
        </p:nvPicPr>
        <p:blipFill rotWithShape="1">
          <a:blip r:embed="rId24">
            <a:alphaModFix/>
          </a:blip>
          <a:srcRect b="8537" l="3901" r="4515" t="8254"/>
          <a:stretch/>
        </p:blipFill>
        <p:spPr>
          <a:xfrm>
            <a:off x="6151756" y="1977820"/>
            <a:ext cx="366725" cy="333150"/>
          </a:xfrm>
          <a:prstGeom prst="rect">
            <a:avLst/>
          </a:prstGeom>
          <a:noFill/>
          <a:ln>
            <a:noFill/>
          </a:ln>
        </p:spPr>
      </p:pic>
      <p:pic>
        <p:nvPicPr>
          <p:cNvPr id="109" name="Google Shape;109;p7"/>
          <p:cNvPicPr preferRelativeResize="0"/>
          <p:nvPr/>
        </p:nvPicPr>
        <p:blipFill rotWithShape="1">
          <a:blip r:embed="rId25">
            <a:alphaModFix/>
          </a:blip>
          <a:srcRect b="37573" l="0" r="0" t="37834"/>
          <a:stretch/>
        </p:blipFill>
        <p:spPr>
          <a:xfrm>
            <a:off x="6644787" y="2495255"/>
            <a:ext cx="811308" cy="199520"/>
          </a:xfrm>
          <a:prstGeom prst="rect">
            <a:avLst/>
          </a:prstGeom>
          <a:noFill/>
          <a:ln>
            <a:noFill/>
          </a:ln>
        </p:spPr>
      </p:pic>
      <p:pic>
        <p:nvPicPr>
          <p:cNvPr id="110" name="Google Shape;110;p7"/>
          <p:cNvPicPr preferRelativeResize="0"/>
          <p:nvPr/>
        </p:nvPicPr>
        <p:blipFill rotWithShape="1">
          <a:blip r:embed="rId26">
            <a:alphaModFix/>
          </a:blip>
          <a:srcRect b="0" l="0" r="0" t="0"/>
          <a:stretch/>
        </p:blipFill>
        <p:spPr>
          <a:xfrm>
            <a:off x="933030" y="3432237"/>
            <a:ext cx="729247" cy="264241"/>
          </a:xfrm>
          <a:prstGeom prst="rect">
            <a:avLst/>
          </a:prstGeom>
          <a:noFill/>
          <a:ln>
            <a:noFill/>
          </a:ln>
        </p:spPr>
      </p:pic>
      <p:pic>
        <p:nvPicPr>
          <p:cNvPr id="111" name="Google Shape;111;p7"/>
          <p:cNvPicPr preferRelativeResize="0"/>
          <p:nvPr/>
        </p:nvPicPr>
        <p:blipFill rotWithShape="1">
          <a:blip r:embed="rId27">
            <a:alphaModFix/>
          </a:blip>
          <a:srcRect b="0" l="0" r="0" t="0"/>
          <a:stretch/>
        </p:blipFill>
        <p:spPr>
          <a:xfrm>
            <a:off x="1790882" y="3436859"/>
            <a:ext cx="1037831" cy="253233"/>
          </a:xfrm>
          <a:prstGeom prst="rect">
            <a:avLst/>
          </a:prstGeom>
          <a:noFill/>
          <a:ln>
            <a:noFill/>
          </a:ln>
        </p:spPr>
      </p:pic>
      <p:pic>
        <p:nvPicPr>
          <p:cNvPr id="112" name="Google Shape;112;p7"/>
          <p:cNvPicPr preferRelativeResize="0"/>
          <p:nvPr/>
        </p:nvPicPr>
        <p:blipFill rotWithShape="1">
          <a:blip r:embed="rId28">
            <a:alphaModFix/>
          </a:blip>
          <a:srcRect b="0" l="0" r="0" t="0"/>
          <a:stretch/>
        </p:blipFill>
        <p:spPr>
          <a:xfrm>
            <a:off x="933030" y="3799445"/>
            <a:ext cx="1177411" cy="283315"/>
          </a:xfrm>
          <a:prstGeom prst="rect">
            <a:avLst/>
          </a:prstGeom>
          <a:noFill/>
          <a:ln>
            <a:noFill/>
          </a:ln>
        </p:spPr>
      </p:pic>
      <p:pic>
        <p:nvPicPr>
          <p:cNvPr id="113" name="Google Shape;113;p7"/>
          <p:cNvPicPr preferRelativeResize="0"/>
          <p:nvPr/>
        </p:nvPicPr>
        <p:blipFill rotWithShape="1">
          <a:blip r:embed="rId29">
            <a:alphaModFix/>
          </a:blip>
          <a:srcRect b="0" l="0" r="0" t="0"/>
          <a:stretch/>
        </p:blipFill>
        <p:spPr>
          <a:xfrm>
            <a:off x="2201294" y="3856238"/>
            <a:ext cx="801038" cy="169751"/>
          </a:xfrm>
          <a:prstGeom prst="rect">
            <a:avLst/>
          </a:prstGeom>
          <a:noFill/>
          <a:ln>
            <a:noFill/>
          </a:ln>
        </p:spPr>
      </p:pic>
      <p:pic>
        <p:nvPicPr>
          <p:cNvPr id="114" name="Google Shape;114;p7"/>
          <p:cNvPicPr preferRelativeResize="0"/>
          <p:nvPr/>
        </p:nvPicPr>
        <p:blipFill rotWithShape="1">
          <a:blip r:embed="rId30">
            <a:alphaModFix/>
          </a:blip>
          <a:srcRect b="0" l="0" r="0" t="0"/>
          <a:stretch/>
        </p:blipFill>
        <p:spPr>
          <a:xfrm>
            <a:off x="3469343" y="3407103"/>
            <a:ext cx="690912" cy="176649"/>
          </a:xfrm>
          <a:prstGeom prst="rect">
            <a:avLst/>
          </a:prstGeom>
          <a:noFill/>
          <a:ln>
            <a:noFill/>
          </a:ln>
        </p:spPr>
      </p:pic>
      <p:pic>
        <p:nvPicPr>
          <p:cNvPr id="115" name="Google Shape;115;p7"/>
          <p:cNvPicPr preferRelativeResize="0"/>
          <p:nvPr/>
        </p:nvPicPr>
        <p:blipFill rotWithShape="1">
          <a:blip r:embed="rId31">
            <a:alphaModFix/>
          </a:blip>
          <a:srcRect b="0" l="0" r="0" t="0"/>
          <a:stretch/>
        </p:blipFill>
        <p:spPr>
          <a:xfrm>
            <a:off x="4222011" y="3408217"/>
            <a:ext cx="699769" cy="174405"/>
          </a:xfrm>
          <a:prstGeom prst="rect">
            <a:avLst/>
          </a:prstGeom>
          <a:noFill/>
          <a:ln>
            <a:noFill/>
          </a:ln>
        </p:spPr>
      </p:pic>
      <p:pic>
        <p:nvPicPr>
          <p:cNvPr id="116" name="Google Shape;116;p7"/>
          <p:cNvPicPr preferRelativeResize="0"/>
          <p:nvPr/>
        </p:nvPicPr>
        <p:blipFill rotWithShape="1">
          <a:blip r:embed="rId32">
            <a:alphaModFix/>
          </a:blip>
          <a:srcRect b="0" l="0" r="0" t="0"/>
          <a:stretch/>
        </p:blipFill>
        <p:spPr>
          <a:xfrm>
            <a:off x="4990892" y="3378107"/>
            <a:ext cx="694909" cy="212548"/>
          </a:xfrm>
          <a:prstGeom prst="rect">
            <a:avLst/>
          </a:prstGeom>
          <a:noFill/>
          <a:ln>
            <a:noFill/>
          </a:ln>
        </p:spPr>
      </p:pic>
      <p:pic>
        <p:nvPicPr>
          <p:cNvPr id="117" name="Google Shape;117;p7"/>
          <p:cNvPicPr preferRelativeResize="0"/>
          <p:nvPr/>
        </p:nvPicPr>
        <p:blipFill rotWithShape="1">
          <a:blip r:embed="rId33">
            <a:alphaModFix/>
          </a:blip>
          <a:srcRect b="51161" l="-624" r="0" t="-784"/>
          <a:stretch/>
        </p:blipFill>
        <p:spPr>
          <a:xfrm>
            <a:off x="3463642" y="3661158"/>
            <a:ext cx="704302" cy="123469"/>
          </a:xfrm>
          <a:prstGeom prst="rect">
            <a:avLst/>
          </a:prstGeom>
          <a:noFill/>
          <a:ln>
            <a:noFill/>
          </a:ln>
        </p:spPr>
      </p:pic>
      <p:pic>
        <p:nvPicPr>
          <p:cNvPr id="118" name="Google Shape;118;p7"/>
          <p:cNvPicPr preferRelativeResize="0"/>
          <p:nvPr/>
        </p:nvPicPr>
        <p:blipFill rotWithShape="1">
          <a:blip r:embed="rId34">
            <a:alphaModFix/>
          </a:blip>
          <a:srcRect b="14613" l="5819" r="3123" t="19856"/>
          <a:stretch/>
        </p:blipFill>
        <p:spPr>
          <a:xfrm>
            <a:off x="4222002" y="3661146"/>
            <a:ext cx="747742" cy="165358"/>
          </a:xfrm>
          <a:prstGeom prst="rect">
            <a:avLst/>
          </a:prstGeom>
          <a:noFill/>
          <a:ln>
            <a:noFill/>
          </a:ln>
        </p:spPr>
      </p:pic>
      <p:pic>
        <p:nvPicPr>
          <p:cNvPr id="119" name="Google Shape;119;p7"/>
          <p:cNvPicPr preferRelativeResize="0"/>
          <p:nvPr/>
        </p:nvPicPr>
        <p:blipFill rotWithShape="1">
          <a:blip r:embed="rId35">
            <a:alphaModFix/>
          </a:blip>
          <a:srcRect b="20058" l="0" r="0" t="19196"/>
          <a:stretch/>
        </p:blipFill>
        <p:spPr>
          <a:xfrm>
            <a:off x="5068262" y="3644570"/>
            <a:ext cx="580463" cy="184292"/>
          </a:xfrm>
          <a:prstGeom prst="rect">
            <a:avLst/>
          </a:prstGeom>
          <a:noFill/>
          <a:ln>
            <a:noFill/>
          </a:ln>
        </p:spPr>
      </p:pic>
      <p:pic>
        <p:nvPicPr>
          <p:cNvPr id="120" name="Google Shape;120;p7"/>
          <p:cNvPicPr preferRelativeResize="0"/>
          <p:nvPr/>
        </p:nvPicPr>
        <p:blipFill rotWithShape="1">
          <a:blip r:embed="rId36">
            <a:alphaModFix/>
          </a:blip>
          <a:srcRect b="37764" l="0" r="0" t="38972"/>
          <a:stretch/>
        </p:blipFill>
        <p:spPr>
          <a:xfrm>
            <a:off x="3469340" y="3925417"/>
            <a:ext cx="595792" cy="138604"/>
          </a:xfrm>
          <a:prstGeom prst="rect">
            <a:avLst/>
          </a:prstGeom>
          <a:noFill/>
          <a:ln>
            <a:noFill/>
          </a:ln>
        </p:spPr>
      </p:pic>
      <p:pic>
        <p:nvPicPr>
          <p:cNvPr id="121" name="Google Shape;121;p7"/>
          <p:cNvPicPr preferRelativeResize="0"/>
          <p:nvPr/>
        </p:nvPicPr>
        <p:blipFill rotWithShape="1">
          <a:blip r:embed="rId37">
            <a:alphaModFix/>
          </a:blip>
          <a:srcRect b="22704" l="0" r="0" t="23084"/>
          <a:stretch/>
        </p:blipFill>
        <p:spPr>
          <a:xfrm>
            <a:off x="4231234" y="3882792"/>
            <a:ext cx="845011" cy="196070"/>
          </a:xfrm>
          <a:prstGeom prst="rect">
            <a:avLst/>
          </a:prstGeom>
          <a:noFill/>
          <a:ln>
            <a:noFill/>
          </a:ln>
        </p:spPr>
      </p:pic>
      <p:pic>
        <p:nvPicPr>
          <p:cNvPr id="122" name="Google Shape;122;p7"/>
          <p:cNvPicPr preferRelativeResize="0"/>
          <p:nvPr/>
        </p:nvPicPr>
        <p:blipFill rotWithShape="1">
          <a:blip r:embed="rId38">
            <a:alphaModFix/>
          </a:blip>
          <a:srcRect b="30771" l="25863" r="25163" t="30371"/>
          <a:stretch/>
        </p:blipFill>
        <p:spPr>
          <a:xfrm>
            <a:off x="6064601" y="3385017"/>
            <a:ext cx="927728" cy="213137"/>
          </a:xfrm>
          <a:prstGeom prst="rect">
            <a:avLst/>
          </a:prstGeom>
          <a:noFill/>
          <a:ln>
            <a:noFill/>
          </a:ln>
        </p:spPr>
      </p:pic>
      <p:pic>
        <p:nvPicPr>
          <p:cNvPr id="123" name="Google Shape;123;p7"/>
          <p:cNvPicPr preferRelativeResize="0"/>
          <p:nvPr/>
        </p:nvPicPr>
        <p:blipFill rotWithShape="1">
          <a:blip r:embed="rId39">
            <a:alphaModFix/>
          </a:blip>
          <a:srcRect b="20333" l="4272" r="5016" t="20161"/>
          <a:stretch/>
        </p:blipFill>
        <p:spPr>
          <a:xfrm>
            <a:off x="7167859" y="3392678"/>
            <a:ext cx="996366" cy="197824"/>
          </a:xfrm>
          <a:prstGeom prst="rect">
            <a:avLst/>
          </a:prstGeom>
          <a:noFill/>
          <a:ln>
            <a:noFill/>
          </a:ln>
        </p:spPr>
      </p:pic>
      <p:pic>
        <p:nvPicPr>
          <p:cNvPr id="124" name="Google Shape;124;p7"/>
          <p:cNvPicPr preferRelativeResize="0"/>
          <p:nvPr/>
        </p:nvPicPr>
        <p:blipFill rotWithShape="1">
          <a:blip r:embed="rId40">
            <a:alphaModFix/>
          </a:blip>
          <a:srcRect b="18913" l="3908" r="3491" t="15983"/>
          <a:stretch/>
        </p:blipFill>
        <p:spPr>
          <a:xfrm>
            <a:off x="6061666" y="3715264"/>
            <a:ext cx="1090147" cy="231746"/>
          </a:xfrm>
          <a:prstGeom prst="rect">
            <a:avLst/>
          </a:prstGeom>
          <a:noFill/>
          <a:ln>
            <a:noFill/>
          </a:ln>
        </p:spPr>
      </p:pic>
      <p:pic>
        <p:nvPicPr>
          <p:cNvPr id="125" name="Google Shape;125;p7"/>
          <p:cNvPicPr preferRelativeResize="0"/>
          <p:nvPr/>
        </p:nvPicPr>
        <p:blipFill rotWithShape="1">
          <a:blip r:embed="rId41">
            <a:alphaModFix/>
          </a:blip>
          <a:srcRect b="0" l="0" r="0" t="0"/>
          <a:stretch/>
        </p:blipFill>
        <p:spPr>
          <a:xfrm>
            <a:off x="7201588" y="3673886"/>
            <a:ext cx="1028978" cy="314507"/>
          </a:xfrm>
          <a:prstGeom prst="rect">
            <a:avLst/>
          </a:prstGeom>
          <a:noFill/>
          <a:ln>
            <a:noFill/>
          </a:ln>
        </p:spPr>
      </p:pic>
      <p:pic>
        <p:nvPicPr>
          <p:cNvPr id="126" name="Google Shape;126;p7"/>
          <p:cNvPicPr preferRelativeResize="0"/>
          <p:nvPr/>
        </p:nvPicPr>
        <p:blipFill>
          <a:blip r:embed="rId42">
            <a:alphaModFix/>
          </a:blip>
          <a:stretch>
            <a:fillRect/>
          </a:stretch>
        </p:blipFill>
        <p:spPr>
          <a:xfrm>
            <a:off x="1029575" y="2264825"/>
            <a:ext cx="716977" cy="229305"/>
          </a:xfrm>
          <a:prstGeom prst="rect">
            <a:avLst/>
          </a:prstGeom>
          <a:noFill/>
          <a:ln>
            <a:noFill/>
          </a:ln>
        </p:spPr>
      </p:pic>
      <p:pic>
        <p:nvPicPr>
          <p:cNvPr id="127" name="Google Shape;127;p7"/>
          <p:cNvPicPr preferRelativeResize="0"/>
          <p:nvPr/>
        </p:nvPicPr>
        <p:blipFill>
          <a:blip r:embed="rId43">
            <a:alphaModFix/>
          </a:blip>
          <a:stretch>
            <a:fillRect/>
          </a:stretch>
        </p:blipFill>
        <p:spPr>
          <a:xfrm>
            <a:off x="5151579" y="3915918"/>
            <a:ext cx="497150" cy="157605"/>
          </a:xfrm>
          <a:prstGeom prst="rect">
            <a:avLst/>
          </a:prstGeom>
          <a:noFill/>
          <a:ln>
            <a:noFill/>
          </a:ln>
        </p:spPr>
      </p:pic>
      <p:pic>
        <p:nvPicPr>
          <p:cNvPr id="128" name="Google Shape;128;p7"/>
          <p:cNvPicPr preferRelativeResize="0"/>
          <p:nvPr/>
        </p:nvPicPr>
        <p:blipFill rotWithShape="1">
          <a:blip r:embed="rId44">
            <a:alphaModFix/>
          </a:blip>
          <a:srcRect b="32451" l="0" r="0" t="32455"/>
          <a:stretch/>
        </p:blipFill>
        <p:spPr>
          <a:xfrm>
            <a:off x="6522975" y="4026000"/>
            <a:ext cx="1054917" cy="20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132" name="Shape 132"/>
        <p:cNvGrpSpPr/>
        <p:nvPr/>
      </p:nvGrpSpPr>
      <p:grpSpPr>
        <a:xfrm>
          <a:off x="0" y="0"/>
          <a:ext cx="0" cy="0"/>
          <a:chOff x="0" y="0"/>
          <a:chExt cx="0" cy="0"/>
        </a:xfrm>
      </p:grpSpPr>
      <p:sp>
        <p:nvSpPr>
          <p:cNvPr id="133" name="Google Shape;133;p8"/>
          <p:cNvSpPr/>
          <p:nvPr/>
        </p:nvSpPr>
        <p:spPr>
          <a:xfrm>
            <a:off x="589803" y="305164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8"/>
          <p:cNvSpPr/>
          <p:nvPr/>
        </p:nvSpPr>
        <p:spPr>
          <a:xfrm>
            <a:off x="589800" y="3660607"/>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8"/>
          <p:cNvSpPr/>
          <p:nvPr/>
        </p:nvSpPr>
        <p:spPr>
          <a:xfrm>
            <a:off x="3311664" y="174685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8"/>
          <p:cNvSpPr/>
          <p:nvPr/>
        </p:nvSpPr>
        <p:spPr>
          <a:xfrm>
            <a:off x="3311641" y="241027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8"/>
          <p:cNvSpPr/>
          <p:nvPr/>
        </p:nvSpPr>
        <p:spPr>
          <a:xfrm>
            <a:off x="3311675" y="3660563"/>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8"/>
          <p:cNvSpPr/>
          <p:nvPr/>
        </p:nvSpPr>
        <p:spPr>
          <a:xfrm>
            <a:off x="3311639" y="3035426"/>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8"/>
          <p:cNvSpPr/>
          <p:nvPr/>
        </p:nvSpPr>
        <p:spPr>
          <a:xfrm>
            <a:off x="6033539" y="1746838"/>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8"/>
          <p:cNvSpPr txBox="1"/>
          <p:nvPr/>
        </p:nvSpPr>
        <p:spPr>
          <a:xfrm>
            <a:off x="571500" y="890625"/>
            <a:ext cx="3210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CONTENIDO</a:t>
            </a:r>
            <a:endParaRPr b="0" i="0" sz="1100" u="none" cap="none" strike="noStrike">
              <a:solidFill>
                <a:schemeClr val="dk1"/>
              </a:solidFill>
              <a:latin typeface="Calibri"/>
              <a:ea typeface="Calibri"/>
              <a:cs typeface="Calibri"/>
              <a:sym typeface="Calibri"/>
            </a:endParaRPr>
          </a:p>
        </p:txBody>
      </p:sp>
      <p:sp>
        <p:nvSpPr>
          <p:cNvPr id="141" name="Google Shape;141;p8"/>
          <p:cNvSpPr txBox="1"/>
          <p:nvPr/>
        </p:nvSpPr>
        <p:spPr>
          <a:xfrm>
            <a:off x="571500" y="1165651"/>
            <a:ext cx="321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Agenda</a:t>
            </a:r>
            <a:endParaRPr b="0" i="0" sz="2100" u="none" cap="none" strike="noStrike">
              <a:solidFill>
                <a:schemeClr val="dk1"/>
              </a:solidFill>
              <a:latin typeface="Calibri"/>
              <a:ea typeface="Calibri"/>
              <a:cs typeface="Calibri"/>
              <a:sym typeface="Calibri"/>
            </a:endParaRPr>
          </a:p>
        </p:txBody>
      </p:sp>
      <p:sp>
        <p:nvSpPr>
          <p:cNvPr id="142" name="Google Shape;142;p8"/>
          <p:cNvSpPr/>
          <p:nvPr/>
        </p:nvSpPr>
        <p:spPr>
          <a:xfrm>
            <a:off x="589800" y="174039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8"/>
          <p:cNvSpPr txBox="1"/>
          <p:nvPr/>
        </p:nvSpPr>
        <p:spPr>
          <a:xfrm>
            <a:off x="772680" y="183183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01</a:t>
            </a:r>
            <a:endParaRPr b="0" i="0" sz="1200" u="none" cap="none" strike="noStrike">
              <a:solidFill>
                <a:schemeClr val="dk1"/>
              </a:solidFill>
              <a:latin typeface="Calibri"/>
              <a:ea typeface="Calibri"/>
              <a:cs typeface="Calibri"/>
              <a:sym typeface="Calibri"/>
            </a:endParaRPr>
          </a:p>
        </p:txBody>
      </p:sp>
      <p:sp>
        <p:nvSpPr>
          <p:cNvPr id="144" name="Google Shape;144;p8"/>
          <p:cNvSpPr txBox="1"/>
          <p:nvPr/>
        </p:nvSpPr>
        <p:spPr>
          <a:xfrm>
            <a:off x="1193304" y="183183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Diagnóstico</a:t>
            </a:r>
            <a:endParaRPr b="0" i="0" sz="1200" u="none" cap="none" strike="noStrike">
              <a:solidFill>
                <a:schemeClr val="dk1"/>
              </a:solidFill>
              <a:latin typeface="Calibri"/>
              <a:ea typeface="Calibri"/>
              <a:cs typeface="Calibri"/>
              <a:sym typeface="Calibri"/>
            </a:endParaRPr>
          </a:p>
        </p:txBody>
      </p:sp>
      <p:sp>
        <p:nvSpPr>
          <p:cNvPr id="145" name="Google Shape;145;p8"/>
          <p:cNvSpPr/>
          <p:nvPr/>
        </p:nvSpPr>
        <p:spPr>
          <a:xfrm>
            <a:off x="589864" y="239599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8"/>
          <p:cNvSpPr txBox="1"/>
          <p:nvPr/>
        </p:nvSpPr>
        <p:spPr>
          <a:xfrm>
            <a:off x="783544" y="314318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lang="en-US" sz="1200">
                <a:solidFill>
                  <a:srgbClr val="2B5BFC"/>
                </a:solidFill>
                <a:latin typeface="Montserrat SemiBold"/>
                <a:ea typeface="Montserrat SemiBold"/>
                <a:cs typeface="Montserrat SemiBold"/>
                <a:sym typeface="Montserrat SemiBold"/>
              </a:rPr>
              <a:t>03</a:t>
            </a:r>
            <a:endParaRPr b="0" i="0" sz="1200" u="none" cap="none" strike="noStrike">
              <a:solidFill>
                <a:schemeClr val="dk1"/>
              </a:solidFill>
              <a:latin typeface="Calibri"/>
              <a:ea typeface="Calibri"/>
              <a:cs typeface="Calibri"/>
              <a:sym typeface="Calibri"/>
            </a:endParaRPr>
          </a:p>
        </p:txBody>
      </p:sp>
      <p:sp>
        <p:nvSpPr>
          <p:cNvPr id="147" name="Google Shape;147;p8"/>
          <p:cNvSpPr txBox="1"/>
          <p:nvPr/>
        </p:nvSpPr>
        <p:spPr>
          <a:xfrm>
            <a:off x="1204168" y="314318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El reto</a:t>
            </a:r>
            <a:endParaRPr b="0" i="0" sz="1200" u="none" cap="none" strike="noStrike">
              <a:solidFill>
                <a:schemeClr val="dk1"/>
              </a:solidFill>
              <a:latin typeface="Calibri"/>
              <a:ea typeface="Calibri"/>
              <a:cs typeface="Calibri"/>
              <a:sym typeface="Calibri"/>
            </a:endParaRPr>
          </a:p>
        </p:txBody>
      </p:sp>
      <p:sp>
        <p:nvSpPr>
          <p:cNvPr id="148" name="Google Shape;148;p8"/>
          <p:cNvSpPr txBox="1"/>
          <p:nvPr/>
        </p:nvSpPr>
        <p:spPr>
          <a:xfrm>
            <a:off x="783483" y="379883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lang="en-US" sz="1200">
                <a:solidFill>
                  <a:srgbClr val="2B5BFC"/>
                </a:solidFill>
                <a:latin typeface="Montserrat SemiBold"/>
                <a:ea typeface="Montserrat SemiBold"/>
                <a:cs typeface="Montserrat SemiBold"/>
                <a:sym typeface="Montserrat SemiBold"/>
              </a:rPr>
              <a:t>04</a:t>
            </a:r>
            <a:endParaRPr b="0" i="0" sz="1200" u="none" cap="none" strike="noStrike">
              <a:solidFill>
                <a:schemeClr val="dk1"/>
              </a:solidFill>
              <a:latin typeface="Calibri"/>
              <a:ea typeface="Calibri"/>
              <a:cs typeface="Calibri"/>
              <a:sym typeface="Calibri"/>
            </a:endParaRPr>
          </a:p>
        </p:txBody>
      </p:sp>
      <p:sp>
        <p:nvSpPr>
          <p:cNvPr id="149" name="Google Shape;149;p8"/>
          <p:cNvSpPr txBox="1"/>
          <p:nvPr/>
        </p:nvSpPr>
        <p:spPr>
          <a:xfrm>
            <a:off x="1204107" y="379883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Proceso general</a:t>
            </a:r>
            <a:endParaRPr b="0" i="0" sz="1200" u="none" cap="none" strike="noStrike">
              <a:solidFill>
                <a:schemeClr val="dk1"/>
              </a:solidFill>
              <a:latin typeface="Calibri"/>
              <a:ea typeface="Calibri"/>
              <a:cs typeface="Calibri"/>
              <a:sym typeface="Calibri"/>
            </a:endParaRPr>
          </a:p>
        </p:txBody>
      </p:sp>
      <p:sp>
        <p:nvSpPr>
          <p:cNvPr id="150" name="Google Shape;150;p8"/>
          <p:cNvSpPr txBox="1"/>
          <p:nvPr/>
        </p:nvSpPr>
        <p:spPr>
          <a:xfrm>
            <a:off x="3494505" y="1838348"/>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a:t>
            </a:r>
            <a:r>
              <a:rPr b="1" lang="en-US" sz="1200">
                <a:solidFill>
                  <a:srgbClr val="2B5BFC"/>
                </a:solidFill>
                <a:latin typeface="Montserrat SemiBold"/>
                <a:ea typeface="Montserrat SemiBold"/>
                <a:cs typeface="Montserrat SemiBold"/>
                <a:sym typeface="Montserrat SemiBold"/>
              </a:rPr>
              <a:t>5</a:t>
            </a:r>
            <a:endParaRPr b="0" i="0" sz="1200" u="none" cap="none" strike="noStrike">
              <a:solidFill>
                <a:schemeClr val="dk1"/>
              </a:solidFill>
              <a:latin typeface="Calibri"/>
              <a:ea typeface="Calibri"/>
              <a:cs typeface="Calibri"/>
              <a:sym typeface="Calibri"/>
            </a:endParaRPr>
          </a:p>
        </p:txBody>
      </p:sp>
      <p:sp>
        <p:nvSpPr>
          <p:cNvPr id="151" name="Google Shape;151;p8"/>
          <p:cNvSpPr txBox="1"/>
          <p:nvPr/>
        </p:nvSpPr>
        <p:spPr>
          <a:xfrm>
            <a:off x="3877350" y="1829100"/>
            <a:ext cx="19743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Detalle del proceso</a:t>
            </a:r>
            <a:endParaRPr b="0" i="0" sz="1200" u="none" cap="none" strike="noStrike">
              <a:solidFill>
                <a:schemeClr val="dk1"/>
              </a:solidFill>
              <a:latin typeface="Calibri"/>
              <a:ea typeface="Calibri"/>
              <a:cs typeface="Calibri"/>
              <a:sym typeface="Calibri"/>
            </a:endParaRPr>
          </a:p>
        </p:txBody>
      </p:sp>
      <p:sp>
        <p:nvSpPr>
          <p:cNvPr id="152" name="Google Shape;152;p8"/>
          <p:cNvSpPr txBox="1"/>
          <p:nvPr/>
        </p:nvSpPr>
        <p:spPr>
          <a:xfrm>
            <a:off x="3503394" y="2511047"/>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a:t>
            </a:r>
            <a:r>
              <a:rPr b="1" lang="en-US" sz="1200">
                <a:solidFill>
                  <a:srgbClr val="2B5BFC"/>
                </a:solidFill>
                <a:latin typeface="Montserrat SemiBold"/>
                <a:ea typeface="Montserrat SemiBold"/>
                <a:cs typeface="Montserrat SemiBold"/>
                <a:sym typeface="Montserrat SemiBold"/>
              </a:rPr>
              <a:t>6</a:t>
            </a:r>
            <a:endParaRPr b="0" i="0" sz="1200" u="none" cap="none" strike="noStrike">
              <a:solidFill>
                <a:schemeClr val="dk1"/>
              </a:solidFill>
              <a:latin typeface="Calibri"/>
              <a:ea typeface="Calibri"/>
              <a:cs typeface="Calibri"/>
              <a:sym typeface="Calibri"/>
            </a:endParaRPr>
          </a:p>
        </p:txBody>
      </p:sp>
      <p:sp>
        <p:nvSpPr>
          <p:cNvPr id="153" name="Google Shape;153;p8"/>
          <p:cNvSpPr txBox="1"/>
          <p:nvPr/>
        </p:nvSpPr>
        <p:spPr>
          <a:xfrm>
            <a:off x="3924026" y="2511050"/>
            <a:ext cx="1935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Arquitectura tentativa</a:t>
            </a:r>
            <a:endParaRPr b="0" i="0" sz="1200" u="none" cap="none" strike="noStrike">
              <a:solidFill>
                <a:schemeClr val="dk1"/>
              </a:solidFill>
              <a:latin typeface="Calibri"/>
              <a:ea typeface="Calibri"/>
              <a:cs typeface="Calibri"/>
              <a:sym typeface="Calibri"/>
            </a:endParaRPr>
          </a:p>
        </p:txBody>
      </p:sp>
      <p:sp>
        <p:nvSpPr>
          <p:cNvPr id="154" name="Google Shape;154;p8"/>
          <p:cNvSpPr txBox="1"/>
          <p:nvPr/>
        </p:nvSpPr>
        <p:spPr>
          <a:xfrm>
            <a:off x="3503396" y="3760999"/>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a:t>
            </a:r>
            <a:r>
              <a:rPr b="1" lang="en-US" sz="1200">
                <a:solidFill>
                  <a:srgbClr val="2B5BFC"/>
                </a:solidFill>
                <a:latin typeface="Montserrat SemiBold"/>
                <a:ea typeface="Montserrat SemiBold"/>
                <a:cs typeface="Montserrat SemiBold"/>
                <a:sym typeface="Montserrat SemiBold"/>
              </a:rPr>
              <a:t>8</a:t>
            </a:r>
            <a:endParaRPr b="0" i="0" sz="1200" u="none" cap="none" strike="noStrike">
              <a:solidFill>
                <a:schemeClr val="dk1"/>
              </a:solidFill>
              <a:latin typeface="Calibri"/>
              <a:ea typeface="Calibri"/>
              <a:cs typeface="Calibri"/>
              <a:sym typeface="Calibri"/>
            </a:endParaRPr>
          </a:p>
        </p:txBody>
      </p:sp>
      <p:sp>
        <p:nvSpPr>
          <p:cNvPr id="155" name="Google Shape;155;p8"/>
          <p:cNvSpPr txBox="1"/>
          <p:nvPr/>
        </p:nvSpPr>
        <p:spPr>
          <a:xfrm>
            <a:off x="3924020" y="3760999"/>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Cronograma e inversi</a:t>
            </a:r>
            <a:r>
              <a:rPr b="1" lang="en-US" sz="1200">
                <a:solidFill>
                  <a:srgbClr val="000033"/>
                </a:solidFill>
                <a:latin typeface="Montserrat SemiBold"/>
                <a:ea typeface="Montserrat SemiBold"/>
                <a:cs typeface="Montserrat SemiBold"/>
                <a:sym typeface="Montserrat SemiBold"/>
              </a:rPr>
              <a:t>ón</a:t>
            </a:r>
            <a:endParaRPr b="1" i="0" sz="1200" u="none" cap="none" strike="noStrike">
              <a:solidFill>
                <a:srgbClr val="000033"/>
              </a:solidFill>
              <a:latin typeface="Montserrat SemiBold"/>
              <a:ea typeface="Montserrat SemiBold"/>
              <a:cs typeface="Montserrat SemiBold"/>
              <a:sym typeface="Montserrat SemiBold"/>
            </a:endParaRPr>
          </a:p>
        </p:txBody>
      </p:sp>
      <p:sp>
        <p:nvSpPr>
          <p:cNvPr id="156" name="Google Shape;156;p8"/>
          <p:cNvSpPr txBox="1"/>
          <p:nvPr/>
        </p:nvSpPr>
        <p:spPr>
          <a:xfrm>
            <a:off x="3494493" y="3126916"/>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07</a:t>
            </a:r>
            <a:endParaRPr b="0" i="0" sz="1200" u="none" cap="none" strike="noStrike">
              <a:solidFill>
                <a:schemeClr val="dk1"/>
              </a:solidFill>
              <a:latin typeface="Calibri"/>
              <a:ea typeface="Calibri"/>
              <a:cs typeface="Calibri"/>
              <a:sym typeface="Calibri"/>
            </a:endParaRPr>
          </a:p>
        </p:txBody>
      </p:sp>
      <p:sp>
        <p:nvSpPr>
          <p:cNvPr id="157" name="Google Shape;157;p8"/>
          <p:cNvSpPr txBox="1"/>
          <p:nvPr/>
        </p:nvSpPr>
        <p:spPr>
          <a:xfrm>
            <a:off x="3915117" y="3126916"/>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Consideraciones</a:t>
            </a:r>
            <a:endParaRPr b="0" i="0" sz="1200" u="none" cap="none" strike="noStrike">
              <a:solidFill>
                <a:schemeClr val="dk1"/>
              </a:solidFill>
              <a:latin typeface="Calibri"/>
              <a:ea typeface="Calibri"/>
              <a:cs typeface="Calibri"/>
              <a:sym typeface="Calibri"/>
            </a:endParaRPr>
          </a:p>
        </p:txBody>
      </p:sp>
      <p:sp>
        <p:nvSpPr>
          <p:cNvPr id="158" name="Google Shape;158;p8"/>
          <p:cNvSpPr txBox="1"/>
          <p:nvPr/>
        </p:nvSpPr>
        <p:spPr>
          <a:xfrm>
            <a:off x="6216344" y="1838403"/>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a:t>
            </a:r>
            <a:r>
              <a:rPr b="1" lang="en-US" sz="1200">
                <a:solidFill>
                  <a:srgbClr val="2B5BFC"/>
                </a:solidFill>
                <a:latin typeface="Montserrat SemiBold"/>
                <a:ea typeface="Montserrat SemiBold"/>
                <a:cs typeface="Montserrat SemiBold"/>
                <a:sym typeface="Montserrat SemiBold"/>
              </a:rPr>
              <a:t>9</a:t>
            </a:r>
            <a:endParaRPr b="0" i="0" sz="1200" u="none" cap="none" strike="noStrike">
              <a:solidFill>
                <a:schemeClr val="dk1"/>
              </a:solidFill>
              <a:latin typeface="Calibri"/>
              <a:ea typeface="Calibri"/>
              <a:cs typeface="Calibri"/>
              <a:sym typeface="Calibri"/>
            </a:endParaRPr>
          </a:p>
        </p:txBody>
      </p:sp>
      <p:sp>
        <p:nvSpPr>
          <p:cNvPr id="159" name="Google Shape;159;p8"/>
          <p:cNvSpPr txBox="1"/>
          <p:nvPr/>
        </p:nvSpPr>
        <p:spPr>
          <a:xfrm>
            <a:off x="6582000" y="1838400"/>
            <a:ext cx="18288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Estimación de impacto</a:t>
            </a:r>
            <a:endParaRPr b="0" i="0" sz="1200" u="none" cap="none" strike="noStrike">
              <a:solidFill>
                <a:schemeClr val="dk1"/>
              </a:solidFill>
              <a:latin typeface="Calibri"/>
              <a:ea typeface="Calibri"/>
              <a:cs typeface="Calibri"/>
              <a:sym typeface="Calibri"/>
            </a:endParaRPr>
          </a:p>
        </p:txBody>
      </p:sp>
      <p:sp>
        <p:nvSpPr>
          <p:cNvPr id="160" name="Google Shape;160;p8"/>
          <p:cNvSpPr/>
          <p:nvPr/>
        </p:nvSpPr>
        <p:spPr>
          <a:xfrm>
            <a:off x="6033428" y="2396000"/>
            <a:ext cx="2557200" cy="512100"/>
          </a:xfrm>
          <a:prstGeom prst="roundRect">
            <a:avLst>
              <a:gd fmla="val 1428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8"/>
          <p:cNvSpPr txBox="1"/>
          <p:nvPr/>
        </p:nvSpPr>
        <p:spPr>
          <a:xfrm>
            <a:off x="6216308" y="248744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10</a:t>
            </a:r>
            <a:endParaRPr b="0" i="0" sz="1200" u="none" cap="none" strike="noStrike">
              <a:solidFill>
                <a:schemeClr val="dk1"/>
              </a:solidFill>
              <a:latin typeface="Calibri"/>
              <a:ea typeface="Calibri"/>
              <a:cs typeface="Calibri"/>
              <a:sym typeface="Calibri"/>
            </a:endParaRPr>
          </a:p>
        </p:txBody>
      </p:sp>
      <p:sp>
        <p:nvSpPr>
          <p:cNvPr id="162" name="Google Shape;162;p8"/>
          <p:cNvSpPr txBox="1"/>
          <p:nvPr/>
        </p:nvSpPr>
        <p:spPr>
          <a:xfrm>
            <a:off x="6636932" y="248744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200">
                <a:solidFill>
                  <a:srgbClr val="000033"/>
                </a:solidFill>
                <a:latin typeface="Montserrat SemiBold"/>
                <a:ea typeface="Montserrat SemiBold"/>
                <a:cs typeface="Montserrat SemiBold"/>
                <a:sym typeface="Montserrat SemiBold"/>
              </a:rPr>
              <a:t>Casos similares</a:t>
            </a:r>
            <a:endParaRPr b="0" i="0" sz="1200" u="none" cap="none" strike="noStrike">
              <a:solidFill>
                <a:schemeClr val="dk1"/>
              </a:solidFill>
              <a:latin typeface="Calibri"/>
              <a:ea typeface="Calibri"/>
              <a:cs typeface="Calibri"/>
              <a:sym typeface="Calibri"/>
            </a:endParaRPr>
          </a:p>
        </p:txBody>
      </p:sp>
      <p:sp>
        <p:nvSpPr>
          <p:cNvPr id="163" name="Google Shape;163;p8"/>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164" name="Google Shape;164;p8"/>
          <p:cNvSpPr txBox="1"/>
          <p:nvPr/>
        </p:nvSpPr>
        <p:spPr>
          <a:xfrm>
            <a:off x="772669" y="2487530"/>
            <a:ext cx="3657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02</a:t>
            </a:r>
            <a:endParaRPr b="0" i="0" sz="1200" u="none" cap="none" strike="noStrike">
              <a:solidFill>
                <a:schemeClr val="dk1"/>
              </a:solidFill>
              <a:latin typeface="Calibri"/>
              <a:ea typeface="Calibri"/>
              <a:cs typeface="Calibri"/>
              <a:sym typeface="Calibri"/>
            </a:endParaRPr>
          </a:p>
        </p:txBody>
      </p:sp>
      <p:sp>
        <p:nvSpPr>
          <p:cNvPr id="165" name="Google Shape;165;p8"/>
          <p:cNvSpPr txBox="1"/>
          <p:nvPr/>
        </p:nvSpPr>
        <p:spPr>
          <a:xfrm>
            <a:off x="1193293" y="2487530"/>
            <a:ext cx="1770900" cy="3291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33"/>
              </a:buClr>
              <a:buSzPts val="1200"/>
              <a:buFont typeface="Montserrat SemiBold"/>
              <a:buNone/>
            </a:pPr>
            <a:r>
              <a:rPr b="1" lang="en-US" sz="1200">
                <a:solidFill>
                  <a:srgbClr val="000033"/>
                </a:solidFill>
                <a:latin typeface="Montserrat SemiBold"/>
                <a:ea typeface="Montserrat SemiBold"/>
                <a:cs typeface="Montserrat SemiBold"/>
                <a:sym typeface="Montserrat SemiBold"/>
              </a:rPr>
              <a:t>Contexto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170" name="Shape 170"/>
        <p:cNvGrpSpPr/>
        <p:nvPr/>
      </p:nvGrpSpPr>
      <p:grpSpPr>
        <a:xfrm>
          <a:off x="0" y="0"/>
          <a:ext cx="0" cy="0"/>
          <a:chOff x="0" y="0"/>
          <a:chExt cx="0" cy="0"/>
        </a:xfrm>
      </p:grpSpPr>
      <p:pic>
        <p:nvPicPr>
          <p:cNvPr descr="bg-dark-glow.png" id="171" name="Google Shape;171;p9"/>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172" name="Google Shape;172;p9"/>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173" name="Google Shape;173;p9"/>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174" name="Google Shape;174;p9"/>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Diagnóstico </a:t>
            </a:r>
            <a:endParaRPr b="0" i="1" sz="1400" u="none" cap="none" strike="noStrike">
              <a:solidFill>
                <a:srgbClr val="9AAFFE"/>
              </a:solidFill>
              <a:latin typeface="Arial"/>
              <a:ea typeface="Arial"/>
              <a:cs typeface="Arial"/>
              <a:sym typeface="Arial"/>
            </a:endParaRPr>
          </a:p>
        </p:txBody>
      </p:sp>
      <p:sp>
        <p:nvSpPr>
          <p:cNvPr id="175" name="Google Shape;175;p9"/>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0"/>
          <p:cNvSpPr/>
          <p:nvPr/>
        </p:nvSpPr>
        <p:spPr>
          <a:xfrm>
            <a:off x="571500" y="1557750"/>
            <a:ext cx="8283900" cy="20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A4A5F"/>
              </a:buClr>
              <a:buSzPts val="900"/>
              <a:buFont typeface="Calibri"/>
              <a:buNone/>
            </a:pPr>
            <a:r>
              <a:rPr b="0" i="0" lang="en-US" sz="1000" u="none" cap="none" strike="noStrike">
                <a:solidFill>
                  <a:srgbClr val="000033"/>
                </a:solidFill>
                <a:latin typeface="Montserrat"/>
                <a:ea typeface="Montserrat"/>
                <a:cs typeface="Montserrat"/>
                <a:sym typeface="Montserrat"/>
              </a:rPr>
              <a:t>Una línea de bajada que explica de qué trata el conjunto de tarjetas.</a:t>
            </a:r>
            <a:endParaRPr b="0" i="0" sz="1000" u="none" cap="none" strike="noStrike">
              <a:solidFill>
                <a:schemeClr val="dk1"/>
              </a:solidFill>
              <a:latin typeface="Montserrat"/>
              <a:ea typeface="Montserrat"/>
              <a:cs typeface="Montserrat"/>
              <a:sym typeface="Montserrat"/>
            </a:endParaRPr>
          </a:p>
        </p:txBody>
      </p:sp>
      <p:sp>
        <p:nvSpPr>
          <p:cNvPr id="182" name="Google Shape;182;p10"/>
          <p:cNvSpPr/>
          <p:nvPr/>
        </p:nvSpPr>
        <p:spPr>
          <a:xfrm>
            <a:off x="550300"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0"/>
          <p:cNvSpPr/>
          <p:nvPr/>
        </p:nvSpPr>
        <p:spPr>
          <a:xfrm>
            <a:off x="728608"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a:t>
            </a:r>
            <a:endParaRPr b="1" i="0" sz="1000" u="none" cap="none" strike="noStrike">
              <a:solidFill>
                <a:srgbClr val="7E99FE"/>
              </a:solidFill>
              <a:latin typeface="Montserrat"/>
              <a:ea typeface="Montserrat"/>
              <a:cs typeface="Montserrat"/>
              <a:sym typeface="Montserrat"/>
            </a:endParaRPr>
          </a:p>
        </p:txBody>
      </p:sp>
      <p:sp>
        <p:nvSpPr>
          <p:cNvPr id="184" name="Google Shape;184;p10"/>
          <p:cNvSpPr/>
          <p:nvPr/>
        </p:nvSpPr>
        <p:spPr>
          <a:xfrm>
            <a:off x="728603"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1000"/>
              <a:buFont typeface="Calibri"/>
              <a:buNone/>
            </a:pPr>
            <a:r>
              <a:rPr b="1" i="0" lang="en-US" sz="1200" u="none" cap="none" strike="noStrike">
                <a:solidFill>
                  <a:srgbClr val="FFFFFF"/>
                </a:solidFill>
                <a:latin typeface="Montserrat"/>
                <a:ea typeface="Montserrat"/>
                <a:cs typeface="Montserrat"/>
                <a:sym typeface="Montserrat"/>
              </a:rPr>
              <a:t>Título del Pilar</a:t>
            </a:r>
            <a:endParaRPr b="0" i="0" sz="1200" u="none" cap="none" strike="noStrike">
              <a:solidFill>
                <a:schemeClr val="dk1"/>
              </a:solidFill>
              <a:latin typeface="Montserrat"/>
              <a:ea typeface="Montserrat"/>
              <a:cs typeface="Montserrat"/>
              <a:sym typeface="Montserrat"/>
            </a:endParaRPr>
          </a:p>
        </p:txBody>
      </p:sp>
      <p:sp>
        <p:nvSpPr>
          <p:cNvPr id="185" name="Google Shape;185;p10"/>
          <p:cNvSpPr/>
          <p:nvPr/>
        </p:nvSpPr>
        <p:spPr>
          <a:xfrm>
            <a:off x="728575"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xxxxx</a:t>
            </a:r>
            <a:endParaRPr b="0" i="0" sz="1000" u="none" cap="none" strike="noStrike">
              <a:solidFill>
                <a:srgbClr val="EEF3FF"/>
              </a:solidFill>
              <a:latin typeface="Montserrat"/>
              <a:ea typeface="Montserrat"/>
              <a:cs typeface="Montserrat"/>
              <a:sym typeface="Montserrat"/>
            </a:endParaRPr>
          </a:p>
        </p:txBody>
      </p:sp>
      <p:sp>
        <p:nvSpPr>
          <p:cNvPr id="186" name="Google Shape;186;p10"/>
          <p:cNvSpPr/>
          <p:nvPr/>
        </p:nvSpPr>
        <p:spPr>
          <a:xfrm>
            <a:off x="3389512"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0"/>
          <p:cNvSpPr/>
          <p:nvPr/>
        </p:nvSpPr>
        <p:spPr>
          <a:xfrm>
            <a:off x="3567820"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II</a:t>
            </a:r>
            <a:endParaRPr b="1" i="0" sz="1000" u="none" cap="none" strike="noStrike">
              <a:solidFill>
                <a:srgbClr val="7E99FE"/>
              </a:solidFill>
              <a:latin typeface="Montserrat"/>
              <a:ea typeface="Montserrat"/>
              <a:cs typeface="Montserrat"/>
              <a:sym typeface="Montserrat"/>
            </a:endParaRPr>
          </a:p>
        </p:txBody>
      </p:sp>
      <p:sp>
        <p:nvSpPr>
          <p:cNvPr id="188" name="Google Shape;188;p10"/>
          <p:cNvSpPr/>
          <p:nvPr/>
        </p:nvSpPr>
        <p:spPr>
          <a:xfrm>
            <a:off x="3567816"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lt1"/>
              </a:buClr>
              <a:buSzPts val="1000"/>
              <a:buFont typeface="Calibri"/>
              <a:buNone/>
            </a:pPr>
            <a:r>
              <a:rPr b="1" i="0" lang="en-US" sz="1200" u="none" cap="none" strike="noStrike">
                <a:solidFill>
                  <a:schemeClr val="lt1"/>
                </a:solidFill>
                <a:latin typeface="Montserrat"/>
                <a:ea typeface="Montserrat"/>
                <a:cs typeface="Montserrat"/>
                <a:sym typeface="Montserrat"/>
              </a:rPr>
              <a:t>Título del Pilar</a:t>
            </a:r>
            <a:endParaRPr b="0" i="0" sz="1200" u="none" cap="none" strike="noStrike">
              <a:solidFill>
                <a:schemeClr val="dk1"/>
              </a:solidFill>
              <a:latin typeface="Montserrat"/>
              <a:ea typeface="Montserrat"/>
              <a:cs typeface="Montserrat"/>
              <a:sym typeface="Montserrat"/>
            </a:endParaRPr>
          </a:p>
          <a:p>
            <a:pPr indent="0" lvl="0" marL="0" marR="0" rtl="0" algn="l">
              <a:lnSpc>
                <a:spcPct val="105000"/>
              </a:lnSpc>
              <a:spcBef>
                <a:spcPts val="0"/>
              </a:spcBef>
              <a:spcAft>
                <a:spcPts val="0"/>
              </a:spcAft>
              <a:buClr>
                <a:srgbClr val="FFFFFF"/>
              </a:buClr>
              <a:buSzPts val="1000"/>
              <a:buFont typeface="Calibri"/>
              <a:buNone/>
            </a:pPr>
            <a:r>
              <a:t/>
            </a:r>
            <a:endParaRPr b="1" i="0" sz="1200" u="none" cap="none" strike="noStrike">
              <a:solidFill>
                <a:srgbClr val="FFFFFF"/>
              </a:solidFill>
              <a:latin typeface="Montserrat"/>
              <a:ea typeface="Montserrat"/>
              <a:cs typeface="Montserrat"/>
              <a:sym typeface="Montserrat"/>
            </a:endParaRPr>
          </a:p>
        </p:txBody>
      </p:sp>
      <p:sp>
        <p:nvSpPr>
          <p:cNvPr id="189" name="Google Shape;189;p10"/>
          <p:cNvSpPr/>
          <p:nvPr/>
        </p:nvSpPr>
        <p:spPr>
          <a:xfrm>
            <a:off x="3567825"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xxxx</a:t>
            </a:r>
            <a:endParaRPr b="0" i="0" sz="1000" u="none" cap="none" strike="noStrike">
              <a:solidFill>
                <a:srgbClr val="EEF3FF"/>
              </a:solidFill>
              <a:latin typeface="Montserrat"/>
              <a:ea typeface="Montserrat"/>
              <a:cs typeface="Montserrat"/>
              <a:sym typeface="Montserrat"/>
            </a:endParaRPr>
          </a:p>
        </p:txBody>
      </p:sp>
      <p:sp>
        <p:nvSpPr>
          <p:cNvPr id="190" name="Google Shape;190;p10"/>
          <p:cNvSpPr/>
          <p:nvPr/>
        </p:nvSpPr>
        <p:spPr>
          <a:xfrm>
            <a:off x="6228725" y="1862001"/>
            <a:ext cx="2626800" cy="1505700"/>
          </a:xfrm>
          <a:prstGeom prst="roundRect">
            <a:avLst>
              <a:gd fmla="val 4103" name="adj"/>
            </a:avLst>
          </a:prstGeom>
          <a:solidFill>
            <a:srgbClr val="000033"/>
          </a:solidFill>
          <a:ln cap="flat" cmpd="sng" w="12700">
            <a:solidFill>
              <a:srgbClr val="333333"/>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0"/>
          <p:cNvSpPr/>
          <p:nvPr/>
        </p:nvSpPr>
        <p:spPr>
          <a:xfrm>
            <a:off x="6407032" y="2012865"/>
            <a:ext cx="22701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A7DA"/>
              </a:buClr>
              <a:buSzPts val="700"/>
              <a:buFont typeface="Calibri"/>
              <a:buNone/>
            </a:pPr>
            <a:r>
              <a:rPr b="1" i="0" lang="en-US" sz="1000" u="none" cap="none" strike="noStrike">
                <a:solidFill>
                  <a:srgbClr val="7E99FE"/>
                </a:solidFill>
                <a:latin typeface="Montserrat"/>
                <a:ea typeface="Montserrat"/>
                <a:cs typeface="Montserrat"/>
                <a:sym typeface="Montserrat"/>
              </a:rPr>
              <a:t>PILAR III</a:t>
            </a:r>
            <a:endParaRPr b="1" i="0" sz="1000" u="none" cap="none" strike="noStrike">
              <a:solidFill>
                <a:srgbClr val="7E99FE"/>
              </a:solidFill>
              <a:latin typeface="Montserrat"/>
              <a:ea typeface="Montserrat"/>
              <a:cs typeface="Montserrat"/>
              <a:sym typeface="Montserrat"/>
            </a:endParaRPr>
          </a:p>
        </p:txBody>
      </p:sp>
      <p:sp>
        <p:nvSpPr>
          <p:cNvPr id="192" name="Google Shape;192;p10"/>
          <p:cNvSpPr/>
          <p:nvPr/>
        </p:nvSpPr>
        <p:spPr>
          <a:xfrm>
            <a:off x="6407028" y="2266599"/>
            <a:ext cx="2270100" cy="257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chemeClr val="lt1"/>
              </a:buClr>
              <a:buSzPts val="1000"/>
              <a:buFont typeface="Calibri"/>
              <a:buNone/>
            </a:pPr>
            <a:r>
              <a:rPr b="1" i="0" lang="en-US" sz="1200" u="none" cap="none" strike="noStrike">
                <a:solidFill>
                  <a:schemeClr val="lt1"/>
                </a:solidFill>
                <a:latin typeface="Montserrat"/>
                <a:ea typeface="Montserrat"/>
                <a:cs typeface="Montserrat"/>
                <a:sym typeface="Montserrat"/>
              </a:rPr>
              <a:t>Título del Pilar</a:t>
            </a:r>
            <a:endParaRPr b="1" i="0" sz="1200" u="none" cap="none" strike="noStrike">
              <a:solidFill>
                <a:srgbClr val="FFFFFF"/>
              </a:solidFill>
              <a:latin typeface="Montserrat"/>
              <a:ea typeface="Montserrat"/>
              <a:cs typeface="Montserrat"/>
              <a:sym typeface="Montserrat"/>
            </a:endParaRPr>
          </a:p>
        </p:txBody>
      </p:sp>
      <p:sp>
        <p:nvSpPr>
          <p:cNvPr id="193" name="Google Shape;193;p10"/>
          <p:cNvSpPr/>
          <p:nvPr/>
        </p:nvSpPr>
        <p:spPr>
          <a:xfrm>
            <a:off x="6407000" y="2614476"/>
            <a:ext cx="2270100" cy="59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D6D5EE"/>
              </a:buClr>
              <a:buSzPts val="800"/>
              <a:buFont typeface="Calibri"/>
              <a:buNone/>
            </a:pPr>
            <a:r>
              <a:rPr b="0" i="0" lang="en-US" sz="1000" u="none" cap="none" strike="noStrike">
                <a:solidFill>
                  <a:srgbClr val="EEF3FF"/>
                </a:solidFill>
                <a:latin typeface="Montserrat"/>
                <a:ea typeface="Montserrat"/>
                <a:cs typeface="Montserrat"/>
                <a:sym typeface="Montserrat"/>
              </a:rPr>
              <a:t>xxx</a:t>
            </a:r>
            <a:endParaRPr b="0" i="0" sz="1000" u="none" cap="none" strike="noStrike">
              <a:solidFill>
                <a:srgbClr val="EEF3FF"/>
              </a:solidFill>
              <a:latin typeface="Montserrat"/>
              <a:ea typeface="Montserrat"/>
              <a:cs typeface="Montserrat"/>
              <a:sym typeface="Montserrat"/>
            </a:endParaRPr>
          </a:p>
        </p:txBody>
      </p:sp>
      <p:sp>
        <p:nvSpPr>
          <p:cNvPr id="194" name="Google Shape;194;p10"/>
          <p:cNvSpPr/>
          <p:nvPr/>
        </p:nvSpPr>
        <p:spPr>
          <a:xfrm>
            <a:off x="550275" y="3610675"/>
            <a:ext cx="4114800" cy="15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700"/>
              <a:buFont typeface="Calibri"/>
              <a:buNone/>
            </a:pPr>
            <a:r>
              <a:rPr b="1" i="0" lang="en-US" sz="1000" u="none" cap="none" strike="noStrike">
                <a:solidFill>
                  <a:srgbClr val="2B5BFC"/>
                </a:solidFill>
                <a:latin typeface="Montserrat"/>
                <a:ea typeface="Montserrat"/>
                <a:cs typeface="Montserrat"/>
                <a:sym typeface="Montserrat"/>
              </a:rPr>
              <a:t>CÓMO SE ABORDA HOY</a:t>
            </a:r>
            <a:endParaRPr b="1" i="0" sz="1000" u="none" cap="none" strike="noStrike">
              <a:solidFill>
                <a:srgbClr val="2B5BFC"/>
              </a:solidFill>
              <a:latin typeface="Montserrat"/>
              <a:ea typeface="Montserrat"/>
              <a:cs typeface="Montserrat"/>
              <a:sym typeface="Montserrat"/>
            </a:endParaRPr>
          </a:p>
        </p:txBody>
      </p:sp>
      <p:cxnSp>
        <p:nvCxnSpPr>
          <p:cNvPr id="195" name="Google Shape;195;p10"/>
          <p:cNvCxnSpPr/>
          <p:nvPr/>
        </p:nvCxnSpPr>
        <p:spPr>
          <a:xfrm>
            <a:off x="550275"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196" name="Google Shape;196;p10"/>
          <p:cNvSpPr/>
          <p:nvPr/>
        </p:nvSpPr>
        <p:spPr>
          <a:xfrm>
            <a:off x="550275"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197" name="Google Shape;197;p10"/>
          <p:cNvSpPr/>
          <p:nvPr/>
        </p:nvSpPr>
        <p:spPr>
          <a:xfrm>
            <a:off x="550275"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chemeClr val="dk1"/>
              </a:solidFill>
              <a:latin typeface="Montserrat"/>
              <a:ea typeface="Montserrat"/>
              <a:cs typeface="Montserrat"/>
              <a:sym typeface="Montserrat"/>
            </a:endParaRPr>
          </a:p>
        </p:txBody>
      </p:sp>
      <p:cxnSp>
        <p:nvCxnSpPr>
          <p:cNvPr id="198" name="Google Shape;198;p10"/>
          <p:cNvCxnSpPr/>
          <p:nvPr/>
        </p:nvCxnSpPr>
        <p:spPr>
          <a:xfrm>
            <a:off x="3389487"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199" name="Google Shape;199;p10"/>
          <p:cNvSpPr/>
          <p:nvPr/>
        </p:nvSpPr>
        <p:spPr>
          <a:xfrm>
            <a:off x="3389487"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00" name="Google Shape;200;p10"/>
          <p:cNvSpPr/>
          <p:nvPr/>
        </p:nvSpPr>
        <p:spPr>
          <a:xfrm>
            <a:off x="3389487"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a:t>
            </a:r>
            <a:endParaRPr b="0" i="0" sz="1000" u="none" cap="none" strike="noStrike">
              <a:solidFill>
                <a:schemeClr val="dk1"/>
              </a:solidFill>
              <a:latin typeface="Montserrat"/>
              <a:ea typeface="Montserrat"/>
              <a:cs typeface="Montserrat"/>
              <a:sym typeface="Montserrat"/>
            </a:endParaRPr>
          </a:p>
        </p:txBody>
      </p:sp>
      <p:cxnSp>
        <p:nvCxnSpPr>
          <p:cNvPr id="201" name="Google Shape;201;p10"/>
          <p:cNvCxnSpPr/>
          <p:nvPr/>
        </p:nvCxnSpPr>
        <p:spPr>
          <a:xfrm>
            <a:off x="6228700" y="3824283"/>
            <a:ext cx="2626800" cy="0"/>
          </a:xfrm>
          <a:prstGeom prst="straightConnector1">
            <a:avLst/>
          </a:prstGeom>
          <a:noFill/>
          <a:ln cap="flat" cmpd="sng" w="9525">
            <a:solidFill>
              <a:srgbClr val="9AAFFE"/>
            </a:solidFill>
            <a:prstDash val="solid"/>
            <a:round/>
            <a:headEnd len="sm" w="sm" type="none"/>
            <a:tailEnd len="sm" w="sm" type="none"/>
          </a:ln>
        </p:spPr>
      </p:cxnSp>
      <p:sp>
        <p:nvSpPr>
          <p:cNvPr id="202" name="Google Shape;202;p10"/>
          <p:cNvSpPr/>
          <p:nvPr/>
        </p:nvSpPr>
        <p:spPr>
          <a:xfrm>
            <a:off x="6228700" y="3948495"/>
            <a:ext cx="2626800" cy="142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900"/>
              <a:buFont typeface="Calibri"/>
              <a:buNone/>
            </a:pPr>
            <a:r>
              <a:rPr b="1" i="0" lang="en-US" sz="1200" u="none" cap="none" strike="noStrike">
                <a:solidFill>
                  <a:srgbClr val="000033"/>
                </a:solidFill>
                <a:latin typeface="Montserrat"/>
                <a:ea typeface="Montserrat"/>
                <a:cs typeface="Montserrat"/>
                <a:sym typeface="Montserrat"/>
              </a:rPr>
              <a:t>Título 1</a:t>
            </a:r>
            <a:endParaRPr b="0" i="0" sz="1200" u="none" cap="none" strike="noStrike">
              <a:solidFill>
                <a:schemeClr val="dk1"/>
              </a:solidFill>
              <a:latin typeface="Montserrat"/>
              <a:ea typeface="Montserrat"/>
              <a:cs typeface="Montserrat"/>
              <a:sym typeface="Montserrat"/>
            </a:endParaRPr>
          </a:p>
        </p:txBody>
      </p:sp>
      <p:sp>
        <p:nvSpPr>
          <p:cNvPr id="203" name="Google Shape;203;p10"/>
          <p:cNvSpPr/>
          <p:nvPr/>
        </p:nvSpPr>
        <p:spPr>
          <a:xfrm>
            <a:off x="6228700" y="4158631"/>
            <a:ext cx="2626800" cy="42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A4A5F"/>
              </a:buClr>
              <a:buSzPts val="800"/>
              <a:buFont typeface="Calibri"/>
              <a:buNone/>
            </a:pPr>
            <a:r>
              <a:rPr b="0" i="0" lang="en-US" sz="1000" u="none" cap="none" strike="noStrike">
                <a:solidFill>
                  <a:srgbClr val="000033"/>
                </a:solidFill>
                <a:latin typeface="Montserrat"/>
                <a:ea typeface="Montserrat"/>
                <a:cs typeface="Montserrat"/>
                <a:sym typeface="Montserrat"/>
              </a:rPr>
              <a:t>xxxxx</a:t>
            </a:r>
            <a:endParaRPr b="0" i="0" sz="1000" u="none" cap="none" strike="noStrike">
              <a:solidFill>
                <a:schemeClr val="dk1"/>
              </a:solidFill>
              <a:latin typeface="Montserrat"/>
              <a:ea typeface="Montserrat"/>
              <a:cs typeface="Montserrat"/>
              <a:sym typeface="Montserrat"/>
            </a:endParaRPr>
          </a:p>
        </p:txBody>
      </p:sp>
      <p:sp>
        <p:nvSpPr>
          <p:cNvPr id="204" name="Google Shape;204;p10"/>
          <p:cNvSpPr txBox="1"/>
          <p:nvPr/>
        </p:nvSpPr>
        <p:spPr>
          <a:xfrm>
            <a:off x="571500" y="888551"/>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CONTEXTO</a:t>
            </a:r>
            <a:endParaRPr b="0" i="0" sz="1100" u="none" cap="none" strike="noStrike">
              <a:solidFill>
                <a:schemeClr val="dk1"/>
              </a:solidFill>
              <a:latin typeface="Calibri"/>
              <a:ea typeface="Calibri"/>
              <a:cs typeface="Calibri"/>
              <a:sym typeface="Calibri"/>
            </a:endParaRPr>
          </a:p>
        </p:txBody>
      </p:sp>
      <p:sp>
        <p:nvSpPr>
          <p:cNvPr id="205" name="Google Shape;205;p10"/>
          <p:cNvSpPr txBox="1"/>
          <p:nvPr/>
        </p:nvSpPr>
        <p:spPr>
          <a:xfrm>
            <a:off x="571500" y="1126100"/>
            <a:ext cx="8001000" cy="37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a:t>
            </a:r>
            <a:r>
              <a:rPr b="1" i="1" lang="en-US" sz="2100" u="none" cap="none" strike="noStrike">
                <a:solidFill>
                  <a:srgbClr val="2B5BFC"/>
                </a:solidFill>
                <a:latin typeface="Montserrat Black"/>
                <a:ea typeface="Montserrat Black"/>
                <a:cs typeface="Montserrat Black"/>
                <a:sym typeface="Montserrat Black"/>
              </a:rPr>
              <a:t> sección</a:t>
            </a:r>
            <a:endParaRPr b="1" i="0" sz="2100" u="none" cap="none" strike="noStrike">
              <a:solidFill>
                <a:srgbClr val="000033"/>
              </a:solidFill>
              <a:latin typeface="Montserrat ExtraBold"/>
              <a:ea typeface="Montserrat ExtraBold"/>
              <a:cs typeface="Montserrat ExtraBold"/>
              <a:sym typeface="Montserrat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10" name="Shape 210"/>
        <p:cNvGrpSpPr/>
        <p:nvPr/>
      </p:nvGrpSpPr>
      <p:grpSpPr>
        <a:xfrm>
          <a:off x="0" y="0"/>
          <a:ext cx="0" cy="0"/>
          <a:chOff x="0" y="0"/>
          <a:chExt cx="0" cy="0"/>
        </a:xfrm>
      </p:grpSpPr>
      <p:pic>
        <p:nvPicPr>
          <p:cNvPr descr="bg-dark-glow.png" id="211" name="Google Shape;211;p11"/>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12" name="Google Shape;212;p11"/>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213" name="Google Shape;213;p11"/>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14" name="Google Shape;214;p11"/>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C</a:t>
            </a:r>
            <a:r>
              <a:rPr lang="en-US" sz="4500">
                <a:solidFill>
                  <a:srgbClr val="FFFFFF"/>
                </a:solidFill>
                <a:latin typeface="Montserrat ExtraBold"/>
                <a:ea typeface="Montserrat ExtraBold"/>
                <a:cs typeface="Montserrat ExtraBold"/>
                <a:sym typeface="Montserrat ExtraBold"/>
              </a:rPr>
              <a:t>ontexto</a:t>
            </a:r>
            <a:endParaRPr sz="4500">
              <a:solidFill>
                <a:srgbClr val="FFFFFF"/>
              </a:solidFill>
              <a:latin typeface="Montserrat ExtraBold"/>
              <a:ea typeface="Montserrat ExtraBold"/>
              <a:cs typeface="Montserrat ExtraBold"/>
              <a:sym typeface="Montserrat ExtraBold"/>
            </a:endParaRPr>
          </a:p>
        </p:txBody>
      </p:sp>
      <p:sp>
        <p:nvSpPr>
          <p:cNvPr id="215" name="Google Shape;215;p11"/>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220" name="Shape 220"/>
        <p:cNvGrpSpPr/>
        <p:nvPr/>
      </p:nvGrpSpPr>
      <p:grpSpPr>
        <a:xfrm>
          <a:off x="0" y="0"/>
          <a:ext cx="0" cy="0"/>
          <a:chOff x="0" y="0"/>
          <a:chExt cx="0" cy="0"/>
        </a:xfrm>
      </p:grpSpPr>
      <p:sp>
        <p:nvSpPr>
          <p:cNvPr id="221" name="Google Shape;221;p12"/>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DIAGNÓSTICO</a:t>
            </a:r>
            <a:endParaRPr b="0" i="0" sz="1100" u="none" cap="none" strike="noStrike">
              <a:solidFill>
                <a:schemeClr val="dk1"/>
              </a:solidFill>
              <a:latin typeface="Calibri"/>
              <a:ea typeface="Calibri"/>
              <a:cs typeface="Calibri"/>
              <a:sym typeface="Calibri"/>
            </a:endParaRPr>
          </a:p>
        </p:txBody>
      </p:sp>
      <p:sp>
        <p:nvSpPr>
          <p:cNvPr id="222" name="Google Shape;222;p12"/>
          <p:cNvSpPr txBox="1"/>
          <p:nvPr/>
        </p:nvSpPr>
        <p:spPr>
          <a:xfrm>
            <a:off x="571500" y="1097275"/>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 </a:t>
            </a:r>
            <a:r>
              <a:rPr b="1" i="1" lang="en-US" sz="2100" u="none" cap="none" strike="noStrike">
                <a:solidFill>
                  <a:srgbClr val="2B5BFC"/>
                </a:solidFill>
                <a:latin typeface="Montserrat ExtraBold"/>
                <a:ea typeface="Montserrat ExtraBold"/>
                <a:cs typeface="Montserrat ExtraBold"/>
                <a:sym typeface="Montserrat ExtraBold"/>
              </a:rPr>
              <a:t>sección</a:t>
            </a:r>
            <a:endParaRPr b="0" i="1" sz="2100" u="none" cap="none" strike="noStrike">
              <a:solidFill>
                <a:srgbClr val="2B5BFC"/>
              </a:solidFill>
              <a:latin typeface="Calibri"/>
              <a:ea typeface="Calibri"/>
              <a:cs typeface="Calibri"/>
              <a:sym typeface="Calibri"/>
            </a:endParaRPr>
          </a:p>
        </p:txBody>
      </p:sp>
      <p:sp>
        <p:nvSpPr>
          <p:cNvPr id="223" name="Google Shape;223;p12"/>
          <p:cNvSpPr/>
          <p:nvPr/>
        </p:nvSpPr>
        <p:spPr>
          <a:xfrm>
            <a:off x="571500"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2"/>
          <p:cNvSpPr txBox="1"/>
          <p:nvPr/>
        </p:nvSpPr>
        <p:spPr>
          <a:xfrm>
            <a:off x="756599"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1</a:t>
            </a:r>
            <a:endParaRPr b="0" i="0" sz="1000" u="none" cap="none" strike="noStrike">
              <a:solidFill>
                <a:schemeClr val="dk1"/>
              </a:solidFill>
              <a:latin typeface="Calibri"/>
              <a:ea typeface="Calibri"/>
              <a:cs typeface="Calibri"/>
              <a:sym typeface="Calibri"/>
            </a:endParaRPr>
          </a:p>
        </p:txBody>
      </p:sp>
      <p:sp>
        <p:nvSpPr>
          <p:cNvPr id="225" name="Google Shape;225;p12"/>
          <p:cNvSpPr txBox="1"/>
          <p:nvPr/>
        </p:nvSpPr>
        <p:spPr>
          <a:xfrm>
            <a:off x="756599"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26" name="Google Shape;226;p12"/>
          <p:cNvSpPr/>
          <p:nvPr/>
        </p:nvSpPr>
        <p:spPr>
          <a:xfrm>
            <a:off x="756600"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2"/>
          <p:cNvSpPr txBox="1"/>
          <p:nvPr/>
        </p:nvSpPr>
        <p:spPr>
          <a:xfrm>
            <a:off x="756600" y="2666088"/>
            <a:ext cx="1529400" cy="1841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a:p>
            <a:pPr indent="0" lvl="0" marL="0" marR="0" rtl="0" algn="l">
              <a:lnSpc>
                <a:spcPct val="115000"/>
              </a:lnSpc>
              <a:spcBef>
                <a:spcPts val="0"/>
              </a:spcBef>
              <a:spcAft>
                <a:spcPts val="0"/>
              </a:spcAft>
              <a:buClr>
                <a:srgbClr val="575757"/>
              </a:buClr>
              <a:buSzPts val="900"/>
              <a:buFont typeface="Montserrat"/>
              <a:buNone/>
            </a:pPr>
            <a:r>
              <a:t/>
            </a:r>
            <a:endParaRPr b="0" i="0" sz="1000" u="none" cap="none" strike="noStrike">
              <a:solidFill>
                <a:srgbClr val="000033"/>
              </a:solidFill>
              <a:latin typeface="Montserrat"/>
              <a:ea typeface="Montserrat"/>
              <a:cs typeface="Montserrat"/>
              <a:sym typeface="Montserrat"/>
            </a:endParaRPr>
          </a:p>
        </p:txBody>
      </p:sp>
      <p:sp>
        <p:nvSpPr>
          <p:cNvPr id="228" name="Google Shape;228;p12"/>
          <p:cNvSpPr/>
          <p:nvPr/>
        </p:nvSpPr>
        <p:spPr>
          <a:xfrm>
            <a:off x="2637734"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2"/>
          <p:cNvSpPr txBox="1"/>
          <p:nvPr/>
        </p:nvSpPr>
        <p:spPr>
          <a:xfrm>
            <a:off x="2822834"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2</a:t>
            </a:r>
            <a:endParaRPr b="0" i="0" sz="1000" u="none" cap="none" strike="noStrike">
              <a:solidFill>
                <a:schemeClr val="dk1"/>
              </a:solidFill>
              <a:latin typeface="Calibri"/>
              <a:ea typeface="Calibri"/>
              <a:cs typeface="Calibri"/>
              <a:sym typeface="Calibri"/>
            </a:endParaRPr>
          </a:p>
        </p:txBody>
      </p:sp>
      <p:sp>
        <p:nvSpPr>
          <p:cNvPr id="230" name="Google Shape;230;p12"/>
          <p:cNvSpPr txBox="1"/>
          <p:nvPr/>
        </p:nvSpPr>
        <p:spPr>
          <a:xfrm>
            <a:off x="2822834"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31" name="Google Shape;231;p12"/>
          <p:cNvSpPr/>
          <p:nvPr/>
        </p:nvSpPr>
        <p:spPr>
          <a:xfrm>
            <a:off x="2822834"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txBox="1"/>
          <p:nvPr/>
        </p:nvSpPr>
        <p:spPr>
          <a:xfrm>
            <a:off x="2822845" y="2666074"/>
            <a:ext cx="15816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p:txBody>
      </p:sp>
      <p:sp>
        <p:nvSpPr>
          <p:cNvPr id="233" name="Google Shape;233;p12"/>
          <p:cNvSpPr/>
          <p:nvPr/>
        </p:nvSpPr>
        <p:spPr>
          <a:xfrm>
            <a:off x="4703968"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2"/>
          <p:cNvSpPr txBox="1"/>
          <p:nvPr/>
        </p:nvSpPr>
        <p:spPr>
          <a:xfrm>
            <a:off x="4889068"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3</a:t>
            </a:r>
            <a:endParaRPr b="0" i="0" sz="1000" u="none" cap="none" strike="noStrike">
              <a:solidFill>
                <a:schemeClr val="dk1"/>
              </a:solidFill>
              <a:latin typeface="Calibri"/>
              <a:ea typeface="Calibri"/>
              <a:cs typeface="Calibri"/>
              <a:sym typeface="Calibri"/>
            </a:endParaRPr>
          </a:p>
        </p:txBody>
      </p:sp>
      <p:sp>
        <p:nvSpPr>
          <p:cNvPr id="235" name="Google Shape;235;p12"/>
          <p:cNvSpPr txBox="1"/>
          <p:nvPr/>
        </p:nvSpPr>
        <p:spPr>
          <a:xfrm>
            <a:off x="4889068"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36" name="Google Shape;236;p12"/>
          <p:cNvSpPr/>
          <p:nvPr/>
        </p:nvSpPr>
        <p:spPr>
          <a:xfrm>
            <a:off x="4889068"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2"/>
          <p:cNvSpPr txBox="1"/>
          <p:nvPr/>
        </p:nvSpPr>
        <p:spPr>
          <a:xfrm>
            <a:off x="4889046" y="2666070"/>
            <a:ext cx="15816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a:t>
            </a:r>
            <a:endParaRPr b="0" i="0" sz="1000" u="none" cap="none" strike="noStrike">
              <a:solidFill>
                <a:srgbClr val="000033"/>
              </a:solidFill>
              <a:latin typeface="Montserrat"/>
              <a:ea typeface="Montserrat"/>
              <a:cs typeface="Montserrat"/>
              <a:sym typeface="Montserrat"/>
            </a:endParaRPr>
          </a:p>
        </p:txBody>
      </p:sp>
      <p:sp>
        <p:nvSpPr>
          <p:cNvPr id="238" name="Google Shape;238;p12"/>
          <p:cNvSpPr/>
          <p:nvPr/>
        </p:nvSpPr>
        <p:spPr>
          <a:xfrm>
            <a:off x="6770202" y="1574825"/>
            <a:ext cx="1899600" cy="3192300"/>
          </a:xfrm>
          <a:prstGeom prst="roundRect">
            <a:avLst>
              <a:gd fmla="val 3898"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2"/>
          <p:cNvSpPr txBox="1"/>
          <p:nvPr/>
        </p:nvSpPr>
        <p:spPr>
          <a:xfrm>
            <a:off x="6955301" y="1690650"/>
            <a:ext cx="1529400" cy="1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1000" u="none" cap="none" strike="noStrike">
                <a:solidFill>
                  <a:srgbClr val="2B5BFC"/>
                </a:solidFill>
                <a:latin typeface="Montserrat SemiBold"/>
                <a:ea typeface="Montserrat SemiBold"/>
                <a:cs typeface="Montserrat SemiBold"/>
                <a:sym typeface="Montserrat SemiBold"/>
              </a:rPr>
              <a:t>BRECHA 4</a:t>
            </a:r>
            <a:endParaRPr b="0" i="0" sz="1000" u="none" cap="none" strike="noStrike">
              <a:solidFill>
                <a:schemeClr val="dk1"/>
              </a:solidFill>
              <a:latin typeface="Calibri"/>
              <a:ea typeface="Calibri"/>
              <a:cs typeface="Calibri"/>
              <a:sym typeface="Calibri"/>
            </a:endParaRPr>
          </a:p>
        </p:txBody>
      </p:sp>
      <p:sp>
        <p:nvSpPr>
          <p:cNvPr id="240" name="Google Shape;240;p12"/>
          <p:cNvSpPr txBox="1"/>
          <p:nvPr/>
        </p:nvSpPr>
        <p:spPr>
          <a:xfrm>
            <a:off x="6955301" y="1963293"/>
            <a:ext cx="1529400" cy="597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1300"/>
              <a:buFont typeface="Montserrat ExtraBold"/>
              <a:buNone/>
            </a:pPr>
            <a:r>
              <a:rPr b="1" i="0" lang="en-US" sz="1200" u="none" cap="none" strike="noStrike">
                <a:solidFill>
                  <a:srgbClr val="000033"/>
                </a:solidFill>
                <a:latin typeface="Montserrat ExtraBold"/>
                <a:ea typeface="Montserrat ExtraBold"/>
                <a:cs typeface="Montserrat ExtraBold"/>
                <a:sym typeface="Montserrat ExtraBold"/>
              </a:rPr>
              <a:t>Título de la Brecha</a:t>
            </a:r>
            <a:endParaRPr b="1" i="0" sz="1200" u="none" cap="none" strike="noStrike">
              <a:solidFill>
                <a:srgbClr val="000033"/>
              </a:solidFill>
              <a:latin typeface="Montserrat ExtraBold"/>
              <a:ea typeface="Montserrat ExtraBold"/>
              <a:cs typeface="Montserrat ExtraBold"/>
              <a:sym typeface="Montserrat ExtraBold"/>
            </a:endParaRPr>
          </a:p>
        </p:txBody>
      </p:sp>
      <p:sp>
        <p:nvSpPr>
          <p:cNvPr id="241" name="Google Shape;241;p12"/>
          <p:cNvSpPr/>
          <p:nvPr/>
        </p:nvSpPr>
        <p:spPr>
          <a:xfrm>
            <a:off x="6955300" y="2574525"/>
            <a:ext cx="1529400" cy="108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2"/>
          <p:cNvSpPr txBox="1"/>
          <p:nvPr/>
        </p:nvSpPr>
        <p:spPr>
          <a:xfrm>
            <a:off x="6955294" y="2666071"/>
            <a:ext cx="1529400" cy="1873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900"/>
              <a:buFont typeface="Montserrat"/>
              <a:buNone/>
            </a:pPr>
            <a:r>
              <a:rPr b="0" i="0" lang="en-US" sz="1000" u="none" cap="none" strike="noStrike">
                <a:solidFill>
                  <a:srgbClr val="000033"/>
                </a:solidFill>
                <a:latin typeface="Montserrat"/>
                <a:ea typeface="Montserrat"/>
                <a:cs typeface="Montserrat"/>
                <a:sym typeface="Montserrat"/>
              </a:rPr>
              <a:t>xxxxx</a:t>
            </a:r>
            <a:endParaRPr b="0" i="0" sz="10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47" name="Shape 247"/>
        <p:cNvGrpSpPr/>
        <p:nvPr/>
      </p:nvGrpSpPr>
      <p:grpSpPr>
        <a:xfrm>
          <a:off x="0" y="0"/>
          <a:ext cx="0" cy="0"/>
          <a:chOff x="0" y="0"/>
          <a:chExt cx="0" cy="0"/>
        </a:xfrm>
      </p:grpSpPr>
      <p:pic>
        <p:nvPicPr>
          <p:cNvPr descr="bg-dark-glow.png" id="248" name="Google Shape;248;p1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49" name="Google Shape;249;p13"/>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250" name="Google Shape;250;p13"/>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51" name="Google Shape;251;p13"/>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El </a:t>
            </a:r>
            <a:r>
              <a:rPr i="1" lang="en-US" sz="4500">
                <a:solidFill>
                  <a:srgbClr val="7E99FE"/>
                </a:solidFill>
                <a:latin typeface="Montserrat ExtraBold"/>
                <a:ea typeface="Montserrat ExtraBold"/>
                <a:cs typeface="Montserrat ExtraBold"/>
                <a:sym typeface="Montserrat ExtraBold"/>
              </a:rPr>
              <a:t>reto</a:t>
            </a:r>
            <a:endParaRPr b="0" i="1" sz="1400" u="none" cap="none" strike="noStrike">
              <a:solidFill>
                <a:srgbClr val="7E99FE"/>
              </a:solidFill>
              <a:latin typeface="Arial"/>
              <a:ea typeface="Arial"/>
              <a:cs typeface="Arial"/>
              <a:sym typeface="Arial"/>
            </a:endParaRPr>
          </a:p>
        </p:txBody>
      </p:sp>
      <p:sp>
        <p:nvSpPr>
          <p:cNvPr id="252" name="Google Shape;252;p13"/>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57" name="Shape 257"/>
        <p:cNvGrpSpPr/>
        <p:nvPr/>
      </p:nvGrpSpPr>
      <p:grpSpPr>
        <a:xfrm>
          <a:off x="0" y="0"/>
          <a:ext cx="0" cy="0"/>
          <a:chOff x="0" y="0"/>
          <a:chExt cx="0" cy="0"/>
        </a:xfrm>
      </p:grpSpPr>
      <p:sp>
        <p:nvSpPr>
          <p:cNvPr id="258" name="Google Shape;258;p14"/>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EL DESAFÍO</a:t>
            </a:r>
            <a:endParaRPr b="0" i="0" sz="1100" u="none" cap="none" strike="noStrike">
              <a:solidFill>
                <a:schemeClr val="dk1"/>
              </a:solidFill>
              <a:latin typeface="Calibri"/>
              <a:ea typeface="Calibri"/>
              <a:cs typeface="Calibri"/>
              <a:sym typeface="Calibri"/>
            </a:endParaRPr>
          </a:p>
        </p:txBody>
      </p:sp>
      <p:sp>
        <p:nvSpPr>
          <p:cNvPr id="259" name="Google Shape;259;p14"/>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33"/>
              </a:buClr>
              <a:buSzPts val="2100"/>
              <a:buFont typeface="Montserrat ExtraBold"/>
              <a:buNone/>
            </a:pPr>
            <a:r>
              <a:rPr b="1" lang="en-US" sz="2100">
                <a:solidFill>
                  <a:srgbClr val="000033"/>
                </a:solidFill>
                <a:latin typeface="Montserrat ExtraBold"/>
                <a:ea typeface="Montserrat ExtraBold"/>
                <a:cs typeface="Montserrat ExtraBold"/>
                <a:sym typeface="Montserrat ExtraBold"/>
              </a:rPr>
              <a:t>Título de la </a:t>
            </a:r>
            <a:r>
              <a:rPr b="1" i="1" lang="en-US" sz="2100">
                <a:solidFill>
                  <a:srgbClr val="2B5BFC"/>
                </a:solidFill>
                <a:latin typeface="Montserrat ExtraBold"/>
                <a:ea typeface="Montserrat ExtraBold"/>
                <a:cs typeface="Montserrat ExtraBold"/>
                <a:sym typeface="Montserrat ExtraBold"/>
              </a:rPr>
              <a:t>sección</a:t>
            </a:r>
            <a:endParaRPr b="1" sz="2100">
              <a:solidFill>
                <a:srgbClr val="000033"/>
              </a:solidFill>
              <a:latin typeface="Montserrat ExtraBold"/>
              <a:ea typeface="Montserrat ExtraBold"/>
              <a:cs typeface="Montserrat ExtraBold"/>
              <a:sym typeface="Montserrat ExtraBold"/>
            </a:endParaRPr>
          </a:p>
        </p:txBody>
      </p:sp>
      <p:sp>
        <p:nvSpPr>
          <p:cNvPr id="260" name="Google Shape;260;p14"/>
          <p:cNvSpPr txBox="1"/>
          <p:nvPr/>
        </p:nvSpPr>
        <p:spPr>
          <a:xfrm>
            <a:off x="571500" y="1649350"/>
            <a:ext cx="8001000" cy="432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000" u="none" cap="none" strike="noStrike">
                <a:solidFill>
                  <a:srgbClr val="000033"/>
                </a:solidFill>
                <a:latin typeface="Montserrat"/>
                <a:ea typeface="Montserrat"/>
                <a:cs typeface="Montserrat"/>
                <a:sym typeface="Montserrat"/>
              </a:rPr>
              <a:t>Resumen de lo que Neo tiene que solucionar y con qué lo hará.</a:t>
            </a:r>
            <a:endParaRPr b="0" i="0" sz="1000" u="none" cap="none" strike="noStrike">
              <a:solidFill>
                <a:schemeClr val="dk1"/>
              </a:solidFill>
              <a:latin typeface="Calibri"/>
              <a:ea typeface="Calibri"/>
              <a:cs typeface="Calibri"/>
              <a:sym typeface="Calibri"/>
            </a:endParaRPr>
          </a:p>
        </p:txBody>
      </p:sp>
      <p:sp>
        <p:nvSpPr>
          <p:cNvPr id="261" name="Google Shape;261;p14"/>
          <p:cNvSpPr/>
          <p:nvPr/>
        </p:nvSpPr>
        <p:spPr>
          <a:xfrm>
            <a:off x="571500" y="2089720"/>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4"/>
          <p:cNvSpPr/>
          <p:nvPr/>
        </p:nvSpPr>
        <p:spPr>
          <a:xfrm>
            <a:off x="772668" y="2290888"/>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4"/>
          <p:cNvSpPr txBox="1"/>
          <p:nvPr/>
        </p:nvSpPr>
        <p:spPr>
          <a:xfrm>
            <a:off x="772668" y="2345752"/>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1</a:t>
            </a:r>
            <a:endParaRPr b="0" i="0" sz="1200" u="none" cap="none" strike="noStrike">
              <a:solidFill>
                <a:schemeClr val="dk1"/>
              </a:solidFill>
              <a:latin typeface="Calibri"/>
              <a:ea typeface="Calibri"/>
              <a:cs typeface="Calibri"/>
              <a:sym typeface="Calibri"/>
            </a:endParaRPr>
          </a:p>
        </p:txBody>
      </p:sp>
      <p:sp>
        <p:nvSpPr>
          <p:cNvPr id="264" name="Google Shape;264;p14"/>
          <p:cNvSpPr txBox="1"/>
          <p:nvPr/>
        </p:nvSpPr>
        <p:spPr>
          <a:xfrm>
            <a:off x="1281562" y="2271305"/>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1</a:t>
            </a:r>
            <a:endParaRPr b="0" i="0" sz="1200" u="none" cap="none" strike="noStrike">
              <a:solidFill>
                <a:schemeClr val="dk1"/>
              </a:solidFill>
              <a:latin typeface="Calibri"/>
              <a:ea typeface="Calibri"/>
              <a:cs typeface="Calibri"/>
              <a:sym typeface="Calibri"/>
            </a:endParaRPr>
          </a:p>
        </p:txBody>
      </p:sp>
      <p:sp>
        <p:nvSpPr>
          <p:cNvPr id="265" name="Google Shape;265;p14"/>
          <p:cNvSpPr txBox="1"/>
          <p:nvPr/>
        </p:nvSpPr>
        <p:spPr>
          <a:xfrm>
            <a:off x="3625596" y="2271314"/>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 </a:t>
            </a:r>
            <a:endParaRPr b="0" i="0" sz="1000" u="none" cap="none" strike="noStrike">
              <a:solidFill>
                <a:schemeClr val="dk1"/>
              </a:solidFill>
              <a:latin typeface="Calibri"/>
              <a:ea typeface="Calibri"/>
              <a:cs typeface="Calibri"/>
              <a:sym typeface="Calibri"/>
            </a:endParaRPr>
          </a:p>
        </p:txBody>
      </p:sp>
      <p:sp>
        <p:nvSpPr>
          <p:cNvPr id="266" name="Google Shape;266;p14"/>
          <p:cNvSpPr/>
          <p:nvPr/>
        </p:nvSpPr>
        <p:spPr>
          <a:xfrm>
            <a:off x="571500" y="2930968"/>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4"/>
          <p:cNvSpPr/>
          <p:nvPr/>
        </p:nvSpPr>
        <p:spPr>
          <a:xfrm>
            <a:off x="772668" y="3132136"/>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4"/>
          <p:cNvSpPr txBox="1"/>
          <p:nvPr/>
        </p:nvSpPr>
        <p:spPr>
          <a:xfrm>
            <a:off x="772668" y="3187000"/>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2</a:t>
            </a:r>
            <a:endParaRPr b="0" i="0" sz="1200" u="none" cap="none" strike="noStrike">
              <a:solidFill>
                <a:schemeClr val="dk1"/>
              </a:solidFill>
              <a:latin typeface="Calibri"/>
              <a:ea typeface="Calibri"/>
              <a:cs typeface="Calibri"/>
              <a:sym typeface="Calibri"/>
            </a:endParaRPr>
          </a:p>
        </p:txBody>
      </p:sp>
      <p:sp>
        <p:nvSpPr>
          <p:cNvPr id="269" name="Google Shape;269;p14"/>
          <p:cNvSpPr txBox="1"/>
          <p:nvPr/>
        </p:nvSpPr>
        <p:spPr>
          <a:xfrm>
            <a:off x="1281562" y="3112555"/>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2</a:t>
            </a:r>
            <a:endParaRPr b="0" i="0" sz="1200" u="none" cap="none" strike="noStrike">
              <a:solidFill>
                <a:schemeClr val="dk1"/>
              </a:solidFill>
              <a:latin typeface="Calibri"/>
              <a:ea typeface="Calibri"/>
              <a:cs typeface="Calibri"/>
              <a:sym typeface="Calibri"/>
            </a:endParaRPr>
          </a:p>
        </p:txBody>
      </p:sp>
      <p:sp>
        <p:nvSpPr>
          <p:cNvPr id="270" name="Google Shape;270;p14"/>
          <p:cNvSpPr txBox="1"/>
          <p:nvPr/>
        </p:nvSpPr>
        <p:spPr>
          <a:xfrm>
            <a:off x="3625596" y="3112562"/>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a:t>
            </a:r>
            <a:endParaRPr b="0" i="0" sz="1000" u="none" cap="none" strike="noStrike">
              <a:solidFill>
                <a:schemeClr val="dk1"/>
              </a:solidFill>
              <a:latin typeface="Calibri"/>
              <a:ea typeface="Calibri"/>
              <a:cs typeface="Calibri"/>
              <a:sym typeface="Calibri"/>
            </a:endParaRPr>
          </a:p>
        </p:txBody>
      </p:sp>
      <p:sp>
        <p:nvSpPr>
          <p:cNvPr id="271" name="Google Shape;271;p14"/>
          <p:cNvSpPr/>
          <p:nvPr/>
        </p:nvSpPr>
        <p:spPr>
          <a:xfrm>
            <a:off x="571500" y="3772216"/>
            <a:ext cx="8001000" cy="768000"/>
          </a:xfrm>
          <a:prstGeom prst="roundRect">
            <a:avLst>
              <a:gd fmla="val 9524"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4"/>
          <p:cNvSpPr/>
          <p:nvPr/>
        </p:nvSpPr>
        <p:spPr>
          <a:xfrm>
            <a:off x="772668" y="3973384"/>
            <a:ext cx="310800" cy="310800"/>
          </a:xfrm>
          <a:prstGeom prst="roundRect">
            <a:avLst>
              <a:gd fmla="val 20588"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4"/>
          <p:cNvSpPr txBox="1"/>
          <p:nvPr/>
        </p:nvSpPr>
        <p:spPr>
          <a:xfrm>
            <a:off x="772668" y="4028248"/>
            <a:ext cx="3108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Montserrat SemiBold"/>
              <a:buNone/>
            </a:pPr>
            <a:r>
              <a:rPr b="1" i="0" lang="en-US" sz="1200" u="none" cap="none" strike="noStrike">
                <a:solidFill>
                  <a:srgbClr val="FFFFFF"/>
                </a:solidFill>
                <a:latin typeface="Montserrat SemiBold"/>
                <a:ea typeface="Montserrat SemiBold"/>
                <a:cs typeface="Montserrat SemiBold"/>
                <a:sym typeface="Montserrat SemiBold"/>
              </a:rPr>
              <a:t>3</a:t>
            </a:r>
            <a:endParaRPr b="0" i="0" sz="1200" u="none" cap="none" strike="noStrike">
              <a:solidFill>
                <a:schemeClr val="dk1"/>
              </a:solidFill>
              <a:latin typeface="Calibri"/>
              <a:ea typeface="Calibri"/>
              <a:cs typeface="Calibri"/>
              <a:sym typeface="Calibri"/>
            </a:endParaRPr>
          </a:p>
        </p:txBody>
      </p:sp>
      <p:sp>
        <p:nvSpPr>
          <p:cNvPr id="274" name="Google Shape;274;p14"/>
          <p:cNvSpPr txBox="1"/>
          <p:nvPr/>
        </p:nvSpPr>
        <p:spPr>
          <a:xfrm>
            <a:off x="1281562" y="3953804"/>
            <a:ext cx="2179500" cy="512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i="0" lang="en-US" sz="1200" u="none" cap="none" strike="noStrike">
                <a:solidFill>
                  <a:srgbClr val="000033"/>
                </a:solidFill>
                <a:latin typeface="Montserrat SemiBold"/>
                <a:ea typeface="Montserrat SemiBold"/>
                <a:cs typeface="Montserrat SemiBold"/>
                <a:sym typeface="Montserrat SemiBold"/>
              </a:rPr>
              <a:t>Reto 3</a:t>
            </a:r>
            <a:endParaRPr b="0" i="0" sz="1200" u="none" cap="none" strike="noStrike">
              <a:solidFill>
                <a:schemeClr val="dk1"/>
              </a:solidFill>
              <a:latin typeface="Calibri"/>
              <a:ea typeface="Calibri"/>
              <a:cs typeface="Calibri"/>
              <a:sym typeface="Calibri"/>
            </a:endParaRPr>
          </a:p>
        </p:txBody>
      </p:sp>
      <p:sp>
        <p:nvSpPr>
          <p:cNvPr id="275" name="Google Shape;275;p14"/>
          <p:cNvSpPr txBox="1"/>
          <p:nvPr/>
        </p:nvSpPr>
        <p:spPr>
          <a:xfrm>
            <a:off x="3625596" y="3953810"/>
            <a:ext cx="4718400" cy="512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575757"/>
              </a:buClr>
              <a:buSzPts val="1000"/>
              <a:buFont typeface="Montserrat"/>
              <a:buNone/>
            </a:pPr>
            <a:r>
              <a:rPr b="0" i="0" lang="en-US" sz="1000" u="none" cap="none" strike="noStrike">
                <a:solidFill>
                  <a:srgbClr val="000033"/>
                </a:solidFill>
                <a:latin typeface="Montserrat"/>
                <a:ea typeface="Montserrat"/>
                <a:cs typeface="Montserrat"/>
                <a:sym typeface="Montserrat"/>
              </a:rPr>
              <a:t>Descripción del Reto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280" name="Shape 280"/>
        <p:cNvGrpSpPr/>
        <p:nvPr/>
      </p:nvGrpSpPr>
      <p:grpSpPr>
        <a:xfrm>
          <a:off x="0" y="0"/>
          <a:ext cx="0" cy="0"/>
          <a:chOff x="0" y="0"/>
          <a:chExt cx="0" cy="0"/>
        </a:xfrm>
      </p:grpSpPr>
      <p:pic>
        <p:nvPicPr>
          <p:cNvPr descr="bg-dark-glow.png" id="281" name="Google Shape;281;p15"/>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282" name="Google Shape;282;p15"/>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283" name="Google Shape;283;p15"/>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284" name="Google Shape;284;p15"/>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Proceso</a:t>
            </a:r>
            <a:r>
              <a:rPr lang="en-US" sz="4500">
                <a:solidFill>
                  <a:srgbClr val="FFFFFF"/>
                </a:solidFill>
                <a:latin typeface="Montserrat ExtraBold"/>
                <a:ea typeface="Montserrat ExtraBold"/>
                <a:cs typeface="Montserrat ExtraBold"/>
                <a:sym typeface="Montserrat ExtraBold"/>
              </a:rPr>
              <a:t> </a:t>
            </a:r>
            <a:r>
              <a:rPr i="1" lang="en-US" sz="4500">
                <a:solidFill>
                  <a:srgbClr val="7E99FE"/>
                </a:solidFill>
                <a:latin typeface="Montserrat ExtraBold"/>
                <a:ea typeface="Montserrat ExtraBold"/>
                <a:cs typeface="Montserrat ExtraBold"/>
                <a:sym typeface="Montserrat ExtraBold"/>
              </a:rPr>
              <a:t>general</a:t>
            </a:r>
            <a:endParaRPr b="0" i="1" sz="1400" u="none" cap="none" strike="noStrike">
              <a:solidFill>
                <a:srgbClr val="7E99FE"/>
              </a:solidFill>
              <a:latin typeface="Arial"/>
              <a:ea typeface="Arial"/>
              <a:cs typeface="Arial"/>
              <a:sym typeface="Arial"/>
            </a:endParaRPr>
          </a:p>
        </p:txBody>
      </p:sp>
      <p:sp>
        <p:nvSpPr>
          <p:cNvPr id="285" name="Google Shape;285;p15"/>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289" name="Shape 289"/>
        <p:cNvGrpSpPr/>
        <p:nvPr/>
      </p:nvGrpSpPr>
      <p:grpSpPr>
        <a:xfrm>
          <a:off x="0" y="0"/>
          <a:ext cx="0" cy="0"/>
          <a:chOff x="0" y="0"/>
          <a:chExt cx="0" cy="0"/>
        </a:xfrm>
      </p:grpSpPr>
      <p:sp>
        <p:nvSpPr>
          <p:cNvPr id="290" name="Google Shape;290;p1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DETALLE DEL PROCESO</a:t>
            </a:r>
            <a:endParaRPr b="0" i="0" sz="1100" u="none" cap="none" strike="noStrike">
              <a:solidFill>
                <a:schemeClr val="dk1"/>
              </a:solidFill>
              <a:latin typeface="Calibri"/>
              <a:ea typeface="Calibri"/>
              <a:cs typeface="Calibri"/>
              <a:sym typeface="Calibri"/>
            </a:endParaRPr>
          </a:p>
        </p:txBody>
      </p:sp>
      <p:sp>
        <p:nvSpPr>
          <p:cNvPr id="291" name="Google Shape;291;p16"/>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33"/>
              </a:buClr>
              <a:buSzPts val="2100"/>
              <a:buFont typeface="Montserrat ExtraBold"/>
              <a:buNone/>
            </a:pPr>
            <a:r>
              <a:rPr b="1" lang="en-US" sz="2100">
                <a:solidFill>
                  <a:srgbClr val="000033"/>
                </a:solidFill>
                <a:latin typeface="Montserrat ExtraBold"/>
                <a:ea typeface="Montserrat ExtraBold"/>
                <a:cs typeface="Montserrat ExtraBold"/>
                <a:sym typeface="Montserrat ExtraBold"/>
              </a:rPr>
              <a:t>Nuestro</a:t>
            </a:r>
            <a:r>
              <a:rPr b="1" i="1" lang="en-US" sz="2100">
                <a:solidFill>
                  <a:srgbClr val="2B5BFC"/>
                </a:solidFill>
                <a:latin typeface="Montserrat Black"/>
                <a:ea typeface="Montserrat Black"/>
                <a:cs typeface="Montserrat Black"/>
                <a:sym typeface="Montserrat Black"/>
              </a:rPr>
              <a:t> proceso</a:t>
            </a:r>
            <a:endParaRPr b="1" sz="2100">
              <a:solidFill>
                <a:srgbClr val="000033"/>
              </a:solidFill>
              <a:latin typeface="Montserrat ExtraBold"/>
              <a:ea typeface="Montserrat ExtraBold"/>
              <a:cs typeface="Montserrat ExtraBold"/>
              <a:sym typeface="Montserrat ExtraBold"/>
            </a:endParaRPr>
          </a:p>
        </p:txBody>
      </p:sp>
      <p:sp>
        <p:nvSpPr>
          <p:cNvPr id="292" name="Google Shape;292;p16"/>
          <p:cNvSpPr txBox="1"/>
          <p:nvPr/>
        </p:nvSpPr>
        <p:spPr>
          <a:xfrm>
            <a:off x="571500" y="1539850"/>
            <a:ext cx="8001000" cy="274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575757"/>
              </a:buClr>
              <a:buSzPts val="1100"/>
              <a:buFont typeface="Montserrat"/>
              <a:buNone/>
            </a:pPr>
            <a:r>
              <a:rPr lang="en-US" sz="1000">
                <a:solidFill>
                  <a:srgbClr val="000033"/>
                </a:solidFill>
                <a:latin typeface="Montserrat"/>
                <a:ea typeface="Montserrat"/>
                <a:cs typeface="Montserrat"/>
                <a:sym typeface="Montserrat"/>
              </a:rPr>
              <a:t>Cada Etapa cierra con un entregable concreto y verificable.</a:t>
            </a:r>
            <a:endParaRPr sz="1000">
              <a:solidFill>
                <a:srgbClr val="000033"/>
              </a:solidFill>
              <a:latin typeface="Montserrat"/>
              <a:ea typeface="Montserrat"/>
              <a:cs typeface="Montserrat"/>
              <a:sym typeface="Montserrat"/>
            </a:endParaRPr>
          </a:p>
        </p:txBody>
      </p:sp>
      <p:sp>
        <p:nvSpPr>
          <p:cNvPr id="293" name="Google Shape;293;p16"/>
          <p:cNvSpPr/>
          <p:nvPr/>
        </p:nvSpPr>
        <p:spPr>
          <a:xfrm>
            <a:off x="566928" y="1957050"/>
            <a:ext cx="14886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6"/>
          <p:cNvSpPr txBox="1"/>
          <p:nvPr/>
        </p:nvSpPr>
        <p:spPr>
          <a:xfrm>
            <a:off x="727670" y="2043075"/>
            <a:ext cx="10959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1</a:t>
            </a:r>
            <a:endParaRPr b="0" i="0" sz="900" u="none" cap="none" strike="noStrike">
              <a:solidFill>
                <a:schemeClr val="dk1"/>
              </a:solidFill>
              <a:latin typeface="Calibri"/>
              <a:ea typeface="Calibri"/>
              <a:cs typeface="Calibri"/>
              <a:sym typeface="Calibri"/>
            </a:endParaRPr>
          </a:p>
        </p:txBody>
      </p:sp>
      <p:sp>
        <p:nvSpPr>
          <p:cNvPr id="295" name="Google Shape;295;p16"/>
          <p:cNvSpPr txBox="1"/>
          <p:nvPr/>
        </p:nvSpPr>
        <p:spPr>
          <a:xfrm>
            <a:off x="727663" y="2810644"/>
            <a:ext cx="1167000" cy="13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75757"/>
              </a:buClr>
              <a:buSzPts val="1000"/>
              <a:buFont typeface="Montserrat"/>
              <a:buNone/>
            </a:pPr>
            <a:r>
              <a:rPr lang="en-US" sz="900">
                <a:solidFill>
                  <a:srgbClr val="000033"/>
                </a:solidFill>
                <a:latin typeface="Montserrat"/>
                <a:ea typeface="Montserrat"/>
                <a:cs typeface="Montserrat"/>
                <a:sym typeface="Montserrat"/>
              </a:rPr>
              <a:t>Ingresar aquí una descripción breve, de dos o tres líneas.</a:t>
            </a:r>
            <a:endParaRPr sz="900">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575757"/>
              </a:buClr>
              <a:buSzPts val="1000"/>
              <a:buFont typeface="Montserrat"/>
              <a:buNone/>
            </a:pPr>
            <a:r>
              <a:t/>
            </a:r>
            <a:endParaRPr sz="750">
              <a:solidFill>
                <a:srgbClr val="000033"/>
              </a:solidFill>
              <a:latin typeface="Montserrat"/>
              <a:ea typeface="Montserrat"/>
              <a:cs typeface="Montserrat"/>
              <a:sym typeface="Montserrat"/>
            </a:endParaRPr>
          </a:p>
        </p:txBody>
      </p:sp>
      <p:sp>
        <p:nvSpPr>
          <p:cNvPr id="296" name="Google Shape;296;p16"/>
          <p:cNvSpPr/>
          <p:nvPr/>
        </p:nvSpPr>
        <p:spPr>
          <a:xfrm>
            <a:off x="2194560" y="1957050"/>
            <a:ext cx="14886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16"/>
          <p:cNvSpPr txBox="1"/>
          <p:nvPr/>
        </p:nvSpPr>
        <p:spPr>
          <a:xfrm>
            <a:off x="2355302" y="2043075"/>
            <a:ext cx="10959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2</a:t>
            </a:r>
            <a:endParaRPr b="0" i="0" sz="900" u="none" cap="none" strike="noStrike">
              <a:solidFill>
                <a:schemeClr val="dk1"/>
              </a:solidFill>
              <a:latin typeface="Calibri"/>
              <a:ea typeface="Calibri"/>
              <a:cs typeface="Calibri"/>
              <a:sym typeface="Calibri"/>
            </a:endParaRPr>
          </a:p>
        </p:txBody>
      </p:sp>
      <p:sp>
        <p:nvSpPr>
          <p:cNvPr id="298" name="Google Shape;298;p16"/>
          <p:cNvSpPr txBox="1"/>
          <p:nvPr/>
        </p:nvSpPr>
        <p:spPr>
          <a:xfrm>
            <a:off x="2355302" y="2316158"/>
            <a:ext cx="1167000" cy="5463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0033"/>
              </a:buClr>
              <a:buSzPts val="1200"/>
              <a:buFont typeface="Montserrat SemiBold"/>
              <a:buNone/>
            </a:pPr>
            <a:r>
              <a:rPr b="1" lang="en-US" sz="950">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299" name="Google Shape;299;p16"/>
          <p:cNvSpPr txBox="1"/>
          <p:nvPr/>
        </p:nvSpPr>
        <p:spPr>
          <a:xfrm>
            <a:off x="2355286" y="2810644"/>
            <a:ext cx="1167000" cy="13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75757"/>
              </a:buClr>
              <a:buSzPts val="1000"/>
              <a:buFont typeface="Montserrat"/>
              <a:buNone/>
            </a:pPr>
            <a:r>
              <a:rPr lang="en-US" sz="900">
                <a:solidFill>
                  <a:srgbClr val="000033"/>
                </a:solidFill>
                <a:latin typeface="Montserrat"/>
                <a:ea typeface="Montserrat"/>
                <a:cs typeface="Montserrat"/>
                <a:sym typeface="Montserrat"/>
              </a:rPr>
              <a:t>Ingresar aquí una descripción breve, de dos o tres líneas.</a:t>
            </a:r>
            <a:endParaRPr sz="900">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575757"/>
              </a:buClr>
              <a:buSzPts val="1000"/>
              <a:buFont typeface="Montserrat"/>
              <a:buNone/>
            </a:pPr>
            <a:r>
              <a:t/>
            </a:r>
            <a:endParaRPr sz="750">
              <a:solidFill>
                <a:srgbClr val="000033"/>
              </a:solidFill>
              <a:latin typeface="Montserrat"/>
              <a:ea typeface="Montserrat"/>
              <a:cs typeface="Montserrat"/>
              <a:sym typeface="Montserrat"/>
            </a:endParaRPr>
          </a:p>
        </p:txBody>
      </p:sp>
      <p:sp>
        <p:nvSpPr>
          <p:cNvPr id="300" name="Google Shape;300;p16"/>
          <p:cNvSpPr/>
          <p:nvPr/>
        </p:nvSpPr>
        <p:spPr>
          <a:xfrm>
            <a:off x="3822191" y="1957050"/>
            <a:ext cx="14886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16"/>
          <p:cNvSpPr txBox="1"/>
          <p:nvPr/>
        </p:nvSpPr>
        <p:spPr>
          <a:xfrm>
            <a:off x="3982933" y="2043075"/>
            <a:ext cx="10959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3</a:t>
            </a:r>
            <a:endParaRPr b="0" i="0" sz="900" u="none" cap="none" strike="noStrike">
              <a:solidFill>
                <a:schemeClr val="dk1"/>
              </a:solidFill>
              <a:latin typeface="Calibri"/>
              <a:ea typeface="Calibri"/>
              <a:cs typeface="Calibri"/>
              <a:sym typeface="Calibri"/>
            </a:endParaRPr>
          </a:p>
        </p:txBody>
      </p:sp>
      <p:sp>
        <p:nvSpPr>
          <p:cNvPr id="302" name="Google Shape;302;p16"/>
          <p:cNvSpPr txBox="1"/>
          <p:nvPr/>
        </p:nvSpPr>
        <p:spPr>
          <a:xfrm>
            <a:off x="3982933" y="2316158"/>
            <a:ext cx="1167000" cy="5463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0033"/>
              </a:buClr>
              <a:buSzPts val="1200"/>
              <a:buFont typeface="Montserrat SemiBold"/>
              <a:buNone/>
            </a:pPr>
            <a:r>
              <a:rPr b="1" lang="en-US" sz="950">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03" name="Google Shape;303;p16"/>
          <p:cNvSpPr txBox="1"/>
          <p:nvPr/>
        </p:nvSpPr>
        <p:spPr>
          <a:xfrm>
            <a:off x="3982918" y="2810644"/>
            <a:ext cx="1167000" cy="13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75757"/>
              </a:buClr>
              <a:buSzPts val="1000"/>
              <a:buFont typeface="Montserrat"/>
              <a:buNone/>
            </a:pPr>
            <a:r>
              <a:rPr lang="en-US" sz="900">
                <a:solidFill>
                  <a:srgbClr val="000033"/>
                </a:solidFill>
                <a:latin typeface="Montserrat"/>
                <a:ea typeface="Montserrat"/>
                <a:cs typeface="Montserrat"/>
                <a:sym typeface="Montserrat"/>
              </a:rPr>
              <a:t>Ingresar aquí una descripción breve, de dos o tres líneas.</a:t>
            </a:r>
            <a:endParaRPr sz="900">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575757"/>
              </a:buClr>
              <a:buSzPts val="1000"/>
              <a:buFont typeface="Montserrat"/>
              <a:buNone/>
            </a:pPr>
            <a:r>
              <a:t/>
            </a:r>
            <a:endParaRPr sz="750">
              <a:solidFill>
                <a:srgbClr val="000033"/>
              </a:solidFill>
              <a:latin typeface="Montserrat"/>
              <a:ea typeface="Montserrat"/>
              <a:cs typeface="Montserrat"/>
              <a:sym typeface="Montserrat"/>
            </a:endParaRPr>
          </a:p>
        </p:txBody>
      </p:sp>
      <p:sp>
        <p:nvSpPr>
          <p:cNvPr id="304" name="Google Shape;304;p16"/>
          <p:cNvSpPr/>
          <p:nvPr/>
        </p:nvSpPr>
        <p:spPr>
          <a:xfrm>
            <a:off x="5449824" y="1957050"/>
            <a:ext cx="14886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6"/>
          <p:cNvSpPr txBox="1"/>
          <p:nvPr/>
        </p:nvSpPr>
        <p:spPr>
          <a:xfrm>
            <a:off x="5610565" y="2043075"/>
            <a:ext cx="10959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4</a:t>
            </a:r>
            <a:endParaRPr b="0" i="0" sz="900" u="none" cap="none" strike="noStrike">
              <a:solidFill>
                <a:schemeClr val="dk1"/>
              </a:solidFill>
              <a:latin typeface="Calibri"/>
              <a:ea typeface="Calibri"/>
              <a:cs typeface="Calibri"/>
              <a:sym typeface="Calibri"/>
            </a:endParaRPr>
          </a:p>
        </p:txBody>
      </p:sp>
      <p:sp>
        <p:nvSpPr>
          <p:cNvPr id="306" name="Google Shape;306;p16"/>
          <p:cNvSpPr txBox="1"/>
          <p:nvPr/>
        </p:nvSpPr>
        <p:spPr>
          <a:xfrm>
            <a:off x="5610565" y="2316158"/>
            <a:ext cx="1167000" cy="5463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0033"/>
              </a:buClr>
              <a:buSzPts val="1200"/>
              <a:buFont typeface="Montserrat SemiBold"/>
              <a:buNone/>
            </a:pPr>
            <a:r>
              <a:rPr b="1" lang="en-US" sz="950">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07" name="Google Shape;307;p16"/>
          <p:cNvSpPr txBox="1"/>
          <p:nvPr/>
        </p:nvSpPr>
        <p:spPr>
          <a:xfrm>
            <a:off x="5610550" y="2810644"/>
            <a:ext cx="1167000" cy="13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75757"/>
              </a:buClr>
              <a:buSzPts val="1000"/>
              <a:buFont typeface="Montserrat"/>
              <a:buNone/>
            </a:pPr>
            <a:r>
              <a:rPr lang="en-US" sz="900">
                <a:solidFill>
                  <a:srgbClr val="000033"/>
                </a:solidFill>
                <a:latin typeface="Montserrat"/>
                <a:ea typeface="Montserrat"/>
                <a:cs typeface="Montserrat"/>
                <a:sym typeface="Montserrat"/>
              </a:rPr>
              <a:t>Ingresar aquí una descripción breve, de dos o tres líneas.</a:t>
            </a:r>
            <a:endParaRPr sz="900">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575757"/>
              </a:buClr>
              <a:buSzPts val="1000"/>
              <a:buFont typeface="Montserrat"/>
              <a:buNone/>
            </a:pPr>
            <a:r>
              <a:t/>
            </a:r>
            <a:endParaRPr sz="750">
              <a:solidFill>
                <a:srgbClr val="000033"/>
              </a:solidFill>
              <a:latin typeface="Montserrat"/>
              <a:ea typeface="Montserrat"/>
              <a:cs typeface="Montserrat"/>
              <a:sym typeface="Montserrat"/>
            </a:endParaRPr>
          </a:p>
        </p:txBody>
      </p:sp>
      <p:sp>
        <p:nvSpPr>
          <p:cNvPr id="308" name="Google Shape;308;p16"/>
          <p:cNvSpPr/>
          <p:nvPr/>
        </p:nvSpPr>
        <p:spPr>
          <a:xfrm>
            <a:off x="699645" y="4173725"/>
            <a:ext cx="12822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6"/>
          <p:cNvSpPr txBox="1"/>
          <p:nvPr/>
        </p:nvSpPr>
        <p:spPr>
          <a:xfrm>
            <a:off x="763107" y="4225252"/>
            <a:ext cx="11550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10" name="Google Shape;310;p16"/>
          <p:cNvSpPr txBox="1"/>
          <p:nvPr/>
        </p:nvSpPr>
        <p:spPr>
          <a:xfrm>
            <a:off x="763107" y="4324015"/>
            <a:ext cx="11550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lang="en-US" sz="800">
                <a:solidFill>
                  <a:srgbClr val="FFFFFF"/>
                </a:solidFill>
                <a:latin typeface="Montserrat"/>
                <a:ea typeface="Montserrat"/>
                <a:cs typeface="Montserrat"/>
                <a:sym typeface="Montserrat"/>
              </a:rPr>
              <a:t>xxx</a:t>
            </a:r>
            <a:endParaRPr b="0" i="0" sz="800" u="none" cap="none" strike="noStrike">
              <a:solidFill>
                <a:srgbClr val="000000"/>
              </a:solidFill>
              <a:latin typeface="Calibri"/>
              <a:ea typeface="Calibri"/>
              <a:cs typeface="Calibri"/>
              <a:sym typeface="Calibri"/>
            </a:endParaRPr>
          </a:p>
        </p:txBody>
      </p:sp>
      <p:sp>
        <p:nvSpPr>
          <p:cNvPr id="311" name="Google Shape;311;p16"/>
          <p:cNvSpPr/>
          <p:nvPr/>
        </p:nvSpPr>
        <p:spPr>
          <a:xfrm>
            <a:off x="2303512" y="4173725"/>
            <a:ext cx="12822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6"/>
          <p:cNvSpPr txBox="1"/>
          <p:nvPr/>
        </p:nvSpPr>
        <p:spPr>
          <a:xfrm>
            <a:off x="2366974" y="4225252"/>
            <a:ext cx="11550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13" name="Google Shape;313;p16"/>
          <p:cNvSpPr txBox="1"/>
          <p:nvPr/>
        </p:nvSpPr>
        <p:spPr>
          <a:xfrm>
            <a:off x="2366974" y="4324015"/>
            <a:ext cx="11550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lang="en-US" sz="800">
                <a:solidFill>
                  <a:srgbClr val="FFFFFF"/>
                </a:solidFill>
                <a:latin typeface="Montserrat"/>
                <a:ea typeface="Montserrat"/>
                <a:cs typeface="Montserrat"/>
                <a:sym typeface="Montserrat"/>
              </a:rPr>
              <a:t>xxx</a:t>
            </a:r>
            <a:endParaRPr b="0" i="0" sz="800" u="none" cap="none" strike="noStrike">
              <a:solidFill>
                <a:srgbClr val="000000"/>
              </a:solidFill>
              <a:latin typeface="Calibri"/>
              <a:ea typeface="Calibri"/>
              <a:cs typeface="Calibri"/>
              <a:sym typeface="Calibri"/>
            </a:endParaRPr>
          </a:p>
        </p:txBody>
      </p:sp>
      <p:sp>
        <p:nvSpPr>
          <p:cNvPr id="314" name="Google Shape;314;p16"/>
          <p:cNvSpPr/>
          <p:nvPr/>
        </p:nvSpPr>
        <p:spPr>
          <a:xfrm>
            <a:off x="3959895" y="4173725"/>
            <a:ext cx="12822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6"/>
          <p:cNvSpPr txBox="1"/>
          <p:nvPr/>
        </p:nvSpPr>
        <p:spPr>
          <a:xfrm>
            <a:off x="4023357" y="4225252"/>
            <a:ext cx="11550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16" name="Google Shape;316;p16"/>
          <p:cNvSpPr txBox="1"/>
          <p:nvPr/>
        </p:nvSpPr>
        <p:spPr>
          <a:xfrm>
            <a:off x="4023357" y="4324015"/>
            <a:ext cx="11550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lang="en-US" sz="800">
                <a:solidFill>
                  <a:srgbClr val="FFFFFF"/>
                </a:solidFill>
                <a:latin typeface="Montserrat"/>
                <a:ea typeface="Montserrat"/>
                <a:cs typeface="Montserrat"/>
                <a:sym typeface="Montserrat"/>
              </a:rPr>
              <a:t>xxx</a:t>
            </a:r>
            <a:endParaRPr b="0" i="0" sz="800" u="none" cap="none" strike="noStrike">
              <a:solidFill>
                <a:srgbClr val="000000"/>
              </a:solidFill>
              <a:latin typeface="Calibri"/>
              <a:ea typeface="Calibri"/>
              <a:cs typeface="Calibri"/>
              <a:sym typeface="Calibri"/>
            </a:endParaRPr>
          </a:p>
        </p:txBody>
      </p:sp>
      <p:sp>
        <p:nvSpPr>
          <p:cNvPr id="317" name="Google Shape;317;p16"/>
          <p:cNvSpPr/>
          <p:nvPr/>
        </p:nvSpPr>
        <p:spPr>
          <a:xfrm>
            <a:off x="5558768" y="4173725"/>
            <a:ext cx="12822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6"/>
          <p:cNvSpPr txBox="1"/>
          <p:nvPr/>
        </p:nvSpPr>
        <p:spPr>
          <a:xfrm>
            <a:off x="5622230" y="4225252"/>
            <a:ext cx="11550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19" name="Google Shape;319;p16"/>
          <p:cNvSpPr txBox="1"/>
          <p:nvPr/>
        </p:nvSpPr>
        <p:spPr>
          <a:xfrm>
            <a:off x="5622230" y="4324015"/>
            <a:ext cx="11550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lang="en-US" sz="800">
                <a:solidFill>
                  <a:srgbClr val="FFFFFF"/>
                </a:solidFill>
                <a:latin typeface="Montserrat"/>
                <a:ea typeface="Montserrat"/>
                <a:cs typeface="Montserrat"/>
                <a:sym typeface="Montserrat"/>
              </a:rPr>
              <a:t>xxxx</a:t>
            </a:r>
            <a:endParaRPr b="0" i="0" sz="800" u="none" cap="none" strike="noStrike">
              <a:solidFill>
                <a:srgbClr val="000000"/>
              </a:solidFill>
              <a:latin typeface="Calibri"/>
              <a:ea typeface="Calibri"/>
              <a:cs typeface="Calibri"/>
              <a:sym typeface="Calibri"/>
            </a:endParaRPr>
          </a:p>
        </p:txBody>
      </p:sp>
      <p:sp>
        <p:nvSpPr>
          <p:cNvPr id="320" name="Google Shape;320;p16"/>
          <p:cNvSpPr/>
          <p:nvPr/>
        </p:nvSpPr>
        <p:spPr>
          <a:xfrm>
            <a:off x="7077456" y="1957050"/>
            <a:ext cx="1488600" cy="2792100"/>
          </a:xfrm>
          <a:prstGeom prst="roundRect">
            <a:avLst>
              <a:gd fmla="val 39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6"/>
          <p:cNvSpPr txBox="1"/>
          <p:nvPr/>
        </p:nvSpPr>
        <p:spPr>
          <a:xfrm>
            <a:off x="7238197" y="2043075"/>
            <a:ext cx="1095900" cy="22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ETAPA 5</a:t>
            </a:r>
            <a:endParaRPr b="0" i="0" sz="900" u="none" cap="none" strike="noStrike">
              <a:solidFill>
                <a:schemeClr val="dk1"/>
              </a:solidFill>
              <a:latin typeface="Calibri"/>
              <a:ea typeface="Calibri"/>
              <a:cs typeface="Calibri"/>
              <a:sym typeface="Calibri"/>
            </a:endParaRPr>
          </a:p>
        </p:txBody>
      </p:sp>
      <p:sp>
        <p:nvSpPr>
          <p:cNvPr id="322" name="Google Shape;322;p16"/>
          <p:cNvSpPr txBox="1"/>
          <p:nvPr/>
        </p:nvSpPr>
        <p:spPr>
          <a:xfrm>
            <a:off x="7238197" y="2316158"/>
            <a:ext cx="1167000" cy="5463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000033"/>
              </a:buClr>
              <a:buSzPts val="1200"/>
              <a:buFont typeface="Montserrat SemiBold"/>
              <a:buNone/>
            </a:pPr>
            <a:r>
              <a:rPr b="1" lang="en-US" sz="950">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
        <p:nvSpPr>
          <p:cNvPr id="323" name="Google Shape;323;p16"/>
          <p:cNvSpPr txBox="1"/>
          <p:nvPr/>
        </p:nvSpPr>
        <p:spPr>
          <a:xfrm>
            <a:off x="7238182" y="2810644"/>
            <a:ext cx="1167000" cy="1338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575757"/>
              </a:buClr>
              <a:buSzPts val="1000"/>
              <a:buFont typeface="Montserrat"/>
              <a:buNone/>
            </a:pPr>
            <a:r>
              <a:rPr lang="en-US" sz="900">
                <a:solidFill>
                  <a:srgbClr val="000033"/>
                </a:solidFill>
                <a:latin typeface="Montserrat"/>
                <a:ea typeface="Montserrat"/>
                <a:cs typeface="Montserrat"/>
                <a:sym typeface="Montserrat"/>
              </a:rPr>
              <a:t>Ingresar aquí una descripción breve, de dos o tres líneas.</a:t>
            </a:r>
            <a:endParaRPr sz="900">
              <a:solidFill>
                <a:schemeClr val="dk1"/>
              </a:solidFill>
              <a:latin typeface="Calibri"/>
              <a:ea typeface="Calibri"/>
              <a:cs typeface="Calibri"/>
              <a:sym typeface="Calibri"/>
            </a:endParaRPr>
          </a:p>
          <a:p>
            <a:pPr indent="0" lvl="0" marL="0" marR="0" rtl="0" algn="l">
              <a:lnSpc>
                <a:spcPct val="124000"/>
              </a:lnSpc>
              <a:spcBef>
                <a:spcPts val="0"/>
              </a:spcBef>
              <a:spcAft>
                <a:spcPts val="0"/>
              </a:spcAft>
              <a:buClr>
                <a:srgbClr val="575757"/>
              </a:buClr>
              <a:buSzPts val="1000"/>
              <a:buFont typeface="Montserrat"/>
              <a:buNone/>
            </a:pPr>
            <a:r>
              <a:t/>
            </a:r>
            <a:endParaRPr sz="750">
              <a:solidFill>
                <a:srgbClr val="000033"/>
              </a:solidFill>
              <a:latin typeface="Montserrat"/>
              <a:ea typeface="Montserrat"/>
              <a:cs typeface="Montserrat"/>
              <a:sym typeface="Montserrat"/>
            </a:endParaRPr>
          </a:p>
        </p:txBody>
      </p:sp>
      <p:sp>
        <p:nvSpPr>
          <p:cNvPr id="324" name="Google Shape;324;p16"/>
          <p:cNvSpPr/>
          <p:nvPr/>
        </p:nvSpPr>
        <p:spPr>
          <a:xfrm>
            <a:off x="7186400" y="4173725"/>
            <a:ext cx="1282200" cy="438900"/>
          </a:xfrm>
          <a:prstGeom prst="roundRect">
            <a:avLst>
              <a:gd fmla="val 9677"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6"/>
          <p:cNvSpPr txBox="1"/>
          <p:nvPr/>
        </p:nvSpPr>
        <p:spPr>
          <a:xfrm>
            <a:off x="7249862" y="4225252"/>
            <a:ext cx="1155000" cy="83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750"/>
              <a:buFont typeface="Montserrat SemiBold"/>
              <a:buNone/>
            </a:pPr>
            <a:r>
              <a:rPr b="1" i="0" lang="en-US" sz="750" u="none" cap="none" strike="noStrike">
                <a:solidFill>
                  <a:srgbClr val="7E99FE"/>
                </a:solidFill>
                <a:latin typeface="Montserrat SemiBold"/>
                <a:ea typeface="Montserrat SemiBold"/>
                <a:cs typeface="Montserrat SemiBold"/>
                <a:sym typeface="Montserrat SemiBold"/>
              </a:rPr>
              <a:t>Entregable:</a:t>
            </a:r>
            <a:endParaRPr b="0" i="0" sz="750" u="none" cap="none" strike="noStrike">
              <a:solidFill>
                <a:srgbClr val="000000"/>
              </a:solidFill>
              <a:latin typeface="Calibri"/>
              <a:ea typeface="Calibri"/>
              <a:cs typeface="Calibri"/>
              <a:sym typeface="Calibri"/>
            </a:endParaRPr>
          </a:p>
        </p:txBody>
      </p:sp>
      <p:sp>
        <p:nvSpPr>
          <p:cNvPr id="326" name="Google Shape;326;p16"/>
          <p:cNvSpPr txBox="1"/>
          <p:nvPr/>
        </p:nvSpPr>
        <p:spPr>
          <a:xfrm>
            <a:off x="7249862" y="4324015"/>
            <a:ext cx="1155000" cy="186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750"/>
              <a:buFont typeface="Montserrat"/>
              <a:buNone/>
            </a:pPr>
            <a:r>
              <a:rPr lang="en-US" sz="800">
                <a:solidFill>
                  <a:srgbClr val="FFFFFF"/>
                </a:solidFill>
                <a:latin typeface="Montserrat"/>
                <a:ea typeface="Montserrat"/>
                <a:cs typeface="Montserrat"/>
                <a:sym typeface="Montserrat"/>
              </a:rPr>
              <a:t>xxxxx</a:t>
            </a:r>
            <a:endParaRPr b="0" i="0" sz="800" u="none" cap="none" strike="noStrike">
              <a:solidFill>
                <a:srgbClr val="000000"/>
              </a:solidFill>
              <a:latin typeface="Calibri"/>
              <a:ea typeface="Calibri"/>
              <a:cs typeface="Calibri"/>
              <a:sym typeface="Calibri"/>
            </a:endParaRPr>
          </a:p>
        </p:txBody>
      </p:sp>
      <p:sp>
        <p:nvSpPr>
          <p:cNvPr id="327" name="Google Shape;327;p16"/>
          <p:cNvSpPr txBox="1"/>
          <p:nvPr/>
        </p:nvSpPr>
        <p:spPr>
          <a:xfrm>
            <a:off x="727670" y="2316158"/>
            <a:ext cx="1167000" cy="54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33"/>
              </a:buClr>
              <a:buSzPts val="1200"/>
              <a:buFont typeface="Montserrat SemiBold"/>
              <a:buNone/>
            </a:pPr>
            <a:r>
              <a:rPr b="1" lang="en-US" sz="950">
                <a:solidFill>
                  <a:srgbClr val="000033"/>
                </a:solidFill>
                <a:latin typeface="Montserrat SemiBold"/>
                <a:ea typeface="Montserrat SemiBold"/>
                <a:cs typeface="Montserrat SemiBold"/>
                <a:sym typeface="Montserrat SemiBold"/>
              </a:rPr>
              <a:t>Nombre de la etapa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332" name="Shape 332"/>
        <p:cNvGrpSpPr/>
        <p:nvPr/>
      </p:nvGrpSpPr>
      <p:grpSpPr>
        <a:xfrm>
          <a:off x="0" y="0"/>
          <a:ext cx="0" cy="0"/>
          <a:chOff x="0" y="0"/>
          <a:chExt cx="0" cy="0"/>
        </a:xfrm>
      </p:grpSpPr>
      <p:pic>
        <p:nvPicPr>
          <p:cNvPr descr="bg-dark-glow.png" id="333" name="Google Shape;333;p17"/>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334" name="Google Shape;334;p17"/>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335" name="Google Shape;335;p17"/>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336" name="Google Shape;336;p17"/>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Detalle del </a:t>
            </a:r>
            <a:r>
              <a:rPr i="1" lang="en-US" sz="4500">
                <a:solidFill>
                  <a:srgbClr val="7E99FE"/>
                </a:solidFill>
                <a:latin typeface="Montserrat ExtraBold"/>
                <a:ea typeface="Montserrat ExtraBold"/>
                <a:cs typeface="Montserrat ExtraBold"/>
                <a:sym typeface="Montserrat ExtraBold"/>
              </a:rPr>
              <a:t>proceso</a:t>
            </a:r>
            <a:endParaRPr b="0" i="1" sz="1400" u="none" cap="none" strike="noStrike">
              <a:solidFill>
                <a:srgbClr val="7E99FE"/>
              </a:solidFill>
              <a:latin typeface="Arial"/>
              <a:ea typeface="Arial"/>
              <a:cs typeface="Arial"/>
              <a:sym typeface="Arial"/>
            </a:endParaRPr>
          </a:p>
        </p:txBody>
      </p:sp>
      <p:sp>
        <p:nvSpPr>
          <p:cNvPr id="337" name="Google Shape;337;p17"/>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42" name="Shape 342"/>
        <p:cNvGrpSpPr/>
        <p:nvPr/>
      </p:nvGrpSpPr>
      <p:grpSpPr>
        <a:xfrm>
          <a:off x="0" y="0"/>
          <a:ext cx="0" cy="0"/>
          <a:chOff x="0" y="0"/>
          <a:chExt cx="0" cy="0"/>
        </a:xfrm>
      </p:grpSpPr>
      <p:sp>
        <p:nvSpPr>
          <p:cNvPr id="343" name="Google Shape;343;p18"/>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344" name="Google Shape;344;p18"/>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345" name="Google Shape;345;p18"/>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346" name="Google Shape;346;p18"/>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47" name="Google Shape;347;p18"/>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348" name="Google Shape;348;p18"/>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349" name="Google Shape;349;p18"/>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50" name="Google Shape;350;p18"/>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351" name="Google Shape;351;p18"/>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8"/>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353" name="Google Shape;353;p18"/>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354" name="Google Shape;354;p18"/>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355" name="Google Shape;355;p18"/>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60" name="Shape 360"/>
        <p:cNvGrpSpPr/>
        <p:nvPr/>
      </p:nvGrpSpPr>
      <p:grpSpPr>
        <a:xfrm>
          <a:off x="0" y="0"/>
          <a:ext cx="0" cy="0"/>
          <a:chOff x="0" y="0"/>
          <a:chExt cx="0" cy="0"/>
        </a:xfrm>
      </p:grpSpPr>
      <p:sp>
        <p:nvSpPr>
          <p:cNvPr id="361" name="Google Shape;361;p19"/>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362" name="Google Shape;362;p19"/>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363" name="Google Shape;363;p19"/>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364" name="Google Shape;364;p19"/>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65" name="Google Shape;365;p19"/>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366" name="Google Shape;366;p19"/>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367" name="Google Shape;367;p19"/>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68" name="Google Shape;368;p19"/>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369" name="Google Shape;369;p19"/>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9"/>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371" name="Google Shape;371;p19"/>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372" name="Google Shape;372;p19"/>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373" name="Google Shape;373;p19"/>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78" name="Shape 378"/>
        <p:cNvGrpSpPr/>
        <p:nvPr/>
      </p:nvGrpSpPr>
      <p:grpSpPr>
        <a:xfrm>
          <a:off x="0" y="0"/>
          <a:ext cx="0" cy="0"/>
          <a:chOff x="0" y="0"/>
          <a:chExt cx="0" cy="0"/>
        </a:xfrm>
      </p:grpSpPr>
      <p:sp>
        <p:nvSpPr>
          <p:cNvPr id="379" name="Google Shape;379;p20"/>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380" name="Google Shape;380;p20"/>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381" name="Google Shape;381;p20"/>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382" name="Google Shape;382;p20"/>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83" name="Google Shape;383;p20"/>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384" name="Google Shape;384;p20"/>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385" name="Google Shape;385;p20"/>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386" name="Google Shape;386;p20"/>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387" name="Google Shape;387;p20"/>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0"/>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389" name="Google Shape;389;p20"/>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390" name="Google Shape;390;p20"/>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391" name="Google Shape;391;p20"/>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396" name="Shape 396"/>
        <p:cNvGrpSpPr/>
        <p:nvPr/>
      </p:nvGrpSpPr>
      <p:grpSpPr>
        <a:xfrm>
          <a:off x="0" y="0"/>
          <a:ext cx="0" cy="0"/>
          <a:chOff x="0" y="0"/>
          <a:chExt cx="0" cy="0"/>
        </a:xfrm>
      </p:grpSpPr>
      <p:sp>
        <p:nvSpPr>
          <p:cNvPr id="397" name="Google Shape;397;p21"/>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398" name="Google Shape;398;p21"/>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399" name="Google Shape;399;p21"/>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00" name="Google Shape;400;p21"/>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01" name="Google Shape;401;p21"/>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02" name="Google Shape;402;p21"/>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03" name="Google Shape;403;p21"/>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04" name="Google Shape;404;p21"/>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05" name="Google Shape;405;p21"/>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21"/>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07" name="Google Shape;407;p21"/>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08" name="Google Shape;408;p21"/>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09" name="Google Shape;409;p21"/>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14" name="Shape 414"/>
        <p:cNvGrpSpPr/>
        <p:nvPr/>
      </p:nvGrpSpPr>
      <p:grpSpPr>
        <a:xfrm>
          <a:off x="0" y="0"/>
          <a:ext cx="0" cy="0"/>
          <a:chOff x="0" y="0"/>
          <a:chExt cx="0" cy="0"/>
        </a:xfrm>
      </p:grpSpPr>
      <p:sp>
        <p:nvSpPr>
          <p:cNvPr id="415" name="Google Shape;415;p22"/>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ETAPA X</a:t>
            </a:r>
            <a:endParaRPr b="0" i="0" sz="1100" u="none" cap="none" strike="noStrike">
              <a:solidFill>
                <a:schemeClr val="dk1"/>
              </a:solidFill>
              <a:latin typeface="Calibri"/>
              <a:ea typeface="Calibri"/>
              <a:cs typeface="Calibri"/>
              <a:sym typeface="Calibri"/>
            </a:endParaRPr>
          </a:p>
        </p:txBody>
      </p:sp>
      <p:sp>
        <p:nvSpPr>
          <p:cNvPr id="416" name="Google Shape;416;p22"/>
          <p:cNvSpPr txBox="1"/>
          <p:nvPr/>
        </p:nvSpPr>
        <p:spPr>
          <a:xfrm>
            <a:off x="571500" y="1159753"/>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Nombre del</a:t>
            </a:r>
            <a:r>
              <a:rPr b="1" i="1" lang="en-US" sz="2100" u="none" cap="none" strike="noStrike">
                <a:solidFill>
                  <a:srgbClr val="2B5BFC"/>
                </a:solidFill>
                <a:latin typeface="Montserrat Black"/>
                <a:ea typeface="Montserrat Black"/>
                <a:cs typeface="Montserrat Black"/>
                <a:sym typeface="Montserrat Black"/>
              </a:rPr>
              <a:t> etapa</a:t>
            </a:r>
            <a:endParaRPr b="0" i="0" sz="2100" u="none" cap="none" strike="noStrike">
              <a:solidFill>
                <a:schemeClr val="dk1"/>
              </a:solidFill>
              <a:latin typeface="Calibri"/>
              <a:ea typeface="Calibri"/>
              <a:cs typeface="Calibri"/>
              <a:sym typeface="Calibri"/>
            </a:endParaRPr>
          </a:p>
        </p:txBody>
      </p:sp>
      <p:sp>
        <p:nvSpPr>
          <p:cNvPr id="417" name="Google Shape;417;p22"/>
          <p:cNvSpPr txBox="1"/>
          <p:nvPr/>
        </p:nvSpPr>
        <p:spPr>
          <a:xfrm>
            <a:off x="571500" y="1518344"/>
            <a:ext cx="80010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Una línea que resume el objetivo de esta etapa.</a:t>
            </a:r>
            <a:endParaRPr b="0" i="0" sz="1100" u="none" cap="none" strike="noStrike">
              <a:solidFill>
                <a:schemeClr val="dk1"/>
              </a:solidFill>
              <a:latin typeface="Calibri"/>
              <a:ea typeface="Calibri"/>
              <a:cs typeface="Calibri"/>
              <a:sym typeface="Calibri"/>
            </a:endParaRPr>
          </a:p>
        </p:txBody>
      </p:sp>
      <p:sp>
        <p:nvSpPr>
          <p:cNvPr id="418" name="Google Shape;418;p22"/>
          <p:cNvSpPr/>
          <p:nvPr/>
        </p:nvSpPr>
        <p:spPr>
          <a:xfrm>
            <a:off x="571500" y="1875250"/>
            <a:ext cx="3711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19" name="Google Shape;419;p22"/>
          <p:cNvSpPr txBox="1"/>
          <p:nvPr/>
        </p:nvSpPr>
        <p:spPr>
          <a:xfrm>
            <a:off x="681800" y="2007575"/>
            <a:ext cx="3474900" cy="15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ACTIVIDADES CLAVE</a:t>
            </a:r>
            <a:endParaRPr b="0" i="0" sz="850" u="none" cap="none" strike="noStrike">
              <a:solidFill>
                <a:srgbClr val="000000"/>
              </a:solidFill>
              <a:latin typeface="Calibri"/>
              <a:ea typeface="Calibri"/>
              <a:cs typeface="Calibri"/>
              <a:sym typeface="Calibri"/>
            </a:endParaRPr>
          </a:p>
        </p:txBody>
      </p:sp>
      <p:sp>
        <p:nvSpPr>
          <p:cNvPr id="420" name="Google Shape;420;p22"/>
          <p:cNvSpPr txBox="1"/>
          <p:nvPr/>
        </p:nvSpPr>
        <p:spPr>
          <a:xfrm>
            <a:off x="681850" y="2231216"/>
            <a:ext cx="34749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
        <p:nvSpPr>
          <p:cNvPr id="421" name="Google Shape;421;p22"/>
          <p:cNvSpPr/>
          <p:nvPr/>
        </p:nvSpPr>
        <p:spPr>
          <a:xfrm>
            <a:off x="4405447" y="1875563"/>
            <a:ext cx="2214300" cy="2038200"/>
          </a:xfrm>
          <a:prstGeom prst="roundRect">
            <a:avLst>
              <a:gd fmla="val 4040"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a:p>
        </p:txBody>
      </p:sp>
      <p:sp>
        <p:nvSpPr>
          <p:cNvPr id="422" name="Google Shape;422;p22"/>
          <p:cNvSpPr txBox="1"/>
          <p:nvPr/>
        </p:nvSpPr>
        <p:spPr>
          <a:xfrm>
            <a:off x="4527725" y="2018175"/>
            <a:ext cx="2214300" cy="14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REQUERIMIENTOS AL CLIENTE</a:t>
            </a:r>
            <a:endParaRPr b="0" i="0" sz="850" u="none" cap="none" strike="noStrike">
              <a:solidFill>
                <a:srgbClr val="000000"/>
              </a:solidFill>
              <a:latin typeface="Calibri"/>
              <a:ea typeface="Calibri"/>
              <a:cs typeface="Calibri"/>
              <a:sym typeface="Calibri"/>
            </a:endParaRPr>
          </a:p>
        </p:txBody>
      </p:sp>
      <p:sp>
        <p:nvSpPr>
          <p:cNvPr id="423" name="Google Shape;423;p22"/>
          <p:cNvSpPr/>
          <p:nvPr/>
        </p:nvSpPr>
        <p:spPr>
          <a:xfrm>
            <a:off x="557150" y="3996800"/>
            <a:ext cx="8001000" cy="786000"/>
          </a:xfrm>
          <a:prstGeom prst="roundRect">
            <a:avLst>
              <a:gd fmla="val 12500" name="adj"/>
            </a:avLst>
          </a:prstGeom>
          <a:solidFill>
            <a:srgbClr val="000033"/>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2"/>
          <p:cNvSpPr txBox="1"/>
          <p:nvPr/>
        </p:nvSpPr>
        <p:spPr>
          <a:xfrm>
            <a:off x="790956" y="4081801"/>
            <a:ext cx="1280100" cy="16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9FE"/>
              </a:buClr>
              <a:buSzPts val="800"/>
              <a:buFont typeface="Montserrat SemiBold"/>
              <a:buNone/>
            </a:pPr>
            <a:r>
              <a:rPr b="1" i="0" lang="en-US" sz="800" u="none" cap="none" strike="noStrike">
                <a:solidFill>
                  <a:srgbClr val="7E99FE"/>
                </a:solidFill>
                <a:latin typeface="Montserrat SemiBold"/>
                <a:ea typeface="Montserrat SemiBold"/>
                <a:cs typeface="Montserrat SemiBold"/>
                <a:sym typeface="Montserrat SemiBold"/>
              </a:rPr>
              <a:t>ENTREGABLES</a:t>
            </a:r>
            <a:endParaRPr b="0" i="0" sz="800" u="none" cap="none" strike="noStrike">
              <a:solidFill>
                <a:srgbClr val="000000"/>
              </a:solidFill>
              <a:latin typeface="Calibri"/>
              <a:ea typeface="Calibri"/>
              <a:cs typeface="Calibri"/>
              <a:sym typeface="Calibri"/>
            </a:endParaRPr>
          </a:p>
        </p:txBody>
      </p:sp>
      <p:sp>
        <p:nvSpPr>
          <p:cNvPr id="425" name="Google Shape;425;p22"/>
          <p:cNvSpPr txBox="1"/>
          <p:nvPr/>
        </p:nvSpPr>
        <p:spPr>
          <a:xfrm>
            <a:off x="790950" y="4331177"/>
            <a:ext cx="7671000" cy="295500"/>
          </a:xfrm>
          <a:prstGeom prst="rect">
            <a:avLst/>
          </a:prstGeom>
          <a:noFill/>
          <a:ln>
            <a:noFill/>
          </a:ln>
        </p:spPr>
        <p:txBody>
          <a:bodyPr anchorCtr="0" anchor="ctr" bIns="0" lIns="0" spcFirstLastPara="1" rIns="0" wrap="square" tIns="0">
            <a:noAutofit/>
          </a:bodyPr>
          <a:lstStyle/>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a:p>
            <a:pPr indent="-279400" lvl="0" marL="342900" marR="0" rtl="0" algn="l">
              <a:lnSpc>
                <a:spcPct val="100000"/>
              </a:lnSpc>
              <a:spcBef>
                <a:spcPts val="1000"/>
              </a:spcBef>
              <a:spcAft>
                <a:spcPts val="0"/>
              </a:spcAft>
              <a:buClr>
                <a:srgbClr val="7E99FE"/>
              </a:buClr>
              <a:buSzPts val="800"/>
              <a:buFont typeface="Montserrat"/>
              <a:buChar char="➔"/>
            </a:pPr>
            <a:r>
              <a:rPr b="0" i="0" lang="en-US" sz="800" u="none" cap="none" strike="noStrike">
                <a:solidFill>
                  <a:srgbClr val="FFFFFF"/>
                </a:solidFill>
                <a:latin typeface="Montserrat"/>
                <a:ea typeface="Montserrat"/>
                <a:cs typeface="Montserrat"/>
                <a:sym typeface="Montserrat"/>
              </a:rPr>
              <a:t>xxxxx</a:t>
            </a:r>
            <a:endParaRPr b="0" i="0" sz="800" u="none" cap="none" strike="noStrike">
              <a:solidFill>
                <a:srgbClr val="FFFFFF"/>
              </a:solidFill>
              <a:latin typeface="Montserrat"/>
              <a:ea typeface="Montserrat"/>
              <a:cs typeface="Montserrat"/>
              <a:sym typeface="Montserrat"/>
            </a:endParaRPr>
          </a:p>
        </p:txBody>
      </p:sp>
      <p:pic>
        <p:nvPicPr>
          <p:cNvPr descr="/home/claude/build/img/photo_f1.jpg" id="426" name="Google Shape;426;p22"/>
          <p:cNvPicPr preferRelativeResize="0"/>
          <p:nvPr/>
        </p:nvPicPr>
        <p:blipFill rotWithShape="1">
          <a:blip r:embed="rId3">
            <a:alphaModFix/>
          </a:blip>
          <a:srcRect b="0" l="0" r="18006" t="18093"/>
          <a:stretch/>
        </p:blipFill>
        <p:spPr>
          <a:xfrm>
            <a:off x="6710100" y="1875250"/>
            <a:ext cx="1862400" cy="2038200"/>
          </a:xfrm>
          <a:prstGeom prst="roundRect">
            <a:avLst>
              <a:gd fmla="val 6720" name="adj"/>
            </a:avLst>
          </a:prstGeom>
          <a:noFill/>
          <a:ln>
            <a:noFill/>
          </a:ln>
        </p:spPr>
      </p:pic>
      <p:sp>
        <p:nvSpPr>
          <p:cNvPr id="427" name="Google Shape;427;p22"/>
          <p:cNvSpPr txBox="1"/>
          <p:nvPr/>
        </p:nvSpPr>
        <p:spPr>
          <a:xfrm>
            <a:off x="4522525" y="2231216"/>
            <a:ext cx="2003400" cy="1625100"/>
          </a:xfrm>
          <a:prstGeom prst="rect">
            <a:avLst/>
          </a:prstGeom>
          <a:noFill/>
          <a:ln>
            <a:noFill/>
          </a:ln>
        </p:spPr>
        <p:txBody>
          <a:bodyPr anchorCtr="0" anchor="t" bIns="0" lIns="0" spcFirstLastPara="1" rIns="0" wrap="square" tIns="0">
            <a:noAutofit/>
          </a:bodyPr>
          <a:lstStyle/>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a:p>
            <a:pPr indent="-180975" lvl="0" marL="228600" marR="0" rtl="0" algn="l">
              <a:lnSpc>
                <a:spcPct val="100000"/>
              </a:lnSpc>
              <a:spcBef>
                <a:spcPts val="1000"/>
              </a:spcBef>
              <a:spcAft>
                <a:spcPts val="0"/>
              </a:spcAft>
              <a:buClr>
                <a:srgbClr val="2B5BFC"/>
              </a:buClr>
              <a:buSzPts val="600"/>
              <a:buFont typeface="Montserrat"/>
              <a:buChar char="●"/>
            </a:pPr>
            <a:r>
              <a:rPr b="0" i="0" lang="en-US" sz="900" u="none" cap="none" strike="noStrike">
                <a:solidFill>
                  <a:srgbClr val="000033"/>
                </a:solidFill>
                <a:latin typeface="Montserrat"/>
                <a:ea typeface="Montserrat"/>
                <a:cs typeface="Montserrat"/>
                <a:sym typeface="Montserrat"/>
              </a:rPr>
              <a:t>xxxxx</a:t>
            </a:r>
            <a:endParaRPr b="0" i="0" sz="9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432" name="Shape 432"/>
        <p:cNvGrpSpPr/>
        <p:nvPr/>
      </p:nvGrpSpPr>
      <p:grpSpPr>
        <a:xfrm>
          <a:off x="0" y="0"/>
          <a:ext cx="0" cy="0"/>
          <a:chOff x="0" y="0"/>
          <a:chExt cx="0" cy="0"/>
        </a:xfrm>
      </p:grpSpPr>
      <p:pic>
        <p:nvPicPr>
          <p:cNvPr descr="bg-dark-glow.png" id="433" name="Google Shape;433;p2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434" name="Google Shape;434;p23"/>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435" name="Google Shape;435;p23"/>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436" name="Google Shape;436;p23"/>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Arquitectura </a:t>
            </a:r>
            <a:r>
              <a:rPr i="1" lang="en-US" sz="4500">
                <a:solidFill>
                  <a:srgbClr val="9AAFFE"/>
                </a:solidFill>
                <a:latin typeface="Montserrat ExtraBold"/>
                <a:ea typeface="Montserrat ExtraBold"/>
                <a:cs typeface="Montserrat ExtraBold"/>
                <a:sym typeface="Montserrat ExtraBold"/>
              </a:rPr>
              <a:t>tentativa</a:t>
            </a:r>
            <a:endParaRPr b="0" i="1" sz="1400" u="none" cap="none" strike="noStrike">
              <a:solidFill>
                <a:srgbClr val="9AAFFE"/>
              </a:solidFill>
              <a:latin typeface="Arial"/>
              <a:ea typeface="Arial"/>
              <a:cs typeface="Arial"/>
              <a:sym typeface="Arial"/>
            </a:endParaRPr>
          </a:p>
        </p:txBody>
      </p:sp>
      <p:sp>
        <p:nvSpPr>
          <p:cNvPr id="437" name="Google Shape;437;p23"/>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41" name="Shape 441"/>
        <p:cNvGrpSpPr/>
        <p:nvPr/>
      </p:nvGrpSpPr>
      <p:grpSpPr>
        <a:xfrm>
          <a:off x="0" y="0"/>
          <a:ext cx="0" cy="0"/>
          <a:chOff x="0" y="0"/>
          <a:chExt cx="0" cy="0"/>
        </a:xfrm>
      </p:grpSpPr>
      <p:pic>
        <p:nvPicPr>
          <p:cNvPr descr="logo_navy.png" id="442" name="Google Shape;442;p24"/>
          <p:cNvPicPr preferRelativeResize="0"/>
          <p:nvPr/>
        </p:nvPicPr>
        <p:blipFill rotWithShape="1">
          <a:blip r:embed="rId3">
            <a:alphaModFix/>
          </a:blip>
          <a:srcRect b="0" l="0" r="0" t="0"/>
          <a:stretch/>
        </p:blipFill>
        <p:spPr>
          <a:xfrm>
            <a:off x="569671" y="389534"/>
            <a:ext cx="1228039" cy="245059"/>
          </a:xfrm>
          <a:prstGeom prst="rect">
            <a:avLst/>
          </a:prstGeom>
          <a:noFill/>
          <a:ln>
            <a:noFill/>
          </a:ln>
        </p:spPr>
      </p:pic>
      <p:sp>
        <p:nvSpPr>
          <p:cNvPr id="443" name="Google Shape;443;p24"/>
          <p:cNvSpPr txBox="1"/>
          <p:nvPr/>
        </p:nvSpPr>
        <p:spPr>
          <a:xfrm>
            <a:off x="571500" y="890626"/>
            <a:ext cx="80010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ARQUITECTURA TENTATIVA</a:t>
            </a:r>
            <a:endParaRPr b="0" i="0" sz="1100" u="none" cap="none" strike="noStrike">
              <a:solidFill>
                <a:schemeClr val="dk1"/>
              </a:solidFill>
              <a:latin typeface="Calibri"/>
              <a:ea typeface="Calibri"/>
              <a:cs typeface="Calibri"/>
              <a:sym typeface="Calibri"/>
            </a:endParaRPr>
          </a:p>
        </p:txBody>
      </p:sp>
      <p:sp>
        <p:nvSpPr>
          <p:cNvPr id="444" name="Google Shape;444;p24"/>
          <p:cNvSpPr txBox="1"/>
          <p:nvPr/>
        </p:nvSpPr>
        <p:spPr>
          <a:xfrm>
            <a:off x="571500" y="1174090"/>
            <a:ext cx="80010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lang="en-US" sz="2100">
                <a:solidFill>
                  <a:srgbClr val="000033"/>
                </a:solidFill>
                <a:latin typeface="Montserrat ExtraBold"/>
                <a:ea typeface="Montserrat ExtraBold"/>
                <a:cs typeface="Montserrat ExtraBold"/>
                <a:sym typeface="Montserrat ExtraBold"/>
              </a:rPr>
              <a:t>Nombre del </a:t>
            </a:r>
            <a:r>
              <a:rPr b="1" i="1" lang="en-US" sz="2100">
                <a:solidFill>
                  <a:srgbClr val="2B5BFC"/>
                </a:solidFill>
                <a:latin typeface="Montserrat ExtraBold"/>
                <a:ea typeface="Montserrat ExtraBold"/>
                <a:cs typeface="Montserrat ExtraBold"/>
                <a:sym typeface="Montserrat ExtraBold"/>
              </a:rPr>
              <a:t>Agente</a:t>
            </a:r>
            <a:endParaRPr b="0" i="1" sz="2100" u="none" cap="none" strike="noStrike">
              <a:solidFill>
                <a:srgbClr val="2B5BFC"/>
              </a:solidFill>
              <a:latin typeface="Calibri"/>
              <a:ea typeface="Calibri"/>
              <a:cs typeface="Calibri"/>
              <a:sym typeface="Calibri"/>
            </a:endParaRPr>
          </a:p>
        </p:txBody>
      </p:sp>
      <p:sp>
        <p:nvSpPr>
          <p:cNvPr id="445" name="Google Shape;445;p24"/>
          <p:cNvSpPr txBox="1"/>
          <p:nvPr/>
        </p:nvSpPr>
        <p:spPr>
          <a:xfrm>
            <a:off x="571500" y="4590288"/>
            <a:ext cx="18288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446" name="Google Shape;446;p24"/>
          <p:cNvSpPr/>
          <p:nvPr/>
        </p:nvSpPr>
        <p:spPr>
          <a:xfrm>
            <a:off x="566928" y="1847088"/>
            <a:ext cx="2404800" cy="26976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24"/>
          <p:cNvSpPr/>
          <p:nvPr/>
        </p:nvSpPr>
        <p:spPr>
          <a:xfrm>
            <a:off x="3108960" y="1847088"/>
            <a:ext cx="1737360" cy="269748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4"/>
          <p:cNvSpPr/>
          <p:nvPr/>
        </p:nvSpPr>
        <p:spPr>
          <a:xfrm>
            <a:off x="5029200" y="1847088"/>
            <a:ext cx="1737360" cy="269748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4"/>
          <p:cNvSpPr/>
          <p:nvPr/>
        </p:nvSpPr>
        <p:spPr>
          <a:xfrm>
            <a:off x="6949440" y="1847088"/>
            <a:ext cx="1618488" cy="269748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24"/>
          <p:cNvSpPr txBox="1"/>
          <p:nvPr/>
        </p:nvSpPr>
        <p:spPr>
          <a:xfrm>
            <a:off x="566928" y="1572768"/>
            <a:ext cx="8001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lang="en-US" sz="900">
                <a:solidFill>
                  <a:srgbClr val="000033"/>
                </a:solidFill>
                <a:latin typeface="Montserrat"/>
                <a:ea typeface="Montserrat"/>
                <a:cs typeface="Montserrat"/>
                <a:sym typeface="Montserrat"/>
              </a:rPr>
              <a:t>Breve descripción del flujo </a:t>
            </a:r>
            <a:endParaRPr b="0" i="0" sz="1400" u="none" cap="none" strike="noStrike">
              <a:solidFill>
                <a:srgbClr val="000000"/>
              </a:solidFill>
              <a:latin typeface="Arial"/>
              <a:ea typeface="Arial"/>
              <a:cs typeface="Arial"/>
              <a:sym typeface="Arial"/>
            </a:endParaRPr>
          </a:p>
        </p:txBody>
      </p:sp>
      <p:sp>
        <p:nvSpPr>
          <p:cNvPr id="451" name="Google Shape;451;p24"/>
          <p:cNvSpPr txBox="1"/>
          <p:nvPr/>
        </p:nvSpPr>
        <p:spPr>
          <a:xfrm>
            <a:off x="713232" y="1956816"/>
            <a:ext cx="2148900" cy="2015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33"/>
                </a:solidFill>
                <a:latin typeface="Montserrat"/>
                <a:ea typeface="Montserrat"/>
                <a:cs typeface="Montserrat"/>
                <a:sym typeface="Montserrat"/>
              </a:rPr>
              <a:t>Especificaciones técnicas</a:t>
            </a:r>
            <a:endParaRPr b="1" i="0" sz="900" u="none" cap="none" strike="noStrike">
              <a:solidFill>
                <a:srgbClr val="000033"/>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900"/>
              <a:buFont typeface="Arial"/>
              <a:buNone/>
            </a:pPr>
            <a:r>
              <a:t/>
            </a:r>
            <a:endParaRPr b="1" sz="900">
              <a:solidFill>
                <a:srgbClr val="000033"/>
              </a:solidFill>
              <a:latin typeface="Montserrat"/>
              <a:ea typeface="Montserrat"/>
              <a:cs typeface="Montserrat"/>
              <a:sym typeface="Montserrat"/>
            </a:endParaRPr>
          </a:p>
          <a:p>
            <a:pPr indent="0" lvl="0" marL="0" marR="0" rtl="0" algn="l">
              <a:lnSpc>
                <a:spcPct val="100000"/>
              </a:lnSpc>
              <a:spcBef>
                <a:spcPts val="250"/>
              </a:spcBef>
              <a:spcAft>
                <a:spcPts val="0"/>
              </a:spcAft>
              <a:buClr>
                <a:srgbClr val="000000"/>
              </a:buClr>
              <a:buSzPts val="850"/>
              <a:buFont typeface="Arial"/>
              <a:buNone/>
            </a:pPr>
            <a:r>
              <a:rPr b="1" i="0" lang="en-US" sz="850" u="none" cap="none" strike="noStrike">
                <a:solidFill>
                  <a:srgbClr val="2B5BFC"/>
                </a:solidFill>
                <a:latin typeface="Montserrat"/>
                <a:ea typeface="Montserrat"/>
                <a:cs typeface="Montserrat"/>
                <a:sym typeface="Montserrat"/>
              </a:rPr>
              <a:t>Plataforma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000000"/>
              </a:buClr>
              <a:buSzPts val="800"/>
              <a:buFont typeface="Arial"/>
              <a:buNone/>
            </a:pPr>
            <a:r>
              <a:rPr lang="en-US" sz="800">
                <a:solidFill>
                  <a:srgbClr val="000033"/>
                </a:solidFill>
                <a:latin typeface="Montserrat"/>
                <a:ea typeface="Montserrat"/>
                <a:cs typeface="Montserrat"/>
                <a:sym typeface="Montserrat"/>
              </a:rPr>
              <a:t>xxxxxxx</a:t>
            </a:r>
            <a:endParaRPr sz="800">
              <a:solidFill>
                <a:srgbClr val="000033"/>
              </a:solidFill>
              <a:latin typeface="Montserrat"/>
              <a:ea typeface="Montserrat"/>
              <a:cs typeface="Montserrat"/>
              <a:sym typeface="Montserrat"/>
            </a:endParaRPr>
          </a:p>
          <a:p>
            <a:pPr indent="0" lvl="0" marL="0" marR="0" rtl="0" algn="l">
              <a:lnSpc>
                <a:spcPct val="100000"/>
              </a:lnSpc>
              <a:spcBef>
                <a:spcPts val="250"/>
              </a:spcBef>
              <a:spcAft>
                <a:spcPts val="0"/>
              </a:spcAft>
              <a:buClr>
                <a:srgbClr val="000000"/>
              </a:buClr>
              <a:buSzPts val="800"/>
              <a:buFont typeface="Arial"/>
              <a:buNone/>
            </a:pPr>
            <a:r>
              <a:t/>
            </a:r>
            <a:endParaRPr sz="800">
              <a:solidFill>
                <a:srgbClr val="000033"/>
              </a:solidFill>
              <a:latin typeface="Montserrat"/>
              <a:ea typeface="Montserrat"/>
              <a:cs typeface="Montserrat"/>
              <a:sym typeface="Montserrat"/>
            </a:endParaRPr>
          </a:p>
          <a:p>
            <a:pPr indent="0" lvl="0" marL="0" marR="0" rtl="0" algn="l">
              <a:lnSpc>
                <a:spcPct val="100000"/>
              </a:lnSpc>
              <a:spcBef>
                <a:spcPts val="250"/>
              </a:spcBef>
              <a:spcAft>
                <a:spcPts val="0"/>
              </a:spcAft>
              <a:buClr>
                <a:srgbClr val="000000"/>
              </a:buClr>
              <a:buSzPts val="850"/>
              <a:buFont typeface="Arial"/>
              <a:buNone/>
            </a:pPr>
            <a:r>
              <a:rPr b="1" i="0" lang="en-US" sz="850" u="none" cap="none" strike="noStrike">
                <a:solidFill>
                  <a:srgbClr val="2B5BFC"/>
                </a:solidFill>
                <a:latin typeface="Montserrat"/>
                <a:ea typeface="Montserrat"/>
                <a:cs typeface="Montserrat"/>
                <a:sym typeface="Montserrat"/>
              </a:rPr>
              <a:t>Patrón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000000"/>
              </a:buClr>
              <a:buSzPts val="800"/>
              <a:buFont typeface="Arial"/>
              <a:buNone/>
            </a:pPr>
            <a:r>
              <a:rPr lang="en-US" sz="800">
                <a:solidFill>
                  <a:srgbClr val="000033"/>
                </a:solidFill>
                <a:latin typeface="Montserrat"/>
                <a:ea typeface="Montserrat"/>
                <a:cs typeface="Montserrat"/>
                <a:sym typeface="Montserrat"/>
              </a:rPr>
              <a:t>xxxxx</a:t>
            </a:r>
            <a:endParaRPr sz="800">
              <a:solidFill>
                <a:srgbClr val="000033"/>
              </a:solidFill>
              <a:latin typeface="Montserrat"/>
              <a:ea typeface="Montserrat"/>
              <a:cs typeface="Montserrat"/>
              <a:sym typeface="Montserrat"/>
            </a:endParaRPr>
          </a:p>
          <a:p>
            <a:pPr indent="0" lvl="0" marL="0" marR="0" rtl="0" algn="l">
              <a:lnSpc>
                <a:spcPct val="100000"/>
              </a:lnSpc>
              <a:spcBef>
                <a:spcPts val="250"/>
              </a:spcBef>
              <a:spcAft>
                <a:spcPts val="0"/>
              </a:spcAft>
              <a:buClr>
                <a:srgbClr val="000000"/>
              </a:buClr>
              <a:buSzPts val="800"/>
              <a:buFont typeface="Arial"/>
              <a:buNone/>
            </a:pPr>
            <a:r>
              <a:t/>
            </a:r>
            <a:endParaRPr sz="800">
              <a:solidFill>
                <a:srgbClr val="000033"/>
              </a:solidFill>
              <a:latin typeface="Montserrat"/>
              <a:ea typeface="Montserrat"/>
              <a:cs typeface="Montserrat"/>
              <a:sym typeface="Montserrat"/>
            </a:endParaRPr>
          </a:p>
          <a:p>
            <a:pPr indent="0" lvl="0" marL="0" marR="0" rtl="0" algn="l">
              <a:lnSpc>
                <a:spcPct val="100000"/>
              </a:lnSpc>
              <a:spcBef>
                <a:spcPts val="250"/>
              </a:spcBef>
              <a:spcAft>
                <a:spcPts val="0"/>
              </a:spcAft>
              <a:buClr>
                <a:srgbClr val="000000"/>
              </a:buClr>
              <a:buSzPts val="850"/>
              <a:buFont typeface="Arial"/>
              <a:buNone/>
            </a:pPr>
            <a:r>
              <a:rPr b="1" i="0" lang="en-US" sz="850" u="none" cap="none" strike="noStrike">
                <a:solidFill>
                  <a:srgbClr val="2B5BFC"/>
                </a:solidFill>
                <a:latin typeface="Montserrat"/>
                <a:ea typeface="Montserrat"/>
                <a:cs typeface="Montserrat"/>
                <a:sym typeface="Montserrat"/>
              </a:rPr>
              <a:t>Licencias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000000"/>
              </a:buClr>
              <a:buSzPts val="800"/>
              <a:buFont typeface="Arial"/>
              <a:buNone/>
            </a:pPr>
            <a:r>
              <a:rPr lang="en-US" sz="800">
                <a:solidFill>
                  <a:srgbClr val="000033"/>
                </a:solidFill>
                <a:latin typeface="Montserrat"/>
                <a:ea typeface="Montserrat"/>
                <a:cs typeface="Montserrat"/>
                <a:sym typeface="Montserrat"/>
              </a:rPr>
              <a:t>xxxxxx</a:t>
            </a:r>
            <a:endParaRPr sz="800">
              <a:solidFill>
                <a:srgbClr val="000033"/>
              </a:solidFill>
              <a:latin typeface="Montserrat"/>
              <a:ea typeface="Montserrat"/>
              <a:cs typeface="Montserrat"/>
              <a:sym typeface="Montserrat"/>
            </a:endParaRPr>
          </a:p>
          <a:p>
            <a:pPr indent="0" lvl="0" marL="0" marR="0" rtl="0" algn="l">
              <a:lnSpc>
                <a:spcPct val="100000"/>
              </a:lnSpc>
              <a:spcBef>
                <a:spcPts val="250"/>
              </a:spcBef>
              <a:spcAft>
                <a:spcPts val="0"/>
              </a:spcAft>
              <a:buClr>
                <a:srgbClr val="000000"/>
              </a:buClr>
              <a:buSzPts val="800"/>
              <a:buFont typeface="Arial"/>
              <a:buNone/>
            </a:pPr>
            <a:r>
              <a:t/>
            </a:r>
            <a:endParaRPr sz="800">
              <a:solidFill>
                <a:srgbClr val="000033"/>
              </a:solidFill>
              <a:latin typeface="Montserrat"/>
              <a:ea typeface="Montserrat"/>
              <a:cs typeface="Montserrat"/>
              <a:sym typeface="Montserrat"/>
            </a:endParaRPr>
          </a:p>
          <a:p>
            <a:pPr indent="0" lvl="0" marL="0" marR="0" rtl="0" algn="l">
              <a:lnSpc>
                <a:spcPct val="100000"/>
              </a:lnSpc>
              <a:spcBef>
                <a:spcPts val="250"/>
              </a:spcBef>
              <a:spcAft>
                <a:spcPts val="0"/>
              </a:spcAft>
              <a:buClr>
                <a:srgbClr val="000000"/>
              </a:buClr>
              <a:buSzPts val="850"/>
              <a:buFont typeface="Arial"/>
              <a:buNone/>
            </a:pPr>
            <a:r>
              <a:rPr b="1" i="0" lang="en-US" sz="850" u="none" cap="none" strike="noStrike">
                <a:solidFill>
                  <a:srgbClr val="2B5BFC"/>
                </a:solidFill>
                <a:latin typeface="Montserrat"/>
                <a:ea typeface="Montserrat"/>
                <a:cs typeface="Montserrat"/>
                <a:sym typeface="Montserrat"/>
              </a:rPr>
              <a:t>Propiedad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000000"/>
              </a:buClr>
              <a:buSzPts val="800"/>
              <a:buFont typeface="Arial"/>
              <a:buNone/>
            </a:pPr>
            <a:r>
              <a:rPr lang="en-US" sz="800">
                <a:solidFill>
                  <a:srgbClr val="000033"/>
                </a:solidFill>
                <a:latin typeface="Montserrat"/>
                <a:ea typeface="Montserrat"/>
                <a:cs typeface="Montserrat"/>
                <a:sym typeface="Montserrat"/>
              </a:rPr>
              <a:t>xxxxxx</a:t>
            </a:r>
            <a:r>
              <a:rPr b="0" i="0" lang="en-US" sz="800" u="none" cap="none" strike="noStrike">
                <a:solidFill>
                  <a:srgbClr val="000033"/>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p:txBody>
      </p:sp>
      <p:sp>
        <p:nvSpPr>
          <p:cNvPr id="452" name="Google Shape;452;p24"/>
          <p:cNvSpPr txBox="1"/>
          <p:nvPr/>
        </p:nvSpPr>
        <p:spPr>
          <a:xfrm>
            <a:off x="3218688" y="1938528"/>
            <a:ext cx="1517904" cy="22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00033"/>
                </a:solidFill>
                <a:latin typeface="Montserrat"/>
                <a:ea typeface="Montserrat"/>
                <a:cs typeface="Montserrat"/>
                <a:sym typeface="Montserrat"/>
              </a:rPr>
              <a:t>Fuentes de información</a:t>
            </a:r>
            <a:endParaRPr b="0" i="0" sz="1400" u="none" cap="none" strike="noStrike">
              <a:solidFill>
                <a:srgbClr val="000000"/>
              </a:solidFill>
              <a:latin typeface="Arial"/>
              <a:ea typeface="Arial"/>
              <a:cs typeface="Arial"/>
              <a:sym typeface="Arial"/>
            </a:endParaRPr>
          </a:p>
        </p:txBody>
      </p:sp>
      <p:sp>
        <p:nvSpPr>
          <p:cNvPr id="453" name="Google Shape;453;p24"/>
          <p:cNvSpPr txBox="1"/>
          <p:nvPr/>
        </p:nvSpPr>
        <p:spPr>
          <a:xfrm>
            <a:off x="5138928" y="1938528"/>
            <a:ext cx="1517904" cy="22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00033"/>
                </a:solidFill>
                <a:latin typeface="Montserrat"/>
                <a:ea typeface="Montserrat"/>
                <a:cs typeface="Montserrat"/>
                <a:sym typeface="Montserrat"/>
              </a:rPr>
              <a:t>Orquestación</a:t>
            </a:r>
            <a:endParaRPr b="0" i="0" sz="1400" u="none" cap="none" strike="noStrike">
              <a:solidFill>
                <a:srgbClr val="000000"/>
              </a:solidFill>
              <a:latin typeface="Arial"/>
              <a:ea typeface="Arial"/>
              <a:cs typeface="Arial"/>
              <a:sym typeface="Arial"/>
            </a:endParaRPr>
          </a:p>
        </p:txBody>
      </p:sp>
      <p:sp>
        <p:nvSpPr>
          <p:cNvPr id="454" name="Google Shape;454;p24"/>
          <p:cNvSpPr txBox="1"/>
          <p:nvPr/>
        </p:nvSpPr>
        <p:spPr>
          <a:xfrm>
            <a:off x="7059168" y="1938528"/>
            <a:ext cx="1399032" cy="22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50"/>
              <a:buFont typeface="Arial"/>
              <a:buNone/>
            </a:pPr>
            <a:r>
              <a:rPr b="1" i="0" lang="en-US" sz="950" u="none" cap="none" strike="noStrike">
                <a:solidFill>
                  <a:srgbClr val="000033"/>
                </a:solidFill>
                <a:latin typeface="Montserrat"/>
                <a:ea typeface="Montserrat"/>
                <a:cs typeface="Montserrat"/>
                <a:sym typeface="Montserrat"/>
              </a:rPr>
              <a:t>Canal y salidas</a:t>
            </a:r>
            <a:endParaRPr b="0" i="0" sz="1400" u="none" cap="none" strike="noStrike">
              <a:solidFill>
                <a:srgbClr val="000000"/>
              </a:solidFill>
              <a:latin typeface="Arial"/>
              <a:ea typeface="Arial"/>
              <a:cs typeface="Arial"/>
              <a:sym typeface="Arial"/>
            </a:endParaRPr>
          </a:p>
        </p:txBody>
      </p:sp>
      <p:sp>
        <p:nvSpPr>
          <p:cNvPr id="455" name="Google Shape;455;p24"/>
          <p:cNvSpPr txBox="1"/>
          <p:nvPr/>
        </p:nvSpPr>
        <p:spPr>
          <a:xfrm>
            <a:off x="7059175" y="2167126"/>
            <a:ext cx="1398900" cy="60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1" lang="en-US" sz="850">
                <a:solidFill>
                  <a:srgbClr val="0066FF"/>
                </a:solidFill>
                <a:latin typeface="Montserrat"/>
                <a:ea typeface="Montserrat"/>
                <a:cs typeface="Montserrat"/>
                <a:sym typeface="Montserrat"/>
              </a:rPr>
              <a:t>Canal</a:t>
            </a:r>
            <a:endParaRPr b="0" i="0" sz="1400" u="none" cap="none" strike="noStrike">
              <a:solidFill>
                <a:srgbClr val="0066FF"/>
              </a:solidFill>
              <a:latin typeface="Arial"/>
              <a:ea typeface="Arial"/>
              <a:cs typeface="Arial"/>
              <a:sym typeface="Arial"/>
            </a:endParaRPr>
          </a:p>
          <a:p>
            <a:pPr indent="0" lvl="0" marL="0" marR="0" rtl="0" algn="l">
              <a:lnSpc>
                <a:spcPct val="100000"/>
              </a:lnSpc>
              <a:spcBef>
                <a:spcPts val="250"/>
              </a:spcBef>
              <a:spcAft>
                <a:spcPts val="0"/>
              </a:spcAft>
              <a:buClr>
                <a:srgbClr val="000000"/>
              </a:buClr>
              <a:buSzPts val="800"/>
              <a:buFont typeface="Arial"/>
              <a:buNone/>
            </a:pPr>
            <a:r>
              <a:rPr lang="en-US" sz="800">
                <a:solidFill>
                  <a:srgbClr val="000033"/>
                </a:solidFill>
                <a:latin typeface="Montserrat"/>
                <a:ea typeface="Montserrat"/>
                <a:cs typeface="Montserrat"/>
                <a:sym typeface="Montserrat"/>
              </a:rPr>
              <a:t>xxxxx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000000"/>
              </a:buClr>
              <a:buSzPts val="850"/>
              <a:buFont typeface="Arial"/>
              <a:buNone/>
            </a:pPr>
            <a:r>
              <a:rPr b="1" i="0" lang="en-US" sz="850" u="none" cap="none" strike="noStrike">
                <a:solidFill>
                  <a:srgbClr val="0066FF"/>
                </a:solidFill>
                <a:latin typeface="Montserrat"/>
                <a:ea typeface="Montserrat"/>
                <a:cs typeface="Montserrat"/>
                <a:sym typeface="Montserrat"/>
              </a:rPr>
              <a:t>Salidas</a:t>
            </a:r>
            <a:endParaRPr b="0" i="0" sz="1400" u="none" cap="none" strike="noStrike">
              <a:solidFill>
                <a:srgbClr val="0066FF"/>
              </a:solidFill>
              <a:latin typeface="Arial"/>
              <a:ea typeface="Arial"/>
              <a:cs typeface="Arial"/>
              <a:sym typeface="Arial"/>
            </a:endParaRPr>
          </a:p>
          <a:p>
            <a:pPr indent="0" lvl="0" marL="0" marR="0" rtl="0" algn="l">
              <a:lnSpc>
                <a:spcPct val="100000"/>
              </a:lnSpc>
              <a:spcBef>
                <a:spcPts val="250"/>
              </a:spcBef>
              <a:spcAft>
                <a:spcPts val="0"/>
              </a:spcAft>
              <a:buClr>
                <a:srgbClr val="000000"/>
              </a:buClr>
              <a:buSzPts val="800"/>
              <a:buFont typeface="Arial"/>
              <a:buNone/>
            </a:pPr>
            <a:r>
              <a:rPr lang="en-US" sz="800">
                <a:solidFill>
                  <a:srgbClr val="000033"/>
                </a:solidFill>
                <a:latin typeface="Montserrat"/>
                <a:ea typeface="Montserrat"/>
                <a:cs typeface="Montserrat"/>
                <a:sym typeface="Montserrat"/>
              </a:rPr>
              <a:t>xxxxx</a:t>
            </a:r>
            <a:endParaRPr b="0" i="0" sz="1400" u="none" cap="none" strike="noStrike">
              <a:solidFill>
                <a:srgbClr val="000000"/>
              </a:solidFill>
              <a:latin typeface="Arial"/>
              <a:ea typeface="Arial"/>
              <a:cs typeface="Arial"/>
              <a:sym typeface="Arial"/>
            </a:endParaRPr>
          </a:p>
        </p:txBody>
      </p:sp>
      <p:cxnSp>
        <p:nvCxnSpPr>
          <p:cNvPr id="456" name="Google Shape;456;p24"/>
          <p:cNvCxnSpPr/>
          <p:nvPr/>
        </p:nvCxnSpPr>
        <p:spPr>
          <a:xfrm>
            <a:off x="4846320" y="3200400"/>
            <a:ext cx="182880" cy="0"/>
          </a:xfrm>
          <a:prstGeom prst="straightConnector1">
            <a:avLst/>
          </a:prstGeom>
          <a:noFill/>
          <a:ln cap="flat" cmpd="sng" w="15875">
            <a:solidFill>
              <a:srgbClr val="2B5BFC"/>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7" name="Google Shape;457;p24"/>
          <p:cNvCxnSpPr/>
          <p:nvPr/>
        </p:nvCxnSpPr>
        <p:spPr>
          <a:xfrm>
            <a:off x="6766560" y="3200400"/>
            <a:ext cx="182880" cy="0"/>
          </a:xfrm>
          <a:prstGeom prst="straightConnector1">
            <a:avLst/>
          </a:prstGeom>
          <a:noFill/>
          <a:ln cap="flat" cmpd="sng" w="15875">
            <a:solidFill>
              <a:srgbClr val="2B5BFC"/>
            </a:solidFill>
            <a:prstDash val="solid"/>
            <a:round/>
            <a:headEnd len="sm" w="sm" type="none"/>
            <a:tailEnd len="med" w="med" type="triangle"/>
          </a:ln>
          <a:effectLst>
            <a:outerShdw blurRad="40000" rotWithShape="0" dir="5400000" dist="20000">
              <a:srgbClr val="000000">
                <a:alpha val="38039"/>
              </a:srgbClr>
            </a:outerShdw>
          </a:effectLst>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61" name="Shape 461"/>
        <p:cNvGrpSpPr/>
        <p:nvPr/>
      </p:nvGrpSpPr>
      <p:grpSpPr>
        <a:xfrm>
          <a:off x="0" y="0"/>
          <a:ext cx="0" cy="0"/>
          <a:chOff x="0" y="0"/>
          <a:chExt cx="0" cy="0"/>
        </a:xfrm>
      </p:grpSpPr>
      <p:pic>
        <p:nvPicPr>
          <p:cNvPr descr="logo_navy.png" id="462" name="Google Shape;462;p25"/>
          <p:cNvPicPr preferRelativeResize="0"/>
          <p:nvPr/>
        </p:nvPicPr>
        <p:blipFill rotWithShape="1">
          <a:blip r:embed="rId3">
            <a:alphaModFix/>
          </a:blip>
          <a:srcRect b="0" l="0" r="0" t="0"/>
          <a:stretch/>
        </p:blipFill>
        <p:spPr>
          <a:xfrm>
            <a:off x="569671" y="389534"/>
            <a:ext cx="1228039" cy="245059"/>
          </a:xfrm>
          <a:prstGeom prst="rect">
            <a:avLst/>
          </a:prstGeom>
          <a:noFill/>
          <a:ln>
            <a:noFill/>
          </a:ln>
        </p:spPr>
      </p:pic>
      <p:sp>
        <p:nvSpPr>
          <p:cNvPr id="463" name="Google Shape;463;p25"/>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ARQUITECTURA TENTATIVA</a:t>
            </a:r>
            <a:endParaRPr b="0" i="0" sz="1100" u="none" cap="none" strike="noStrike">
              <a:solidFill>
                <a:schemeClr val="dk1"/>
              </a:solidFill>
              <a:latin typeface="Calibri"/>
              <a:ea typeface="Calibri"/>
              <a:cs typeface="Calibri"/>
              <a:sym typeface="Calibri"/>
            </a:endParaRPr>
          </a:p>
        </p:txBody>
      </p:sp>
      <p:sp>
        <p:nvSpPr>
          <p:cNvPr id="464" name="Google Shape;464;p25"/>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lang="en-US" sz="2100">
                <a:solidFill>
                  <a:srgbClr val="000033"/>
                </a:solidFill>
                <a:latin typeface="Montserrat ExtraBold"/>
                <a:ea typeface="Montserrat ExtraBold"/>
                <a:cs typeface="Montserrat ExtraBold"/>
                <a:sym typeface="Montserrat ExtraBold"/>
              </a:rPr>
              <a:t>Nombre del </a:t>
            </a:r>
            <a:r>
              <a:rPr b="1" i="1" lang="en-US" sz="2100">
                <a:solidFill>
                  <a:srgbClr val="2B5BFC"/>
                </a:solidFill>
                <a:latin typeface="Montserrat ExtraBold"/>
                <a:ea typeface="Montserrat ExtraBold"/>
                <a:cs typeface="Montserrat ExtraBold"/>
                <a:sym typeface="Montserrat ExtraBold"/>
              </a:rPr>
              <a:t>Agente</a:t>
            </a:r>
            <a:endParaRPr b="0" i="1" sz="2100" u="none" cap="none" strike="noStrike">
              <a:solidFill>
                <a:srgbClr val="2B5BFC"/>
              </a:solidFill>
              <a:latin typeface="Calibri"/>
              <a:ea typeface="Calibri"/>
              <a:cs typeface="Calibri"/>
              <a:sym typeface="Calibri"/>
            </a:endParaRPr>
          </a:p>
        </p:txBody>
      </p:sp>
      <p:sp>
        <p:nvSpPr>
          <p:cNvPr id="465" name="Google Shape;465;p25"/>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466" name="Google Shape;466;p25"/>
          <p:cNvSpPr txBox="1"/>
          <p:nvPr/>
        </p:nvSpPr>
        <p:spPr>
          <a:xfrm>
            <a:off x="566928" y="1572768"/>
            <a:ext cx="8001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lang="en-US" sz="900">
                <a:solidFill>
                  <a:srgbClr val="000033"/>
                </a:solidFill>
                <a:latin typeface="Montserrat"/>
                <a:ea typeface="Montserrat"/>
                <a:cs typeface="Montserrat"/>
                <a:sym typeface="Montserrat"/>
              </a:rPr>
              <a:t>Breve descripción del flujo </a:t>
            </a:r>
            <a:endParaRPr b="0" i="0" sz="1400" u="none" cap="none" strike="noStrike">
              <a:solidFill>
                <a:srgbClr val="000000"/>
              </a:solidFill>
              <a:latin typeface="Arial"/>
              <a:ea typeface="Arial"/>
              <a:cs typeface="Arial"/>
              <a:sym typeface="Arial"/>
            </a:endParaRPr>
          </a:p>
        </p:txBody>
      </p:sp>
      <p:sp>
        <p:nvSpPr>
          <p:cNvPr id="467" name="Google Shape;467;p25"/>
          <p:cNvSpPr/>
          <p:nvPr/>
        </p:nvSpPr>
        <p:spPr>
          <a:xfrm>
            <a:off x="518775" y="1845475"/>
            <a:ext cx="8113200" cy="2534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diseño del flujo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472" name="Shape 472"/>
        <p:cNvGrpSpPr/>
        <p:nvPr/>
      </p:nvGrpSpPr>
      <p:grpSpPr>
        <a:xfrm>
          <a:off x="0" y="0"/>
          <a:ext cx="0" cy="0"/>
          <a:chOff x="0" y="0"/>
          <a:chExt cx="0" cy="0"/>
        </a:xfrm>
      </p:grpSpPr>
      <p:pic>
        <p:nvPicPr>
          <p:cNvPr descr="bg-dark-glow.png" id="473" name="Google Shape;473;p26"/>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474" name="Google Shape;474;p26"/>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475" name="Google Shape;475;p26"/>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476" name="Google Shape;476;p26"/>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Consideraciones</a:t>
            </a:r>
            <a:endParaRPr b="0" i="1" sz="1400" u="none" cap="none" strike="noStrike">
              <a:solidFill>
                <a:srgbClr val="9AAFFE"/>
              </a:solidFill>
              <a:latin typeface="Arial"/>
              <a:ea typeface="Arial"/>
              <a:cs typeface="Arial"/>
              <a:sym typeface="Arial"/>
            </a:endParaRPr>
          </a:p>
        </p:txBody>
      </p:sp>
      <p:sp>
        <p:nvSpPr>
          <p:cNvPr id="477" name="Google Shape;477;p26"/>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482" name="Shape 482"/>
        <p:cNvGrpSpPr/>
        <p:nvPr/>
      </p:nvGrpSpPr>
      <p:grpSpPr>
        <a:xfrm>
          <a:off x="0" y="0"/>
          <a:ext cx="0" cy="0"/>
          <a:chOff x="0" y="0"/>
          <a:chExt cx="0" cy="0"/>
        </a:xfrm>
      </p:grpSpPr>
      <p:sp>
        <p:nvSpPr>
          <p:cNvPr id="483" name="Google Shape;483;p27"/>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CONSIDERACIONES</a:t>
            </a:r>
            <a:endParaRPr b="0" i="0" sz="1100" u="none" cap="none" strike="noStrike">
              <a:solidFill>
                <a:schemeClr val="dk1"/>
              </a:solidFill>
              <a:latin typeface="Calibri"/>
              <a:ea typeface="Calibri"/>
              <a:cs typeface="Calibri"/>
              <a:sym typeface="Calibri"/>
            </a:endParaRPr>
          </a:p>
        </p:txBody>
      </p:sp>
      <p:sp>
        <p:nvSpPr>
          <p:cNvPr id="484" name="Google Shape;484;p27"/>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Qué entrega cada</a:t>
            </a:r>
            <a:r>
              <a:rPr b="1" i="1" lang="en-US" sz="2100" u="none" cap="none" strike="noStrike">
                <a:solidFill>
                  <a:srgbClr val="2B5BFC"/>
                </a:solidFill>
                <a:latin typeface="Montserrat Black"/>
                <a:ea typeface="Montserrat Black"/>
                <a:cs typeface="Montserrat Black"/>
                <a:sym typeface="Montserrat Black"/>
              </a:rPr>
              <a:t> parte</a:t>
            </a:r>
            <a:endParaRPr b="0" i="0" sz="2100" u="none" cap="none" strike="noStrike">
              <a:solidFill>
                <a:schemeClr val="dk1"/>
              </a:solidFill>
              <a:latin typeface="Calibri"/>
              <a:ea typeface="Calibri"/>
              <a:cs typeface="Calibri"/>
              <a:sym typeface="Calibri"/>
            </a:endParaRPr>
          </a:p>
        </p:txBody>
      </p:sp>
      <p:sp>
        <p:nvSpPr>
          <p:cNvPr id="485" name="Google Shape;485;p27"/>
          <p:cNvSpPr/>
          <p:nvPr/>
        </p:nvSpPr>
        <p:spPr>
          <a:xfrm>
            <a:off x="571550" y="1713300"/>
            <a:ext cx="3890700" cy="26721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7"/>
          <p:cNvSpPr/>
          <p:nvPr/>
        </p:nvSpPr>
        <p:spPr>
          <a:xfrm>
            <a:off x="754430" y="1909773"/>
            <a:ext cx="1700700" cy="2163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7"/>
          <p:cNvSpPr txBox="1"/>
          <p:nvPr/>
        </p:nvSpPr>
        <p:spPr>
          <a:xfrm>
            <a:off x="754425" y="1924591"/>
            <a:ext cx="1700700" cy="1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Montserrat SemiBold"/>
              <a:buNone/>
            </a:pPr>
            <a:r>
              <a:rPr b="1" i="0" lang="en-US" sz="900" u="none" cap="none" strike="noStrike">
                <a:solidFill>
                  <a:srgbClr val="FFFFFF"/>
                </a:solidFill>
                <a:latin typeface="Montserrat SemiBold"/>
                <a:ea typeface="Montserrat SemiBold"/>
                <a:cs typeface="Montserrat SemiBold"/>
                <a:sym typeface="Montserrat SemiBold"/>
              </a:rPr>
              <a:t>NEO ENTREGA</a:t>
            </a:r>
            <a:endParaRPr b="0" i="0" sz="900" u="none" cap="none" strike="noStrike">
              <a:solidFill>
                <a:schemeClr val="dk1"/>
              </a:solidFill>
              <a:latin typeface="Calibri"/>
              <a:ea typeface="Calibri"/>
              <a:cs typeface="Calibri"/>
              <a:sym typeface="Calibri"/>
            </a:endParaRPr>
          </a:p>
        </p:txBody>
      </p:sp>
      <p:sp>
        <p:nvSpPr>
          <p:cNvPr id="488" name="Google Shape;488;p27"/>
          <p:cNvSpPr txBox="1"/>
          <p:nvPr/>
        </p:nvSpPr>
        <p:spPr>
          <a:xfrm>
            <a:off x="791000" y="2175675"/>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1</a:t>
            </a:r>
            <a:endParaRPr b="0" i="0" sz="1100" u="none" cap="none" strike="noStrike">
              <a:solidFill>
                <a:schemeClr val="dk1"/>
              </a:solidFill>
              <a:latin typeface="Calibri"/>
              <a:ea typeface="Calibri"/>
              <a:cs typeface="Calibri"/>
              <a:sym typeface="Calibri"/>
            </a:endParaRPr>
          </a:p>
        </p:txBody>
      </p:sp>
      <p:sp>
        <p:nvSpPr>
          <p:cNvPr id="489" name="Google Shape;489;p27"/>
          <p:cNvSpPr txBox="1"/>
          <p:nvPr/>
        </p:nvSpPr>
        <p:spPr>
          <a:xfrm>
            <a:off x="791000" y="2434441"/>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90" name="Google Shape;490;p27"/>
          <p:cNvSpPr txBox="1"/>
          <p:nvPr/>
        </p:nvSpPr>
        <p:spPr>
          <a:xfrm>
            <a:off x="791000" y="2887282"/>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2</a:t>
            </a:r>
            <a:endParaRPr b="0" i="0" sz="1100" u="none" cap="none" strike="noStrike">
              <a:solidFill>
                <a:schemeClr val="dk1"/>
              </a:solidFill>
              <a:latin typeface="Calibri"/>
              <a:ea typeface="Calibri"/>
              <a:cs typeface="Calibri"/>
              <a:sym typeface="Calibri"/>
            </a:endParaRPr>
          </a:p>
        </p:txBody>
      </p:sp>
      <p:sp>
        <p:nvSpPr>
          <p:cNvPr id="491" name="Google Shape;491;p27"/>
          <p:cNvSpPr txBox="1"/>
          <p:nvPr/>
        </p:nvSpPr>
        <p:spPr>
          <a:xfrm>
            <a:off x="791000" y="3146049"/>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92" name="Google Shape;492;p27"/>
          <p:cNvSpPr txBox="1"/>
          <p:nvPr/>
        </p:nvSpPr>
        <p:spPr>
          <a:xfrm>
            <a:off x="791000" y="3598890"/>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3</a:t>
            </a:r>
            <a:endParaRPr b="0" i="0" sz="1100" u="none" cap="none" strike="noStrike">
              <a:solidFill>
                <a:schemeClr val="dk1"/>
              </a:solidFill>
              <a:latin typeface="Calibri"/>
              <a:ea typeface="Calibri"/>
              <a:cs typeface="Calibri"/>
              <a:sym typeface="Calibri"/>
            </a:endParaRPr>
          </a:p>
        </p:txBody>
      </p:sp>
      <p:sp>
        <p:nvSpPr>
          <p:cNvPr id="493" name="Google Shape;493;p27"/>
          <p:cNvSpPr txBox="1"/>
          <p:nvPr/>
        </p:nvSpPr>
        <p:spPr>
          <a:xfrm>
            <a:off x="791000" y="3857656"/>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94" name="Google Shape;494;p27"/>
          <p:cNvSpPr/>
          <p:nvPr/>
        </p:nvSpPr>
        <p:spPr>
          <a:xfrm>
            <a:off x="4681776" y="1713300"/>
            <a:ext cx="3890700" cy="26721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27"/>
          <p:cNvSpPr/>
          <p:nvPr/>
        </p:nvSpPr>
        <p:spPr>
          <a:xfrm>
            <a:off x="4864652" y="1909773"/>
            <a:ext cx="1700700" cy="216300"/>
          </a:xfrm>
          <a:prstGeom prst="roundRect">
            <a:avLst>
              <a:gd fmla="val 50000" name="adj"/>
            </a:avLst>
          </a:prstGeom>
          <a:solidFill>
            <a:srgbClr val="EEF3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27"/>
          <p:cNvSpPr txBox="1"/>
          <p:nvPr/>
        </p:nvSpPr>
        <p:spPr>
          <a:xfrm>
            <a:off x="4864646" y="1924573"/>
            <a:ext cx="1700700" cy="18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EL CLIENTE APORTA</a:t>
            </a:r>
            <a:endParaRPr b="0" i="0" sz="900" u="none" cap="none" strike="noStrike">
              <a:solidFill>
                <a:schemeClr val="dk1"/>
              </a:solidFill>
              <a:latin typeface="Calibri"/>
              <a:ea typeface="Calibri"/>
              <a:cs typeface="Calibri"/>
              <a:sym typeface="Calibri"/>
            </a:endParaRPr>
          </a:p>
        </p:txBody>
      </p:sp>
      <p:sp>
        <p:nvSpPr>
          <p:cNvPr id="497" name="Google Shape;497;p27"/>
          <p:cNvSpPr txBox="1"/>
          <p:nvPr/>
        </p:nvSpPr>
        <p:spPr>
          <a:xfrm>
            <a:off x="4901225" y="2175675"/>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1</a:t>
            </a:r>
            <a:endParaRPr b="0" i="0" sz="1100" u="none" cap="none" strike="noStrike">
              <a:solidFill>
                <a:schemeClr val="dk1"/>
              </a:solidFill>
              <a:latin typeface="Calibri"/>
              <a:ea typeface="Calibri"/>
              <a:cs typeface="Calibri"/>
              <a:sym typeface="Calibri"/>
            </a:endParaRPr>
          </a:p>
        </p:txBody>
      </p:sp>
      <p:sp>
        <p:nvSpPr>
          <p:cNvPr id="498" name="Google Shape;498;p27"/>
          <p:cNvSpPr txBox="1"/>
          <p:nvPr/>
        </p:nvSpPr>
        <p:spPr>
          <a:xfrm>
            <a:off x="4901225" y="2434441"/>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499" name="Google Shape;499;p27"/>
          <p:cNvSpPr txBox="1"/>
          <p:nvPr/>
        </p:nvSpPr>
        <p:spPr>
          <a:xfrm>
            <a:off x="4901225" y="2887282"/>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2</a:t>
            </a:r>
            <a:endParaRPr b="0" i="0" sz="1100" u="none" cap="none" strike="noStrike">
              <a:solidFill>
                <a:schemeClr val="dk1"/>
              </a:solidFill>
              <a:latin typeface="Calibri"/>
              <a:ea typeface="Calibri"/>
              <a:cs typeface="Calibri"/>
              <a:sym typeface="Calibri"/>
            </a:endParaRPr>
          </a:p>
        </p:txBody>
      </p:sp>
      <p:sp>
        <p:nvSpPr>
          <p:cNvPr id="500" name="Google Shape;500;p27"/>
          <p:cNvSpPr txBox="1"/>
          <p:nvPr/>
        </p:nvSpPr>
        <p:spPr>
          <a:xfrm>
            <a:off x="4901225" y="3146049"/>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501" name="Google Shape;501;p27"/>
          <p:cNvSpPr txBox="1"/>
          <p:nvPr/>
        </p:nvSpPr>
        <p:spPr>
          <a:xfrm>
            <a:off x="4901225" y="3598890"/>
            <a:ext cx="3451800" cy="23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1100"/>
              <a:buFont typeface="Montserrat SemiBold"/>
              <a:buNone/>
            </a:pPr>
            <a:r>
              <a:rPr b="1" i="0" lang="en-US" sz="1100" u="none" cap="none" strike="noStrike">
                <a:solidFill>
                  <a:srgbClr val="000033"/>
                </a:solidFill>
                <a:latin typeface="Montserrat SemiBold"/>
                <a:ea typeface="Montserrat SemiBold"/>
                <a:cs typeface="Montserrat SemiBold"/>
                <a:sym typeface="Montserrat SemiBold"/>
              </a:rPr>
              <a:t>Subtítulo del bloque 3</a:t>
            </a:r>
            <a:endParaRPr b="0" i="0" sz="1100" u="none" cap="none" strike="noStrike">
              <a:solidFill>
                <a:schemeClr val="dk1"/>
              </a:solidFill>
              <a:latin typeface="Calibri"/>
              <a:ea typeface="Calibri"/>
              <a:cs typeface="Calibri"/>
              <a:sym typeface="Calibri"/>
            </a:endParaRPr>
          </a:p>
        </p:txBody>
      </p:sp>
      <p:sp>
        <p:nvSpPr>
          <p:cNvPr id="502" name="Google Shape;502;p27"/>
          <p:cNvSpPr txBox="1"/>
          <p:nvPr/>
        </p:nvSpPr>
        <p:spPr>
          <a:xfrm>
            <a:off x="4901225" y="3857656"/>
            <a:ext cx="3451800" cy="409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Ingresar aquí una descripción breve, de dos o tres líneas.</a:t>
            </a:r>
            <a:endParaRPr b="0" i="0" sz="950" u="none" cap="none" strike="noStrike">
              <a:solidFill>
                <a:schemeClr val="dk1"/>
              </a:solidFill>
              <a:latin typeface="Calibri"/>
              <a:ea typeface="Calibri"/>
              <a:cs typeface="Calibri"/>
              <a:sym typeface="Calibri"/>
            </a:endParaRPr>
          </a:p>
        </p:txBody>
      </p:sp>
      <p:sp>
        <p:nvSpPr>
          <p:cNvPr id="503" name="Google Shape;503;p27"/>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508" name="Shape 508"/>
        <p:cNvGrpSpPr/>
        <p:nvPr/>
      </p:nvGrpSpPr>
      <p:grpSpPr>
        <a:xfrm>
          <a:off x="0" y="0"/>
          <a:ext cx="0" cy="0"/>
          <a:chOff x="0" y="0"/>
          <a:chExt cx="0" cy="0"/>
        </a:xfrm>
      </p:grpSpPr>
      <p:pic>
        <p:nvPicPr>
          <p:cNvPr descr="bg-dark-glow.png" id="509" name="Google Shape;509;p28"/>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510" name="Google Shape;510;p28"/>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511" name="Google Shape;511;p28"/>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512" name="Google Shape;512;p28"/>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Cronograma e</a:t>
            </a:r>
            <a:r>
              <a:rPr i="1" lang="en-US" sz="4500">
                <a:solidFill>
                  <a:srgbClr val="7E99FE"/>
                </a:solidFill>
                <a:latin typeface="Montserrat ExtraBold"/>
                <a:ea typeface="Montserrat ExtraBold"/>
                <a:cs typeface="Montserrat ExtraBold"/>
                <a:sym typeface="Montserrat ExtraBold"/>
              </a:rPr>
              <a:t> </a:t>
            </a:r>
            <a:r>
              <a:rPr i="1" lang="en-US" sz="4500">
                <a:solidFill>
                  <a:srgbClr val="9AAFFE"/>
                </a:solidFill>
                <a:latin typeface="Montserrat ExtraBold"/>
                <a:ea typeface="Montserrat ExtraBold"/>
                <a:cs typeface="Montserrat ExtraBold"/>
                <a:sym typeface="Montserrat ExtraBold"/>
              </a:rPr>
              <a:t>inversión</a:t>
            </a:r>
            <a:endParaRPr b="0" i="1" sz="1400" u="none" cap="none" strike="noStrike">
              <a:solidFill>
                <a:srgbClr val="9AAFFE"/>
              </a:solidFill>
              <a:latin typeface="Arial"/>
              <a:ea typeface="Arial"/>
              <a:cs typeface="Arial"/>
              <a:sym typeface="Arial"/>
            </a:endParaRPr>
          </a:p>
        </p:txBody>
      </p:sp>
      <p:sp>
        <p:nvSpPr>
          <p:cNvPr id="513" name="Google Shape;513;p28"/>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18" name="Shape 518"/>
        <p:cNvGrpSpPr/>
        <p:nvPr/>
      </p:nvGrpSpPr>
      <p:grpSpPr>
        <a:xfrm>
          <a:off x="0" y="0"/>
          <a:ext cx="0" cy="0"/>
          <a:chOff x="0" y="0"/>
          <a:chExt cx="0" cy="0"/>
        </a:xfrm>
      </p:grpSpPr>
      <p:sp>
        <p:nvSpPr>
          <p:cNvPr id="519" name="Google Shape;519;p29"/>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520" name="Google Shape;520;p29"/>
          <p:cNvSpPr/>
          <p:nvPr/>
        </p:nvSpPr>
        <p:spPr>
          <a:xfrm>
            <a:off x="590550" y="933450"/>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Cronograma e </a:t>
            </a:r>
            <a:r>
              <a:rPr b="1" i="0" lang="en-US" sz="1700" u="none" cap="none" strike="noStrike">
                <a:solidFill>
                  <a:srgbClr val="2B5BFC"/>
                </a:solidFill>
                <a:latin typeface="Montserrat ExtraBold"/>
                <a:ea typeface="Montserrat ExtraBold"/>
                <a:cs typeface="Montserrat ExtraBold"/>
                <a:sym typeface="Montserrat ExtraBold"/>
              </a:rPr>
              <a:t>Inversión</a:t>
            </a:r>
            <a:endParaRPr b="0" i="0" sz="1700" u="none" cap="none" strike="noStrike">
              <a:solidFill>
                <a:srgbClr val="2B5BFC"/>
              </a:solidFill>
              <a:latin typeface="Calibri"/>
              <a:ea typeface="Calibri"/>
              <a:cs typeface="Calibri"/>
              <a:sym typeface="Calibri"/>
            </a:endParaRPr>
          </a:p>
        </p:txBody>
      </p:sp>
      <p:sp>
        <p:nvSpPr>
          <p:cNvPr id="521" name="Google Shape;521;p29"/>
          <p:cNvSpPr/>
          <p:nvPr/>
        </p:nvSpPr>
        <p:spPr>
          <a:xfrm>
            <a:off x="571500" y="1339350"/>
            <a:ext cx="8001000" cy="2300700"/>
          </a:xfrm>
          <a:prstGeom prst="roundRect">
            <a:avLst>
              <a:gd fmla="val 2941"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42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9"/>
          <p:cNvSpPr txBox="1"/>
          <p:nvPr/>
        </p:nvSpPr>
        <p:spPr>
          <a:xfrm>
            <a:off x="3223252" y="1490750"/>
            <a:ext cx="1062300" cy="15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3" name="Google Shape;523;p29"/>
          <p:cNvSpPr txBox="1"/>
          <p:nvPr/>
        </p:nvSpPr>
        <p:spPr>
          <a:xfrm>
            <a:off x="4501134" y="1490760"/>
            <a:ext cx="1278000" cy="15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4" name="Google Shape;524;p29"/>
          <p:cNvSpPr txBox="1"/>
          <p:nvPr/>
        </p:nvSpPr>
        <p:spPr>
          <a:xfrm>
            <a:off x="5779008" y="1490760"/>
            <a:ext cx="1278000" cy="15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5" name="Google Shape;525;p29"/>
          <p:cNvSpPr txBox="1"/>
          <p:nvPr/>
        </p:nvSpPr>
        <p:spPr>
          <a:xfrm>
            <a:off x="7056882" y="1490760"/>
            <a:ext cx="1278000" cy="15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TIEMPO X</a:t>
            </a:r>
            <a:endParaRPr b="0" i="0" sz="1000" u="none" cap="none" strike="noStrike">
              <a:solidFill>
                <a:schemeClr val="dk1"/>
              </a:solidFill>
              <a:latin typeface="Calibri"/>
              <a:ea typeface="Calibri"/>
              <a:cs typeface="Calibri"/>
              <a:sym typeface="Calibri"/>
            </a:endParaRPr>
          </a:p>
        </p:txBody>
      </p:sp>
      <p:sp>
        <p:nvSpPr>
          <p:cNvPr id="526" name="Google Shape;526;p29"/>
          <p:cNvSpPr/>
          <p:nvPr/>
        </p:nvSpPr>
        <p:spPr>
          <a:xfrm>
            <a:off x="809250" y="1702746"/>
            <a:ext cx="7525500" cy="135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29"/>
          <p:cNvSpPr txBox="1"/>
          <p:nvPr/>
        </p:nvSpPr>
        <p:spPr>
          <a:xfrm>
            <a:off x="809250" y="1799339"/>
            <a:ext cx="2286000" cy="19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1 · Nombre</a:t>
            </a:r>
            <a:endParaRPr b="0" i="0" sz="1000" u="none" cap="none" strike="noStrike">
              <a:solidFill>
                <a:schemeClr val="dk1"/>
              </a:solidFill>
              <a:latin typeface="Calibri"/>
              <a:ea typeface="Calibri"/>
              <a:cs typeface="Calibri"/>
              <a:sym typeface="Calibri"/>
            </a:endParaRPr>
          </a:p>
        </p:txBody>
      </p:sp>
      <p:sp>
        <p:nvSpPr>
          <p:cNvPr id="528" name="Google Shape;528;p29"/>
          <p:cNvSpPr/>
          <p:nvPr/>
        </p:nvSpPr>
        <p:spPr>
          <a:xfrm>
            <a:off x="3223253" y="1884426"/>
            <a:ext cx="1278000" cy="1209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29"/>
          <p:cNvSpPr/>
          <p:nvPr/>
        </p:nvSpPr>
        <p:spPr>
          <a:xfrm>
            <a:off x="809250" y="2141821"/>
            <a:ext cx="7525500" cy="135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29"/>
          <p:cNvSpPr txBox="1"/>
          <p:nvPr/>
        </p:nvSpPr>
        <p:spPr>
          <a:xfrm>
            <a:off x="809250" y="2197961"/>
            <a:ext cx="2286000" cy="19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2 · Nombre</a:t>
            </a:r>
            <a:endParaRPr b="0" i="0" sz="1000" u="none" cap="none" strike="noStrike">
              <a:solidFill>
                <a:schemeClr val="dk1"/>
              </a:solidFill>
              <a:latin typeface="Calibri"/>
              <a:ea typeface="Calibri"/>
              <a:cs typeface="Calibri"/>
              <a:sym typeface="Calibri"/>
            </a:endParaRPr>
          </a:p>
        </p:txBody>
      </p:sp>
      <p:sp>
        <p:nvSpPr>
          <p:cNvPr id="531" name="Google Shape;531;p29"/>
          <p:cNvSpPr/>
          <p:nvPr/>
        </p:nvSpPr>
        <p:spPr>
          <a:xfrm>
            <a:off x="4501127" y="2262952"/>
            <a:ext cx="1533300" cy="1209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29"/>
          <p:cNvSpPr/>
          <p:nvPr/>
        </p:nvSpPr>
        <p:spPr>
          <a:xfrm>
            <a:off x="809250" y="2520335"/>
            <a:ext cx="7525500" cy="135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29"/>
          <p:cNvSpPr txBox="1"/>
          <p:nvPr/>
        </p:nvSpPr>
        <p:spPr>
          <a:xfrm>
            <a:off x="809250" y="2596583"/>
            <a:ext cx="2286000" cy="19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3 · Nombre</a:t>
            </a:r>
            <a:endParaRPr b="0" i="0" sz="1000" u="none" cap="none" strike="noStrike">
              <a:solidFill>
                <a:schemeClr val="dk1"/>
              </a:solidFill>
              <a:latin typeface="Calibri"/>
              <a:ea typeface="Calibri"/>
              <a:cs typeface="Calibri"/>
              <a:sym typeface="Calibri"/>
            </a:endParaRPr>
          </a:p>
        </p:txBody>
      </p:sp>
      <p:sp>
        <p:nvSpPr>
          <p:cNvPr id="534" name="Google Shape;534;p29"/>
          <p:cNvSpPr/>
          <p:nvPr/>
        </p:nvSpPr>
        <p:spPr>
          <a:xfrm>
            <a:off x="6034577" y="2641476"/>
            <a:ext cx="1278000" cy="151200"/>
          </a:xfrm>
          <a:prstGeom prst="roundRect">
            <a:avLst>
              <a:gd fmla="val 50000" name="adj"/>
            </a:avLst>
          </a:prstGeom>
          <a:solidFill>
            <a:srgbClr val="2B5B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29"/>
          <p:cNvSpPr/>
          <p:nvPr/>
        </p:nvSpPr>
        <p:spPr>
          <a:xfrm>
            <a:off x="809250" y="2898897"/>
            <a:ext cx="7525500" cy="135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29"/>
          <p:cNvSpPr txBox="1"/>
          <p:nvPr/>
        </p:nvSpPr>
        <p:spPr>
          <a:xfrm>
            <a:off x="809250" y="2995205"/>
            <a:ext cx="2286000" cy="19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4 · Nombre</a:t>
            </a:r>
            <a:endParaRPr b="0" i="0" sz="1000" u="none" cap="none" strike="noStrike">
              <a:solidFill>
                <a:schemeClr val="dk1"/>
              </a:solidFill>
              <a:latin typeface="Calibri"/>
              <a:ea typeface="Calibri"/>
              <a:cs typeface="Calibri"/>
              <a:sym typeface="Calibri"/>
            </a:endParaRPr>
          </a:p>
        </p:txBody>
      </p:sp>
      <p:sp>
        <p:nvSpPr>
          <p:cNvPr id="537" name="Google Shape;537;p29"/>
          <p:cNvSpPr/>
          <p:nvPr/>
        </p:nvSpPr>
        <p:spPr>
          <a:xfrm>
            <a:off x="7312457" y="2985988"/>
            <a:ext cx="1022400" cy="166800"/>
          </a:xfrm>
          <a:prstGeom prst="roundRect">
            <a:avLst>
              <a:gd fmla="val 50000" name="adj"/>
            </a:avLst>
          </a:prstGeom>
          <a:solidFill>
            <a:srgbClr val="0000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9"/>
          <p:cNvSpPr/>
          <p:nvPr/>
        </p:nvSpPr>
        <p:spPr>
          <a:xfrm>
            <a:off x="586550" y="3949242"/>
            <a:ext cx="799200" cy="19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549"/>
              <a:buFont typeface="Calibri"/>
              <a:buNone/>
            </a:pPr>
            <a:r>
              <a:rPr b="1" i="0" lang="en-US" sz="849" u="none" cap="none" strike="noStrike">
                <a:solidFill>
                  <a:srgbClr val="000033"/>
                </a:solidFill>
                <a:latin typeface="Montserrat"/>
                <a:ea typeface="Montserrat"/>
                <a:cs typeface="Montserrat"/>
                <a:sym typeface="Montserrat"/>
              </a:rPr>
              <a:t>HITOS DE CONTROL</a:t>
            </a:r>
            <a:endParaRPr b="0" i="0" sz="849" u="none" cap="none" strike="noStrike">
              <a:solidFill>
                <a:srgbClr val="000033"/>
              </a:solidFill>
              <a:latin typeface="Montserrat"/>
              <a:ea typeface="Montserrat"/>
              <a:cs typeface="Montserrat"/>
              <a:sym typeface="Montserrat"/>
            </a:endParaRPr>
          </a:p>
        </p:txBody>
      </p:sp>
      <p:sp>
        <p:nvSpPr>
          <p:cNvPr id="539" name="Google Shape;539;p29"/>
          <p:cNvSpPr/>
          <p:nvPr/>
        </p:nvSpPr>
        <p:spPr>
          <a:xfrm>
            <a:off x="1298200" y="3888368"/>
            <a:ext cx="14277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9"/>
          <p:cNvSpPr/>
          <p:nvPr/>
        </p:nvSpPr>
        <p:spPr>
          <a:xfrm>
            <a:off x="1381075" y="3936748"/>
            <a:ext cx="12615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41" name="Google Shape;541;p29"/>
          <p:cNvSpPr/>
          <p:nvPr/>
        </p:nvSpPr>
        <p:spPr>
          <a:xfrm>
            <a:off x="1381075" y="4072212"/>
            <a:ext cx="12615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42" name="Google Shape;542;p29"/>
          <p:cNvSpPr/>
          <p:nvPr/>
        </p:nvSpPr>
        <p:spPr>
          <a:xfrm>
            <a:off x="2793692" y="3890193"/>
            <a:ext cx="14277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9"/>
          <p:cNvSpPr/>
          <p:nvPr/>
        </p:nvSpPr>
        <p:spPr>
          <a:xfrm>
            <a:off x="2876567" y="3938573"/>
            <a:ext cx="12615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44" name="Google Shape;544;p29"/>
          <p:cNvSpPr/>
          <p:nvPr/>
        </p:nvSpPr>
        <p:spPr>
          <a:xfrm>
            <a:off x="2876567" y="4074037"/>
            <a:ext cx="12615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XXXXX</a:t>
            </a:r>
            <a:endParaRPr b="0" i="0" sz="800" u="none" cap="none" strike="noStrike">
              <a:solidFill>
                <a:srgbClr val="000033"/>
              </a:solidFill>
              <a:latin typeface="Montserrat"/>
              <a:ea typeface="Montserrat"/>
              <a:cs typeface="Montserrat"/>
              <a:sym typeface="Montserrat"/>
            </a:endParaRPr>
          </a:p>
        </p:txBody>
      </p:sp>
      <p:sp>
        <p:nvSpPr>
          <p:cNvPr id="545" name="Google Shape;545;p29"/>
          <p:cNvSpPr/>
          <p:nvPr/>
        </p:nvSpPr>
        <p:spPr>
          <a:xfrm>
            <a:off x="4285646" y="3892068"/>
            <a:ext cx="14277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9"/>
          <p:cNvSpPr/>
          <p:nvPr/>
        </p:nvSpPr>
        <p:spPr>
          <a:xfrm>
            <a:off x="4368521" y="3940448"/>
            <a:ext cx="12615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47" name="Google Shape;547;p29"/>
          <p:cNvSpPr/>
          <p:nvPr/>
        </p:nvSpPr>
        <p:spPr>
          <a:xfrm>
            <a:off x="4368521" y="4075912"/>
            <a:ext cx="12615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48" name="Google Shape;548;p29"/>
          <p:cNvSpPr/>
          <p:nvPr/>
        </p:nvSpPr>
        <p:spPr>
          <a:xfrm>
            <a:off x="5777622" y="3888368"/>
            <a:ext cx="13653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29"/>
          <p:cNvSpPr/>
          <p:nvPr/>
        </p:nvSpPr>
        <p:spPr>
          <a:xfrm>
            <a:off x="5860490" y="3936748"/>
            <a:ext cx="12615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50" name="Google Shape;550;p29"/>
          <p:cNvSpPr/>
          <p:nvPr/>
        </p:nvSpPr>
        <p:spPr>
          <a:xfrm>
            <a:off x="5860490" y="4072212"/>
            <a:ext cx="12615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51" name="Google Shape;551;p29"/>
          <p:cNvSpPr/>
          <p:nvPr/>
        </p:nvSpPr>
        <p:spPr>
          <a:xfrm>
            <a:off x="7207197" y="3888368"/>
            <a:ext cx="1365300" cy="507900"/>
          </a:xfrm>
          <a:prstGeom prst="roundRect">
            <a:avLst>
              <a:gd fmla="val 5714" name="adj"/>
            </a:avLst>
          </a:prstGeom>
          <a:solidFill>
            <a:srgbClr val="EEF3FF"/>
          </a:solidFill>
          <a:ln cap="flat" cmpd="sng" w="9525">
            <a:solidFill>
              <a:srgbClr val="F4F2FD"/>
            </a:solidFill>
            <a:prstDash val="solid"/>
            <a:round/>
            <a:headEnd len="sm" w="sm" type="none"/>
            <a:tailEnd len="sm" w="sm" type="none"/>
          </a:ln>
        </p:spPr>
        <p:txBody>
          <a:bodyPr anchorCtr="0" anchor="ctr" bIns="55750" lIns="55750" spcFirstLastPara="1" rIns="55750" wrap="square" tIns="557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9"/>
          <p:cNvSpPr/>
          <p:nvPr/>
        </p:nvSpPr>
        <p:spPr>
          <a:xfrm>
            <a:off x="7290065" y="3936748"/>
            <a:ext cx="1261500" cy="12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BBF"/>
              </a:buClr>
              <a:buSzPts val="549"/>
              <a:buFont typeface="Calibri"/>
              <a:buNone/>
            </a:pPr>
            <a:r>
              <a:rPr b="1" i="0" lang="en-US" sz="649" u="none" cap="none" strike="noStrike">
                <a:solidFill>
                  <a:srgbClr val="2B5BFC"/>
                </a:solidFill>
                <a:latin typeface="Montserrat"/>
                <a:ea typeface="Montserrat"/>
                <a:cs typeface="Montserrat"/>
                <a:sym typeface="Montserrat"/>
              </a:rPr>
              <a:t>◆  TIEMPO X</a:t>
            </a:r>
            <a:endParaRPr b="0" i="0" sz="649" u="none" cap="none" strike="noStrike">
              <a:solidFill>
                <a:srgbClr val="2B5BFC"/>
              </a:solidFill>
              <a:latin typeface="Montserrat"/>
              <a:ea typeface="Montserrat"/>
              <a:cs typeface="Montserrat"/>
              <a:sym typeface="Montserrat"/>
            </a:endParaRPr>
          </a:p>
        </p:txBody>
      </p:sp>
      <p:sp>
        <p:nvSpPr>
          <p:cNvPr id="553" name="Google Shape;553;p29"/>
          <p:cNvSpPr/>
          <p:nvPr/>
        </p:nvSpPr>
        <p:spPr>
          <a:xfrm>
            <a:off x="7290065" y="4072212"/>
            <a:ext cx="1261500" cy="29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A4A5F"/>
              </a:buClr>
              <a:buSzPts val="579"/>
              <a:buFont typeface="Calibri"/>
              <a:buNone/>
            </a:pPr>
            <a:r>
              <a:rPr b="0" i="0" lang="en-US" sz="800" u="none" cap="none" strike="noStrike">
                <a:solidFill>
                  <a:srgbClr val="000033"/>
                </a:solidFill>
                <a:latin typeface="Montserrat"/>
                <a:ea typeface="Montserrat"/>
                <a:cs typeface="Montserrat"/>
                <a:sym typeface="Montserrat"/>
              </a:rPr>
              <a:t>XXXX</a:t>
            </a:r>
            <a:endParaRPr b="0" i="0" sz="800" u="none" cap="none" strike="noStrike">
              <a:solidFill>
                <a:srgbClr val="000033"/>
              </a:solidFill>
              <a:latin typeface="Montserrat"/>
              <a:ea typeface="Montserrat"/>
              <a:cs typeface="Montserrat"/>
              <a:sym typeface="Montserrat"/>
            </a:endParaRPr>
          </a:p>
        </p:txBody>
      </p:sp>
      <p:sp>
        <p:nvSpPr>
          <p:cNvPr id="554" name="Google Shape;554;p29"/>
          <p:cNvSpPr/>
          <p:nvPr/>
        </p:nvSpPr>
        <p:spPr>
          <a:xfrm>
            <a:off x="809200" y="3252614"/>
            <a:ext cx="7525500" cy="13500"/>
          </a:xfrm>
          <a:prstGeom prst="rect">
            <a:avLst/>
          </a:prstGeom>
          <a:solidFill>
            <a:srgbClr val="7E99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9"/>
          <p:cNvSpPr txBox="1"/>
          <p:nvPr/>
        </p:nvSpPr>
        <p:spPr>
          <a:xfrm>
            <a:off x="809200" y="3348923"/>
            <a:ext cx="2286000" cy="19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Etapa </a:t>
            </a:r>
            <a:r>
              <a:rPr b="1" lang="en-US" sz="1000">
                <a:solidFill>
                  <a:srgbClr val="000033"/>
                </a:solidFill>
                <a:latin typeface="Montserrat SemiBold"/>
                <a:ea typeface="Montserrat SemiBold"/>
                <a:cs typeface="Montserrat SemiBold"/>
                <a:sym typeface="Montserrat SemiBold"/>
              </a:rPr>
              <a:t>5</a:t>
            </a:r>
            <a:r>
              <a:rPr b="1" i="0" lang="en-US" sz="1000" u="none" cap="none" strike="noStrike">
                <a:solidFill>
                  <a:srgbClr val="000033"/>
                </a:solidFill>
                <a:latin typeface="Montserrat SemiBold"/>
                <a:ea typeface="Montserrat SemiBold"/>
                <a:cs typeface="Montserrat SemiBold"/>
                <a:sym typeface="Montserrat SemiBold"/>
              </a:rPr>
              <a:t> · Nombre</a:t>
            </a:r>
            <a:endParaRPr b="0" i="0" sz="1000" u="none" cap="none" strike="noStrike">
              <a:solidFill>
                <a:schemeClr val="dk1"/>
              </a:solidFill>
              <a:latin typeface="Calibri"/>
              <a:ea typeface="Calibri"/>
              <a:cs typeface="Calibri"/>
              <a:sym typeface="Calibri"/>
            </a:endParaRPr>
          </a:p>
        </p:txBody>
      </p:sp>
      <p:sp>
        <p:nvSpPr>
          <p:cNvPr id="556" name="Google Shape;556;p29"/>
          <p:cNvSpPr/>
          <p:nvPr/>
        </p:nvSpPr>
        <p:spPr>
          <a:xfrm>
            <a:off x="7312407" y="3339705"/>
            <a:ext cx="1022400" cy="166800"/>
          </a:xfrm>
          <a:prstGeom prst="roundRect">
            <a:avLst>
              <a:gd fmla="val 50000" name="adj"/>
            </a:avLst>
          </a:prstGeom>
          <a:solidFill>
            <a:srgbClr val="0000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200038" scaled="0"/>
        </a:gradFill>
      </p:bgPr>
    </p:bg>
    <p:spTree>
      <p:nvGrpSpPr>
        <p:cNvPr id="561" name="Shape 561"/>
        <p:cNvGrpSpPr/>
        <p:nvPr/>
      </p:nvGrpSpPr>
      <p:grpSpPr>
        <a:xfrm>
          <a:off x="0" y="0"/>
          <a:ext cx="0" cy="0"/>
          <a:chOff x="0" y="0"/>
          <a:chExt cx="0" cy="0"/>
        </a:xfrm>
      </p:grpSpPr>
      <p:sp>
        <p:nvSpPr>
          <p:cNvPr id="562" name="Google Shape;562;p30"/>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INVERSIÓN</a:t>
            </a:r>
            <a:endParaRPr b="0" i="0" sz="1100" u="none" cap="none" strike="noStrike">
              <a:solidFill>
                <a:schemeClr val="dk1"/>
              </a:solidFill>
              <a:latin typeface="Calibri"/>
              <a:ea typeface="Calibri"/>
              <a:cs typeface="Calibri"/>
              <a:sym typeface="Calibri"/>
            </a:endParaRPr>
          </a:p>
        </p:txBody>
      </p:sp>
      <p:sp>
        <p:nvSpPr>
          <p:cNvPr id="563" name="Google Shape;563;p30"/>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Inversión</a:t>
            </a:r>
            <a:endParaRPr b="0" i="0" sz="2100" u="none" cap="none" strike="noStrike">
              <a:solidFill>
                <a:schemeClr val="dk1"/>
              </a:solidFill>
              <a:latin typeface="Calibri"/>
              <a:ea typeface="Calibri"/>
              <a:cs typeface="Calibri"/>
              <a:sym typeface="Calibri"/>
            </a:endParaRPr>
          </a:p>
        </p:txBody>
      </p:sp>
      <p:sp>
        <p:nvSpPr>
          <p:cNvPr id="564" name="Google Shape;564;p30"/>
          <p:cNvSpPr/>
          <p:nvPr/>
        </p:nvSpPr>
        <p:spPr>
          <a:xfrm>
            <a:off x="571500" y="1579174"/>
            <a:ext cx="8001000" cy="1984800"/>
          </a:xfrm>
          <a:prstGeom prst="roundRect">
            <a:avLst>
              <a:gd fmla="val 3333"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54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30"/>
          <p:cNvSpPr txBox="1"/>
          <p:nvPr/>
        </p:nvSpPr>
        <p:spPr>
          <a:xfrm>
            <a:off x="790956" y="1722788"/>
            <a:ext cx="2286000"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Etapa</a:t>
            </a:r>
            <a:endParaRPr b="0" i="0" sz="850" u="none" cap="none" strike="noStrike">
              <a:solidFill>
                <a:schemeClr val="dk1"/>
              </a:solidFill>
              <a:latin typeface="Calibri"/>
              <a:ea typeface="Calibri"/>
              <a:cs typeface="Calibri"/>
              <a:sym typeface="Calibri"/>
            </a:endParaRPr>
          </a:p>
        </p:txBody>
      </p:sp>
      <p:sp>
        <p:nvSpPr>
          <p:cNvPr id="566" name="Google Shape;566;p30"/>
          <p:cNvSpPr txBox="1"/>
          <p:nvPr/>
        </p:nvSpPr>
        <p:spPr>
          <a:xfrm>
            <a:off x="3186684" y="1722788"/>
            <a:ext cx="3657600" cy="14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Entregable</a:t>
            </a:r>
            <a:endParaRPr b="0" i="0" sz="850" u="none" cap="none" strike="noStrike">
              <a:solidFill>
                <a:schemeClr val="dk1"/>
              </a:solidFill>
              <a:latin typeface="Calibri"/>
              <a:ea typeface="Calibri"/>
              <a:cs typeface="Calibri"/>
              <a:sym typeface="Calibri"/>
            </a:endParaRPr>
          </a:p>
        </p:txBody>
      </p:sp>
      <p:sp>
        <p:nvSpPr>
          <p:cNvPr id="567" name="Google Shape;567;p30"/>
          <p:cNvSpPr txBox="1"/>
          <p:nvPr/>
        </p:nvSpPr>
        <p:spPr>
          <a:xfrm>
            <a:off x="6890015" y="1711711"/>
            <a:ext cx="1463100" cy="14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B5BFC"/>
              </a:buClr>
              <a:buSzPts val="850"/>
              <a:buFont typeface="Montserrat SemiBold"/>
              <a:buNone/>
            </a:pPr>
            <a:r>
              <a:rPr b="1" i="0" lang="en-US" sz="850" u="none" cap="none" strike="noStrike">
                <a:solidFill>
                  <a:srgbClr val="2B5BFC"/>
                </a:solidFill>
                <a:latin typeface="Montserrat SemiBold"/>
                <a:ea typeface="Montserrat SemiBold"/>
                <a:cs typeface="Montserrat SemiBold"/>
                <a:sym typeface="Montserrat SemiBold"/>
              </a:rPr>
              <a:t>Inversión / Total</a:t>
            </a:r>
            <a:endParaRPr b="0" i="0" sz="850" u="none" cap="none" strike="noStrike">
              <a:solidFill>
                <a:schemeClr val="dk1"/>
              </a:solidFill>
              <a:latin typeface="Calibri"/>
              <a:ea typeface="Calibri"/>
              <a:cs typeface="Calibri"/>
              <a:sym typeface="Calibri"/>
            </a:endParaRPr>
          </a:p>
        </p:txBody>
      </p:sp>
      <p:sp>
        <p:nvSpPr>
          <p:cNvPr id="568" name="Google Shape;568;p30"/>
          <p:cNvSpPr/>
          <p:nvPr/>
        </p:nvSpPr>
        <p:spPr>
          <a:xfrm>
            <a:off x="790950" y="1928545"/>
            <a:ext cx="7562100" cy="135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30"/>
          <p:cNvSpPr txBox="1"/>
          <p:nvPr/>
        </p:nvSpPr>
        <p:spPr>
          <a:xfrm>
            <a:off x="790950" y="1998217"/>
            <a:ext cx="2286000" cy="25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1: xxx</a:t>
            </a:r>
            <a:endParaRPr b="0" i="0" sz="800" u="none" cap="none" strike="noStrike">
              <a:solidFill>
                <a:schemeClr val="dk1"/>
              </a:solidFill>
              <a:latin typeface="Calibri"/>
              <a:ea typeface="Calibri"/>
              <a:cs typeface="Calibri"/>
              <a:sym typeface="Calibri"/>
            </a:endParaRPr>
          </a:p>
        </p:txBody>
      </p:sp>
      <p:sp>
        <p:nvSpPr>
          <p:cNvPr id="570" name="Google Shape;570;p30"/>
          <p:cNvSpPr txBox="1"/>
          <p:nvPr/>
        </p:nvSpPr>
        <p:spPr>
          <a:xfrm>
            <a:off x="3186684" y="1998218"/>
            <a:ext cx="3749100" cy="2847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chemeClr val="dk1"/>
              </a:solidFill>
              <a:latin typeface="Calibri"/>
              <a:ea typeface="Calibri"/>
              <a:cs typeface="Calibri"/>
              <a:sym typeface="Calibri"/>
            </a:endParaRPr>
          </a:p>
        </p:txBody>
      </p:sp>
      <p:sp>
        <p:nvSpPr>
          <p:cNvPr id="571" name="Google Shape;571;p30"/>
          <p:cNvSpPr/>
          <p:nvPr/>
        </p:nvSpPr>
        <p:spPr>
          <a:xfrm>
            <a:off x="790950" y="2260902"/>
            <a:ext cx="6144900" cy="135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0"/>
          <p:cNvSpPr txBox="1"/>
          <p:nvPr/>
        </p:nvSpPr>
        <p:spPr>
          <a:xfrm>
            <a:off x="790950" y="2298601"/>
            <a:ext cx="2286000" cy="242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2: xxxxx</a:t>
            </a:r>
            <a:endParaRPr b="0" i="0" sz="800" u="none" cap="none" strike="noStrike">
              <a:solidFill>
                <a:schemeClr val="dk1"/>
              </a:solidFill>
              <a:latin typeface="Calibri"/>
              <a:ea typeface="Calibri"/>
              <a:cs typeface="Calibri"/>
              <a:sym typeface="Calibri"/>
            </a:endParaRPr>
          </a:p>
        </p:txBody>
      </p:sp>
      <p:sp>
        <p:nvSpPr>
          <p:cNvPr id="573" name="Google Shape;573;p30"/>
          <p:cNvSpPr txBox="1"/>
          <p:nvPr/>
        </p:nvSpPr>
        <p:spPr>
          <a:xfrm>
            <a:off x="3186684" y="2314117"/>
            <a:ext cx="3749100" cy="2847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74" name="Google Shape;574;p30"/>
          <p:cNvSpPr/>
          <p:nvPr/>
        </p:nvSpPr>
        <p:spPr>
          <a:xfrm>
            <a:off x="790950" y="2545771"/>
            <a:ext cx="6144900" cy="135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30"/>
          <p:cNvSpPr txBox="1"/>
          <p:nvPr/>
        </p:nvSpPr>
        <p:spPr>
          <a:xfrm>
            <a:off x="790950" y="2583493"/>
            <a:ext cx="2286000" cy="242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3: xxxxx</a:t>
            </a:r>
            <a:endParaRPr b="0" i="0" sz="800" u="none" cap="none" strike="noStrike">
              <a:solidFill>
                <a:schemeClr val="dk1"/>
              </a:solidFill>
              <a:latin typeface="Calibri"/>
              <a:ea typeface="Calibri"/>
              <a:cs typeface="Calibri"/>
              <a:sym typeface="Calibri"/>
            </a:endParaRPr>
          </a:p>
        </p:txBody>
      </p:sp>
      <p:sp>
        <p:nvSpPr>
          <p:cNvPr id="576" name="Google Shape;576;p30"/>
          <p:cNvSpPr txBox="1"/>
          <p:nvPr/>
        </p:nvSpPr>
        <p:spPr>
          <a:xfrm>
            <a:off x="3186684" y="2598998"/>
            <a:ext cx="3749100" cy="2847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77" name="Google Shape;577;p30"/>
          <p:cNvSpPr/>
          <p:nvPr/>
        </p:nvSpPr>
        <p:spPr>
          <a:xfrm>
            <a:off x="790950" y="2830646"/>
            <a:ext cx="6144900" cy="135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30"/>
          <p:cNvSpPr txBox="1"/>
          <p:nvPr/>
        </p:nvSpPr>
        <p:spPr>
          <a:xfrm>
            <a:off x="790950" y="2868367"/>
            <a:ext cx="2286000" cy="25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4: xxxx</a:t>
            </a:r>
            <a:endParaRPr b="0" i="0" sz="800" u="none" cap="none" strike="noStrike">
              <a:solidFill>
                <a:schemeClr val="dk1"/>
              </a:solidFill>
              <a:latin typeface="Calibri"/>
              <a:ea typeface="Calibri"/>
              <a:cs typeface="Calibri"/>
              <a:sym typeface="Calibri"/>
            </a:endParaRPr>
          </a:p>
        </p:txBody>
      </p:sp>
      <p:sp>
        <p:nvSpPr>
          <p:cNvPr id="579" name="Google Shape;579;p30"/>
          <p:cNvSpPr txBox="1"/>
          <p:nvPr/>
        </p:nvSpPr>
        <p:spPr>
          <a:xfrm>
            <a:off x="3186675" y="2883876"/>
            <a:ext cx="3749100" cy="2586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
        <p:nvSpPr>
          <p:cNvPr id="580" name="Google Shape;580;p30"/>
          <p:cNvSpPr/>
          <p:nvPr/>
        </p:nvSpPr>
        <p:spPr>
          <a:xfrm>
            <a:off x="790950" y="3383752"/>
            <a:ext cx="7562100" cy="135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30"/>
          <p:cNvSpPr txBox="1"/>
          <p:nvPr/>
        </p:nvSpPr>
        <p:spPr>
          <a:xfrm>
            <a:off x="6981002" y="2583709"/>
            <a:ext cx="1463100" cy="158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2B5BFC"/>
              </a:buClr>
              <a:buSzPts val="900"/>
              <a:buFont typeface="Montserrat SemiBold"/>
              <a:buNone/>
            </a:pPr>
            <a:r>
              <a:rPr b="1" i="0" lang="en-US" sz="900" u="none" cap="none" strike="noStrike">
                <a:solidFill>
                  <a:srgbClr val="2B5BFC"/>
                </a:solidFill>
                <a:latin typeface="Montserrat SemiBold"/>
                <a:ea typeface="Montserrat SemiBold"/>
                <a:cs typeface="Montserrat SemiBold"/>
                <a:sym typeface="Montserrat SemiBold"/>
              </a:rPr>
              <a:t>[a completar a mano]</a:t>
            </a:r>
            <a:endParaRPr b="0" i="0" sz="900" u="none" cap="none" strike="noStrike">
              <a:solidFill>
                <a:schemeClr val="dk1"/>
              </a:solidFill>
              <a:latin typeface="Calibri"/>
              <a:ea typeface="Calibri"/>
              <a:cs typeface="Calibri"/>
              <a:sym typeface="Calibri"/>
            </a:endParaRPr>
          </a:p>
        </p:txBody>
      </p:sp>
      <p:sp>
        <p:nvSpPr>
          <p:cNvPr id="582" name="Google Shape;582;p30"/>
          <p:cNvSpPr txBox="1"/>
          <p:nvPr/>
        </p:nvSpPr>
        <p:spPr>
          <a:xfrm>
            <a:off x="571500" y="3724449"/>
            <a:ext cx="8001000" cy="687900"/>
          </a:xfrm>
          <a:prstGeom prst="rect">
            <a:avLst/>
          </a:prstGeom>
          <a:noFill/>
          <a:ln>
            <a:noFill/>
          </a:ln>
        </p:spPr>
        <p:txBody>
          <a:bodyPr anchorCtr="0" anchor="ctr" bIns="0" lIns="0" spcFirstLastPara="1" rIns="0" wrap="square" tIns="0">
            <a:noAutofit/>
          </a:bodyPr>
          <a:lstStyle/>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Facturación: 50% al inicio del proyecto, 50% al terminar</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Los precios no incluyen impuestos (IGV).</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 incluye el dictado de capacitaciones</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 incluye el costo de licencias de IA ni de servicios de terceros.</a:t>
            </a:r>
            <a:endParaRPr b="0" i="0" sz="700" u="none" cap="none" strike="noStrike">
              <a:solidFill>
                <a:schemeClr val="dk1"/>
              </a:solidFill>
              <a:latin typeface="Calibri"/>
              <a:ea typeface="Calibri"/>
              <a:cs typeface="Calibri"/>
              <a:sym typeface="Calibri"/>
            </a:endParaRPr>
          </a:p>
          <a:p>
            <a:pPr indent="-273050" lvl="0" marL="457200" marR="0" rtl="0" algn="l">
              <a:lnSpc>
                <a:spcPct val="118000"/>
              </a:lnSpc>
              <a:spcBef>
                <a:spcPts val="0"/>
              </a:spcBef>
              <a:spcAft>
                <a:spcPts val="0"/>
              </a:spcAft>
              <a:buClr>
                <a:srgbClr val="575757"/>
              </a:buClr>
              <a:buSzPts val="700"/>
              <a:buFont typeface="Montserrat"/>
              <a:buChar char="●"/>
            </a:pPr>
            <a:r>
              <a:rPr b="0" i="0" lang="en-US" sz="700" u="none" cap="none" strike="noStrike">
                <a:solidFill>
                  <a:srgbClr val="000033"/>
                </a:solidFill>
                <a:latin typeface="Montserrat"/>
                <a:ea typeface="Montserrat"/>
                <a:cs typeface="Montserrat"/>
                <a:sym typeface="Montserrat"/>
              </a:rPr>
              <a:t>Nota adicional de alcance.</a:t>
            </a:r>
            <a:endParaRPr b="0" i="0" sz="700" u="none" cap="none" strike="noStrike">
              <a:solidFill>
                <a:schemeClr val="dk1"/>
              </a:solidFill>
              <a:latin typeface="Calibri"/>
              <a:ea typeface="Calibri"/>
              <a:cs typeface="Calibri"/>
              <a:sym typeface="Calibri"/>
            </a:endParaRPr>
          </a:p>
        </p:txBody>
      </p:sp>
      <p:sp>
        <p:nvSpPr>
          <p:cNvPr id="583" name="Google Shape;583;p30"/>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cxnSp>
        <p:nvCxnSpPr>
          <p:cNvPr id="584" name="Google Shape;584;p30"/>
          <p:cNvCxnSpPr/>
          <p:nvPr/>
        </p:nvCxnSpPr>
        <p:spPr>
          <a:xfrm>
            <a:off x="6924803" y="1945480"/>
            <a:ext cx="10200" cy="1448400"/>
          </a:xfrm>
          <a:prstGeom prst="straightConnector1">
            <a:avLst/>
          </a:prstGeom>
          <a:noFill/>
          <a:ln cap="flat" cmpd="sng" w="9525">
            <a:solidFill>
              <a:srgbClr val="9AAFFE"/>
            </a:solidFill>
            <a:prstDash val="dash"/>
            <a:round/>
            <a:headEnd len="med" w="med" type="none"/>
            <a:tailEnd len="med" w="med" type="none"/>
          </a:ln>
        </p:spPr>
      </p:cxnSp>
      <p:sp>
        <p:nvSpPr>
          <p:cNvPr id="585" name="Google Shape;585;p30"/>
          <p:cNvSpPr/>
          <p:nvPr/>
        </p:nvSpPr>
        <p:spPr>
          <a:xfrm>
            <a:off x="790950" y="3112721"/>
            <a:ext cx="6144900" cy="13500"/>
          </a:xfrm>
          <a:prstGeom prst="rect">
            <a:avLst/>
          </a:prstGeom>
          <a:solidFill>
            <a:srgbClr val="9AAF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30"/>
          <p:cNvSpPr txBox="1"/>
          <p:nvPr/>
        </p:nvSpPr>
        <p:spPr>
          <a:xfrm>
            <a:off x="790950" y="3150442"/>
            <a:ext cx="2286000" cy="258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33"/>
              </a:buClr>
              <a:buSzPts val="800"/>
              <a:buFont typeface="Montserrat SemiBold"/>
              <a:buNone/>
            </a:pPr>
            <a:r>
              <a:rPr b="1" i="0" lang="en-US" sz="800" u="none" cap="none" strike="noStrike">
                <a:solidFill>
                  <a:srgbClr val="000033"/>
                </a:solidFill>
                <a:latin typeface="Montserrat SemiBold"/>
                <a:ea typeface="Montserrat SemiBold"/>
                <a:cs typeface="Montserrat SemiBold"/>
                <a:sym typeface="Montserrat SemiBold"/>
              </a:rPr>
              <a:t>Etapa </a:t>
            </a:r>
            <a:r>
              <a:rPr b="1" lang="en-US" sz="800">
                <a:solidFill>
                  <a:srgbClr val="000033"/>
                </a:solidFill>
                <a:latin typeface="Montserrat SemiBold"/>
                <a:ea typeface="Montserrat SemiBold"/>
                <a:cs typeface="Montserrat SemiBold"/>
                <a:sym typeface="Montserrat SemiBold"/>
              </a:rPr>
              <a:t>5</a:t>
            </a:r>
            <a:r>
              <a:rPr b="1" i="0" lang="en-US" sz="800" u="none" cap="none" strike="noStrike">
                <a:solidFill>
                  <a:srgbClr val="000033"/>
                </a:solidFill>
                <a:latin typeface="Montserrat SemiBold"/>
                <a:ea typeface="Montserrat SemiBold"/>
                <a:cs typeface="Montserrat SemiBold"/>
                <a:sym typeface="Montserrat SemiBold"/>
              </a:rPr>
              <a:t>: xxxx</a:t>
            </a:r>
            <a:endParaRPr b="0" i="0" sz="800" u="none" cap="none" strike="noStrike">
              <a:solidFill>
                <a:schemeClr val="dk1"/>
              </a:solidFill>
              <a:latin typeface="Calibri"/>
              <a:ea typeface="Calibri"/>
              <a:cs typeface="Calibri"/>
              <a:sym typeface="Calibri"/>
            </a:endParaRPr>
          </a:p>
        </p:txBody>
      </p:sp>
      <p:sp>
        <p:nvSpPr>
          <p:cNvPr id="587" name="Google Shape;587;p30"/>
          <p:cNvSpPr txBox="1"/>
          <p:nvPr/>
        </p:nvSpPr>
        <p:spPr>
          <a:xfrm>
            <a:off x="3186675" y="3165951"/>
            <a:ext cx="3749100" cy="258600"/>
          </a:xfrm>
          <a:prstGeom prst="rect">
            <a:avLst/>
          </a:prstGeom>
          <a:noFill/>
          <a:ln>
            <a:noFill/>
          </a:ln>
        </p:spPr>
        <p:txBody>
          <a:bodyPr anchorCtr="0" anchor="t" bIns="0" lIns="0" spcFirstLastPara="1" rIns="0" wrap="square" tIns="0">
            <a:noAutofit/>
          </a:bodyPr>
          <a:lstStyle/>
          <a:p>
            <a:pPr indent="-273050" lvl="0" marL="285750" marR="0" rtl="0" algn="l">
              <a:lnSpc>
                <a:spcPct val="115000"/>
              </a:lnSpc>
              <a:spcBef>
                <a:spcPts val="0"/>
              </a:spcBef>
              <a:spcAft>
                <a:spcPts val="0"/>
              </a:spcAft>
              <a:buClr>
                <a:schemeClr val="dk1"/>
              </a:buClr>
              <a:buSzPts val="700"/>
              <a:buFont typeface="Calibri"/>
              <a:buChar char="●"/>
            </a:pPr>
            <a:r>
              <a:rPr b="0" i="0" lang="en-US" sz="700" u="none" cap="none" strike="noStrike">
                <a:solidFill>
                  <a:srgbClr val="000033"/>
                </a:solidFill>
                <a:latin typeface="Montserrat"/>
                <a:ea typeface="Montserrat"/>
                <a:cs typeface="Montserrat"/>
                <a:sym typeface="Montserrat"/>
              </a:rPr>
              <a:t>xxxx</a:t>
            </a:r>
            <a:endParaRPr b="0" i="0" sz="700" u="none" cap="none" strike="noStrike">
              <a:solidFill>
                <a:srgbClr val="000033"/>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592" name="Shape 592"/>
        <p:cNvGrpSpPr/>
        <p:nvPr/>
      </p:nvGrpSpPr>
      <p:grpSpPr>
        <a:xfrm>
          <a:off x="0" y="0"/>
          <a:ext cx="0" cy="0"/>
          <a:chOff x="0" y="0"/>
          <a:chExt cx="0" cy="0"/>
        </a:xfrm>
      </p:grpSpPr>
      <p:pic>
        <p:nvPicPr>
          <p:cNvPr descr="preencoded.png" id="593" name="Google Shape;593;p31"/>
          <p:cNvPicPr preferRelativeResize="0"/>
          <p:nvPr/>
        </p:nvPicPr>
        <p:blipFill rotWithShape="1">
          <a:blip r:embed="rId3">
            <a:alphaModFix/>
          </a:blip>
          <a:srcRect b="0" l="0" r="0" t="0"/>
          <a:stretch/>
        </p:blipFill>
        <p:spPr>
          <a:xfrm>
            <a:off x="571500" y="1200150"/>
            <a:ext cx="8001000" cy="3057525"/>
          </a:xfrm>
          <a:prstGeom prst="rect">
            <a:avLst/>
          </a:prstGeom>
          <a:noFill/>
          <a:ln>
            <a:noFill/>
          </a:ln>
        </p:spPr>
      </p:pic>
      <p:sp>
        <p:nvSpPr>
          <p:cNvPr id="594" name="Google Shape;594;p31"/>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595" name="Google Shape;595;p31"/>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i="0" lang="en-US" sz="1700" u="none" cap="none" strike="noStrike">
                <a:solidFill>
                  <a:srgbClr val="000033"/>
                </a:solidFill>
                <a:latin typeface="Montserrat ExtraBold"/>
                <a:ea typeface="Montserrat ExtraBold"/>
                <a:cs typeface="Montserrat ExtraBold"/>
                <a:sym typeface="Montserrat ExtraBold"/>
              </a:rPr>
              <a:t>Facturación por </a:t>
            </a:r>
            <a:r>
              <a:rPr b="1" i="1" lang="en-US" sz="1700" u="none" cap="none" strike="noStrike">
                <a:solidFill>
                  <a:srgbClr val="2B5BFC"/>
                </a:solidFill>
                <a:latin typeface="Montserrat ExtraBold"/>
                <a:ea typeface="Montserrat ExtraBold"/>
                <a:cs typeface="Montserrat ExtraBold"/>
                <a:sym typeface="Montserrat ExtraBold"/>
              </a:rPr>
              <a:t>retrasos y pausas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596" name="Google Shape;596;p31"/>
          <p:cNvSpPr/>
          <p:nvPr/>
        </p:nvSpPr>
        <p:spPr>
          <a:xfrm>
            <a:off x="6858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000033"/>
              </a:buClr>
              <a:buSzPts val="1200"/>
              <a:buFont typeface="Montserrat"/>
              <a:buNone/>
            </a:pPr>
            <a:r>
              <a:rPr b="1" i="0" lang="en-US" sz="1200" u="none" cap="none" strike="noStrike">
                <a:solidFill>
                  <a:srgbClr val="000033"/>
                </a:solidFill>
                <a:latin typeface="Montserrat"/>
                <a:ea typeface="Montserrat"/>
                <a:cs typeface="Montserrat"/>
                <a:sym typeface="Montserrat"/>
              </a:rPr>
              <a:t>Retrasos y periodos de Stand By </a:t>
            </a:r>
            <a:endParaRPr b="0" i="0" sz="1200" u="none" cap="none" strike="noStrike">
              <a:solidFill>
                <a:schemeClr val="dk1"/>
              </a:solidFill>
              <a:latin typeface="Calibri"/>
              <a:ea typeface="Calibri"/>
              <a:cs typeface="Calibri"/>
              <a:sym typeface="Calibri"/>
            </a:endParaRPr>
          </a:p>
        </p:txBody>
      </p:sp>
      <p:sp>
        <p:nvSpPr>
          <p:cNvPr id="597" name="Google Shape;597;p31"/>
          <p:cNvSpPr/>
          <p:nvPr/>
        </p:nvSpPr>
        <p:spPr>
          <a:xfrm>
            <a:off x="685800" y="1557350"/>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 cliente:</a:t>
            </a:r>
            <a:r>
              <a:rPr b="0" i="0" lang="en-US" sz="1000" u="none" cap="none" strike="noStrike">
                <a:solidFill>
                  <a:srgbClr val="000033"/>
                </a:solidFill>
                <a:latin typeface="Montserrat"/>
                <a:ea typeface="Montserrat"/>
                <a:cs typeface="Montserrat"/>
                <a:sym typeface="Montserrat"/>
              </a:rPr>
              <a:t> Si el proyecto tiene facturación por hitos o entregables y el retraso del cliente supera los </a:t>
            </a:r>
            <a:r>
              <a:rPr b="1" i="0" lang="en-US" sz="1000" u="none" cap="none" strike="noStrike">
                <a:solidFill>
                  <a:srgbClr val="2B5BFC"/>
                </a:solidFill>
                <a:latin typeface="Montserrat"/>
                <a:ea typeface="Montserrat"/>
                <a:cs typeface="Montserrat"/>
                <a:sym typeface="Montserrat"/>
              </a:rPr>
              <a:t>15 días</a:t>
            </a:r>
            <a:r>
              <a:rPr b="0" i="0" lang="en-US" sz="1000" u="none" cap="none" strike="noStrike">
                <a:solidFill>
                  <a:srgbClr val="000033"/>
                </a:solidFill>
                <a:latin typeface="Montserrat"/>
                <a:ea typeface="Montserrat"/>
                <a:cs typeface="Montserrat"/>
                <a:sym typeface="Montserrat"/>
              </a:rPr>
              <a:t>, este no afectará la facturación programada.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8" name="Google Shape;598;p31"/>
          <p:cNvSpPr/>
          <p:nvPr/>
        </p:nvSpPr>
        <p:spPr>
          <a:xfrm>
            <a:off x="685800" y="2171700"/>
            <a:ext cx="36861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Ingreso a Stand By:</a:t>
            </a:r>
            <a:r>
              <a:rPr b="0" i="0" lang="en-US" sz="1000" u="none" cap="none" strike="noStrike">
                <a:solidFill>
                  <a:srgbClr val="000033"/>
                </a:solidFill>
                <a:latin typeface="Montserrat"/>
                <a:ea typeface="Montserrat"/>
                <a:cs typeface="Montserrat"/>
                <a:sym typeface="Montserrat"/>
              </a:rPr>
              <a:t>  Si el proyecto presenta un retraso del lado del cliente mayor a </a:t>
            </a:r>
            <a:r>
              <a:rPr b="1" i="0" lang="en-US" sz="1000" u="none" cap="none" strike="noStrike">
                <a:solidFill>
                  <a:srgbClr val="2B5BFC"/>
                </a:solidFill>
                <a:latin typeface="Montserrat"/>
                <a:ea typeface="Montserrat"/>
                <a:cs typeface="Montserrat"/>
                <a:sym typeface="Montserrat"/>
              </a:rPr>
              <a:t>30 días</a:t>
            </a:r>
            <a:r>
              <a:rPr b="0" i="0" lang="en-US" sz="1000" u="none" cap="none" strike="noStrike">
                <a:solidFill>
                  <a:srgbClr val="000033"/>
                </a:solidFill>
                <a:latin typeface="Montserrat"/>
                <a:ea typeface="Montserrat"/>
                <a:cs typeface="Montserrat"/>
                <a:sym typeface="Montserrat"/>
              </a:rPr>
              <a:t>, ingresará automáticamente en stand by, periodo durante el cual no se realizarán avances en su ejecución.</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599" name="Google Shape;599;p31"/>
          <p:cNvSpPr/>
          <p:nvPr/>
        </p:nvSpPr>
        <p:spPr>
          <a:xfrm>
            <a:off x="685800" y="2971800"/>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Mínimo:</a:t>
            </a:r>
            <a:r>
              <a:rPr b="0" i="0" lang="en-US" sz="1000" u="none" cap="none" strike="noStrike">
                <a:solidFill>
                  <a:srgbClr val="000033"/>
                </a:solidFill>
                <a:latin typeface="Montserrat"/>
                <a:ea typeface="Montserrat"/>
                <a:cs typeface="Montserrat"/>
                <a:sym typeface="Montserrat"/>
              </a:rPr>
              <a:t> Una vez iniciado el proyecto, se establece un periodo mínimo de </a:t>
            </a:r>
            <a:r>
              <a:rPr b="1" i="0" lang="en-US" sz="1000" u="none" cap="none" strike="noStrike">
                <a:solidFill>
                  <a:srgbClr val="2B5BFC"/>
                </a:solidFill>
                <a:latin typeface="Montserrat"/>
                <a:ea typeface="Montserrat"/>
                <a:cs typeface="Montserrat"/>
                <a:sym typeface="Montserrat"/>
              </a:rPr>
              <a:t>20 días</a:t>
            </a:r>
            <a:r>
              <a:rPr b="0" i="0" lang="en-US" sz="1000" u="none" cap="none" strike="noStrike">
                <a:solidFill>
                  <a:srgbClr val="000033"/>
                </a:solidFill>
                <a:latin typeface="Montserrat"/>
                <a:ea typeface="Montserrat"/>
                <a:cs typeface="Montserrat"/>
                <a:sym typeface="Montserrat"/>
              </a:rPr>
              <a:t> de stand by, durante el cual no se realizarán avances significativos.</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00" name="Google Shape;600;p31"/>
          <p:cNvSpPr/>
          <p:nvPr/>
        </p:nvSpPr>
        <p:spPr>
          <a:xfrm>
            <a:off x="685800" y="3586163"/>
            <a:ext cx="36861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Periodo Máximo:</a:t>
            </a:r>
            <a:r>
              <a:rPr b="0" i="0" lang="en-US" sz="1000" u="none" cap="none" strike="noStrike">
                <a:solidFill>
                  <a:srgbClr val="000033"/>
                </a:solidFill>
                <a:latin typeface="Montserrat"/>
                <a:ea typeface="Montserrat"/>
                <a:cs typeface="Montserrat"/>
                <a:sym typeface="Montserrat"/>
              </a:rPr>
              <a:t>  El periodo máximo será acordado entre ambas partes al firmar el contrato y especificado en días o semanas, con un límite de</a:t>
            </a:r>
            <a:r>
              <a:rPr b="1" i="0" lang="en-US" sz="1000" u="none" cap="none" strike="noStrike">
                <a:solidFill>
                  <a:srgbClr val="2B5BFC"/>
                </a:solidFill>
                <a:latin typeface="Montserrat"/>
                <a:ea typeface="Montserrat"/>
                <a:cs typeface="Montserrat"/>
                <a:sym typeface="Montserrat"/>
              </a:rPr>
              <a:t> 3 meses</a:t>
            </a:r>
            <a:r>
              <a:rPr b="0" i="0" lang="en-US" sz="1000" u="none" cap="none" strike="noStrike">
                <a:solidFill>
                  <a:srgbClr val="000033"/>
                </a:solidFill>
                <a:latin typeface="Montserrat"/>
                <a:ea typeface="Montserrat"/>
                <a:cs typeface="Montserrat"/>
                <a:sym typeface="Montserrat"/>
              </a:rPr>
              <a:t>.</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01" name="Google Shape;601;p31"/>
          <p:cNvSpPr/>
          <p:nvPr/>
        </p:nvSpPr>
        <p:spPr>
          <a:xfrm>
            <a:off x="4800600" y="1314450"/>
            <a:ext cx="36861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Gestión Financiera &amp; Retorno </a:t>
            </a:r>
            <a:endParaRPr b="0" i="0" sz="1200" u="none" cap="none" strike="noStrike">
              <a:solidFill>
                <a:schemeClr val="dk1"/>
              </a:solidFill>
              <a:latin typeface="Calibri"/>
              <a:ea typeface="Calibri"/>
              <a:cs typeface="Calibri"/>
              <a:sym typeface="Calibri"/>
            </a:endParaRPr>
          </a:p>
        </p:txBody>
      </p:sp>
      <p:sp>
        <p:nvSpPr>
          <p:cNvPr id="602" name="Google Shape;602;p31"/>
          <p:cNvSpPr/>
          <p:nvPr/>
        </p:nvSpPr>
        <p:spPr>
          <a:xfrm>
            <a:off x="4800600" y="1557350"/>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Facturación:</a:t>
            </a:r>
            <a:r>
              <a:rPr b="0" i="0" lang="en-US" sz="1050" u="none" cap="none" strike="noStrike">
                <a:solidFill>
                  <a:srgbClr val="000033"/>
                </a:solidFill>
                <a:latin typeface="Montserrat"/>
                <a:ea typeface="Montserrat"/>
                <a:cs typeface="Montserrat"/>
                <a:sym typeface="Montserrat"/>
              </a:rPr>
              <a:t> Los pagos pendientes deberán realizarse antes del stand by o según el cronograma de facturación mensual.</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603" name="Google Shape;603;p31"/>
          <p:cNvSpPr/>
          <p:nvPr/>
        </p:nvSpPr>
        <p:spPr>
          <a:xfrm>
            <a:off x="4800600" y="2171712"/>
            <a:ext cx="37788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Revisión y renegociación:</a:t>
            </a:r>
            <a:r>
              <a:rPr b="0" i="0" lang="en-US" sz="1050" u="none" cap="none" strike="noStrike">
                <a:solidFill>
                  <a:srgbClr val="000033"/>
                </a:solidFill>
                <a:latin typeface="Montserrat"/>
                <a:ea typeface="Montserrat"/>
                <a:cs typeface="Montserrat"/>
                <a:sym typeface="Montserrat"/>
              </a:rPr>
              <a:t> Si el proyecto no se reanuda tras el periodo máximo de stand by, ambas partes revisarán y renegociarán los términos del contrato.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604" name="Google Shape;604;p31"/>
          <p:cNvSpPr/>
          <p:nvPr/>
        </p:nvSpPr>
        <p:spPr>
          <a:xfrm>
            <a:off x="4800600" y="2786074"/>
            <a:ext cx="3730500" cy="743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Notificación y comunicación:</a:t>
            </a:r>
            <a:r>
              <a:rPr b="0" i="0" lang="en-US" sz="1050" u="none" cap="none" strike="noStrike">
                <a:solidFill>
                  <a:srgbClr val="000033"/>
                </a:solidFill>
                <a:latin typeface="Montserrat"/>
                <a:ea typeface="Montserrat"/>
                <a:cs typeface="Montserrat"/>
                <a:sym typeface="Montserrat"/>
              </a:rPr>
              <a:t> El stand by deberá notificarse por escrito con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de anticipación y mantenerse una comunicación regular durante el </a:t>
            </a:r>
            <a:r>
              <a:rPr b="0" i="0" lang="en-US" sz="1050" u="none" cap="none" strike="noStrike">
                <a:solidFill>
                  <a:srgbClr val="000000"/>
                </a:solidFill>
                <a:latin typeface="Montserrat"/>
                <a:ea typeface="Montserrat"/>
                <a:cs typeface="Montserrat"/>
                <a:sym typeface="Montserrat"/>
              </a:rPr>
              <a:t>dicho</a:t>
            </a:r>
            <a:r>
              <a:rPr b="0" i="0" lang="en-US" sz="1050" u="none" cap="none" strike="noStrike">
                <a:solidFill>
                  <a:srgbClr val="000033"/>
                </a:solidFill>
                <a:latin typeface="Montserrat"/>
                <a:ea typeface="Montserrat"/>
                <a:cs typeface="Montserrat"/>
                <a:sym typeface="Montserrat"/>
              </a:rPr>
              <a:t> periodo.</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
        <p:nvSpPr>
          <p:cNvPr id="605" name="Google Shape;605;p31"/>
          <p:cNvSpPr/>
          <p:nvPr/>
        </p:nvSpPr>
        <p:spPr>
          <a:xfrm>
            <a:off x="4800600" y="3586173"/>
            <a:ext cx="3730500" cy="557100"/>
          </a:xfrm>
          <a:prstGeom prst="rect">
            <a:avLst/>
          </a:prstGeom>
          <a:noFill/>
          <a:ln>
            <a:noFill/>
          </a:ln>
        </p:spPr>
        <p:txBody>
          <a:bodyPr anchorCtr="0" anchor="t" bIns="0" lIns="0" spcFirstLastPara="1" rIns="0" wrap="square" tIns="0">
            <a:noAutofit/>
          </a:bodyPr>
          <a:lstStyle/>
          <a:p>
            <a:pPr indent="0" lvl="0" marL="0" marR="0" rtl="0" algn="l">
              <a:lnSpc>
                <a:spcPct val="98761"/>
              </a:lnSpc>
              <a:spcBef>
                <a:spcPts val="0"/>
              </a:spcBef>
              <a:spcAft>
                <a:spcPts val="0"/>
              </a:spcAft>
              <a:buClr>
                <a:srgbClr val="000033"/>
              </a:buClr>
              <a:buSzPts val="1100"/>
              <a:buFont typeface="Montserrat"/>
              <a:buNone/>
            </a:pPr>
            <a:r>
              <a:rPr b="1" i="0" lang="en-US" sz="1050" u="none" cap="none" strike="noStrike">
                <a:solidFill>
                  <a:srgbClr val="000033"/>
                </a:solidFill>
                <a:latin typeface="Montserrat"/>
                <a:ea typeface="Montserrat"/>
                <a:cs typeface="Montserrat"/>
                <a:sym typeface="Montserrat"/>
              </a:rPr>
              <a:t>Reanudación:</a:t>
            </a:r>
            <a:r>
              <a:rPr b="0" i="0" lang="en-US" sz="1050" u="none" cap="none" strike="noStrike">
                <a:solidFill>
                  <a:srgbClr val="000033"/>
                </a:solidFill>
                <a:latin typeface="Montserrat"/>
                <a:ea typeface="Montserrat"/>
                <a:cs typeface="Montserrat"/>
                <a:sym typeface="Montserrat"/>
              </a:rPr>
              <a:t> El cliente deberá solicitar la reanudación por correo. El proyecto se reanudará en un máximo de </a:t>
            </a:r>
            <a:r>
              <a:rPr b="1" i="0" lang="en-US" sz="1050" u="none" cap="none" strike="noStrike">
                <a:solidFill>
                  <a:srgbClr val="2B5BFC"/>
                </a:solidFill>
                <a:latin typeface="Montserrat"/>
                <a:ea typeface="Montserrat"/>
                <a:cs typeface="Montserrat"/>
                <a:sym typeface="Montserrat"/>
              </a:rPr>
              <a:t>15 días</a:t>
            </a:r>
            <a:r>
              <a:rPr b="0" i="0" lang="en-US" sz="1050" u="none" cap="none" strike="noStrike">
                <a:solidFill>
                  <a:srgbClr val="000033"/>
                </a:solidFill>
                <a:latin typeface="Montserrat"/>
                <a:ea typeface="Montserrat"/>
                <a:cs typeface="Montserrat"/>
                <a:sym typeface="Montserrat"/>
              </a:rPr>
              <a:t> hábiles.</a:t>
            </a:r>
            <a:r>
              <a:rPr b="1" i="0" lang="en-US" sz="1050" u="none" cap="none" strike="noStrike">
                <a:solidFill>
                  <a:srgbClr val="000033"/>
                </a:solidFill>
                <a:latin typeface="Montserrat"/>
                <a:ea typeface="Montserrat"/>
                <a:cs typeface="Montserrat"/>
                <a:sym typeface="Montserrat"/>
              </a:rPr>
              <a:t>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10" name="Shape 610"/>
        <p:cNvGrpSpPr/>
        <p:nvPr/>
      </p:nvGrpSpPr>
      <p:grpSpPr>
        <a:xfrm>
          <a:off x="0" y="0"/>
          <a:ext cx="0" cy="0"/>
          <a:chOff x="0" y="0"/>
          <a:chExt cx="0" cy="0"/>
        </a:xfrm>
      </p:grpSpPr>
      <p:pic>
        <p:nvPicPr>
          <p:cNvPr descr="preencoded.png" id="611" name="Google Shape;611;p32"/>
          <p:cNvPicPr preferRelativeResize="0"/>
          <p:nvPr/>
        </p:nvPicPr>
        <p:blipFill rotWithShape="1">
          <a:blip r:embed="rId3">
            <a:alphaModFix/>
          </a:blip>
          <a:srcRect b="0" l="0" r="0" t="0"/>
          <a:stretch/>
        </p:blipFill>
        <p:spPr>
          <a:xfrm>
            <a:off x="556013" y="1209675"/>
            <a:ext cx="8016488" cy="3178646"/>
          </a:xfrm>
          <a:prstGeom prst="rect">
            <a:avLst/>
          </a:prstGeom>
          <a:noFill/>
          <a:ln>
            <a:noFill/>
          </a:ln>
        </p:spPr>
      </p:pic>
      <p:sp>
        <p:nvSpPr>
          <p:cNvPr id="612" name="Google Shape;612;p32"/>
          <p:cNvSpPr/>
          <p:nvPr/>
        </p:nvSpPr>
        <p:spPr>
          <a:xfrm>
            <a:off x="571500" y="4591050"/>
            <a:ext cx="1362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SemiBold"/>
              <a:buNone/>
            </a:pPr>
            <a:r>
              <a:rPr b="1" i="0" lang="en-US" sz="1200" u="none" cap="none" strike="noStrike">
                <a:solidFill>
                  <a:srgbClr val="2B5BFC"/>
                </a:solidFill>
                <a:latin typeface="Montserrat SemiBold"/>
                <a:ea typeface="Montserrat SemiBold"/>
                <a:cs typeface="Montserrat SemiBold"/>
                <a:sym typeface="Montserrat SemiBold"/>
              </a:rPr>
              <a:t>neoconsulting.ai </a:t>
            </a:r>
            <a:endParaRPr b="0" i="0" sz="1200" u="none" cap="none" strike="noStrike">
              <a:solidFill>
                <a:schemeClr val="dk1"/>
              </a:solidFill>
              <a:latin typeface="Calibri"/>
              <a:ea typeface="Calibri"/>
              <a:cs typeface="Calibri"/>
              <a:sym typeface="Calibri"/>
            </a:endParaRPr>
          </a:p>
        </p:txBody>
      </p:sp>
      <p:sp>
        <p:nvSpPr>
          <p:cNvPr id="613" name="Google Shape;613;p32"/>
          <p:cNvSpPr/>
          <p:nvPr/>
        </p:nvSpPr>
        <p:spPr>
          <a:xfrm>
            <a:off x="571500" y="871538"/>
            <a:ext cx="6048300" cy="261900"/>
          </a:xfrm>
          <a:prstGeom prst="rect">
            <a:avLst/>
          </a:prstGeom>
          <a:noFill/>
          <a:ln>
            <a:noFill/>
          </a:ln>
        </p:spPr>
        <p:txBody>
          <a:bodyPr anchorCtr="0" anchor="t" bIns="0" lIns="0" spcFirstLastPara="1" rIns="0" wrap="square" tIns="0">
            <a:noAutofit/>
          </a:bodyPr>
          <a:lstStyle/>
          <a:p>
            <a:pPr indent="0" lvl="0" marL="0" marR="0" rtl="0" algn="l">
              <a:lnSpc>
                <a:spcPct val="88181"/>
              </a:lnSpc>
              <a:spcBef>
                <a:spcPts val="0"/>
              </a:spcBef>
              <a:spcAft>
                <a:spcPts val="0"/>
              </a:spcAft>
              <a:buClr>
                <a:srgbClr val="0D1B3E"/>
              </a:buClr>
              <a:buSzPts val="1700"/>
              <a:buFont typeface="Montserrat ExtraBold"/>
              <a:buNone/>
            </a:pPr>
            <a:r>
              <a:rPr b="1" lang="en-US" sz="1700">
                <a:solidFill>
                  <a:srgbClr val="000033"/>
                </a:solidFill>
                <a:latin typeface="Montserrat ExtraBold"/>
                <a:ea typeface="Montserrat ExtraBold"/>
                <a:cs typeface="Montserrat ExtraBold"/>
                <a:sym typeface="Montserrat ExtraBold"/>
              </a:rPr>
              <a:t>Términos y condiciones</a:t>
            </a:r>
            <a:r>
              <a:rPr b="1" i="0" lang="en-US" sz="1700" u="none" cap="none" strike="noStrike">
                <a:solidFill>
                  <a:srgbClr val="000033"/>
                </a:solidFill>
                <a:latin typeface="Montserrat ExtraBold"/>
                <a:ea typeface="Montserrat ExtraBold"/>
                <a:cs typeface="Montserrat ExtraBold"/>
                <a:sym typeface="Montserrat ExtraBold"/>
              </a:rPr>
              <a:t> </a:t>
            </a:r>
            <a:r>
              <a:rPr b="1" i="1" lang="en-US" sz="1700" u="none" cap="none" strike="noStrike">
                <a:solidFill>
                  <a:srgbClr val="2B5BFC"/>
                </a:solidFill>
                <a:latin typeface="Montserrat ExtraBold"/>
                <a:ea typeface="Montserrat ExtraBold"/>
                <a:cs typeface="Montserrat ExtraBold"/>
                <a:sym typeface="Montserrat ExtraBold"/>
              </a:rPr>
              <a:t>generales</a:t>
            </a:r>
            <a:r>
              <a:rPr b="1" i="0" lang="en-US" sz="1700" u="none" cap="none" strike="noStrike">
                <a:solidFill>
                  <a:srgbClr val="000033"/>
                </a:solidFill>
                <a:latin typeface="Montserrat ExtraBold"/>
                <a:ea typeface="Montserrat ExtraBold"/>
                <a:cs typeface="Montserrat ExtraBold"/>
                <a:sym typeface="Montserrat ExtraBold"/>
              </a:rPr>
              <a:t> </a:t>
            </a:r>
            <a:endParaRPr b="0" i="0" sz="1700" u="none" cap="none" strike="noStrike">
              <a:solidFill>
                <a:schemeClr val="dk1"/>
              </a:solidFill>
              <a:latin typeface="Calibri"/>
              <a:ea typeface="Calibri"/>
              <a:cs typeface="Calibri"/>
              <a:sym typeface="Calibri"/>
            </a:endParaRPr>
          </a:p>
        </p:txBody>
      </p:sp>
      <p:sp>
        <p:nvSpPr>
          <p:cNvPr id="614" name="Google Shape;614;p32"/>
          <p:cNvSpPr/>
          <p:nvPr/>
        </p:nvSpPr>
        <p:spPr>
          <a:xfrm>
            <a:off x="571500" y="1209675"/>
            <a:ext cx="35244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los alcances y tiempos del proyecto: </a:t>
            </a:r>
            <a:endParaRPr b="0" i="0" sz="1200" u="none" cap="none" strike="noStrike">
              <a:solidFill>
                <a:schemeClr val="dk1"/>
              </a:solidFill>
              <a:latin typeface="Calibri"/>
              <a:ea typeface="Calibri"/>
              <a:cs typeface="Calibri"/>
              <a:sym typeface="Calibri"/>
            </a:endParaRPr>
          </a:p>
        </p:txBody>
      </p:sp>
      <p:sp>
        <p:nvSpPr>
          <p:cNvPr id="615" name="Google Shape;615;p32"/>
          <p:cNvSpPr/>
          <p:nvPr/>
        </p:nvSpPr>
        <p:spPr>
          <a:xfrm>
            <a:off x="557213" y="1471613"/>
            <a:ext cx="43530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Tiempos de aceptación:</a:t>
            </a:r>
            <a:r>
              <a:rPr b="0" i="0" lang="en-US" sz="1000" u="none" cap="none" strike="noStrike">
                <a:solidFill>
                  <a:srgbClr val="000033"/>
                </a:solidFill>
                <a:latin typeface="Montserrat"/>
                <a:ea typeface="Montserrat"/>
                <a:cs typeface="Montserrat"/>
                <a:sym typeface="Montserrat"/>
              </a:rPr>
              <a:t> El cliente tendrá hasta 5 días útiles para solicitar ajustes justificados a los entregables. Pasado este plazo, se considerará la etapa finalizada.</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6" name="Google Shape;616;p32"/>
          <p:cNvSpPr/>
          <p:nvPr/>
        </p:nvSpPr>
        <p:spPr>
          <a:xfrm>
            <a:off x="557213" y="2057400"/>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Conformidad de cierre:</a:t>
            </a:r>
            <a:r>
              <a:rPr b="0" i="0" lang="en-US" sz="1000" u="none" cap="none" strike="noStrike">
                <a:solidFill>
                  <a:srgbClr val="000033"/>
                </a:solidFill>
                <a:latin typeface="Montserrat"/>
                <a:ea typeface="Montserrat"/>
                <a:cs typeface="Montserrat"/>
                <a:sym typeface="Montserrat"/>
              </a:rPr>
              <a:t> Al finalizar, se enviará un acta de conformidad para revisión y aceptación. Si no hay respuesta en 5 días útiles, el proyecto se considerará finalizado.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7" name="Google Shape;617;p32"/>
          <p:cNvSpPr/>
          <p:nvPr/>
        </p:nvSpPr>
        <p:spPr>
          <a:xfrm>
            <a:off x="557224" y="2643200"/>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Alcance adicional:</a:t>
            </a:r>
            <a:r>
              <a:rPr b="0" i="0" lang="en-US" sz="1000" u="none" cap="none" strike="noStrike">
                <a:solidFill>
                  <a:srgbClr val="000033"/>
                </a:solidFill>
                <a:latin typeface="Montserrat"/>
                <a:ea typeface="Montserrat"/>
                <a:cs typeface="Montserrat"/>
                <a:sym typeface="Montserrat"/>
              </a:rPr>
              <a:t> Requerimientos fuera del alcance generarán un cobro adicional basado en la tarifa por hora promedio del proyecto.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8" name="Google Shape;618;p32"/>
          <p:cNvSpPr/>
          <p:nvPr/>
        </p:nvSpPr>
        <p:spPr>
          <a:xfrm>
            <a:off x="557213" y="3057525"/>
            <a:ext cx="4481400" cy="5145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Implementaciones:</a:t>
            </a:r>
            <a:r>
              <a:rPr b="0" i="0" lang="en-US" sz="1000" u="none" cap="none" strike="noStrike">
                <a:solidFill>
                  <a:srgbClr val="000033"/>
                </a:solidFill>
                <a:latin typeface="Montserrat"/>
                <a:ea typeface="Montserrat"/>
                <a:cs typeface="Montserrat"/>
                <a:sym typeface="Montserrat"/>
              </a:rPr>
              <a:t> Serán responsabilidad del equipo del cliente. Cualquier retraso por no ejecutar las mejoras en el tiempo estimado será responsabilidad del cliente.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19" name="Google Shape;619;p32"/>
          <p:cNvSpPr/>
          <p:nvPr/>
        </p:nvSpPr>
        <p:spPr>
          <a:xfrm>
            <a:off x="557213" y="3643313"/>
            <a:ext cx="44814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Retrasos del cliente: </a:t>
            </a:r>
            <a:r>
              <a:rPr b="0" i="0" lang="en-US" sz="1000" u="none" cap="none" strike="noStrike">
                <a:solidFill>
                  <a:srgbClr val="000033"/>
                </a:solidFill>
                <a:latin typeface="Montserrat"/>
                <a:ea typeface="Montserrat"/>
                <a:cs typeface="Montserrat"/>
                <a:sym typeface="Montserrat"/>
              </a:rPr>
              <a:t>Si el retraso es atribuible al cliente, las fechas de facturación se mantienen según contrato.</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20" name="Google Shape;620;p32"/>
          <p:cNvSpPr/>
          <p:nvPr/>
        </p:nvSpPr>
        <p:spPr>
          <a:xfrm>
            <a:off x="557213" y="4057650"/>
            <a:ext cx="4476900" cy="342900"/>
          </a:xfrm>
          <a:prstGeom prst="rect">
            <a:avLst/>
          </a:prstGeom>
          <a:noFill/>
          <a:ln>
            <a:noFill/>
          </a:ln>
        </p:spPr>
        <p:txBody>
          <a:bodyPr anchorCtr="0" anchor="t" bIns="0" lIns="0" spcFirstLastPara="1" rIns="0" wrap="square" tIns="0">
            <a:noAutofit/>
          </a:bodyPr>
          <a:lstStyle/>
          <a:p>
            <a:pPr indent="0" lvl="0" marL="0" marR="0" rtl="0" algn="l">
              <a:lnSpc>
                <a:spcPct val="91714"/>
              </a:lnSpc>
              <a:spcBef>
                <a:spcPts val="0"/>
              </a:spcBef>
              <a:spcAft>
                <a:spcPts val="0"/>
              </a:spcAft>
              <a:buClr>
                <a:srgbClr val="000033"/>
              </a:buClr>
              <a:buSzPts val="1100"/>
              <a:buFont typeface="Montserrat"/>
              <a:buNone/>
            </a:pPr>
            <a:r>
              <a:rPr b="1" i="0" lang="en-US" sz="1000" u="none" cap="none" strike="noStrike">
                <a:solidFill>
                  <a:srgbClr val="000033"/>
                </a:solidFill>
                <a:latin typeface="Montserrat"/>
                <a:ea typeface="Montserrat"/>
                <a:cs typeface="Montserrat"/>
                <a:sym typeface="Montserrat"/>
              </a:rPr>
              <a:t>Inicio de proyecto:</a:t>
            </a:r>
            <a:r>
              <a:rPr b="0" i="0" lang="en-US" sz="1000" u="none" cap="none" strike="noStrike">
                <a:solidFill>
                  <a:srgbClr val="000033"/>
                </a:solidFill>
                <a:latin typeface="Montserrat"/>
                <a:ea typeface="Montserrat"/>
                <a:cs typeface="Montserrat"/>
                <a:sym typeface="Montserrat"/>
              </a:rPr>
              <a:t> El proyecto se dará inicio una vez se tenga la firma formal del contrato correspondiente.</a:t>
            </a:r>
            <a:r>
              <a:rPr b="1" i="0" lang="en-US" sz="1000" u="none" cap="none" strike="noStrike">
                <a:solidFill>
                  <a:srgbClr val="000033"/>
                </a:solidFill>
                <a:latin typeface="Montserrat"/>
                <a:ea typeface="Montserrat"/>
                <a:cs typeface="Montserrat"/>
                <a:sym typeface="Montserrat"/>
              </a:rPr>
              <a:t> </a:t>
            </a:r>
            <a:endParaRPr b="0" i="0" sz="1000" u="none" cap="none" strike="noStrike">
              <a:solidFill>
                <a:schemeClr val="dk1"/>
              </a:solidFill>
              <a:latin typeface="Calibri"/>
              <a:ea typeface="Calibri"/>
              <a:cs typeface="Calibri"/>
              <a:sym typeface="Calibri"/>
            </a:endParaRPr>
          </a:p>
        </p:txBody>
      </p:sp>
      <p:sp>
        <p:nvSpPr>
          <p:cNvPr id="621" name="Google Shape;621;p32"/>
          <p:cNvSpPr/>
          <p:nvPr/>
        </p:nvSpPr>
        <p:spPr>
          <a:xfrm>
            <a:off x="5414963" y="1323975"/>
            <a:ext cx="1828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00033"/>
              </a:buClr>
              <a:buSzPts val="1100"/>
              <a:buFont typeface="Montserrat"/>
              <a:buNone/>
            </a:pPr>
            <a:r>
              <a:rPr b="1" i="0" lang="en-US" sz="1100" u="none" cap="none" strike="noStrike">
                <a:solidFill>
                  <a:srgbClr val="000033"/>
                </a:solidFill>
                <a:latin typeface="Montserrat"/>
                <a:ea typeface="Montserrat"/>
                <a:cs typeface="Montserrat"/>
                <a:sym typeface="Montserrat"/>
              </a:rPr>
              <a:t>Horario &amp; Colaboración: </a:t>
            </a:r>
            <a:endParaRPr b="0" i="0" sz="1100" u="none" cap="none" strike="noStrike">
              <a:solidFill>
                <a:schemeClr val="dk1"/>
              </a:solidFill>
              <a:latin typeface="Calibri"/>
              <a:ea typeface="Calibri"/>
              <a:cs typeface="Calibri"/>
              <a:sym typeface="Calibri"/>
            </a:endParaRPr>
          </a:p>
        </p:txBody>
      </p:sp>
      <p:sp>
        <p:nvSpPr>
          <p:cNvPr id="622" name="Google Shape;622;p32"/>
          <p:cNvSpPr/>
          <p:nvPr/>
        </p:nvSpPr>
        <p:spPr>
          <a:xfrm>
            <a:off x="5414963" y="1576388"/>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Horario de atención: Lunes a Viernes de 9:00 am a 6:00 pm. </a:t>
            </a:r>
            <a:endParaRPr b="0" i="0" sz="1100" u="none" cap="none" strike="noStrike">
              <a:solidFill>
                <a:schemeClr val="dk1"/>
              </a:solidFill>
              <a:latin typeface="Calibri"/>
              <a:ea typeface="Calibri"/>
              <a:cs typeface="Calibri"/>
              <a:sym typeface="Calibri"/>
            </a:endParaRPr>
          </a:p>
        </p:txBody>
      </p:sp>
      <p:sp>
        <p:nvSpPr>
          <p:cNvPr id="623" name="Google Shape;623;p32"/>
          <p:cNvSpPr/>
          <p:nvPr/>
        </p:nvSpPr>
        <p:spPr>
          <a:xfrm>
            <a:off x="5414963" y="2024063"/>
            <a:ext cx="2766900" cy="5571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000000"/>
              </a:buClr>
              <a:buSzPts val="1100"/>
              <a:buFont typeface="Montserrat"/>
              <a:buNone/>
            </a:pPr>
            <a:r>
              <a:rPr b="0" i="0" lang="en-US" sz="1100" u="none" cap="none" strike="noStrike">
                <a:solidFill>
                  <a:srgbClr val="000033"/>
                </a:solidFill>
                <a:latin typeface="Montserrat"/>
                <a:ea typeface="Montserrat"/>
                <a:cs typeface="Montserrat"/>
                <a:sym typeface="Montserrat"/>
              </a:rPr>
              <a:t>• Cláusula de no contratación de personal del equipo asignado durante el proyecto y hasta 6 meses después. </a:t>
            </a:r>
            <a:endParaRPr b="0" i="0" sz="1100" u="none" cap="none" strike="noStrike">
              <a:solidFill>
                <a:schemeClr val="dk1"/>
              </a:solidFill>
              <a:latin typeface="Calibri"/>
              <a:ea typeface="Calibri"/>
              <a:cs typeface="Calibri"/>
              <a:sym typeface="Calibri"/>
            </a:endParaRPr>
          </a:p>
        </p:txBody>
      </p:sp>
      <p:sp>
        <p:nvSpPr>
          <p:cNvPr id="624" name="Google Shape;624;p32"/>
          <p:cNvSpPr/>
          <p:nvPr/>
        </p:nvSpPr>
        <p:spPr>
          <a:xfrm>
            <a:off x="5414963" y="2924175"/>
            <a:ext cx="21480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a:buNone/>
            </a:pPr>
            <a:r>
              <a:rPr b="1" i="0" lang="en-US" sz="1200" u="none" cap="none" strike="noStrike">
                <a:solidFill>
                  <a:srgbClr val="2B5BFC"/>
                </a:solidFill>
                <a:latin typeface="Montserrat"/>
                <a:ea typeface="Montserrat"/>
                <a:cs typeface="Montserrat"/>
                <a:sym typeface="Montserrat"/>
              </a:rPr>
              <a:t>Sobre las formas de pago: </a:t>
            </a:r>
            <a:endParaRPr b="0" i="0" sz="1200" u="none" cap="none" strike="noStrike">
              <a:solidFill>
                <a:schemeClr val="dk1"/>
              </a:solidFill>
              <a:latin typeface="Calibri"/>
              <a:ea typeface="Calibri"/>
              <a:cs typeface="Calibri"/>
              <a:sym typeface="Calibri"/>
            </a:endParaRPr>
          </a:p>
        </p:txBody>
      </p:sp>
      <p:sp>
        <p:nvSpPr>
          <p:cNvPr id="625" name="Google Shape;625;p32"/>
          <p:cNvSpPr/>
          <p:nvPr/>
        </p:nvSpPr>
        <p:spPr>
          <a:xfrm>
            <a:off x="5414963" y="3186113"/>
            <a:ext cx="2209800" cy="1857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Los precios </a:t>
            </a:r>
            <a:r>
              <a:rPr b="1" i="0" lang="en-US" sz="1100" u="none" cap="none" strike="noStrike">
                <a:solidFill>
                  <a:srgbClr val="000033"/>
                </a:solidFill>
                <a:latin typeface="Montserrat"/>
                <a:ea typeface="Montserrat"/>
                <a:cs typeface="Montserrat"/>
                <a:sym typeface="Montserrat"/>
              </a:rPr>
              <a:t>no incluyen IGV</a:t>
            </a:r>
            <a:r>
              <a:rPr b="0" i="0" lang="en-US" sz="1100" u="none" cap="none" strike="noStrike">
                <a:solidFill>
                  <a:srgbClr val="000033"/>
                </a:solidFill>
                <a:latin typeface="Montserrat"/>
                <a:ea typeface="Montserrat"/>
                <a:cs typeface="Montserrat"/>
                <a:sym typeface="Montserrat"/>
              </a:rPr>
              <a:t>. </a:t>
            </a:r>
            <a:endParaRPr b="0" i="0" sz="1100" u="none" cap="none" strike="noStrike">
              <a:solidFill>
                <a:schemeClr val="dk1"/>
              </a:solidFill>
              <a:latin typeface="Calibri"/>
              <a:ea typeface="Calibri"/>
              <a:cs typeface="Calibri"/>
              <a:sym typeface="Calibri"/>
            </a:endParaRPr>
          </a:p>
        </p:txBody>
      </p:sp>
      <p:sp>
        <p:nvSpPr>
          <p:cNvPr id="626" name="Google Shape;626;p32"/>
          <p:cNvSpPr/>
          <p:nvPr/>
        </p:nvSpPr>
        <p:spPr>
          <a:xfrm>
            <a:off x="5414963" y="3448050"/>
            <a:ext cx="27669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575757"/>
              </a:buClr>
              <a:buSzPts val="1100"/>
              <a:buFont typeface="Montserrat"/>
              <a:buNone/>
            </a:pPr>
            <a:r>
              <a:rPr b="0" i="0" lang="en-US" sz="1100" u="none" cap="none" strike="noStrike">
                <a:solidFill>
                  <a:srgbClr val="000033"/>
                </a:solidFill>
                <a:latin typeface="Montserrat"/>
                <a:ea typeface="Montserrat"/>
                <a:cs typeface="Montserrat"/>
                <a:sym typeface="Montserrat"/>
              </a:rPr>
              <a:t>• Vigencia de propuesta: 30 días calendario. </a:t>
            </a:r>
            <a:endParaRPr b="0" i="0" sz="1100" u="none" cap="none" strike="noStrike">
              <a:solidFill>
                <a:schemeClr val="dk1"/>
              </a:solidFill>
              <a:latin typeface="Calibri"/>
              <a:ea typeface="Calibri"/>
              <a:cs typeface="Calibri"/>
              <a:sym typeface="Calibri"/>
            </a:endParaRPr>
          </a:p>
        </p:txBody>
      </p:sp>
      <p:sp>
        <p:nvSpPr>
          <p:cNvPr id="627" name="Google Shape;627;p32"/>
          <p:cNvSpPr/>
          <p:nvPr/>
        </p:nvSpPr>
        <p:spPr>
          <a:xfrm>
            <a:off x="5414963" y="3895725"/>
            <a:ext cx="2700300" cy="371400"/>
          </a:xfrm>
          <a:prstGeom prst="rect">
            <a:avLst/>
          </a:prstGeom>
          <a:noFill/>
          <a:ln>
            <a:noFill/>
          </a:ln>
        </p:spPr>
        <p:txBody>
          <a:bodyPr anchorCtr="0" anchor="t" bIns="0" lIns="0" spcFirstLastPara="1" rIns="0" wrap="square" tIns="0">
            <a:noAutofit/>
          </a:bodyPr>
          <a:lstStyle/>
          <a:p>
            <a:pPr indent="0" lvl="0" marL="0" marR="0" rtl="0" algn="l">
              <a:lnSpc>
                <a:spcPct val="91733"/>
              </a:lnSpc>
              <a:spcBef>
                <a:spcPts val="0"/>
              </a:spcBef>
              <a:spcAft>
                <a:spcPts val="0"/>
              </a:spcAft>
              <a:buClr>
                <a:srgbClr val="2B5BFC"/>
              </a:buClr>
              <a:buSzPts val="1100"/>
              <a:buFont typeface="Montserrat"/>
              <a:buNone/>
            </a:pPr>
            <a:r>
              <a:rPr b="1" i="0" lang="en-US" sz="1100" u="none" cap="none" strike="noStrike">
                <a:solidFill>
                  <a:srgbClr val="2B5BFC"/>
                </a:solidFill>
                <a:latin typeface="Montserrat"/>
                <a:ea typeface="Montserrat"/>
                <a:cs typeface="Montserrat"/>
                <a:sym typeface="Montserrat"/>
              </a:rPr>
              <a:t>Facturación del Proyecto: 100% al inicio del proyecto. </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33"/>
        </a:solidFill>
      </p:bgPr>
    </p:bg>
    <p:spTree>
      <p:nvGrpSpPr>
        <p:cNvPr id="632" name="Shape 632"/>
        <p:cNvGrpSpPr/>
        <p:nvPr/>
      </p:nvGrpSpPr>
      <p:grpSpPr>
        <a:xfrm>
          <a:off x="0" y="0"/>
          <a:ext cx="0" cy="0"/>
          <a:chOff x="0" y="0"/>
          <a:chExt cx="0" cy="0"/>
        </a:xfrm>
      </p:grpSpPr>
      <p:pic>
        <p:nvPicPr>
          <p:cNvPr descr="bg-dark-glow.png" id="633" name="Google Shape;633;p33"/>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634" name="Google Shape;634;p33"/>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635" name="Google Shape;635;p33"/>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636" name="Google Shape;636;p33"/>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lang="en-US" sz="4500">
                <a:solidFill>
                  <a:srgbClr val="FFFFFF"/>
                </a:solidFill>
                <a:latin typeface="Montserrat ExtraBold"/>
                <a:ea typeface="Montserrat ExtraBold"/>
                <a:cs typeface="Montserrat ExtraBold"/>
                <a:sym typeface="Montserrat ExtraBold"/>
              </a:rPr>
              <a:t>Estimación de </a:t>
            </a:r>
            <a:r>
              <a:rPr i="1" lang="en-US" sz="4500">
                <a:solidFill>
                  <a:srgbClr val="7E99FE"/>
                </a:solidFill>
                <a:latin typeface="Montserrat ExtraBold"/>
                <a:ea typeface="Montserrat ExtraBold"/>
                <a:cs typeface="Montserrat ExtraBold"/>
                <a:sym typeface="Montserrat ExtraBold"/>
              </a:rPr>
              <a:t>impacto</a:t>
            </a:r>
            <a:endParaRPr i="1" sz="4500">
              <a:solidFill>
                <a:srgbClr val="7E99FE"/>
              </a:solidFill>
              <a:latin typeface="Montserrat ExtraBold"/>
              <a:ea typeface="Montserrat ExtraBold"/>
              <a:cs typeface="Montserrat ExtraBold"/>
              <a:sym typeface="Montserrat ExtraBold"/>
            </a:endParaRPr>
          </a:p>
        </p:txBody>
      </p:sp>
      <p:sp>
        <p:nvSpPr>
          <p:cNvPr id="637" name="Google Shape;637;p33"/>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0</a:t>
            </a:r>
            <a:r>
              <a:rPr b="1" lang="en-US" sz="1200">
                <a:solidFill>
                  <a:srgbClr val="C5D5F7"/>
                </a:solidFill>
                <a:latin typeface="Montserrat SemiBold"/>
                <a:ea typeface="Montserrat SemiBold"/>
                <a:cs typeface="Montserrat SemiBold"/>
                <a:sym typeface="Montserrat SemiBold"/>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42" name="Shape 642"/>
        <p:cNvGrpSpPr/>
        <p:nvPr/>
      </p:nvGrpSpPr>
      <p:grpSpPr>
        <a:xfrm>
          <a:off x="0" y="0"/>
          <a:ext cx="0" cy="0"/>
          <a:chOff x="0" y="0"/>
          <a:chExt cx="0" cy="0"/>
        </a:xfrm>
      </p:grpSpPr>
      <p:sp>
        <p:nvSpPr>
          <p:cNvPr id="643" name="Google Shape;643;p34"/>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ESTIMACIÓN DE IMPACTO</a:t>
            </a:r>
            <a:endParaRPr b="0" i="0" sz="1100" u="none" cap="none" strike="noStrike">
              <a:solidFill>
                <a:schemeClr val="dk1"/>
              </a:solidFill>
              <a:latin typeface="Calibri"/>
              <a:ea typeface="Calibri"/>
              <a:cs typeface="Calibri"/>
              <a:sym typeface="Calibri"/>
            </a:endParaRPr>
          </a:p>
        </p:txBody>
      </p:sp>
      <p:sp>
        <p:nvSpPr>
          <p:cNvPr id="644" name="Google Shape;644;p34"/>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Título de la sección</a:t>
            </a:r>
            <a:endParaRPr b="1" i="0" sz="2100" u="none" cap="none" strike="noStrike">
              <a:solidFill>
                <a:srgbClr val="000033"/>
              </a:solidFill>
              <a:latin typeface="Montserrat ExtraBold"/>
              <a:ea typeface="Montserrat ExtraBold"/>
              <a:cs typeface="Montserrat ExtraBold"/>
              <a:sym typeface="Montserrat ExtraBold"/>
            </a:endParaRPr>
          </a:p>
        </p:txBody>
      </p:sp>
      <p:sp>
        <p:nvSpPr>
          <p:cNvPr id="645" name="Google Shape;645;p34"/>
          <p:cNvSpPr/>
          <p:nvPr/>
        </p:nvSpPr>
        <p:spPr>
          <a:xfrm>
            <a:off x="5715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34"/>
          <p:cNvSpPr/>
          <p:nvPr/>
        </p:nvSpPr>
        <p:spPr>
          <a:xfrm>
            <a:off x="33324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34"/>
          <p:cNvSpPr txBox="1"/>
          <p:nvPr/>
        </p:nvSpPr>
        <p:spPr>
          <a:xfrm>
            <a:off x="571500" y="4590288"/>
            <a:ext cx="18288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neoconsulting.ai</a:t>
            </a:r>
            <a:endParaRPr b="0" i="0" sz="1100" u="none" cap="none" strike="noStrike">
              <a:solidFill>
                <a:schemeClr val="dk1"/>
              </a:solidFill>
              <a:latin typeface="Calibri"/>
              <a:ea typeface="Calibri"/>
              <a:cs typeface="Calibri"/>
              <a:sym typeface="Calibri"/>
            </a:endParaRPr>
          </a:p>
        </p:txBody>
      </p:sp>
      <p:sp>
        <p:nvSpPr>
          <p:cNvPr id="648" name="Google Shape;648;p34"/>
          <p:cNvSpPr/>
          <p:nvPr/>
        </p:nvSpPr>
        <p:spPr>
          <a:xfrm>
            <a:off x="6093300" y="1909384"/>
            <a:ext cx="2479200" cy="2056500"/>
          </a:xfrm>
          <a:prstGeom prst="roundRect">
            <a:avLst>
              <a:gd fmla="val 10526" name="adj"/>
            </a:avLst>
          </a:prstGeom>
          <a:solidFill>
            <a:srgbClr val="FFFFFF"/>
          </a:solidFill>
          <a:ln cap="flat" cmpd="sng" w="12700">
            <a:solidFill>
              <a:srgbClr val="FFFFFF"/>
            </a:solidFill>
            <a:prstDash val="solid"/>
            <a:round/>
            <a:headEnd len="sm" w="sm" type="none"/>
            <a:tailEnd len="sm" w="sm" type="none"/>
          </a:ln>
          <a:effectLst>
            <a:outerShdw blurRad="101600" rotWithShape="0" algn="bl" dir="3600000" dist="25400">
              <a:srgbClr val="000033">
                <a:alpha val="102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34"/>
          <p:cNvSpPr/>
          <p:nvPr/>
        </p:nvSpPr>
        <p:spPr>
          <a:xfrm>
            <a:off x="731804" y="1987572"/>
            <a:ext cx="24291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50" name="Google Shape;650;p34"/>
          <p:cNvSpPr/>
          <p:nvPr/>
        </p:nvSpPr>
        <p:spPr>
          <a:xfrm>
            <a:off x="731812" y="2472469"/>
            <a:ext cx="21489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51" name="Google Shape;651;p34"/>
          <p:cNvSpPr/>
          <p:nvPr/>
        </p:nvSpPr>
        <p:spPr>
          <a:xfrm>
            <a:off x="731824" y="2930410"/>
            <a:ext cx="21489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52" name="Google Shape;652;p34"/>
          <p:cNvSpPr/>
          <p:nvPr/>
        </p:nvSpPr>
        <p:spPr>
          <a:xfrm>
            <a:off x="3491238" y="1987574"/>
            <a:ext cx="22953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53" name="Google Shape;653;p34"/>
          <p:cNvSpPr/>
          <p:nvPr/>
        </p:nvSpPr>
        <p:spPr>
          <a:xfrm>
            <a:off x="3424338" y="2472469"/>
            <a:ext cx="22953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54" name="Google Shape;654;p34"/>
          <p:cNvSpPr/>
          <p:nvPr/>
        </p:nvSpPr>
        <p:spPr>
          <a:xfrm>
            <a:off x="3424350" y="2930410"/>
            <a:ext cx="22953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55" name="Google Shape;655;p34"/>
          <p:cNvSpPr/>
          <p:nvPr/>
        </p:nvSpPr>
        <p:spPr>
          <a:xfrm>
            <a:off x="6263287" y="1987574"/>
            <a:ext cx="2148900" cy="5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60A2E"/>
              </a:buClr>
              <a:buSzPts val="2774"/>
              <a:buFont typeface="Calibri"/>
              <a:buNone/>
            </a:pPr>
            <a:r>
              <a:rPr b="1" i="0" lang="en-US" sz="2544" u="none" cap="none" strike="noStrike">
                <a:solidFill>
                  <a:srgbClr val="2B5BFC"/>
                </a:solidFill>
                <a:latin typeface="Montserrat"/>
                <a:ea typeface="Montserrat"/>
                <a:cs typeface="Montserrat"/>
                <a:sym typeface="Montserrat"/>
              </a:rPr>
              <a:t>#</a:t>
            </a:r>
            <a:endParaRPr b="0" i="0" sz="2544" u="none" cap="none" strike="noStrike">
              <a:solidFill>
                <a:srgbClr val="2B5BFC"/>
              </a:solidFill>
              <a:latin typeface="Montserrat"/>
              <a:ea typeface="Montserrat"/>
              <a:cs typeface="Montserrat"/>
              <a:sym typeface="Montserrat"/>
            </a:endParaRPr>
          </a:p>
        </p:txBody>
      </p:sp>
      <p:sp>
        <p:nvSpPr>
          <p:cNvPr id="656" name="Google Shape;656;p34"/>
          <p:cNvSpPr/>
          <p:nvPr/>
        </p:nvSpPr>
        <p:spPr>
          <a:xfrm>
            <a:off x="6263287" y="2472476"/>
            <a:ext cx="2148900" cy="2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60A2E"/>
              </a:buClr>
              <a:buSzPts val="867"/>
              <a:buFont typeface="Calibri"/>
              <a:buNone/>
            </a:pPr>
            <a:r>
              <a:rPr b="1" i="0" lang="en-US" sz="1200" u="none" cap="none" strike="noStrike">
                <a:solidFill>
                  <a:srgbClr val="060A2E"/>
                </a:solidFill>
                <a:latin typeface="Montserrat"/>
                <a:ea typeface="Montserrat"/>
                <a:cs typeface="Montserrat"/>
                <a:sym typeface="Montserrat"/>
              </a:rPr>
              <a:t>Subtítulo de tarjeta</a:t>
            </a:r>
            <a:endParaRPr b="1" i="0" sz="1200" u="none" cap="none" strike="noStrike">
              <a:solidFill>
                <a:srgbClr val="060A2E"/>
              </a:solidFill>
              <a:latin typeface="Montserrat"/>
              <a:ea typeface="Montserrat"/>
              <a:cs typeface="Montserrat"/>
              <a:sym typeface="Montserrat"/>
            </a:endParaRPr>
          </a:p>
          <a:p>
            <a:pPr indent="0" lvl="0" marL="0" marR="0" rtl="0" algn="l">
              <a:lnSpc>
                <a:spcPct val="105000"/>
              </a:lnSpc>
              <a:spcBef>
                <a:spcPts val="0"/>
              </a:spcBef>
              <a:spcAft>
                <a:spcPts val="0"/>
              </a:spcAft>
              <a:buClr>
                <a:srgbClr val="060A2E"/>
              </a:buClr>
              <a:buSzPts val="867"/>
              <a:buFont typeface="Calibri"/>
              <a:buNone/>
            </a:pPr>
            <a:r>
              <a:t/>
            </a:r>
            <a:endParaRPr b="1" i="0" sz="1200" u="none" cap="none" strike="noStrike">
              <a:solidFill>
                <a:srgbClr val="060A2E"/>
              </a:solidFill>
              <a:latin typeface="Montserrat"/>
              <a:ea typeface="Montserrat"/>
              <a:cs typeface="Montserrat"/>
              <a:sym typeface="Montserrat"/>
            </a:endParaRPr>
          </a:p>
        </p:txBody>
      </p:sp>
      <p:sp>
        <p:nvSpPr>
          <p:cNvPr id="657" name="Google Shape;657;p34"/>
          <p:cNvSpPr/>
          <p:nvPr/>
        </p:nvSpPr>
        <p:spPr>
          <a:xfrm>
            <a:off x="6263299" y="2930412"/>
            <a:ext cx="2148900" cy="7650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4A4A5F"/>
              </a:buClr>
              <a:buSzPts val="728"/>
              <a:buFont typeface="Calibri"/>
              <a:buNone/>
            </a:pPr>
            <a:r>
              <a:rPr b="0" i="0" lang="en-US" sz="1000" u="none" cap="none" strike="noStrike">
                <a:solidFill>
                  <a:srgbClr val="4A4A5F"/>
                </a:solidFill>
                <a:latin typeface="Montserrat"/>
                <a:ea typeface="Montserrat"/>
                <a:cs typeface="Montserrat"/>
                <a:sym typeface="Montserrat"/>
              </a:rPr>
              <a:t>xxxxx</a:t>
            </a:r>
            <a:endParaRPr b="0" i="0" sz="1000" u="none" cap="none" strike="noStrike">
              <a:solidFill>
                <a:srgbClr val="000000"/>
              </a:solidFill>
              <a:latin typeface="Montserrat"/>
              <a:ea typeface="Montserrat"/>
              <a:cs typeface="Montserrat"/>
              <a:sym typeface="Montserrat"/>
            </a:endParaRPr>
          </a:p>
        </p:txBody>
      </p:sp>
      <p:sp>
        <p:nvSpPr>
          <p:cNvPr id="658" name="Google Shape;658;p34"/>
          <p:cNvSpPr/>
          <p:nvPr/>
        </p:nvSpPr>
        <p:spPr>
          <a:xfrm>
            <a:off x="571500" y="1600327"/>
            <a:ext cx="8001000" cy="329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A4A5F"/>
              </a:buClr>
              <a:buSzPts val="1150"/>
              <a:buFont typeface="Calibri"/>
              <a:buNone/>
            </a:pPr>
            <a:r>
              <a:rPr b="0" i="0" lang="en-US" sz="1000" u="none" cap="none" strike="noStrike">
                <a:solidFill>
                  <a:srgbClr val="4A4A5F"/>
                </a:solidFill>
                <a:latin typeface="Montserrat"/>
                <a:ea typeface="Montserrat"/>
                <a:cs typeface="Montserrat"/>
                <a:sym typeface="Montserrat"/>
              </a:rPr>
              <a:t>xxxxxxx</a:t>
            </a:r>
            <a:endParaRPr b="0" i="0" sz="1000" u="none" cap="none" strike="noStrike">
              <a:solidFill>
                <a:srgbClr val="000000"/>
              </a:solidFill>
              <a:latin typeface="Montserrat"/>
              <a:ea typeface="Montserrat"/>
              <a:cs typeface="Montserrat"/>
              <a:sym typeface="Montserrat"/>
            </a:endParaRPr>
          </a:p>
        </p:txBody>
      </p:sp>
      <p:sp>
        <p:nvSpPr>
          <p:cNvPr id="659" name="Google Shape;659;p34"/>
          <p:cNvSpPr/>
          <p:nvPr/>
        </p:nvSpPr>
        <p:spPr>
          <a:xfrm>
            <a:off x="645400" y="4061850"/>
            <a:ext cx="7838700" cy="539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E6BBF"/>
              </a:buClr>
              <a:buSzPts val="950"/>
              <a:buFont typeface="Calibri"/>
              <a:buNone/>
            </a:pPr>
            <a:r>
              <a:rPr b="1" i="1" lang="en-US" sz="700" u="none" cap="none" strike="noStrike">
                <a:solidFill>
                  <a:srgbClr val="2B5BFC"/>
                </a:solidFill>
                <a:latin typeface="Montserrat"/>
                <a:ea typeface="Montserrat"/>
                <a:cs typeface="Montserrat"/>
                <a:sym typeface="Montserrat"/>
              </a:rPr>
              <a:t>Nota:</a:t>
            </a:r>
            <a:r>
              <a:rPr b="1" i="1" lang="en-US" sz="650" u="none" cap="none" strike="noStrike">
                <a:solidFill>
                  <a:srgbClr val="6E6BBF"/>
                </a:solidFill>
                <a:latin typeface="Montserrat"/>
                <a:ea typeface="Montserrat"/>
                <a:cs typeface="Montserrat"/>
                <a:sym typeface="Montserrat"/>
              </a:rPr>
              <a:t>   </a:t>
            </a:r>
            <a:r>
              <a:rPr b="0" i="1" lang="en-US" sz="700" u="none" cap="none" strike="noStrike">
                <a:solidFill>
                  <a:srgbClr val="4A4A5F"/>
                </a:solidFill>
                <a:latin typeface="Montserrat"/>
                <a:ea typeface="Montserrat"/>
                <a:cs typeface="Montserrat"/>
                <a:sym typeface="Montserrat"/>
              </a:rPr>
              <a:t>No existe todavía una cifra de impacto verificada para “nombre del cliente”. Las cifras de arriba corresponden a otros clientes y no son una proyección de resultados. Las metas de “el nombre del cliente” se fijan en la Etapa 1 contra la línea base medida.</a:t>
            </a:r>
            <a:endParaRPr b="0" i="1" sz="65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4" name="Shape 664"/>
        <p:cNvGrpSpPr/>
        <p:nvPr/>
      </p:nvGrpSpPr>
      <p:grpSpPr>
        <a:xfrm>
          <a:off x="0" y="0"/>
          <a:ext cx="0" cy="0"/>
          <a:chOff x="0" y="0"/>
          <a:chExt cx="0" cy="0"/>
        </a:xfrm>
      </p:grpSpPr>
      <p:pic>
        <p:nvPicPr>
          <p:cNvPr descr="bg-dark-glow.png" id="665" name="Google Shape;665;p35"/>
          <p:cNvPicPr preferRelativeResize="0"/>
          <p:nvPr/>
        </p:nvPicPr>
        <p:blipFill rotWithShape="1">
          <a:blip r:embed="rId3">
            <a:alphaModFix/>
          </a:blip>
          <a:srcRect b="13585" l="0" r="13585" t="0"/>
          <a:stretch/>
        </p:blipFill>
        <p:spPr>
          <a:xfrm>
            <a:off x="0" y="0"/>
            <a:ext cx="9144005" cy="5143500"/>
          </a:xfrm>
          <a:prstGeom prst="rect">
            <a:avLst/>
          </a:prstGeom>
          <a:noFill/>
          <a:ln>
            <a:noFill/>
          </a:ln>
        </p:spPr>
      </p:pic>
      <p:pic>
        <p:nvPicPr>
          <p:cNvPr descr="neo-logo-25-white.png" id="666" name="Google Shape;666;p35"/>
          <p:cNvPicPr preferRelativeResize="0"/>
          <p:nvPr/>
        </p:nvPicPr>
        <p:blipFill rotWithShape="1">
          <a:blip r:embed="rId4">
            <a:alphaModFix/>
          </a:blip>
          <a:srcRect b="0" l="0" r="0" t="0"/>
          <a:stretch/>
        </p:blipFill>
        <p:spPr>
          <a:xfrm>
            <a:off x="571500" y="398780"/>
            <a:ext cx="1228091" cy="245110"/>
          </a:xfrm>
          <a:prstGeom prst="rect">
            <a:avLst/>
          </a:prstGeom>
          <a:noFill/>
          <a:ln>
            <a:noFill/>
          </a:ln>
        </p:spPr>
      </p:pic>
      <p:sp>
        <p:nvSpPr>
          <p:cNvPr id="667" name="Google Shape;667;p35"/>
          <p:cNvSpPr txBox="1"/>
          <p:nvPr/>
        </p:nvSpPr>
        <p:spPr>
          <a:xfrm>
            <a:off x="571500" y="4577080"/>
            <a:ext cx="2031900" cy="18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a:ea typeface="Montserrat"/>
                <a:cs typeface="Montserrat"/>
                <a:sym typeface="Montserrat"/>
              </a:rPr>
              <a:t>neoconsulting.ai</a:t>
            </a:r>
            <a:endParaRPr b="0" i="0" sz="1400" u="none" cap="none" strike="noStrike">
              <a:solidFill>
                <a:srgbClr val="000000"/>
              </a:solidFill>
              <a:latin typeface="Arial"/>
              <a:ea typeface="Arial"/>
              <a:cs typeface="Arial"/>
              <a:sym typeface="Arial"/>
            </a:endParaRPr>
          </a:p>
        </p:txBody>
      </p:sp>
      <p:sp>
        <p:nvSpPr>
          <p:cNvPr id="668" name="Google Shape;668;p35"/>
          <p:cNvSpPr txBox="1"/>
          <p:nvPr/>
        </p:nvSpPr>
        <p:spPr>
          <a:xfrm>
            <a:off x="571500" y="2430775"/>
            <a:ext cx="8001000" cy="642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4500"/>
              <a:buFont typeface="Arial"/>
              <a:buNone/>
            </a:pPr>
            <a:r>
              <a:rPr b="0" i="0" lang="en-US" sz="4500" u="none" cap="none" strike="noStrike">
                <a:solidFill>
                  <a:srgbClr val="FFFFFF"/>
                </a:solidFill>
                <a:latin typeface="Montserrat ExtraBold"/>
                <a:ea typeface="Montserrat ExtraBold"/>
                <a:cs typeface="Montserrat ExtraBold"/>
                <a:sym typeface="Montserrat ExtraBold"/>
              </a:rPr>
              <a:t>Casos </a:t>
            </a:r>
            <a:r>
              <a:rPr b="0" i="1" lang="en-US" sz="4500" u="none" cap="none" strike="noStrike">
                <a:solidFill>
                  <a:srgbClr val="9AAFFE"/>
                </a:solidFill>
                <a:latin typeface="Montserrat Black"/>
                <a:ea typeface="Montserrat Black"/>
                <a:cs typeface="Montserrat Black"/>
                <a:sym typeface="Montserrat Black"/>
              </a:rPr>
              <a:t>similares</a:t>
            </a:r>
            <a:endParaRPr b="0" i="0" sz="1400" u="none" cap="none" strike="noStrike">
              <a:solidFill>
                <a:srgbClr val="9AAFFE"/>
              </a:solidFill>
              <a:latin typeface="Arial"/>
              <a:ea typeface="Arial"/>
              <a:cs typeface="Arial"/>
              <a:sym typeface="Arial"/>
            </a:endParaRPr>
          </a:p>
        </p:txBody>
      </p:sp>
      <p:sp>
        <p:nvSpPr>
          <p:cNvPr id="669" name="Google Shape;669;p35"/>
          <p:cNvSpPr txBox="1"/>
          <p:nvPr/>
        </p:nvSpPr>
        <p:spPr>
          <a:xfrm>
            <a:off x="571500" y="2070095"/>
            <a:ext cx="8001000" cy="208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C5D5F7"/>
                </a:solidFill>
                <a:latin typeface="Montserrat SemiBold"/>
                <a:ea typeface="Montserrat SemiBold"/>
                <a:cs typeface="Montserrat SemiBold"/>
                <a:sym typeface="Montserrat SemiBold"/>
              </a:rPr>
              <a:t>SECCIÓN 1</a:t>
            </a:r>
            <a:r>
              <a:rPr b="1" lang="en-US" sz="1200">
                <a:solidFill>
                  <a:srgbClr val="C5D5F7"/>
                </a:solidFill>
                <a:latin typeface="Montserrat SemiBold"/>
                <a:ea typeface="Montserrat SemiBold"/>
                <a:cs typeface="Montserrat SemiBold"/>
                <a:sym typeface="Montserrat SemiBold"/>
              </a:rPr>
              <a:t>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74" name="Shape 674"/>
        <p:cNvGrpSpPr/>
        <p:nvPr/>
      </p:nvGrpSpPr>
      <p:grpSpPr>
        <a:xfrm>
          <a:off x="0" y="0"/>
          <a:ext cx="0" cy="0"/>
          <a:chOff x="0" y="0"/>
          <a:chExt cx="0" cy="0"/>
        </a:xfrm>
      </p:grpSpPr>
      <p:pic>
        <p:nvPicPr>
          <p:cNvPr descr="preencoded.png" id="675" name="Google Shape;675;p36"/>
          <p:cNvPicPr preferRelativeResize="0"/>
          <p:nvPr/>
        </p:nvPicPr>
        <p:blipFill rotWithShape="1">
          <a:blip r:embed="rId3">
            <a:alphaModFix/>
          </a:blip>
          <a:srcRect b="0" l="0" r="0" t="0"/>
          <a:stretch/>
        </p:blipFill>
        <p:spPr>
          <a:xfrm>
            <a:off x="571500" y="877313"/>
            <a:ext cx="8001000" cy="871537"/>
          </a:xfrm>
          <a:prstGeom prst="rect">
            <a:avLst/>
          </a:prstGeom>
          <a:noFill/>
          <a:ln>
            <a:noFill/>
          </a:ln>
        </p:spPr>
      </p:pic>
      <p:pic>
        <p:nvPicPr>
          <p:cNvPr descr="preencoded.png" id="676" name="Google Shape;676;p36"/>
          <p:cNvPicPr preferRelativeResize="0"/>
          <p:nvPr/>
        </p:nvPicPr>
        <p:blipFill rotWithShape="1">
          <a:blip r:embed="rId4">
            <a:alphaModFix/>
          </a:blip>
          <a:srcRect b="0" l="0" r="0" t="0"/>
          <a:stretch/>
        </p:blipFill>
        <p:spPr>
          <a:xfrm>
            <a:off x="382982" y="1769917"/>
            <a:ext cx="8189517" cy="2501112"/>
          </a:xfrm>
          <a:prstGeom prst="rect">
            <a:avLst/>
          </a:prstGeom>
          <a:noFill/>
          <a:ln>
            <a:noFill/>
          </a:ln>
        </p:spPr>
      </p:pic>
      <p:pic>
        <p:nvPicPr>
          <p:cNvPr descr="preencoded.png" id="677" name="Google Shape;677;p36"/>
          <p:cNvPicPr preferRelativeResize="0"/>
          <p:nvPr/>
        </p:nvPicPr>
        <p:blipFill rotWithShape="1">
          <a:blip r:embed="rId5">
            <a:alphaModFix/>
          </a:blip>
          <a:srcRect b="0" l="0" r="0" t="0"/>
          <a:stretch/>
        </p:blipFill>
        <p:spPr>
          <a:xfrm>
            <a:off x="571500" y="4357163"/>
            <a:ext cx="8001000" cy="514350"/>
          </a:xfrm>
          <a:prstGeom prst="rect">
            <a:avLst/>
          </a:prstGeom>
          <a:noFill/>
          <a:ln>
            <a:noFill/>
          </a:ln>
        </p:spPr>
      </p:pic>
      <p:sp>
        <p:nvSpPr>
          <p:cNvPr id="678" name="Google Shape;678;p36"/>
          <p:cNvSpPr/>
          <p:nvPr/>
        </p:nvSpPr>
        <p:spPr>
          <a:xfrm>
            <a:off x="4191000" y="1928275"/>
            <a:ext cx="14517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ExtraBold"/>
              <a:buNone/>
            </a:pPr>
            <a:r>
              <a:rPr b="1" i="0" lang="en-US" sz="1200" u="none" cap="none" strike="noStrike">
                <a:solidFill>
                  <a:srgbClr val="2B5BFC"/>
                </a:solidFill>
                <a:latin typeface="Montserrat ExtraBold"/>
                <a:ea typeface="Montserrat ExtraBold"/>
                <a:cs typeface="Montserrat ExtraBold"/>
                <a:sym typeface="Montserrat ExtraBold"/>
              </a:rPr>
              <a:t>RETO</a:t>
            </a:r>
            <a:endParaRPr b="0" i="0" sz="1200" u="none" cap="none" strike="noStrike">
              <a:solidFill>
                <a:schemeClr val="dk1"/>
              </a:solidFill>
              <a:latin typeface="Calibri"/>
              <a:ea typeface="Calibri"/>
              <a:cs typeface="Calibri"/>
              <a:sym typeface="Calibri"/>
            </a:endParaRPr>
          </a:p>
        </p:txBody>
      </p:sp>
      <p:sp>
        <p:nvSpPr>
          <p:cNvPr id="679" name="Google Shape;679;p36"/>
          <p:cNvSpPr/>
          <p:nvPr/>
        </p:nvSpPr>
        <p:spPr>
          <a:xfrm>
            <a:off x="4191000" y="2171175"/>
            <a:ext cx="4106400" cy="8001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33"/>
              </a:buClr>
              <a:buSzPts val="1100"/>
              <a:buFont typeface="Montserrat"/>
              <a:buNone/>
            </a:pPr>
            <a:r>
              <a:rPr b="0" i="0" lang="en-US" sz="1100" u="none" cap="none" strike="noStrike">
                <a:solidFill>
                  <a:srgbClr val="000033"/>
                </a:solidFill>
                <a:latin typeface="Montserrat"/>
                <a:ea typeface="Montserrat"/>
                <a:cs typeface="Montserrat"/>
                <a:sym typeface="Montserrat"/>
              </a:rPr>
              <a:t>Lorem ipsum dolor sit amet, consectetur adipiscing elit, sed do eiusmod tempor incididunt ut labore et dolore magna aliqua. Lorem ipsum dolor sit amet, consectetur adipiscing elit, sed do eiusmod tempor incididunt ut labore et dolore magna aliqua. </a:t>
            </a:r>
            <a:endParaRPr b="0" i="0" sz="1100" u="none" cap="none" strike="noStrike">
              <a:solidFill>
                <a:srgbClr val="000033"/>
              </a:solidFill>
              <a:latin typeface="Montserrat"/>
              <a:ea typeface="Montserrat"/>
              <a:cs typeface="Montserrat"/>
              <a:sym typeface="Montserrat"/>
            </a:endParaRPr>
          </a:p>
        </p:txBody>
      </p:sp>
      <p:sp>
        <p:nvSpPr>
          <p:cNvPr id="680" name="Google Shape;680;p36"/>
          <p:cNvSpPr/>
          <p:nvPr/>
        </p:nvSpPr>
        <p:spPr>
          <a:xfrm>
            <a:off x="4191000" y="3142715"/>
            <a:ext cx="2252700" cy="185700"/>
          </a:xfrm>
          <a:prstGeom prst="rect">
            <a:avLst/>
          </a:prstGeom>
          <a:noFill/>
          <a:ln>
            <a:noFill/>
          </a:ln>
        </p:spPr>
        <p:txBody>
          <a:bodyPr anchorCtr="0" anchor="t" bIns="0" lIns="0" spcFirstLastPara="1" rIns="0" wrap="square" tIns="0">
            <a:noAutofit/>
          </a:bodyPr>
          <a:lstStyle/>
          <a:p>
            <a:pPr indent="0" lvl="0" marL="0" marR="0" rtl="0" algn="l">
              <a:lnSpc>
                <a:spcPct val="88208"/>
              </a:lnSpc>
              <a:spcBef>
                <a:spcPts val="0"/>
              </a:spcBef>
              <a:spcAft>
                <a:spcPts val="0"/>
              </a:spcAft>
              <a:buClr>
                <a:srgbClr val="2B5BFC"/>
              </a:buClr>
              <a:buSzPts val="1200"/>
              <a:buFont typeface="Montserrat ExtraBold"/>
              <a:buNone/>
            </a:pPr>
            <a:r>
              <a:rPr b="1" i="0" lang="en-US" sz="1200" u="none" cap="none" strike="noStrike">
                <a:solidFill>
                  <a:srgbClr val="2B5BFC"/>
                </a:solidFill>
                <a:latin typeface="Montserrat ExtraBold"/>
                <a:ea typeface="Montserrat ExtraBold"/>
                <a:cs typeface="Montserrat ExtraBold"/>
                <a:sym typeface="Montserrat ExtraBold"/>
              </a:rPr>
              <a:t>SOLUCIÓN</a:t>
            </a:r>
            <a:endParaRPr b="1" i="0" sz="1200" u="none" cap="none" strike="noStrike">
              <a:solidFill>
                <a:srgbClr val="2B5BFC"/>
              </a:solidFill>
              <a:latin typeface="Montserrat ExtraBold"/>
              <a:ea typeface="Montserrat ExtraBold"/>
              <a:cs typeface="Montserrat ExtraBold"/>
              <a:sym typeface="Montserrat ExtraBold"/>
            </a:endParaRPr>
          </a:p>
        </p:txBody>
      </p:sp>
      <p:sp>
        <p:nvSpPr>
          <p:cNvPr id="681" name="Google Shape;681;p36"/>
          <p:cNvSpPr/>
          <p:nvPr/>
        </p:nvSpPr>
        <p:spPr>
          <a:xfrm>
            <a:off x="4191000" y="3418940"/>
            <a:ext cx="3952800" cy="600000"/>
          </a:xfrm>
          <a:prstGeom prst="rect">
            <a:avLst/>
          </a:prstGeom>
          <a:noFill/>
          <a:ln>
            <a:noFill/>
          </a:ln>
        </p:spPr>
        <p:txBody>
          <a:bodyPr anchorCtr="0" anchor="t" bIns="0" lIns="0" spcFirstLastPara="1" rIns="0" wrap="square" tIns="0">
            <a:noAutofit/>
          </a:bodyPr>
          <a:lstStyle/>
          <a:p>
            <a:pPr indent="0" lvl="0" marL="0" marR="0" rtl="0" algn="l">
              <a:lnSpc>
                <a:spcPct val="98755"/>
              </a:lnSpc>
              <a:spcBef>
                <a:spcPts val="0"/>
              </a:spcBef>
              <a:spcAft>
                <a:spcPts val="0"/>
              </a:spcAft>
              <a:buClr>
                <a:srgbClr val="000033"/>
              </a:buClr>
              <a:buSzPts val="1100"/>
              <a:buFont typeface="Montserrat"/>
              <a:buNone/>
            </a:pPr>
            <a:r>
              <a:rPr b="0" i="0" lang="en-US" sz="1100" u="none" cap="none" strike="noStrike">
                <a:solidFill>
                  <a:srgbClr val="000033"/>
                </a:solidFill>
                <a:latin typeface="Montserrat"/>
                <a:ea typeface="Montserrat"/>
                <a:cs typeface="Montserrat"/>
                <a:sym typeface="Montserrat"/>
              </a:rPr>
              <a:t>Lorem ipsum dolor sit amet, consectetur adipiscing elit, sed do eiusmod tempor incididunt ut labore et dolore magna aliqua. </a:t>
            </a:r>
            <a:endParaRPr b="0" i="0" sz="1100" u="none" cap="none" strike="noStrike">
              <a:solidFill>
                <a:srgbClr val="000033"/>
              </a:solidFill>
              <a:latin typeface="Montserrat"/>
              <a:ea typeface="Montserrat"/>
              <a:cs typeface="Montserrat"/>
              <a:sym typeface="Montserrat"/>
            </a:endParaRPr>
          </a:p>
        </p:txBody>
      </p:sp>
      <p:sp>
        <p:nvSpPr>
          <p:cNvPr id="682" name="Google Shape;682;p36"/>
          <p:cNvSpPr/>
          <p:nvPr/>
        </p:nvSpPr>
        <p:spPr>
          <a:xfrm>
            <a:off x="670012" y="4455679"/>
            <a:ext cx="4428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683" name="Google Shape;683;p36"/>
          <p:cNvSpPr/>
          <p:nvPr/>
        </p:nvSpPr>
        <p:spPr>
          <a:xfrm>
            <a:off x="1095375" y="4466700"/>
            <a:ext cx="10488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0" i="0" sz="1000" u="none" cap="none" strike="noStrike">
              <a:solidFill>
                <a:schemeClr val="dk1"/>
              </a:solidFill>
              <a:latin typeface="Calibri"/>
              <a:ea typeface="Calibri"/>
              <a:cs typeface="Calibri"/>
              <a:sym typeface="Calibri"/>
            </a:endParaRPr>
          </a:p>
        </p:txBody>
      </p:sp>
      <p:sp>
        <p:nvSpPr>
          <p:cNvPr id="684" name="Google Shape;684;p36"/>
          <p:cNvSpPr/>
          <p:nvPr/>
        </p:nvSpPr>
        <p:spPr>
          <a:xfrm>
            <a:off x="4696621" y="4455679"/>
            <a:ext cx="3906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685" name="Google Shape;685;p36"/>
          <p:cNvSpPr/>
          <p:nvPr/>
        </p:nvSpPr>
        <p:spPr>
          <a:xfrm>
            <a:off x="5121974" y="4466700"/>
            <a:ext cx="1124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686" name="Google Shape;686;p36"/>
          <p:cNvSpPr/>
          <p:nvPr/>
        </p:nvSpPr>
        <p:spPr>
          <a:xfrm>
            <a:off x="6611291" y="4455679"/>
            <a:ext cx="4383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687" name="Google Shape;687;p36"/>
          <p:cNvSpPr/>
          <p:nvPr/>
        </p:nvSpPr>
        <p:spPr>
          <a:xfrm>
            <a:off x="7036649" y="4466700"/>
            <a:ext cx="1124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688" name="Google Shape;688;p36"/>
          <p:cNvSpPr/>
          <p:nvPr/>
        </p:nvSpPr>
        <p:spPr>
          <a:xfrm>
            <a:off x="2584682" y="4455679"/>
            <a:ext cx="4383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Black"/>
              <a:buNone/>
            </a:pPr>
            <a:r>
              <a:rPr b="1" i="0" lang="en-US" sz="1100" u="none" cap="none" strike="noStrike">
                <a:solidFill>
                  <a:srgbClr val="2B5BFC"/>
                </a:solidFill>
                <a:latin typeface="Montserrat Black"/>
                <a:ea typeface="Montserrat Black"/>
                <a:cs typeface="Montserrat Black"/>
                <a:sym typeface="Montserrat Black"/>
              </a:rPr>
              <a:t>XX</a:t>
            </a:r>
            <a:endParaRPr b="0" i="0" sz="1100" u="none" cap="none" strike="noStrike">
              <a:solidFill>
                <a:schemeClr val="dk1"/>
              </a:solidFill>
              <a:latin typeface="Calibri"/>
              <a:ea typeface="Calibri"/>
              <a:cs typeface="Calibri"/>
              <a:sym typeface="Calibri"/>
            </a:endParaRPr>
          </a:p>
        </p:txBody>
      </p:sp>
      <p:sp>
        <p:nvSpPr>
          <p:cNvPr id="689" name="Google Shape;689;p36"/>
          <p:cNvSpPr/>
          <p:nvPr/>
        </p:nvSpPr>
        <p:spPr>
          <a:xfrm>
            <a:off x="3010051" y="4466700"/>
            <a:ext cx="1451700" cy="304800"/>
          </a:xfrm>
          <a:prstGeom prst="rect">
            <a:avLst/>
          </a:prstGeom>
          <a:noFill/>
          <a:ln>
            <a:noFill/>
          </a:ln>
        </p:spPr>
        <p:txBody>
          <a:bodyPr anchorCtr="0" anchor="t" bIns="0" lIns="0" spcFirstLastPara="1" rIns="0" wrap="square" tIns="0">
            <a:noAutofit/>
          </a:bodyPr>
          <a:lstStyle/>
          <a:p>
            <a:pPr indent="0" lvl="0" marL="0" marR="0" rtl="0" algn="l">
              <a:lnSpc>
                <a:spcPct val="87313"/>
              </a:lnSpc>
              <a:spcBef>
                <a:spcPts val="0"/>
              </a:spcBef>
              <a:spcAft>
                <a:spcPts val="0"/>
              </a:spcAft>
              <a:buClr>
                <a:srgbClr val="000033"/>
              </a:buClr>
              <a:buSzPts val="1000"/>
              <a:buFont typeface="Montserrat SemiBold"/>
              <a:buNone/>
            </a:pPr>
            <a:r>
              <a:rPr b="1" i="0" lang="en-US" sz="1000" u="none" cap="none" strike="noStrike">
                <a:solidFill>
                  <a:srgbClr val="000033"/>
                </a:solidFill>
                <a:latin typeface="Montserrat SemiBold"/>
                <a:ea typeface="Montserrat SemiBold"/>
                <a:cs typeface="Montserrat SemiBold"/>
                <a:sym typeface="Montserrat SemiBold"/>
              </a:rPr>
              <a:t>Lorem ipsum dolor sit amet</a:t>
            </a:r>
            <a:endParaRPr b="1" i="0" sz="1000" u="none" cap="none" strike="noStrike">
              <a:solidFill>
                <a:srgbClr val="000033"/>
              </a:solidFill>
              <a:latin typeface="Montserrat SemiBold"/>
              <a:ea typeface="Montserrat SemiBold"/>
              <a:cs typeface="Montserrat SemiBold"/>
              <a:sym typeface="Montserrat SemiBold"/>
            </a:endParaRPr>
          </a:p>
        </p:txBody>
      </p:sp>
      <p:sp>
        <p:nvSpPr>
          <p:cNvPr id="690" name="Google Shape;690;p36"/>
          <p:cNvSpPr/>
          <p:nvPr/>
        </p:nvSpPr>
        <p:spPr>
          <a:xfrm>
            <a:off x="745300" y="2146725"/>
            <a:ext cx="2888700" cy="1748400"/>
          </a:xfrm>
          <a:prstGeom prst="roundRect">
            <a:avLst>
              <a:gd fmla="val 7346"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Imagen </a:t>
            </a:r>
            <a:endParaRPr b="0" i="0" sz="1400" u="none" cap="none" strike="noStrike">
              <a:solidFill>
                <a:srgbClr val="000000"/>
              </a:solidFill>
              <a:latin typeface="Arial"/>
              <a:ea typeface="Arial"/>
              <a:cs typeface="Arial"/>
              <a:sym typeface="Arial"/>
            </a:endParaRPr>
          </a:p>
        </p:txBody>
      </p:sp>
      <p:sp>
        <p:nvSpPr>
          <p:cNvPr id="691" name="Google Shape;691;p36"/>
          <p:cNvSpPr/>
          <p:nvPr/>
        </p:nvSpPr>
        <p:spPr>
          <a:xfrm>
            <a:off x="571500" y="4131470"/>
            <a:ext cx="18906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0D1B3E"/>
              </a:buClr>
              <a:buSzPts val="1100"/>
              <a:buFont typeface="Montserrat"/>
              <a:buNone/>
            </a:pPr>
            <a:r>
              <a:rPr b="0" i="0" lang="en-US" sz="1100" u="none" cap="none" strike="noStrike">
                <a:solidFill>
                  <a:srgbClr val="000033"/>
                </a:solidFill>
                <a:latin typeface="Montserrat Black"/>
                <a:ea typeface="Montserrat Black"/>
                <a:cs typeface="Montserrat Black"/>
                <a:sym typeface="Montserrat Black"/>
              </a:rPr>
              <a:t>LOGROS DESTACADOS: </a:t>
            </a:r>
            <a:endParaRPr b="0" i="0" sz="1100" u="none" cap="none" strike="noStrike">
              <a:solidFill>
                <a:srgbClr val="000033"/>
              </a:solidFill>
              <a:latin typeface="Montserrat Black"/>
              <a:ea typeface="Montserrat Black"/>
              <a:cs typeface="Montserrat Black"/>
              <a:sym typeface="Montserrat Black"/>
            </a:endParaRPr>
          </a:p>
        </p:txBody>
      </p:sp>
      <p:sp>
        <p:nvSpPr>
          <p:cNvPr id="692" name="Google Shape;692;p36"/>
          <p:cNvSpPr txBox="1"/>
          <p:nvPr/>
        </p:nvSpPr>
        <p:spPr>
          <a:xfrm>
            <a:off x="571500" y="890626"/>
            <a:ext cx="80010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CASOS SIMILARES</a:t>
            </a:r>
            <a:endParaRPr b="0" i="0" sz="1100" u="none" cap="none" strike="noStrike">
              <a:solidFill>
                <a:schemeClr val="dk1"/>
              </a:solidFill>
              <a:latin typeface="Calibri"/>
              <a:ea typeface="Calibri"/>
              <a:cs typeface="Calibri"/>
              <a:sym typeface="Calibri"/>
            </a:endParaRPr>
          </a:p>
        </p:txBody>
      </p:sp>
      <p:sp>
        <p:nvSpPr>
          <p:cNvPr id="693" name="Google Shape;693;p36"/>
          <p:cNvSpPr txBox="1"/>
          <p:nvPr/>
        </p:nvSpPr>
        <p:spPr>
          <a:xfrm>
            <a:off x="571500" y="1174090"/>
            <a:ext cx="8001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Titular del</a:t>
            </a:r>
            <a:r>
              <a:rPr b="1" i="1" lang="en-US" sz="2100" u="none" cap="none" strike="noStrike">
                <a:solidFill>
                  <a:srgbClr val="2B5BFC"/>
                </a:solidFill>
                <a:latin typeface="Montserrat Black"/>
                <a:ea typeface="Montserrat Black"/>
                <a:cs typeface="Montserrat Black"/>
                <a:sym typeface="Montserrat Black"/>
              </a:rPr>
              <a:t> caso</a:t>
            </a:r>
            <a:endParaRPr b="0" i="0" sz="2100" u="none" cap="none" strike="noStrike">
              <a:solidFill>
                <a:schemeClr val="dk1"/>
              </a:solidFill>
              <a:latin typeface="Calibri"/>
              <a:ea typeface="Calibri"/>
              <a:cs typeface="Calibri"/>
              <a:sym typeface="Calibri"/>
            </a:endParaRPr>
          </a:p>
        </p:txBody>
      </p:sp>
      <p:sp>
        <p:nvSpPr>
          <p:cNvPr id="694" name="Google Shape;694;p36"/>
          <p:cNvSpPr txBox="1"/>
          <p:nvPr/>
        </p:nvSpPr>
        <p:spPr>
          <a:xfrm>
            <a:off x="571500" y="1572768"/>
            <a:ext cx="54864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75757"/>
              </a:buClr>
              <a:buSzPts val="950"/>
              <a:buFont typeface="Montserrat"/>
              <a:buNone/>
            </a:pPr>
            <a:r>
              <a:rPr b="0" i="0" lang="en-US" sz="950" u="none" cap="none" strike="noStrike">
                <a:solidFill>
                  <a:srgbClr val="000033"/>
                </a:solidFill>
                <a:latin typeface="Montserrat"/>
                <a:ea typeface="Montserrat"/>
                <a:cs typeface="Montserrat"/>
                <a:sym typeface="Montserrat"/>
              </a:rPr>
              <a:t>Industria: XXXX  ·  Área: XXXX  ·  Tecnología: XXXX</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EEF3FF"/>
            </a:gs>
          </a:gsLst>
          <a:lin ang="16198662" scaled="0"/>
        </a:gradFill>
      </p:bgPr>
    </p:bg>
    <p:spTree>
      <p:nvGrpSpPr>
        <p:cNvPr id="699" name="Shape 699"/>
        <p:cNvGrpSpPr/>
        <p:nvPr/>
      </p:nvGrpSpPr>
      <p:grpSpPr>
        <a:xfrm>
          <a:off x="0" y="0"/>
          <a:ext cx="0" cy="0"/>
          <a:chOff x="0" y="0"/>
          <a:chExt cx="0" cy="0"/>
        </a:xfrm>
      </p:grpSpPr>
      <p:pic>
        <p:nvPicPr>
          <p:cNvPr descr="preencoded.png" id="700" name="Google Shape;700;p37"/>
          <p:cNvPicPr preferRelativeResize="0"/>
          <p:nvPr/>
        </p:nvPicPr>
        <p:blipFill rotWithShape="1">
          <a:blip r:embed="rId3">
            <a:alphaModFix/>
          </a:blip>
          <a:srcRect b="0" l="0" r="0" t="0"/>
          <a:stretch/>
        </p:blipFill>
        <p:spPr>
          <a:xfrm>
            <a:off x="570786" y="1004813"/>
            <a:ext cx="8001714" cy="614363"/>
          </a:xfrm>
          <a:prstGeom prst="rect">
            <a:avLst/>
          </a:prstGeom>
          <a:noFill/>
          <a:ln>
            <a:noFill/>
          </a:ln>
        </p:spPr>
      </p:pic>
      <p:pic>
        <p:nvPicPr>
          <p:cNvPr descr="preencoded.png" id="701" name="Google Shape;701;p37"/>
          <p:cNvPicPr preferRelativeResize="0"/>
          <p:nvPr/>
        </p:nvPicPr>
        <p:blipFill rotWithShape="1">
          <a:blip r:embed="rId4">
            <a:alphaModFix/>
          </a:blip>
          <a:srcRect b="0" l="49741" r="0" t="0"/>
          <a:stretch/>
        </p:blipFill>
        <p:spPr>
          <a:xfrm>
            <a:off x="4579675" y="1941325"/>
            <a:ext cx="4049976" cy="2200275"/>
          </a:xfrm>
          <a:prstGeom prst="rect">
            <a:avLst/>
          </a:prstGeom>
          <a:noFill/>
          <a:ln>
            <a:noFill/>
          </a:ln>
        </p:spPr>
      </p:pic>
      <p:sp>
        <p:nvSpPr>
          <p:cNvPr id="702" name="Google Shape;702;p37"/>
          <p:cNvSpPr/>
          <p:nvPr/>
        </p:nvSpPr>
        <p:spPr>
          <a:xfrm>
            <a:off x="571500" y="1004813"/>
            <a:ext cx="20049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2B5BFC"/>
              </a:buClr>
              <a:buSzPts val="1100"/>
              <a:buFont typeface="Montserrat SemiBold"/>
              <a:buNone/>
            </a:pPr>
            <a:r>
              <a:rPr b="1" i="0" lang="en-US" sz="1100" u="none" cap="none" strike="noStrike">
                <a:solidFill>
                  <a:srgbClr val="2B5BFC"/>
                </a:solidFill>
                <a:latin typeface="Montserrat SemiBold"/>
                <a:ea typeface="Montserrat SemiBold"/>
                <a:cs typeface="Montserrat SemiBold"/>
                <a:sym typeface="Montserrat SemiBold"/>
              </a:rPr>
              <a:t>AGENDA UNA REUNIÓN </a:t>
            </a:r>
            <a:endParaRPr b="0" i="0" sz="1100" u="none" cap="none" strike="noStrike">
              <a:solidFill>
                <a:schemeClr val="dk1"/>
              </a:solidFill>
              <a:latin typeface="Calibri"/>
              <a:ea typeface="Calibri"/>
              <a:cs typeface="Calibri"/>
              <a:sym typeface="Calibri"/>
            </a:endParaRPr>
          </a:p>
        </p:txBody>
      </p:sp>
      <p:sp>
        <p:nvSpPr>
          <p:cNvPr id="703" name="Google Shape;703;p37"/>
          <p:cNvSpPr/>
          <p:nvPr/>
        </p:nvSpPr>
        <p:spPr>
          <a:xfrm>
            <a:off x="571500" y="1238175"/>
            <a:ext cx="8029500" cy="324000"/>
          </a:xfrm>
          <a:prstGeom prst="rect">
            <a:avLst/>
          </a:prstGeom>
          <a:noFill/>
          <a:ln>
            <a:noFill/>
          </a:ln>
        </p:spPr>
        <p:txBody>
          <a:bodyPr anchorCtr="0" anchor="t" bIns="0" lIns="0" spcFirstLastPara="1" rIns="0" wrap="square" tIns="0">
            <a:noAutofit/>
          </a:bodyPr>
          <a:lstStyle/>
          <a:p>
            <a:pPr indent="0" lvl="0" marL="0" marR="0" rtl="0" algn="l">
              <a:lnSpc>
                <a:spcPct val="8819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Contáctanos </a:t>
            </a:r>
            <a:endParaRPr b="0" i="0" sz="2100" u="none" cap="none" strike="noStrike">
              <a:solidFill>
                <a:schemeClr val="dk1"/>
              </a:solidFill>
              <a:latin typeface="Calibri"/>
              <a:ea typeface="Calibri"/>
              <a:cs typeface="Calibri"/>
              <a:sym typeface="Calibri"/>
            </a:endParaRPr>
          </a:p>
        </p:txBody>
      </p:sp>
      <p:sp>
        <p:nvSpPr>
          <p:cNvPr id="704" name="Google Shape;704;p37"/>
          <p:cNvSpPr/>
          <p:nvPr/>
        </p:nvSpPr>
        <p:spPr>
          <a:xfrm>
            <a:off x="571500" y="2092630"/>
            <a:ext cx="3838500" cy="95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33"/>
              </a:buClr>
              <a:buSzPts val="2100"/>
              <a:buFont typeface="Montserrat ExtraBold"/>
              <a:buNone/>
            </a:pPr>
            <a:r>
              <a:rPr b="1" i="0" lang="en-US" sz="2100" u="none" cap="none" strike="noStrike">
                <a:solidFill>
                  <a:srgbClr val="000033"/>
                </a:solidFill>
                <a:latin typeface="Montserrat ExtraBold"/>
                <a:ea typeface="Montserrat ExtraBold"/>
                <a:cs typeface="Montserrat ExtraBold"/>
                <a:sym typeface="Montserrat ExtraBold"/>
              </a:rPr>
              <a:t>Llevemos su empresa al siguiente nivel con </a:t>
            </a:r>
            <a:r>
              <a:rPr b="1" i="0" lang="en-US" sz="2100" u="none" cap="none" strike="noStrike">
                <a:solidFill>
                  <a:srgbClr val="2B5BFC"/>
                </a:solidFill>
                <a:latin typeface="Montserrat ExtraBold"/>
                <a:ea typeface="Montserrat ExtraBold"/>
                <a:cs typeface="Montserrat ExtraBold"/>
                <a:sym typeface="Montserrat ExtraBold"/>
              </a:rPr>
              <a:t>Datos e IA</a:t>
            </a:r>
            <a:r>
              <a:rPr b="1" i="0" lang="en-US" sz="2100" u="none" cap="none" strike="noStrike">
                <a:solidFill>
                  <a:srgbClr val="000033"/>
                </a:solidFill>
                <a:latin typeface="Montserrat ExtraBold"/>
                <a:ea typeface="Montserrat ExtraBold"/>
                <a:cs typeface="Montserrat ExtraBold"/>
                <a:sym typeface="Montserrat ExtraBold"/>
              </a:rPr>
              <a:t> </a:t>
            </a:r>
            <a:endParaRPr b="0" i="0" sz="2100" u="none" cap="none" strike="noStrike">
              <a:solidFill>
                <a:schemeClr val="dk1"/>
              </a:solidFill>
              <a:latin typeface="Calibri"/>
              <a:ea typeface="Calibri"/>
              <a:cs typeface="Calibri"/>
              <a:sym typeface="Calibri"/>
            </a:endParaRPr>
          </a:p>
        </p:txBody>
      </p:sp>
      <p:sp>
        <p:nvSpPr>
          <p:cNvPr id="705" name="Google Shape;705;p37"/>
          <p:cNvSpPr/>
          <p:nvPr/>
        </p:nvSpPr>
        <p:spPr>
          <a:xfrm>
            <a:off x="5276850" y="2084187"/>
            <a:ext cx="8382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Escríbenos </a:t>
            </a:r>
            <a:endParaRPr b="0" i="0" sz="1100" u="none" cap="none" strike="noStrike">
              <a:solidFill>
                <a:schemeClr val="dk1"/>
              </a:solidFill>
              <a:latin typeface="Calibri"/>
              <a:ea typeface="Calibri"/>
              <a:cs typeface="Calibri"/>
              <a:sym typeface="Calibri"/>
            </a:endParaRPr>
          </a:p>
        </p:txBody>
      </p:sp>
      <p:sp>
        <p:nvSpPr>
          <p:cNvPr id="706" name="Google Shape;706;p37"/>
          <p:cNvSpPr/>
          <p:nvPr/>
        </p:nvSpPr>
        <p:spPr>
          <a:xfrm>
            <a:off x="5276850" y="2279450"/>
            <a:ext cx="32955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informes@neoconsulting.ai </a:t>
            </a:r>
            <a:endParaRPr b="0" i="0" sz="1300" u="none" cap="none" strike="noStrike">
              <a:solidFill>
                <a:schemeClr val="dk1"/>
              </a:solidFill>
              <a:latin typeface="Calibri"/>
              <a:ea typeface="Calibri"/>
              <a:cs typeface="Calibri"/>
              <a:sym typeface="Calibri"/>
            </a:endParaRPr>
          </a:p>
        </p:txBody>
      </p:sp>
      <p:sp>
        <p:nvSpPr>
          <p:cNvPr id="707" name="Google Shape;707;p37"/>
          <p:cNvSpPr/>
          <p:nvPr/>
        </p:nvSpPr>
        <p:spPr>
          <a:xfrm>
            <a:off x="5276850" y="2817612"/>
            <a:ext cx="7002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Visítanos </a:t>
            </a:r>
            <a:endParaRPr b="0" i="0" sz="1100" u="none" cap="none" strike="noStrike">
              <a:solidFill>
                <a:schemeClr val="dk1"/>
              </a:solidFill>
              <a:latin typeface="Calibri"/>
              <a:ea typeface="Calibri"/>
              <a:cs typeface="Calibri"/>
              <a:sym typeface="Calibri"/>
            </a:endParaRPr>
          </a:p>
        </p:txBody>
      </p:sp>
      <p:sp>
        <p:nvSpPr>
          <p:cNvPr id="708" name="Google Shape;708;p37"/>
          <p:cNvSpPr/>
          <p:nvPr/>
        </p:nvSpPr>
        <p:spPr>
          <a:xfrm>
            <a:off x="5276850" y="3012875"/>
            <a:ext cx="27906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www.neoconsulting.ai </a:t>
            </a:r>
            <a:endParaRPr b="0" i="0" sz="1300" u="none" cap="none" strike="noStrike">
              <a:solidFill>
                <a:schemeClr val="dk1"/>
              </a:solidFill>
              <a:latin typeface="Calibri"/>
              <a:ea typeface="Calibri"/>
              <a:cs typeface="Calibri"/>
              <a:sym typeface="Calibri"/>
            </a:endParaRPr>
          </a:p>
        </p:txBody>
      </p:sp>
      <p:sp>
        <p:nvSpPr>
          <p:cNvPr id="709" name="Google Shape;709;p37"/>
          <p:cNvSpPr/>
          <p:nvPr/>
        </p:nvSpPr>
        <p:spPr>
          <a:xfrm>
            <a:off x="5276850" y="3551037"/>
            <a:ext cx="743100" cy="176100"/>
          </a:xfrm>
          <a:prstGeom prst="rect">
            <a:avLst/>
          </a:prstGeom>
          <a:noFill/>
          <a:ln>
            <a:noFill/>
          </a:ln>
        </p:spPr>
        <p:txBody>
          <a:bodyPr anchorCtr="0" anchor="t" bIns="0" lIns="0" spcFirstLastPara="1" rIns="0" wrap="square" tIns="0">
            <a:noAutofit/>
          </a:bodyPr>
          <a:lstStyle/>
          <a:p>
            <a:pPr indent="0" lvl="0" marL="0" marR="0" rtl="0" algn="l">
              <a:lnSpc>
                <a:spcPct val="89377"/>
              </a:lnSpc>
              <a:spcBef>
                <a:spcPts val="0"/>
              </a:spcBef>
              <a:spcAft>
                <a:spcPts val="0"/>
              </a:spcAft>
              <a:buClr>
                <a:srgbClr val="575757"/>
              </a:buClr>
              <a:buSzPts val="1100"/>
              <a:buFont typeface="Montserrat SemiBold"/>
              <a:buNone/>
            </a:pPr>
            <a:r>
              <a:rPr b="1" i="0" lang="en-US" sz="1100" u="none" cap="none" strike="noStrike">
                <a:solidFill>
                  <a:srgbClr val="575757"/>
                </a:solidFill>
                <a:latin typeface="Montserrat SemiBold"/>
                <a:ea typeface="Montserrat SemiBold"/>
                <a:cs typeface="Montserrat SemiBold"/>
                <a:sym typeface="Montserrat SemiBold"/>
              </a:rPr>
              <a:t>Llámanos </a:t>
            </a:r>
            <a:endParaRPr b="0" i="0" sz="1100" u="none" cap="none" strike="noStrike">
              <a:solidFill>
                <a:schemeClr val="dk1"/>
              </a:solidFill>
              <a:latin typeface="Calibri"/>
              <a:ea typeface="Calibri"/>
              <a:cs typeface="Calibri"/>
              <a:sym typeface="Calibri"/>
            </a:endParaRPr>
          </a:p>
        </p:txBody>
      </p:sp>
      <p:sp>
        <p:nvSpPr>
          <p:cNvPr id="710" name="Google Shape;710;p37"/>
          <p:cNvSpPr/>
          <p:nvPr/>
        </p:nvSpPr>
        <p:spPr>
          <a:xfrm>
            <a:off x="5276850" y="3746300"/>
            <a:ext cx="2492100" cy="195300"/>
          </a:xfrm>
          <a:prstGeom prst="rect">
            <a:avLst/>
          </a:prstGeom>
          <a:noFill/>
          <a:ln>
            <a:noFill/>
          </a:ln>
        </p:spPr>
        <p:txBody>
          <a:bodyPr anchorCtr="0" anchor="t" bIns="0" lIns="0" spcFirstLastPara="1" rIns="0" wrap="square" tIns="0">
            <a:noAutofit/>
          </a:bodyPr>
          <a:lstStyle/>
          <a:p>
            <a:pPr indent="0" lvl="0" marL="0" marR="0" rtl="0" algn="l">
              <a:lnSpc>
                <a:spcPct val="89215"/>
              </a:lnSpc>
              <a:spcBef>
                <a:spcPts val="0"/>
              </a:spcBef>
              <a:spcAft>
                <a:spcPts val="0"/>
              </a:spcAft>
              <a:buClr>
                <a:srgbClr val="000033"/>
              </a:buClr>
              <a:buSzPts val="1300"/>
              <a:buFont typeface="Montserrat ExtraBold"/>
              <a:buNone/>
            </a:pPr>
            <a:r>
              <a:rPr b="1" i="0" lang="en-US" sz="1300" u="none" cap="none" strike="noStrike">
                <a:solidFill>
                  <a:srgbClr val="000033"/>
                </a:solidFill>
                <a:latin typeface="Montserrat ExtraBold"/>
                <a:ea typeface="Montserrat ExtraBold"/>
                <a:cs typeface="Montserrat ExtraBold"/>
                <a:sym typeface="Montserrat ExtraBold"/>
              </a:rPr>
              <a:t>+51 924 273 801 </a:t>
            </a:r>
            <a:endParaRPr b="0" i="0" sz="1300" u="none" cap="none" strike="noStrike">
              <a:solidFill>
                <a:schemeClr val="dk1"/>
              </a:solidFill>
              <a:latin typeface="Calibri"/>
              <a:ea typeface="Calibri"/>
              <a:cs typeface="Calibri"/>
              <a:sym typeface="Calibri"/>
            </a:endParaRPr>
          </a:p>
        </p:txBody>
      </p:sp>
      <p:pic>
        <p:nvPicPr>
          <p:cNvPr descr="preencoded.png" id="711" name="Google Shape;711;p37"/>
          <p:cNvPicPr preferRelativeResize="0"/>
          <p:nvPr/>
        </p:nvPicPr>
        <p:blipFill rotWithShape="1">
          <a:blip r:embed="rId4">
            <a:alphaModFix/>
          </a:blip>
          <a:srcRect b="24471" l="0" r="49741" t="72079"/>
          <a:stretch/>
        </p:blipFill>
        <p:spPr>
          <a:xfrm>
            <a:off x="571500" y="3180886"/>
            <a:ext cx="4049976" cy="75925"/>
          </a:xfrm>
          <a:prstGeom prst="rect">
            <a:avLst/>
          </a:prstGeom>
          <a:noFill/>
          <a:ln>
            <a:noFill/>
          </a:ln>
        </p:spPr>
      </p:pic>
      <p:sp>
        <p:nvSpPr>
          <p:cNvPr id="712" name="Google Shape;712;p37"/>
          <p:cNvSpPr txBox="1"/>
          <p:nvPr/>
        </p:nvSpPr>
        <p:spPr>
          <a:xfrm>
            <a:off x="1188425" y="3474364"/>
            <a:ext cx="2962800" cy="38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US" sz="1200">
                <a:solidFill>
                  <a:srgbClr val="000033"/>
                </a:solidFill>
                <a:latin typeface="Montserrat"/>
                <a:ea typeface="Montserrat"/>
                <a:cs typeface="Montserrat"/>
                <a:sym typeface="Montserrat"/>
              </a:rPr>
              <a:t>Agenda una</a:t>
            </a:r>
            <a:r>
              <a:rPr b="1" lang="en-US" sz="1200">
                <a:solidFill>
                  <a:srgbClr val="FFFFFF"/>
                </a:solidFill>
                <a:latin typeface="Montserrat"/>
                <a:ea typeface="Montserrat"/>
                <a:cs typeface="Montserrat"/>
                <a:sym typeface="Montserrat"/>
              </a:rPr>
              <a:t> </a:t>
            </a:r>
            <a:r>
              <a:rPr b="1" lang="en-US" sz="1200" u="sng">
                <a:solidFill>
                  <a:srgbClr val="2B5BFC"/>
                </a:solidFill>
                <a:latin typeface="Montserrat"/>
                <a:ea typeface="Montserrat"/>
                <a:cs typeface="Montserrat"/>
                <a:sym typeface="Montserrat"/>
                <a:hlinkClick r:id="rId5">
                  <a:extLst>
                    <a:ext uri="{A12FA001-AC4F-418D-AE19-62706E023703}">
                      <ahyp:hlinkClr val="tx"/>
                    </a:ext>
                  </a:extLst>
                </a:hlinkClick>
              </a:rPr>
              <a:t>reunión</a:t>
            </a:r>
            <a:r>
              <a:rPr b="1" lang="en-US" sz="1200">
                <a:solidFill>
                  <a:srgbClr val="FFFFFF"/>
                </a:solidFill>
                <a:latin typeface="Montserrat"/>
                <a:ea typeface="Montserrat"/>
                <a:cs typeface="Montserrat"/>
                <a:sym typeface="Montserrat"/>
              </a:rPr>
              <a:t> </a:t>
            </a:r>
            <a:r>
              <a:rPr b="1" lang="en-US" sz="1200">
                <a:solidFill>
                  <a:srgbClr val="000033"/>
                </a:solidFill>
                <a:latin typeface="Montserrat"/>
                <a:ea typeface="Montserrat"/>
                <a:cs typeface="Montserrat"/>
                <a:sym typeface="Montserrat"/>
              </a:rPr>
              <a:t>con nosotros</a:t>
            </a:r>
            <a:endParaRPr b="1" sz="1200">
              <a:solidFill>
                <a:srgbClr val="000033"/>
              </a:solidFill>
              <a:latin typeface="Montserrat"/>
              <a:ea typeface="Montserrat"/>
              <a:cs typeface="Montserrat"/>
              <a:sym typeface="Montserrat"/>
            </a:endParaRPr>
          </a:p>
        </p:txBody>
      </p:sp>
      <p:pic>
        <p:nvPicPr>
          <p:cNvPr id="713" name="Google Shape;713;p37" title="Screenshot 2025-10-27 at 12.16.38 PM.png"/>
          <p:cNvPicPr preferRelativeResize="0"/>
          <p:nvPr/>
        </p:nvPicPr>
        <p:blipFill>
          <a:blip r:embed="rId6">
            <a:alphaModFix/>
          </a:blip>
          <a:stretch>
            <a:fillRect/>
          </a:stretch>
        </p:blipFill>
        <p:spPr>
          <a:xfrm>
            <a:off x="571507" y="3368826"/>
            <a:ext cx="616919" cy="598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